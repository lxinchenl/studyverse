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3"/>
  </p:notesMasterIdLst>
  <p:handoutMasterIdLst>
    <p:handoutMasterId r:id="rId174"/>
  </p:handoutMasterIdLst>
  <p:sldIdLst>
    <p:sldId id="256" r:id="rId3"/>
    <p:sldId id="585" r:id="rId4"/>
    <p:sldId id="586" r:id="rId5"/>
    <p:sldId id="570" r:id="rId6"/>
    <p:sldId id="571" r:id="rId7"/>
    <p:sldId id="572" r:id="rId8"/>
    <p:sldId id="573" r:id="rId9"/>
    <p:sldId id="574" r:id="rId10"/>
    <p:sldId id="575" r:id="rId11"/>
    <p:sldId id="576" r:id="rId12"/>
    <p:sldId id="577" r:id="rId13"/>
    <p:sldId id="578" r:id="rId14"/>
    <p:sldId id="579" r:id="rId15"/>
    <p:sldId id="580" r:id="rId16"/>
    <p:sldId id="581" r:id="rId17"/>
    <p:sldId id="587" r:id="rId18"/>
    <p:sldId id="257" r:id="rId19"/>
    <p:sldId id="258" r:id="rId20"/>
    <p:sldId id="259" r:id="rId21"/>
    <p:sldId id="260" r:id="rId22"/>
    <p:sldId id="261" r:id="rId23"/>
    <p:sldId id="262" r:id="rId24"/>
    <p:sldId id="263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590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559" r:id="rId47"/>
    <p:sldId id="284" r:id="rId48"/>
    <p:sldId id="285" r:id="rId49"/>
    <p:sldId id="565" r:id="rId50"/>
    <p:sldId id="286" r:id="rId51"/>
    <p:sldId id="566" r:id="rId52"/>
    <p:sldId id="287" r:id="rId53"/>
    <p:sldId id="289" r:id="rId54"/>
    <p:sldId id="290" r:id="rId55"/>
    <p:sldId id="596" r:id="rId56"/>
    <p:sldId id="560" r:id="rId57"/>
    <p:sldId id="291" r:id="rId58"/>
    <p:sldId id="597" r:id="rId59"/>
    <p:sldId id="561" r:id="rId60"/>
    <p:sldId id="294" r:id="rId61"/>
    <p:sldId id="598" r:id="rId62"/>
    <p:sldId id="562" r:id="rId63"/>
    <p:sldId id="292" r:id="rId64"/>
    <p:sldId id="295" r:id="rId65"/>
    <p:sldId id="563" r:id="rId66"/>
    <p:sldId id="567" r:id="rId67"/>
    <p:sldId id="599" r:id="rId68"/>
    <p:sldId id="296" r:id="rId69"/>
    <p:sldId id="299" r:id="rId70"/>
    <p:sldId id="300" r:id="rId71"/>
    <p:sldId id="301" r:id="rId72"/>
    <p:sldId id="303" r:id="rId73"/>
    <p:sldId id="314" r:id="rId74"/>
    <p:sldId id="315" r:id="rId75"/>
    <p:sldId id="316" r:id="rId76"/>
    <p:sldId id="317" r:id="rId77"/>
    <p:sldId id="564" r:id="rId78"/>
    <p:sldId id="318" r:id="rId79"/>
    <p:sldId id="754" r:id="rId80"/>
    <p:sldId id="322" r:id="rId81"/>
    <p:sldId id="323" r:id="rId82"/>
    <p:sldId id="324" r:id="rId83"/>
    <p:sldId id="325" r:id="rId84"/>
    <p:sldId id="327" r:id="rId85"/>
    <p:sldId id="328" r:id="rId86"/>
    <p:sldId id="329" r:id="rId87"/>
    <p:sldId id="330" r:id="rId88"/>
    <p:sldId id="331" r:id="rId89"/>
    <p:sldId id="602" r:id="rId90"/>
    <p:sldId id="355" r:id="rId91"/>
    <p:sldId id="356" r:id="rId92"/>
    <p:sldId id="357" r:id="rId93"/>
    <p:sldId id="358" r:id="rId94"/>
    <p:sldId id="362" r:id="rId95"/>
    <p:sldId id="363" r:id="rId96"/>
    <p:sldId id="364" r:id="rId97"/>
    <p:sldId id="365" r:id="rId98"/>
    <p:sldId id="359" r:id="rId99"/>
    <p:sldId id="360" r:id="rId100"/>
    <p:sldId id="361" r:id="rId101"/>
    <p:sldId id="366" r:id="rId102"/>
    <p:sldId id="367" r:id="rId103"/>
    <p:sldId id="368" r:id="rId104"/>
    <p:sldId id="369" r:id="rId105"/>
    <p:sldId id="370" r:id="rId106"/>
    <p:sldId id="371" r:id="rId107"/>
    <p:sldId id="603" r:id="rId108"/>
    <p:sldId id="383" r:id="rId109"/>
    <p:sldId id="384" r:id="rId110"/>
    <p:sldId id="385" r:id="rId111"/>
    <p:sldId id="386" r:id="rId112"/>
    <p:sldId id="387" r:id="rId113"/>
    <p:sldId id="388" r:id="rId114"/>
    <p:sldId id="389" r:id="rId115"/>
    <p:sldId id="390" r:id="rId116"/>
    <p:sldId id="391" r:id="rId117"/>
    <p:sldId id="593" r:id="rId118"/>
    <p:sldId id="392" r:id="rId119"/>
    <p:sldId id="393" r:id="rId120"/>
    <p:sldId id="394" r:id="rId121"/>
    <p:sldId id="395" r:id="rId122"/>
    <p:sldId id="396" r:id="rId123"/>
    <p:sldId id="397" r:id="rId124"/>
    <p:sldId id="454" r:id="rId125"/>
    <p:sldId id="398" r:id="rId126"/>
    <p:sldId id="453" r:id="rId127"/>
    <p:sldId id="399" r:id="rId128"/>
    <p:sldId id="400" r:id="rId129"/>
    <p:sldId id="401" r:id="rId130"/>
    <p:sldId id="402" r:id="rId131"/>
    <p:sldId id="403" r:id="rId132"/>
    <p:sldId id="404" r:id="rId133"/>
    <p:sldId id="405" r:id="rId134"/>
    <p:sldId id="407" r:id="rId135"/>
    <p:sldId id="408" r:id="rId136"/>
    <p:sldId id="409" r:id="rId137"/>
    <p:sldId id="410" r:id="rId138"/>
    <p:sldId id="411" r:id="rId139"/>
    <p:sldId id="412" r:id="rId140"/>
    <p:sldId id="413" r:id="rId141"/>
    <p:sldId id="455" r:id="rId142"/>
    <p:sldId id="414" r:id="rId143"/>
    <p:sldId id="418" r:id="rId144"/>
    <p:sldId id="419" r:id="rId145"/>
    <p:sldId id="420" r:id="rId146"/>
    <p:sldId id="421" r:id="rId147"/>
    <p:sldId id="456" r:id="rId148"/>
    <p:sldId id="415" r:id="rId149"/>
    <p:sldId id="422" r:id="rId150"/>
    <p:sldId id="423" r:id="rId151"/>
    <p:sldId id="424" r:id="rId152"/>
    <p:sldId id="416" r:id="rId153"/>
    <p:sldId id="425" r:id="rId154"/>
    <p:sldId id="426" r:id="rId155"/>
    <p:sldId id="427" r:id="rId156"/>
    <p:sldId id="417" r:id="rId157"/>
    <p:sldId id="428" r:id="rId158"/>
    <p:sldId id="429" r:id="rId159"/>
    <p:sldId id="430" r:id="rId160"/>
    <p:sldId id="431" r:id="rId161"/>
    <p:sldId id="432" r:id="rId162"/>
    <p:sldId id="434" r:id="rId163"/>
    <p:sldId id="435" r:id="rId164"/>
    <p:sldId id="436" r:id="rId165"/>
    <p:sldId id="437" r:id="rId166"/>
    <p:sldId id="438" r:id="rId167"/>
    <p:sldId id="439" r:id="rId168"/>
    <p:sldId id="440" r:id="rId169"/>
    <p:sldId id="441" r:id="rId170"/>
    <p:sldId id="442" r:id="rId171"/>
    <p:sldId id="444" r:id="rId172"/>
  </p:sldIdLst>
  <p:sldSz cx="12192000" cy="6858000"/>
  <p:notesSz cx="6858000" cy="9144000"/>
  <p:custDataLst>
    <p:tags r:id="rId17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7.xml"/><Relationship Id="rId98" Type="http://schemas.openxmlformats.org/officeDocument/2006/relationships/slide" Target="slides/slide96.xml"/><Relationship Id="rId97" Type="http://schemas.openxmlformats.org/officeDocument/2006/relationships/slide" Target="slides/slide95.xml"/><Relationship Id="rId96" Type="http://schemas.openxmlformats.org/officeDocument/2006/relationships/slide" Target="slides/slide94.xml"/><Relationship Id="rId95" Type="http://schemas.openxmlformats.org/officeDocument/2006/relationships/slide" Target="slides/slide93.xml"/><Relationship Id="rId94" Type="http://schemas.openxmlformats.org/officeDocument/2006/relationships/slide" Target="slides/slide92.xml"/><Relationship Id="rId93" Type="http://schemas.openxmlformats.org/officeDocument/2006/relationships/slide" Target="slides/slide91.xml"/><Relationship Id="rId92" Type="http://schemas.openxmlformats.org/officeDocument/2006/relationships/slide" Target="slides/slide90.xml"/><Relationship Id="rId91" Type="http://schemas.openxmlformats.org/officeDocument/2006/relationships/slide" Target="slides/slide89.xml"/><Relationship Id="rId90" Type="http://schemas.openxmlformats.org/officeDocument/2006/relationships/slide" Target="slides/slide88.xml"/><Relationship Id="rId9" Type="http://schemas.openxmlformats.org/officeDocument/2006/relationships/slide" Target="slides/slide7.xml"/><Relationship Id="rId89" Type="http://schemas.openxmlformats.org/officeDocument/2006/relationships/slide" Target="slides/slide87.xml"/><Relationship Id="rId88" Type="http://schemas.openxmlformats.org/officeDocument/2006/relationships/slide" Target="slides/slide86.xml"/><Relationship Id="rId87" Type="http://schemas.openxmlformats.org/officeDocument/2006/relationships/slide" Target="slides/slide85.xml"/><Relationship Id="rId86" Type="http://schemas.openxmlformats.org/officeDocument/2006/relationships/slide" Target="slides/slide84.xml"/><Relationship Id="rId85" Type="http://schemas.openxmlformats.org/officeDocument/2006/relationships/slide" Target="slides/slide83.xml"/><Relationship Id="rId84" Type="http://schemas.openxmlformats.org/officeDocument/2006/relationships/slide" Target="slides/slide82.xml"/><Relationship Id="rId83" Type="http://schemas.openxmlformats.org/officeDocument/2006/relationships/slide" Target="slides/slide81.xml"/><Relationship Id="rId82" Type="http://schemas.openxmlformats.org/officeDocument/2006/relationships/slide" Target="slides/slide80.xml"/><Relationship Id="rId81" Type="http://schemas.openxmlformats.org/officeDocument/2006/relationships/slide" Target="slides/slide79.xml"/><Relationship Id="rId80" Type="http://schemas.openxmlformats.org/officeDocument/2006/relationships/slide" Target="slides/slide78.xml"/><Relationship Id="rId8" Type="http://schemas.openxmlformats.org/officeDocument/2006/relationships/slide" Target="slides/slide6.xml"/><Relationship Id="rId79" Type="http://schemas.openxmlformats.org/officeDocument/2006/relationships/slide" Target="slides/slide77.xml"/><Relationship Id="rId78" Type="http://schemas.openxmlformats.org/officeDocument/2006/relationships/slide" Target="slides/slide76.xml"/><Relationship Id="rId77" Type="http://schemas.openxmlformats.org/officeDocument/2006/relationships/slide" Target="slides/slide75.xml"/><Relationship Id="rId76" Type="http://schemas.openxmlformats.org/officeDocument/2006/relationships/slide" Target="slides/slide74.xml"/><Relationship Id="rId75" Type="http://schemas.openxmlformats.org/officeDocument/2006/relationships/slide" Target="slides/slide73.xml"/><Relationship Id="rId74" Type="http://schemas.openxmlformats.org/officeDocument/2006/relationships/slide" Target="slides/slide72.xml"/><Relationship Id="rId73" Type="http://schemas.openxmlformats.org/officeDocument/2006/relationships/slide" Target="slides/slide7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8" Type="http://schemas.openxmlformats.org/officeDocument/2006/relationships/tags" Target="tags/tag5.xml"/><Relationship Id="rId177" Type="http://schemas.openxmlformats.org/officeDocument/2006/relationships/tableStyles" Target="tableStyles.xml"/><Relationship Id="rId176" Type="http://schemas.openxmlformats.org/officeDocument/2006/relationships/viewProps" Target="viewProps.xml"/><Relationship Id="rId175" Type="http://schemas.openxmlformats.org/officeDocument/2006/relationships/presProps" Target="presProps.xml"/><Relationship Id="rId174" Type="http://schemas.openxmlformats.org/officeDocument/2006/relationships/handoutMaster" Target="handoutMasters/handoutMaster1.xml"/><Relationship Id="rId173" Type="http://schemas.openxmlformats.org/officeDocument/2006/relationships/notesMaster" Target="notesMasters/notesMaster1.xml"/><Relationship Id="rId172" Type="http://schemas.openxmlformats.org/officeDocument/2006/relationships/slide" Target="slides/slide170.xml"/><Relationship Id="rId171" Type="http://schemas.openxmlformats.org/officeDocument/2006/relationships/slide" Target="slides/slide169.xml"/><Relationship Id="rId170" Type="http://schemas.openxmlformats.org/officeDocument/2006/relationships/slide" Target="slides/slide168.xml"/><Relationship Id="rId17" Type="http://schemas.openxmlformats.org/officeDocument/2006/relationships/slide" Target="slides/slide15.xml"/><Relationship Id="rId169" Type="http://schemas.openxmlformats.org/officeDocument/2006/relationships/slide" Target="slides/slide167.xml"/><Relationship Id="rId168" Type="http://schemas.openxmlformats.org/officeDocument/2006/relationships/slide" Target="slides/slide166.xml"/><Relationship Id="rId167" Type="http://schemas.openxmlformats.org/officeDocument/2006/relationships/slide" Target="slides/slide165.xml"/><Relationship Id="rId166" Type="http://schemas.openxmlformats.org/officeDocument/2006/relationships/slide" Target="slides/slide164.xml"/><Relationship Id="rId165" Type="http://schemas.openxmlformats.org/officeDocument/2006/relationships/slide" Target="slides/slide163.xml"/><Relationship Id="rId164" Type="http://schemas.openxmlformats.org/officeDocument/2006/relationships/slide" Target="slides/slide162.xml"/><Relationship Id="rId163" Type="http://schemas.openxmlformats.org/officeDocument/2006/relationships/slide" Target="slides/slide161.xml"/><Relationship Id="rId162" Type="http://schemas.openxmlformats.org/officeDocument/2006/relationships/slide" Target="slides/slide160.xml"/><Relationship Id="rId161" Type="http://schemas.openxmlformats.org/officeDocument/2006/relationships/slide" Target="slides/slide159.xml"/><Relationship Id="rId160" Type="http://schemas.openxmlformats.org/officeDocument/2006/relationships/slide" Target="slides/slide158.xml"/><Relationship Id="rId16" Type="http://schemas.openxmlformats.org/officeDocument/2006/relationships/slide" Target="slides/slide14.xml"/><Relationship Id="rId159" Type="http://schemas.openxmlformats.org/officeDocument/2006/relationships/slide" Target="slides/slide157.xml"/><Relationship Id="rId158" Type="http://schemas.openxmlformats.org/officeDocument/2006/relationships/slide" Target="slides/slide156.xml"/><Relationship Id="rId157" Type="http://schemas.openxmlformats.org/officeDocument/2006/relationships/slide" Target="slides/slide155.xml"/><Relationship Id="rId156" Type="http://schemas.openxmlformats.org/officeDocument/2006/relationships/slide" Target="slides/slide154.xml"/><Relationship Id="rId155" Type="http://schemas.openxmlformats.org/officeDocument/2006/relationships/slide" Target="slides/slide153.xml"/><Relationship Id="rId154" Type="http://schemas.openxmlformats.org/officeDocument/2006/relationships/slide" Target="slides/slide152.xml"/><Relationship Id="rId153" Type="http://schemas.openxmlformats.org/officeDocument/2006/relationships/slide" Target="slides/slide151.xml"/><Relationship Id="rId152" Type="http://schemas.openxmlformats.org/officeDocument/2006/relationships/slide" Target="slides/slide150.xml"/><Relationship Id="rId151" Type="http://schemas.openxmlformats.org/officeDocument/2006/relationships/slide" Target="slides/slide149.xml"/><Relationship Id="rId150" Type="http://schemas.openxmlformats.org/officeDocument/2006/relationships/slide" Target="slides/slide148.xml"/><Relationship Id="rId15" Type="http://schemas.openxmlformats.org/officeDocument/2006/relationships/slide" Target="slides/slide13.xml"/><Relationship Id="rId149" Type="http://schemas.openxmlformats.org/officeDocument/2006/relationships/slide" Target="slides/slide147.xml"/><Relationship Id="rId148" Type="http://schemas.openxmlformats.org/officeDocument/2006/relationships/slide" Target="slides/slide146.xml"/><Relationship Id="rId147" Type="http://schemas.openxmlformats.org/officeDocument/2006/relationships/slide" Target="slides/slide145.xml"/><Relationship Id="rId146" Type="http://schemas.openxmlformats.org/officeDocument/2006/relationships/slide" Target="slides/slide144.xml"/><Relationship Id="rId145" Type="http://schemas.openxmlformats.org/officeDocument/2006/relationships/slide" Target="slides/slide143.xml"/><Relationship Id="rId144" Type="http://schemas.openxmlformats.org/officeDocument/2006/relationships/slide" Target="slides/slide142.xml"/><Relationship Id="rId143" Type="http://schemas.openxmlformats.org/officeDocument/2006/relationships/slide" Target="slides/slide141.xml"/><Relationship Id="rId142" Type="http://schemas.openxmlformats.org/officeDocument/2006/relationships/slide" Target="slides/slide140.xml"/><Relationship Id="rId141" Type="http://schemas.openxmlformats.org/officeDocument/2006/relationships/slide" Target="slides/slide139.xml"/><Relationship Id="rId140" Type="http://schemas.openxmlformats.org/officeDocument/2006/relationships/slide" Target="slides/slide138.xml"/><Relationship Id="rId14" Type="http://schemas.openxmlformats.org/officeDocument/2006/relationships/slide" Target="slides/slide12.xml"/><Relationship Id="rId139" Type="http://schemas.openxmlformats.org/officeDocument/2006/relationships/slide" Target="slides/slide137.xml"/><Relationship Id="rId138" Type="http://schemas.openxmlformats.org/officeDocument/2006/relationships/slide" Target="slides/slide136.xml"/><Relationship Id="rId137" Type="http://schemas.openxmlformats.org/officeDocument/2006/relationships/slide" Target="slides/slide135.xml"/><Relationship Id="rId136" Type="http://schemas.openxmlformats.org/officeDocument/2006/relationships/slide" Target="slides/slide134.xml"/><Relationship Id="rId135" Type="http://schemas.openxmlformats.org/officeDocument/2006/relationships/slide" Target="slides/slide133.xml"/><Relationship Id="rId134" Type="http://schemas.openxmlformats.org/officeDocument/2006/relationships/slide" Target="slides/slide132.xml"/><Relationship Id="rId133" Type="http://schemas.openxmlformats.org/officeDocument/2006/relationships/slide" Target="slides/slide131.xml"/><Relationship Id="rId132" Type="http://schemas.openxmlformats.org/officeDocument/2006/relationships/slide" Target="slides/slide130.xml"/><Relationship Id="rId131" Type="http://schemas.openxmlformats.org/officeDocument/2006/relationships/slide" Target="slides/slide129.xml"/><Relationship Id="rId130" Type="http://schemas.openxmlformats.org/officeDocument/2006/relationships/slide" Target="slides/slide128.xml"/><Relationship Id="rId13" Type="http://schemas.openxmlformats.org/officeDocument/2006/relationships/slide" Target="slides/slide11.xml"/><Relationship Id="rId129" Type="http://schemas.openxmlformats.org/officeDocument/2006/relationships/slide" Target="slides/slide127.xml"/><Relationship Id="rId128" Type="http://schemas.openxmlformats.org/officeDocument/2006/relationships/slide" Target="slides/slide126.xml"/><Relationship Id="rId127" Type="http://schemas.openxmlformats.org/officeDocument/2006/relationships/slide" Target="slides/slide125.xml"/><Relationship Id="rId126" Type="http://schemas.openxmlformats.org/officeDocument/2006/relationships/slide" Target="slides/slide124.xml"/><Relationship Id="rId125" Type="http://schemas.openxmlformats.org/officeDocument/2006/relationships/slide" Target="slides/slide123.xml"/><Relationship Id="rId124" Type="http://schemas.openxmlformats.org/officeDocument/2006/relationships/slide" Target="slides/slide122.xml"/><Relationship Id="rId123" Type="http://schemas.openxmlformats.org/officeDocument/2006/relationships/slide" Target="slides/slide121.xml"/><Relationship Id="rId122" Type="http://schemas.openxmlformats.org/officeDocument/2006/relationships/slide" Target="slides/slide120.xml"/><Relationship Id="rId121" Type="http://schemas.openxmlformats.org/officeDocument/2006/relationships/slide" Target="slides/slide119.xml"/><Relationship Id="rId120" Type="http://schemas.openxmlformats.org/officeDocument/2006/relationships/slide" Target="slides/slide118.xml"/><Relationship Id="rId12" Type="http://schemas.openxmlformats.org/officeDocument/2006/relationships/slide" Target="slides/slide10.xml"/><Relationship Id="rId119" Type="http://schemas.openxmlformats.org/officeDocument/2006/relationships/slide" Target="slides/slide117.xml"/><Relationship Id="rId118" Type="http://schemas.openxmlformats.org/officeDocument/2006/relationships/slide" Target="slides/slide116.xml"/><Relationship Id="rId117" Type="http://schemas.openxmlformats.org/officeDocument/2006/relationships/slide" Target="slides/slide115.xml"/><Relationship Id="rId116" Type="http://schemas.openxmlformats.org/officeDocument/2006/relationships/slide" Target="slides/slide114.xml"/><Relationship Id="rId115" Type="http://schemas.openxmlformats.org/officeDocument/2006/relationships/slide" Target="slides/slide113.xml"/><Relationship Id="rId114" Type="http://schemas.openxmlformats.org/officeDocument/2006/relationships/slide" Target="slides/slide112.xml"/><Relationship Id="rId113" Type="http://schemas.openxmlformats.org/officeDocument/2006/relationships/slide" Target="slides/slide111.xml"/><Relationship Id="rId112" Type="http://schemas.openxmlformats.org/officeDocument/2006/relationships/slide" Target="slides/slide110.xml"/><Relationship Id="rId111" Type="http://schemas.openxmlformats.org/officeDocument/2006/relationships/slide" Target="slides/slide109.xml"/><Relationship Id="rId110" Type="http://schemas.openxmlformats.org/officeDocument/2006/relationships/slide" Target="slides/slide108.xml"/><Relationship Id="rId11" Type="http://schemas.openxmlformats.org/officeDocument/2006/relationships/slide" Target="slides/slide9.xml"/><Relationship Id="rId109" Type="http://schemas.openxmlformats.org/officeDocument/2006/relationships/slide" Target="slides/slide107.xml"/><Relationship Id="rId108" Type="http://schemas.openxmlformats.org/officeDocument/2006/relationships/slide" Target="slides/slide106.xml"/><Relationship Id="rId107" Type="http://schemas.openxmlformats.org/officeDocument/2006/relationships/slide" Target="slides/slide105.xml"/><Relationship Id="rId106" Type="http://schemas.openxmlformats.org/officeDocument/2006/relationships/slide" Target="slides/slide104.xml"/><Relationship Id="rId105" Type="http://schemas.openxmlformats.org/officeDocument/2006/relationships/slide" Target="slides/slide103.xml"/><Relationship Id="rId104" Type="http://schemas.openxmlformats.org/officeDocument/2006/relationships/slide" Target="slides/slide102.xml"/><Relationship Id="rId103" Type="http://schemas.openxmlformats.org/officeDocument/2006/relationships/slide" Target="slides/slide101.xml"/><Relationship Id="rId102" Type="http://schemas.openxmlformats.org/officeDocument/2006/relationships/slide" Target="slides/slide100.xml"/><Relationship Id="rId101" Type="http://schemas.openxmlformats.org/officeDocument/2006/relationships/slide" Target="slides/slide99.xml"/><Relationship Id="rId100" Type="http://schemas.openxmlformats.org/officeDocument/2006/relationships/slide" Target="slides/slide98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jpeg"/><Relationship Id="rId1" Type="http://schemas.openxmlformats.org/officeDocument/2006/relationships/hyperlink" Target="http://officialblog-wordpress.stor.sinaapp.com/uploads/2013/12/medish.jpg" TargetMode="Externa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jpeg"/><Relationship Id="rId1" Type="http://schemas.openxmlformats.org/officeDocument/2006/relationships/hyperlink" Target="http://officialblog-wordpress.stor.sinaapp.com/uploads/2013/12/medish-1.jpg" TargetMode="Externa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jpeg"/><Relationship Id="rId1" Type="http://schemas.openxmlformats.org/officeDocument/2006/relationships/hyperlink" Target="http://officialblog-wordpress.stor.sinaapp.com/uploads/2013/12/medish-2.jpg" TargetMode="Externa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jpeg"/><Relationship Id="rId1" Type="http://schemas.openxmlformats.org/officeDocument/2006/relationships/hyperlink" Target="http://officialblog-wordpress.stor.sinaapp.com/uploads/2013/12/medish-3.jpg" TargetMode="Externa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jpeg"/><Relationship Id="rId1" Type="http://schemas.openxmlformats.org/officeDocument/2006/relationships/hyperlink" Target="http://officialblog-wordpress.stor.sinaapp.com/uploads/2013/12/medish-4.jpg" TargetMode="Externa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hyperlink" Target="http://officialblog-wordpress.stor.sinaapp.com/uploads/2013/12/medish-5.jpg" TargetMode="Externa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0.jpeg"/><Relationship Id="rId1" Type="http://schemas.openxmlformats.org/officeDocument/2006/relationships/hyperlink" Target="http://officialblog-wordpress.stor.sinaapp.com/uploads/2013/12/medish-6.jpg" TargetMode="Externa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jpeg"/><Relationship Id="rId1" Type="http://schemas.openxmlformats.org/officeDocument/2006/relationships/hyperlink" Target="http://officialblog-wordpress.stor.sinaapp.com/uploads/2013/12/medish-7.jpg" TargetMode="Externa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2.jpeg"/><Relationship Id="rId1" Type="http://schemas.openxmlformats.org/officeDocument/2006/relationships/hyperlink" Target="http://officialblog-wordpress.stor.sinaapp.com/uploads/2013/12/medish-8.jpg" TargetMode="Externa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jpeg"/><Relationship Id="rId1" Type="http://schemas.openxmlformats.org/officeDocument/2006/relationships/hyperlink" Target="http://officialblog-wordpress.stor.sinaapp.com/uploads/2013/12/medish-9.jpg" TargetMode="Externa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jpeg"/><Relationship Id="rId1" Type="http://schemas.openxmlformats.org/officeDocument/2006/relationships/hyperlink" Target="http://officialblog-wordpress.stor.sinaapp.com/uploads/2013/12/medish-10.jpg" TargetMode="External"/></Relationships>
</file>

<file path=ppt/slides/_rels/slide1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jpeg"/><Relationship Id="rId1" Type="http://schemas.openxmlformats.org/officeDocument/2006/relationships/hyperlink" Target="http://officialblog-wordpress.stor.sinaapp.com/uploads/2013/12/medish-11.jpg" TargetMode="Externa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1</a:t>
            </a:r>
            <a:r>
              <a:rPr lang="zh-CN" altLang="en-US"/>
              <a:t>、</a:t>
            </a:r>
            <a:r>
              <a:rPr lang="en-US" altLang="zh-CN"/>
              <a:t>innoDB&amp;</a:t>
            </a:r>
            <a:r>
              <a:rPr lang="en-US" altLang="zh-CN">
                <a:sym typeface="+mn-ea"/>
              </a:rPr>
              <a:t>MYISAM</a:t>
            </a:r>
            <a:endParaRPr lang="en-US" altLang="zh-CN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1.1 </a:t>
            </a:r>
            <a:r>
              <a:rPr lang="zh-CN" altLang="en-US">
                <a:sym typeface="+mn-ea"/>
              </a:rPr>
              <a:t>MyISAM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这个是默认类型，它是基于传统的ISAM类型，ISAM是 Indexed Sequential Access Method (有索引的顺序访问方法) 的缩写，它是存储记录和文件的标准方法。</a:t>
            </a:r>
            <a:endParaRPr lang="zh-CN" altLang="en-US"/>
          </a:p>
          <a:p>
            <a:r>
              <a:rPr lang="zh-CN" altLang="en-US"/>
              <a:t>与其他存储引擎比较，MyISAM具有检查和修复表格的大多数工具。MyISAM表格可以被压缩，而且它们支持全文搜索。它们不是事务安全的，而且也不支持外键。如果事物回滚将造成不完全回滚，不具有原子性。如果执行大量的SELECT，MyISAM是更好的选择。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1.2 </a:t>
            </a:r>
            <a:r>
              <a:rPr lang="zh-CN" altLang="en-US">
                <a:sym typeface="+mn-ea"/>
              </a:rPr>
              <a:t>InnoDB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这种类型是事务安全的。它与BDB类型具有相同的特性，它们还支持外键.InnoDB表格速度很快。具有比BDB还丰富的特性，因此如果需要一个事务安全的存储引擎，建议使用它。</a:t>
            </a:r>
            <a:endParaRPr lang="zh-CN" altLang="en-US"/>
          </a:p>
          <a:p>
            <a:r>
              <a:rPr lang="zh-CN" altLang="en-US"/>
              <a:t>如果你的数据执行大量的INSERT或UPDATE，出于性能方面的考虑，应该使用InnoDB表，</a:t>
            </a:r>
            <a:endParaRPr lang="zh-CN" altLang="en-US"/>
          </a:p>
          <a:p>
            <a:r>
              <a:rPr lang="zh-CN" altLang="en-US"/>
              <a:t>对于支持事物的InnoDB类型的标，影响速度的主要原因是AUTOCOMMIT默认设置是打开的，而且程序没有显式调用BEGIN 开始事务，导致每插入一条都自动Commit，严重影响了速度。可以在执行sql前调用begin，多条sql形成一个事物（即使autocommit打开也可以），将大大提高性能。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1.3 </a:t>
            </a:r>
            <a:r>
              <a:rPr lang="zh-CN" altLang="en-US">
                <a:sym typeface="+mn-ea"/>
              </a:rPr>
              <a:t>MYSQL中myisam和innodb引擎的区别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MyISAM 是MySQL中默认的存储引擎，一般来说不是有太多人关心这个东西。决定使用什么样的存储引擎是一个很tricky的事情，但是还是值我们去研究一下，这里的文章只考虑 MyISAM 和InnoDB这两个，因为这两个是最常见的。</a:t>
            </a:r>
            <a:endParaRPr lang="zh-CN" altLang="en-US"/>
          </a:p>
          <a:p>
            <a:r>
              <a:rPr lang="zh-CN" altLang="en-US"/>
              <a:t>讲讲你对mysql myisam和innodb的认识。然后你认为他们的区别在那里？为什么？</a:t>
            </a:r>
            <a:endParaRPr lang="zh-CN" altLang="en-US"/>
          </a:p>
          <a:p>
            <a:r>
              <a:rPr lang="zh-CN" altLang="en-US"/>
              <a:t>答：这两个是MySQL主要存储引擎。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1.3.1 </a:t>
            </a:r>
            <a:r>
              <a:rPr lang="zh-CN" altLang="en-US">
                <a:sym typeface="+mn-ea"/>
              </a:rPr>
              <a:t>myIsam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myIdam是默认存储引擎。它基于更老的ISAM代码，但有很多有用的扩展。（注意MySQL5.1不支持ISAM）。</a:t>
            </a:r>
            <a:endParaRPr lang="zh-CN" altLang="en-US"/>
          </a:p>
          <a:p>
            <a:r>
              <a:rPr lang="zh-CN" altLang="en-US"/>
              <a:t>每个myisam在磁盘上存储成三个文件。</a:t>
            </a:r>
            <a:endParaRPr lang="zh-CN" altLang="en-US"/>
          </a:p>
          <a:p>
            <a:r>
              <a:rPr lang="zh-CN" altLang="en-US"/>
              <a:t>第一个文件的名字以表的名字开始，扩展名指出文件类型。.frm文件存储表定义。数据文件的扩展名为.MYD（MYData）。索引文件的扩展名是.MYI（MYIndex）。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1.3.2 </a:t>
            </a:r>
            <a:r>
              <a:rPr lang="zh-CN" altLang="en-US">
                <a:sym typeface="+mn-ea"/>
              </a:rPr>
              <a:t>InnoDB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InnoDB给MySQL提供了具有提交、回滚和崩溃恢复能力的</a:t>
            </a:r>
            <a:r>
              <a:rPr lang="zh-CN" altLang="en-US">
                <a:solidFill>
                  <a:srgbClr val="FF0000"/>
                </a:solidFill>
              </a:rPr>
              <a:t>事务安全（ACID兼容）</a:t>
            </a:r>
            <a:r>
              <a:rPr lang="zh-CN" altLang="en-US"/>
              <a:t>存储引擎。</a:t>
            </a:r>
            <a:endParaRPr lang="zh-CN" altLang="en-US"/>
          </a:p>
          <a:p>
            <a:r>
              <a:rPr lang="zh-CN" altLang="en-US"/>
              <a:t>InnoDB锁定在行级并且也在SELECT语句提供一个Oracle风格一致的非锁定读。这些特色增加了多用户部署和性能。</a:t>
            </a:r>
            <a:endParaRPr lang="zh-CN" altLang="en-US"/>
          </a:p>
          <a:p>
            <a:r>
              <a:rPr lang="zh-CN" altLang="en-US"/>
              <a:t>没有在InnoDB中扩大锁定的需要，因为在InnoDB中行级锁定适合非常小的空间。InnoDB也支持FOREIGN KEY强制。</a:t>
            </a:r>
            <a:endParaRPr lang="zh-CN" altLang="en-US"/>
          </a:p>
          <a:p>
            <a:r>
              <a:rPr lang="zh-CN" altLang="en-US"/>
              <a:t>在SQL查询中，你可以自由地将InnoDB类型的表与其它MySQL的表的类型混合起来，甚至在同一个查询中也可以混合。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InnoDB存储引擎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InnoDB是为处理巨大数据量时的最大性能设计。它的CPU效率可能是任何其它基于磁盘的关系数据库引擎所不能匹敌的。</a:t>
            </a:r>
            <a:endParaRPr lang="zh-CN" altLang="en-US"/>
          </a:p>
          <a:p>
            <a:r>
              <a:rPr lang="zh-CN" altLang="en-US"/>
              <a:t>InnoDB存储引擎被完全与MySQL服务器整合，InnoDB存储引擎为在主内存中缓存数据和索引而维持它自己的缓冲池。</a:t>
            </a:r>
            <a:endParaRPr lang="zh-CN" altLang="en-US"/>
          </a:p>
          <a:p>
            <a:r>
              <a:rPr lang="zh-CN" altLang="en-US"/>
              <a:t>InnoDB存储它的表＆索引在一个表空间中，表空间可以包含数个文件（或原始磁盘分区）。与MyISAM表不同，比如在myisam表中每个表被存在分离的文件中。InnoDB表可以是任何尺寸，即使在文件尺寸被限制为2GB的操作系统上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InnoDB特点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InnoDB默认地被包含在MySQL二进制分发中。Windows Essentials installer使InnoDB成为Windows上MySQL的默认表。</a:t>
            </a:r>
            <a:endParaRPr lang="zh-CN" altLang="en-US"/>
          </a:p>
          <a:p>
            <a:r>
              <a:rPr lang="zh-CN" altLang="en-US"/>
              <a:t>InnoDB被用来在众多需要高性能的大型数据库站点上产生。著名的Internet新闻站点Slashdot.org运行在InnoDB上。</a:t>
            </a:r>
            <a:endParaRPr lang="zh-CN" altLang="en-US"/>
          </a:p>
          <a:p>
            <a:r>
              <a:rPr lang="zh-CN" altLang="en-US"/>
              <a:t>Mytrix Inc.在InnoDB上存储超过1TB的数据，还有一些其它站点在InnoDB上处理平均每秒800次插入/更新的负荷。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1.3.3 </a:t>
            </a:r>
            <a:r>
              <a:rPr lang="zh-CN" altLang="en-US">
                <a:sym typeface="+mn-ea"/>
              </a:rPr>
              <a:t>简单概括几点如下：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1.  通过以上不难看出，myIsam InnoDB的用途，myisam主要适用于中小型数据量。InnoDB引擎适用于大数据量。上面已经讲得很清楚拉。著名的开源电子商务系统[magento]就是采用InnoDB创建。</a:t>
            </a:r>
            <a:endParaRPr lang="zh-CN" altLang="en-US"/>
          </a:p>
          <a:p>
            <a:r>
              <a:rPr lang="zh-CN" altLang="en-US"/>
              <a:t>2.  myIsam写入速度比InnoDB快。</a:t>
            </a:r>
            <a:endParaRPr lang="zh-CN" altLang="en-US"/>
          </a:p>
          <a:p>
            <a:r>
              <a:rPr lang="zh-CN" altLang="en-US"/>
              <a:t>3.  在使用InnoDB时候需要对my.cnf进行配置以保证MySQL达到最大效率。详细可以查看官网[inndo性能调节]：</a:t>
            </a:r>
            <a:endParaRPr lang="zh-CN" altLang="en-US"/>
          </a:p>
          <a:p>
            <a:r>
              <a:rPr lang="zh-CN" altLang="en-US"/>
              <a:t>http://dev.mysql.com/doc/refman/5.1/zh/storage-engines.html#innodb-tuning。</a:t>
            </a:r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其中有很多人在网上发表了关于mysql myIdam和InnoDB在存贮和读取方面的差异。暂时还没有做过度研究。</a:t>
            </a:r>
            <a:endParaRPr lang="zh-CN" altLang="en-US"/>
          </a:p>
          <a:p>
            <a:r>
              <a:rPr lang="zh-CN" altLang="en-US"/>
              <a:t>基本测试都是基于使用［事务］和不使用［事务］，进行对比。MySQL对于［非事务表］速度会比较块。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/>
              <a:t>1.3.4 </a:t>
            </a:r>
            <a:r>
              <a:rPr lang="zh-CN" altLang="en-US"/>
              <a:t>选择哪种引擎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下面先让我们回答一些问题：</a:t>
            </a:r>
            <a:endParaRPr lang="zh-CN" altLang="en-US"/>
          </a:p>
          <a:p>
            <a:r>
              <a:rPr lang="zh-CN" altLang="en-US"/>
              <a:t>你的数据库有外键吗？</a:t>
            </a:r>
            <a:endParaRPr lang="zh-CN" altLang="en-US"/>
          </a:p>
          <a:p>
            <a:r>
              <a:rPr lang="zh-CN" altLang="en-US"/>
              <a:t>你需要事务支持吗？</a:t>
            </a:r>
            <a:endParaRPr lang="zh-CN" altLang="en-US"/>
          </a:p>
          <a:p>
            <a:r>
              <a:rPr lang="zh-CN" altLang="en-US"/>
              <a:t>你需要全文索引吗？</a:t>
            </a:r>
            <a:endParaRPr lang="zh-CN" altLang="en-US"/>
          </a:p>
          <a:p>
            <a:r>
              <a:rPr lang="zh-CN" altLang="en-US"/>
              <a:t>你经常使用什么样的查询模式？</a:t>
            </a:r>
            <a:endParaRPr lang="zh-CN" altLang="en-US"/>
          </a:p>
          <a:p>
            <a:r>
              <a:rPr lang="zh-CN" altLang="en-US"/>
              <a:t>你的数据有多大？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）适用方向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思考上面这些问题可以让你找到合适的方向，但那并不是绝对的。</a:t>
            </a:r>
            <a:endParaRPr lang="zh-CN" altLang="en-US"/>
          </a:p>
          <a:p>
            <a:r>
              <a:rPr lang="zh-CN" altLang="en-US"/>
              <a:t>如果你需要事务处理或是外键，那么InnoDB 可能是比较好的方式。</a:t>
            </a:r>
            <a:endParaRPr lang="zh-CN" altLang="en-US"/>
          </a:p>
          <a:p>
            <a:r>
              <a:rPr lang="zh-CN" altLang="en-US"/>
              <a:t>如果你需要全文索引，那么通常来说 MyISAM是好的选择，因为这是系统内建的，然而，我们其实并不会经常地去测试两百万行记录。</a:t>
            </a:r>
            <a:endParaRPr lang="zh-CN" altLang="en-US"/>
          </a:p>
          <a:p>
            <a:r>
              <a:rPr lang="zh-CN" altLang="en-US"/>
              <a:t>所以，就算是慢一点，我们可以通过使用Sphinx从InnoDB中获得全文索引。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）数据的大小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数据的大小，是一个影响你选择什么样存储引擎的重要因素，大尺寸的数据集趋向于选择InnoDB方式，因为其支持事务处理和故障恢复。</a:t>
            </a:r>
            <a:endParaRPr lang="zh-CN" altLang="en-US"/>
          </a:p>
          <a:p>
            <a:r>
              <a:rPr lang="zh-CN" altLang="en-US"/>
              <a:t>数据库的在小决定了故障恢复的时间长短，InnoDB可以利用事务日志进行数据恢复，这会比较快。而MyISAM可能会需要几个小时甚至几天来干这些事，InnoDB只需要几分钟。</a:t>
            </a:r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3</a:t>
            </a:r>
            <a:r>
              <a:rPr lang="zh-CN" altLang="en-US"/>
              <a:t>）操纵语言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您操作数据库表的习惯可能也会是一个对性能影响很大的因素。比如： COUNT() 在 MyISAM 表中会非常快，而在InnoDB 表下可能会很痛苦。</a:t>
            </a:r>
            <a:endParaRPr lang="zh-CN" altLang="en-US"/>
          </a:p>
          <a:p>
            <a:r>
              <a:rPr lang="zh-CN" altLang="en-US"/>
              <a:t>而主键查询则在InnoDB下会相当相当的快，但需要小心的是如果我们的主键太长了也会导致性能问题。</a:t>
            </a:r>
            <a:endParaRPr lang="zh-CN" altLang="en-US"/>
          </a:p>
          <a:p>
            <a:r>
              <a:rPr lang="zh-CN" altLang="en-US"/>
              <a:t>大批的inserts 语句在 MyISAM下会快一些，但是updates 在InnoDB 下会更快一些——尤其在并发量大的时候。</a:t>
            </a:r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适用范围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所以，使用哪一个呢？根据经验来看，如果是一些小型的应用或项目，那么MyISAM 也许会更适合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r>
              <a:rPr lang="zh-CN" altLang="en-US"/>
              <a:t>当然，在大型的环境下使用 MyISAM 也会有很大成功的时候，但却不总是这样的。</a:t>
            </a:r>
            <a:endParaRPr lang="zh-CN" altLang="en-US"/>
          </a:p>
          <a:p>
            <a:r>
              <a:rPr lang="zh-CN" altLang="en-US"/>
              <a:t>如果你正在计划使用一个超大数据量的项目，而且需要事务处理或外键支持，那么你真的应该直接使用 InnoDB方式。</a:t>
            </a:r>
            <a:endParaRPr lang="zh-CN" altLang="en-US"/>
          </a:p>
          <a:p>
            <a:r>
              <a:rPr lang="zh-CN" altLang="en-US"/>
              <a:t>但需要记住InnoDB 的表需要更多的内存和存储，转换100GB 的MyISAM 表到InnoDB 表可能会让你有非常坏的体验。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2</a:t>
            </a:r>
            <a:r>
              <a:rPr lang="zh-CN" altLang="en-US"/>
              <a:t>、索引</a:t>
            </a:r>
            <a:endParaRPr lang="zh-CN" altLang="en-US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检索与索引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索引就像一本书的目录。</a:t>
            </a:r>
            <a:endParaRPr lang="zh-CN" altLang="en-US"/>
          </a:p>
          <a:p>
            <a:r>
              <a:rPr lang="zh-CN" altLang="en-US"/>
              <a:t>而当用户通过索引查找数据时，就好比用户通过目录查询某章节的某个知识点。这样就帮助用户有效地提高了查找速度。所以，使用索引可以有效地提高数据库系统的整体性能。</a:t>
            </a:r>
            <a:endParaRPr lang="zh-CN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2.1 </a:t>
            </a:r>
            <a:r>
              <a:rPr lang="zh-CN" altLang="en-US">
                <a:sym typeface="+mn-ea"/>
              </a:rPr>
              <a:t>索引的科普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先引进聚簇索引和非聚簇索引的概念！</a:t>
            </a:r>
            <a:endParaRPr lang="zh-CN" altLang="en-US"/>
          </a:p>
          <a:p>
            <a:r>
              <a:rPr lang="zh-CN" altLang="en-US"/>
              <a:t>我们平时在使用的Mysql中，使用下述语句</a:t>
            </a:r>
            <a:endParaRPr lang="zh-CN" altLang="en-US"/>
          </a:p>
          <a:p>
            <a:r>
              <a:rPr lang="zh-CN" altLang="en-US"/>
              <a:t>CREATE [UNIQUE|FULLTEXT|SPATIAL] INDEX index_name</a:t>
            </a:r>
            <a:endParaRPr lang="zh-CN" altLang="en-US"/>
          </a:p>
          <a:p>
            <a:r>
              <a:rPr lang="zh-CN" altLang="en-US"/>
              <a:t>    [USING index_type]</a:t>
            </a:r>
            <a:endParaRPr lang="zh-CN" altLang="en-US"/>
          </a:p>
          <a:p>
            <a:r>
              <a:rPr lang="zh-CN" altLang="en-US"/>
              <a:t>    ON tbl_name (index_col_name，...)</a:t>
            </a:r>
            <a:endParaRPr lang="zh-CN" altLang="en-US"/>
          </a:p>
          <a:p>
            <a:r>
              <a:rPr lang="zh-CN" altLang="en-US"/>
              <a:t> </a:t>
            </a:r>
            <a:endParaRPr lang="zh-CN" altLang="en-US"/>
          </a:p>
          <a:p>
            <a:r>
              <a:rPr lang="zh-CN" altLang="en-US"/>
              <a:t>index_col_name:</a:t>
            </a:r>
            <a:endParaRPr lang="zh-CN" altLang="en-US"/>
          </a:p>
          <a:p>
            <a:r>
              <a:rPr lang="zh-CN" altLang="en-US"/>
              <a:t>    col_name [(length)] [ASC | DESC]</a:t>
            </a:r>
            <a:endParaRPr lang="zh-CN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2.1.1 </a:t>
            </a:r>
            <a:r>
              <a:rPr lang="zh-CN" altLang="en-US">
                <a:sym typeface="+mn-ea"/>
              </a:rPr>
              <a:t>聚簇索引与非</a:t>
            </a:r>
            <a:r>
              <a:rPr lang="zh-CN" altLang="en-US">
                <a:sym typeface="+mn-ea"/>
              </a:rPr>
              <a:t>聚簇索引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创建的索引，如复合索引、前缀索引、唯一索引，都是属于</a:t>
            </a:r>
            <a:r>
              <a:rPr lang="zh-CN" altLang="en-US">
                <a:solidFill>
                  <a:srgbClr val="FF0000"/>
                </a:solidFill>
              </a:rPr>
              <a:t>非聚簇索引</a:t>
            </a:r>
            <a:r>
              <a:rPr lang="zh-CN" altLang="en-US"/>
              <a:t>，在有的书籍中，又将其称为</a:t>
            </a:r>
            <a:r>
              <a:rPr lang="zh-CN" altLang="en-US">
                <a:solidFill>
                  <a:srgbClr val="FF0000"/>
                </a:solidFill>
              </a:rPr>
              <a:t>辅助索引</a:t>
            </a:r>
            <a:r>
              <a:rPr lang="zh-CN" altLang="en-US"/>
              <a:t>(secondary index)。在后文中，我们称其为非聚簇索引，其数据结构为B+树。</a:t>
            </a:r>
            <a:endParaRPr lang="zh-CN" altLang="en-US"/>
          </a:p>
          <a:p>
            <a:r>
              <a:rPr lang="zh-CN" altLang="en-US"/>
              <a:t>那么，这个聚簇索引，在Mysql中是没有语句来另外生成的。在Innodb中，Mysql中的数据是按照主键的顺序来存放的。</a:t>
            </a:r>
            <a:endParaRPr lang="zh-CN" altLang="en-US"/>
          </a:p>
          <a:p>
            <a:r>
              <a:rPr lang="zh-CN" altLang="en-US"/>
              <a:t>那么聚簇索引就是按照每张表的主键来构造一颗B+树，叶子节点存放的就是整张表的行数据。由于表里的数据只能按照一颗B+树排序，因此一张表只能有一个聚簇索引。</a:t>
            </a:r>
            <a:endParaRPr lang="zh-CN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表没建主键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在Innodb中，聚簇索引默认就是主键索引。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如果表没建主键呢？</a:t>
            </a:r>
            <a:endParaRPr lang="zh-CN" altLang="en-US"/>
          </a:p>
          <a:p>
            <a:r>
              <a:rPr lang="zh-CN" altLang="en-US"/>
              <a:t>回答是，如果没有主键，则按照下列规则来建聚簇索引</a:t>
            </a:r>
            <a:endParaRPr lang="zh-CN" altLang="en-US"/>
          </a:p>
          <a:p>
            <a:pPr lvl="1"/>
            <a:r>
              <a:rPr lang="zh-CN" altLang="en-US" sz="2800"/>
              <a:t>没有主键时，会用一个唯一且不为空的索引列做为主键，成为此表的聚簇索引</a:t>
            </a:r>
            <a:endParaRPr lang="zh-CN" altLang="en-US" sz="2800"/>
          </a:p>
          <a:p>
            <a:pPr lvl="1"/>
            <a:r>
              <a:rPr lang="zh-CN" altLang="en-US" sz="2800"/>
              <a:t>如果没有这样的索引，InnoDB会隐式定义一个主键来作为聚簇索引。</a:t>
            </a:r>
            <a:endParaRPr lang="zh-CN" altLang="en-US" sz="2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olidFill>
                  <a:srgbClr val="FF0000"/>
                </a:solidFill>
                <a:sym typeface="+mn-ea"/>
              </a:rPr>
              <a:t>2.1.2 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自增主键</a:t>
            </a:r>
            <a:r>
              <a:rPr lang="zh-CN" altLang="en-US">
                <a:sym typeface="+mn-ea"/>
              </a:rPr>
              <a:t>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uuid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ps:大家还记得，</a:t>
            </a:r>
            <a:r>
              <a:rPr lang="zh-CN" altLang="en-US">
                <a:solidFill>
                  <a:srgbClr val="FF0000"/>
                </a:solidFill>
              </a:rPr>
              <a:t>自增主键</a:t>
            </a:r>
            <a:r>
              <a:rPr lang="zh-CN" altLang="en-US"/>
              <a:t>和</a:t>
            </a:r>
            <a:r>
              <a:rPr lang="zh-CN" altLang="en-US">
                <a:solidFill>
                  <a:srgbClr val="FF0000"/>
                </a:solidFill>
              </a:rPr>
              <a:t>uuid</a:t>
            </a:r>
            <a:r>
              <a:rPr lang="zh-CN" altLang="en-US"/>
              <a:t>作为主键的区别么？由于主键使用了聚簇索引，如果主键是自增id，那么对应的数据一定也是相邻地存放在磁盘上的，写入性能比较高。如果是uuid的形式，频繁的插入会使innodb频繁地移动磁盘块，写入性能就比较低了。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索引原理介绍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先来一张带主键的表，如下所示，pid是主键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308735" y="3059430"/>
          <a:ext cx="6981190" cy="169100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74850"/>
                <a:gridCol w="2281555"/>
                <a:gridCol w="2724785"/>
              </a:tblGrid>
              <a:tr h="28638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pId</a:t>
                      </a:r>
                      <a:endParaRPr lang="en-US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name</a:t>
                      </a:r>
                      <a:endParaRPr lang="en-US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6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birthday</a:t>
                      </a:r>
                      <a:endParaRPr lang="en-US" altLang="en-US" sz="16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</a:tr>
              <a:tr h="3511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zhangsan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2016-10-02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8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lisi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2015-10-04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11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wangwu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2016-09-02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11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13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zhaoliu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2015-10-07</a:t>
                      </a:r>
                      <a:endParaRPr lang="en-US" altLang="en-US" sz="16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2.2 </a:t>
            </a:r>
            <a:r>
              <a:rPr lang="zh-CN" altLang="en-US"/>
              <a:t>聚簇索引结构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画出该表的结构图如下</a:t>
            </a:r>
            <a:endParaRPr lang="zh-CN" altLang="en-US"/>
          </a:p>
        </p:txBody>
      </p:sp>
      <p:pic>
        <p:nvPicPr>
          <p:cNvPr id="4" name="图片 3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7280" y="1825625"/>
            <a:ext cx="4759325" cy="47593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）结构分析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如上图所示，分为上下两个部分，上半部分是由主键形成的B+树，下半部分就是磁盘上真实的数据！那么，当我们， 执行下面的语句</a:t>
            </a:r>
            <a:endParaRPr lang="zh-CN" altLang="en-US"/>
          </a:p>
          <a:p>
            <a:r>
              <a:rPr lang="zh-CN" altLang="en-US"/>
              <a:t>select * from table where pId='11'</a:t>
            </a:r>
            <a:endParaRPr lang="zh-CN" altLang="en-US"/>
          </a:p>
          <a:p>
            <a:r>
              <a:rPr lang="zh-CN" altLang="en-US"/>
              <a:t>那么，执行过程如下</a:t>
            </a:r>
            <a:endParaRPr lang="zh-CN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）检索顺序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6016625" cy="4351655"/>
          </a:xfrm>
        </p:spPr>
        <p:txBody>
          <a:bodyPr/>
          <a:p>
            <a:r>
              <a:rPr lang="zh-CN" altLang="en-US"/>
              <a:t>如上图所示，从根开始，经过3次查找，就可以找到真实数据。如果不使用索引，那就要在磁盘上，进行逐行扫描，直到找到数据位置。</a:t>
            </a:r>
            <a:endParaRPr lang="zh-CN" altLang="en-US"/>
          </a:p>
          <a:p>
            <a:r>
              <a:rPr lang="zh-CN" altLang="en-US"/>
              <a:t>显然，使用索引速度会快。但是在写入数据的时候，需要维护这颗B+树的结构，因此写入性能会下降！</a:t>
            </a:r>
            <a:endParaRPr lang="zh-CN" altLang="en-US"/>
          </a:p>
        </p:txBody>
      </p:sp>
      <p:pic>
        <p:nvPicPr>
          <p:cNvPr id="4" name="图片 2" descr="IMG_2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0413" y="1521778"/>
            <a:ext cx="4486275" cy="48101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2.3 </a:t>
            </a:r>
            <a:r>
              <a:rPr lang="zh-CN" altLang="en-US">
                <a:sym typeface="+mn-ea"/>
              </a:rPr>
              <a:t>非聚簇索引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45405" cy="4351655"/>
          </a:xfrm>
        </p:spPr>
        <p:txBody>
          <a:bodyPr/>
          <a:p>
            <a:r>
              <a:rPr lang="zh-CN" altLang="en-US"/>
              <a:t>接下来引入非聚簇索引!</a:t>
            </a:r>
            <a:endParaRPr lang="zh-CN" altLang="en-US"/>
          </a:p>
          <a:p>
            <a:r>
              <a:rPr lang="zh-CN" altLang="en-US"/>
              <a:t>执行下面的语句</a:t>
            </a:r>
            <a:endParaRPr lang="zh-CN" altLang="en-US"/>
          </a:p>
          <a:p>
            <a:r>
              <a:rPr lang="zh-CN" altLang="en-US"/>
              <a:t>create index index_name on table(name);</a:t>
            </a:r>
            <a:endParaRPr lang="zh-CN" altLang="en-US"/>
          </a:p>
          <a:p>
            <a:r>
              <a:rPr lang="zh-CN" altLang="en-US"/>
              <a:t>此时结构图如下所示</a:t>
            </a:r>
            <a:endParaRPr lang="zh-CN" altLang="en-US"/>
          </a:p>
        </p:txBody>
      </p:sp>
      <p:pic>
        <p:nvPicPr>
          <p:cNvPr id="4" name="图片 3" descr="IMG_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605" y="1458595"/>
            <a:ext cx="6039485" cy="50857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）新的B+树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大家注意看，会根据你的索引字段生成一颗新的B+树。因此， 我们每加一个索引，就会增加表的体积， 占用磁盘存储空间。然而，注意看叶子节点，非聚簇索引的叶子节点并不是真实数据，它的叶子节点依然是索引节点，存放的是该索引字段的值以及对应的主键索引(聚簇索引)。</a:t>
            </a:r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）检索过程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349875" cy="4351655"/>
          </a:xfrm>
        </p:spPr>
        <p:txBody>
          <a:bodyPr/>
          <a:p>
            <a:r>
              <a:rPr lang="zh-CN" altLang="en-US"/>
              <a:t>如果我们执行下列语句</a:t>
            </a:r>
            <a:endParaRPr lang="zh-CN" altLang="en-US"/>
          </a:p>
          <a:p>
            <a:r>
              <a:rPr lang="zh-CN" altLang="en-US"/>
              <a:t>select * from table where name='lisi'</a:t>
            </a:r>
            <a:endParaRPr lang="zh-CN" altLang="en-US"/>
          </a:p>
          <a:p>
            <a:r>
              <a:rPr lang="zh-CN" altLang="en-US"/>
              <a:t>此时结构图如下所示</a:t>
            </a:r>
            <a:endParaRPr lang="zh-CN" altLang="en-US"/>
          </a:p>
        </p:txBody>
      </p:sp>
      <p:pic>
        <p:nvPicPr>
          <p:cNvPr id="5" name="图片 4" descr="IMG_2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87123" y="1691005"/>
            <a:ext cx="5120005" cy="462407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非聚簇索引树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通过上图红线可以看出，先从非聚簇索引树开始查找，然后找到聚簇索引后。根据聚簇索引，在聚簇索引的B+树上，找到完整的数据！</a:t>
            </a:r>
            <a:endParaRPr lang="zh-CN" altLang="en-US"/>
          </a:p>
          <a:p>
            <a:r>
              <a:rPr lang="zh-CN" altLang="en-US"/>
              <a:t>那什么情况不去聚簇索引树上查询呢？</a:t>
            </a:r>
            <a:endParaRPr lang="zh-CN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）非聚簇索引树有索引字段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13985" cy="4351655"/>
          </a:xfrm>
        </p:spPr>
        <p:txBody>
          <a:bodyPr/>
          <a:p>
            <a:r>
              <a:rPr lang="zh-CN" altLang="en-US"/>
              <a:t>还记得我们的非聚簇索引树上存着该索引字段的值么。如果，此时我们执行下面的语句</a:t>
            </a:r>
            <a:endParaRPr lang="zh-CN" altLang="en-US"/>
          </a:p>
          <a:p>
            <a:r>
              <a:rPr lang="zh-CN" altLang="en-US"/>
              <a:t>select name from table where name='lisi'</a:t>
            </a:r>
            <a:endParaRPr lang="zh-CN" altLang="en-US"/>
          </a:p>
          <a:p>
            <a:r>
              <a:rPr lang="zh-CN" altLang="en-US"/>
              <a:t>此时结构图如下</a:t>
            </a:r>
            <a:endParaRPr lang="zh-CN" altLang="en-US"/>
          </a:p>
        </p:txBody>
      </p:sp>
      <p:pic>
        <p:nvPicPr>
          <p:cNvPr id="4" name="图片 5" descr="IMG_2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825308"/>
            <a:ext cx="5015230" cy="42221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4</a:t>
            </a:r>
            <a:r>
              <a:rPr lang="zh-CN" altLang="en-US"/>
              <a:t>）如何提高检索速度？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如上图红线所示，如果在非聚簇索引树上找到了想要的值，就不会去聚簇索引树上查询。还记得，博主在《select的正确姿势》提到的索引问题么：</a:t>
            </a:r>
            <a:endParaRPr lang="zh-CN" altLang="en-US"/>
          </a:p>
          <a:p>
            <a:r>
              <a:rPr lang="zh-CN" altLang="en-US"/>
              <a:t>当执行select col from table where col = ?，col上有索引的时候，效率比执行select * from table where col = ? 速度快好几倍！</a:t>
            </a:r>
            <a:endParaRPr lang="zh-CN" altLang="en-US"/>
          </a:p>
          <a:p>
            <a:r>
              <a:rPr lang="zh-CN" altLang="en-US"/>
              <a:t>看完上面的图，你应该对这句话有更深层的理解了。</a:t>
            </a:r>
            <a:endParaRPr lang="zh-CN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5</a:t>
            </a:r>
            <a:r>
              <a:rPr lang="zh-CN" altLang="en-US"/>
              <a:t>）第二棵索引树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75300" cy="4351655"/>
          </a:xfrm>
        </p:spPr>
        <p:txBody>
          <a:bodyPr/>
          <a:p>
            <a:r>
              <a:rPr lang="zh-CN" altLang="en-US"/>
              <a:t>那么这个时候，我们执行了下述语句，又会发生什么呢？</a:t>
            </a:r>
            <a:endParaRPr lang="zh-CN" altLang="en-US"/>
          </a:p>
          <a:p>
            <a:r>
              <a:rPr lang="zh-CN" altLang="en-US"/>
              <a:t>create index index_birthday on table(birthday);</a:t>
            </a:r>
            <a:endParaRPr lang="zh-CN" altLang="en-US"/>
          </a:p>
          <a:p>
            <a:r>
              <a:rPr lang="zh-CN" altLang="en-US"/>
              <a:t>此时结构图如下</a:t>
            </a:r>
            <a:endParaRPr lang="zh-CN" altLang="en-US"/>
          </a:p>
        </p:txBody>
      </p:sp>
      <p:pic>
        <p:nvPicPr>
          <p:cNvPr id="6" name="图片 6" descr="IMG_26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4190" y="1427480"/>
            <a:ext cx="4753610" cy="48755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建立索引产生新树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看到了么，多加一个索引，就会多生成一颗非聚簇索引树。因此，很多文章才说，索引不能乱加。</a:t>
            </a:r>
            <a:endParaRPr lang="zh-CN" altLang="en-US"/>
          </a:p>
          <a:p>
            <a:r>
              <a:rPr lang="zh-CN" altLang="en-US"/>
              <a:t>因为，有几个索引，就有几颗非聚簇索引树！你在做插入操作的时候，需要同时维护这几颗树的变化！因此，如果索引太多，插入性能就会下降!</a:t>
            </a:r>
            <a:endParaRPr lang="zh-CN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3</a:t>
            </a:r>
            <a:r>
              <a:rPr lang="zh-CN" altLang="en-US"/>
              <a:t>、锁</a:t>
            </a:r>
            <a:endParaRPr lang="zh-CN" altLang="en-US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3.1 </a:t>
            </a:r>
            <a:r>
              <a:rPr lang="zh-CN" altLang="en-US">
                <a:sym typeface="+mn-ea"/>
              </a:rPr>
              <a:t>select加锁分析(Mysql)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面试官问你下面Sql的区别？select * from table where id = ?</a:t>
            </a:r>
            <a:endParaRPr lang="zh-CN" altLang="en-US"/>
          </a:p>
          <a:p>
            <a:r>
              <a:rPr lang="zh-CN" altLang="en-US"/>
              <a:t>select * from table where id &lt; ?</a:t>
            </a:r>
            <a:endParaRPr lang="zh-CN" altLang="en-US"/>
          </a:p>
          <a:p>
            <a:r>
              <a:rPr lang="zh-CN" altLang="en-US"/>
              <a:t>select * from table where id = ? lock in share mode</a:t>
            </a:r>
            <a:endParaRPr lang="zh-CN" altLang="en-US"/>
          </a:p>
          <a:p>
            <a:r>
              <a:rPr lang="zh-CN" altLang="en-US"/>
              <a:t>select * from table where id &lt; ? lock in share mode</a:t>
            </a:r>
            <a:endParaRPr lang="zh-CN" altLang="en-US"/>
          </a:p>
          <a:p>
            <a:r>
              <a:rPr lang="zh-CN" altLang="en-US"/>
              <a:t>select * from table where id = ? for update</a:t>
            </a:r>
            <a:endParaRPr lang="zh-CN" altLang="en-US"/>
          </a:p>
          <a:p>
            <a:r>
              <a:rPr lang="zh-CN" altLang="en-US"/>
              <a:t>select * from table where id &lt; ? for update</a:t>
            </a:r>
            <a:endParaRPr lang="zh-CN" altLang="en-US"/>
          </a:p>
          <a:p>
            <a:r>
              <a:rPr lang="zh-CN" altLang="en-US"/>
              <a:t>如果你能清楚的说出，这六句sql在不同的事务隔离级别下，是否加锁，加的是共享锁还是排他锁，是否存在间隙锁，就达标了。</a:t>
            </a:r>
            <a:endParaRPr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）三个要点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网上这方面的文章大多没指明隔离级别，以及where后跟的是否为索引条件列。</a:t>
            </a:r>
            <a:endParaRPr lang="zh-CN" altLang="en-US"/>
          </a:p>
          <a:p>
            <a:r>
              <a:rPr lang="zh-CN" altLang="en-US"/>
              <a:t>三个问题：</a:t>
            </a:r>
            <a:endParaRPr lang="zh-CN" altLang="en-US"/>
          </a:p>
          <a:p>
            <a:pPr lvl="1"/>
            <a:r>
              <a:rPr lang="zh-CN" altLang="en-US" sz="2800"/>
              <a:t>当前事务隔离级别是什么</a:t>
            </a:r>
            <a:endParaRPr lang="zh-CN" altLang="en-US" sz="2800"/>
          </a:p>
          <a:p>
            <a:pPr lvl="1"/>
            <a:r>
              <a:rPr lang="zh-CN" altLang="en-US" sz="2800"/>
              <a:t>id列是否存在索引</a:t>
            </a:r>
            <a:endParaRPr lang="zh-CN" altLang="en-US" sz="2800"/>
          </a:p>
          <a:p>
            <a:pPr lvl="1"/>
            <a:r>
              <a:rPr lang="zh-CN" altLang="en-US" sz="2800"/>
              <a:t>如果存在索引是聚簇索引还是非聚簇索引呢？</a:t>
            </a:r>
            <a:endParaRPr lang="zh-CN" altLang="en-US" sz="28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）MySQL(Innodb)索引的原理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本文假定读者，看过《MySQL(Innodb)索引的原理》。</a:t>
            </a:r>
            <a:endParaRPr lang="zh-CN" altLang="en-US"/>
          </a:p>
          <a:p>
            <a:r>
              <a:rPr lang="zh-CN" altLang="en-US"/>
              <a:t>如果没看过，记得三句话吧</a:t>
            </a:r>
            <a:endParaRPr lang="zh-CN" altLang="en-US"/>
          </a:p>
          <a:p>
            <a:pPr lvl="1"/>
            <a:r>
              <a:rPr lang="zh-CN" altLang="en-US" sz="2800"/>
              <a:t>innodb一定存在聚簇索引，默认以主键作为聚簇索引</a:t>
            </a:r>
            <a:endParaRPr lang="zh-CN" altLang="en-US" sz="2800"/>
          </a:p>
          <a:p>
            <a:pPr lvl="1"/>
            <a:r>
              <a:rPr lang="zh-CN" altLang="en-US" sz="2800"/>
              <a:t>有几个索引，就有几棵B+树(不考虑hash索引的情形)</a:t>
            </a:r>
            <a:endParaRPr lang="zh-CN" altLang="en-US" sz="2800"/>
          </a:p>
          <a:p>
            <a:pPr lvl="1"/>
            <a:r>
              <a:rPr lang="zh-CN" altLang="en-US" sz="2800"/>
              <a:t>聚簇索引的叶子节点为磁盘上的真实数据。非聚簇索引的叶子节点还是索引，指向聚簇索引B+树。</a:t>
            </a:r>
            <a:endParaRPr lang="zh-CN" altLang="en-US" sz="2800"/>
          </a:p>
          <a:p>
            <a:r>
              <a:rPr lang="zh-CN" altLang="en-US"/>
              <a:t>下面基础知识</a:t>
            </a:r>
            <a:endParaRPr lang="zh-CN" alt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3.1 </a:t>
            </a:r>
            <a:r>
              <a:rPr lang="zh-CN" altLang="en-US">
                <a:sym typeface="+mn-ea"/>
              </a:rPr>
              <a:t>锁类型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fontAlgn="auto">
              <a:lnSpc>
                <a:spcPct val="10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共享锁(S锁)</a:t>
            </a:r>
            <a:r>
              <a:rPr lang="zh-CN" altLang="en-US" sz="2400"/>
              <a:t>:假设事务T1对数据A加上共享锁，那么事务T2可以读数据A，不能修改数据A。</a:t>
            </a:r>
            <a:endParaRPr lang="zh-CN" altLang="en-US" sz="2400"/>
          </a:p>
          <a:p>
            <a:pPr fontAlgn="auto">
              <a:lnSpc>
                <a:spcPct val="10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排他锁(X锁)</a:t>
            </a:r>
            <a:r>
              <a:rPr lang="zh-CN" altLang="en-US" sz="2400"/>
              <a:t>:假设事务T1对数据A加上共享锁，那么事务T2不能读数据A，不能修改数据A。</a:t>
            </a:r>
            <a:endParaRPr lang="zh-CN" altLang="en-US" sz="2400"/>
          </a:p>
          <a:p>
            <a:pPr fontAlgn="auto">
              <a:lnSpc>
                <a:spcPct val="100000"/>
              </a:lnSpc>
            </a:pPr>
            <a:r>
              <a:rPr lang="zh-CN" altLang="en-US" sz="2400"/>
              <a:t>我们通过update、delete等语句加上的锁都是</a:t>
            </a:r>
            <a:r>
              <a:rPr lang="zh-CN" altLang="en-US" sz="2400">
                <a:solidFill>
                  <a:srgbClr val="FF0000"/>
                </a:solidFill>
              </a:rPr>
              <a:t>行级别的锁</a:t>
            </a:r>
            <a:r>
              <a:rPr lang="zh-CN" altLang="en-US" sz="2400"/>
              <a:t>。只有LOCK TABLE … READ和LOCK TABLE … WRITE才能申请</a:t>
            </a:r>
            <a:r>
              <a:rPr lang="zh-CN" altLang="en-US" sz="2400">
                <a:solidFill>
                  <a:srgbClr val="FF0000"/>
                </a:solidFill>
              </a:rPr>
              <a:t>表级别的锁</a:t>
            </a:r>
            <a:r>
              <a:rPr lang="zh-CN" altLang="en-US" sz="2400"/>
              <a:t>。</a:t>
            </a:r>
            <a:endParaRPr lang="zh-CN" altLang="en-US" sz="2400"/>
          </a:p>
          <a:p>
            <a:pPr fontAlgn="auto">
              <a:lnSpc>
                <a:spcPct val="10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意向共享锁(IS锁)</a:t>
            </a:r>
            <a:r>
              <a:rPr lang="zh-CN" altLang="en-US" sz="2400"/>
              <a:t>:一个事务在获取（任何一行/或者全表）S锁之前，一定会先在所在的表上加IS锁。</a:t>
            </a:r>
            <a:endParaRPr lang="zh-CN" altLang="en-US" sz="2400"/>
          </a:p>
          <a:p>
            <a:pPr fontAlgn="auto">
              <a:lnSpc>
                <a:spcPct val="100000"/>
              </a:lnSpc>
            </a:pPr>
            <a:r>
              <a:rPr lang="zh-CN" altLang="en-US" sz="2400">
                <a:solidFill>
                  <a:srgbClr val="FF0000"/>
                </a:solidFill>
              </a:rPr>
              <a:t>意向排他锁(IX锁)</a:t>
            </a:r>
            <a:r>
              <a:rPr lang="zh-CN" altLang="en-US" sz="2400"/>
              <a:t>:一个事务在获取（任何一行/或者全表）X锁之前，一定会先在所在的表上加IX锁。</a:t>
            </a:r>
            <a:endParaRPr lang="zh-CN" altLang="en-US"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）意向锁存在的目的?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假设事务T1，用X锁来锁住了表上的几条记录，那么此时表上存在IX锁，即意向排他锁。</a:t>
            </a:r>
            <a:endParaRPr lang="zh-CN" altLang="en-US"/>
          </a:p>
          <a:p>
            <a:r>
              <a:rPr lang="zh-CN" altLang="en-US"/>
              <a:t>那么此时事务T2要进行LOCK TABLE … WRITE的表级别锁的请求，可以直接根据意向锁是否存在而判断是否有锁冲突。</a:t>
            </a:r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）加锁算法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0000"/>
          </a:bodyPr>
          <a:p>
            <a:r>
              <a:rPr lang="zh-CN" altLang="en-US"/>
              <a:t>说法是来自官方文档:https://dev.mysql.com/doc/refman/5.7/en/innodb-locking.html</a:t>
            </a:r>
            <a:endParaRPr lang="zh-CN" altLang="en-US"/>
          </a:p>
          <a:p>
            <a:r>
              <a:rPr lang="zh-CN" altLang="en-US"/>
              <a:t>记得如下三种：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Record Locks</a:t>
            </a:r>
            <a:r>
              <a:rPr lang="zh-CN" altLang="en-US"/>
              <a:t>：简单翻译为行锁吧。该锁是对索引记录进行加锁！</a:t>
            </a:r>
            <a:r>
              <a:rPr lang="zh-CN" altLang="en-US">
                <a:solidFill>
                  <a:srgbClr val="FF0000"/>
                </a:solidFill>
              </a:rPr>
              <a:t>锁是在加索引上</a:t>
            </a:r>
            <a:r>
              <a:rPr lang="zh-CN" altLang="en-US"/>
              <a:t>而不是行上的。注意了，innodb一定存在聚簇索引，因此行锁最终都会落到</a:t>
            </a:r>
            <a:r>
              <a:rPr lang="zh-CN" altLang="en-US">
                <a:solidFill>
                  <a:srgbClr val="FF0000"/>
                </a:solidFill>
              </a:rPr>
              <a:t>聚簇索引</a:t>
            </a:r>
            <a:r>
              <a:rPr lang="zh-CN" altLang="en-US"/>
              <a:t>上！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Gap Locks</a:t>
            </a:r>
            <a:r>
              <a:rPr lang="zh-CN" altLang="en-US"/>
              <a:t>：简单翻译为间隙锁，是对索引的间隙加锁，其目的只有一个，防止其他事物插入数据。</a:t>
            </a:r>
            <a:endParaRPr lang="zh-CN" altLang="en-US"/>
          </a:p>
          <a:p>
            <a:r>
              <a:rPr lang="zh-CN" altLang="en-US"/>
              <a:t>在Read Committed隔离级别下，不会使用间隙锁。这里我对官网补充一下，隔离级别比Read Committed低的情况下，也不会使用间隙锁，如隔离级别为Read Uncommited时，也不存在间隙锁。当隔离级别为Repeatable Read和Serializable时，就会存在间隙锁。</a:t>
            </a:r>
            <a:endParaRPr lang="zh-CN" altLang="en-US"/>
          </a:p>
          <a:p>
            <a:r>
              <a:rPr lang="zh-CN" altLang="en-US">
                <a:solidFill>
                  <a:srgbClr val="FF0000"/>
                </a:solidFill>
              </a:rPr>
              <a:t>Next-Key Locks</a:t>
            </a:r>
            <a:r>
              <a:rPr lang="zh-CN" altLang="en-US"/>
              <a:t>：这个理解为Record Lock+索引前面的Gap Lock。记住了，</a:t>
            </a:r>
            <a:r>
              <a:rPr lang="zh-CN" altLang="en-US">
                <a:solidFill>
                  <a:srgbClr val="FF0000"/>
                </a:solidFill>
              </a:rPr>
              <a:t>锁住的是索引前面的间隙</a:t>
            </a:r>
            <a:r>
              <a:rPr lang="zh-CN" altLang="en-US"/>
              <a:t>！比如一个索引包含值，10，11，13和20。那么，间隙锁的范围如下</a:t>
            </a:r>
            <a:endParaRPr lang="zh-CN" altLang="en-US"/>
          </a:p>
          <a:p>
            <a:r>
              <a:rPr lang="zh-CN" altLang="en-US"/>
              <a:t>(negative infinity， 10](10， 11](11， 13](13， 20](20， positive infinity)</a:t>
            </a:r>
            <a:endParaRPr lang="zh-CN" alt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）快照读和当前读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zh-CN" altLang="en-US"/>
              <a:t>在mysql中select分为快照读和当前读，执行下面的语句</a:t>
            </a:r>
            <a:endParaRPr lang="zh-CN" altLang="en-US"/>
          </a:p>
          <a:p>
            <a:r>
              <a:rPr lang="zh-CN" altLang="en-US"/>
              <a:t>select * from table where id = ?;</a:t>
            </a:r>
            <a:endParaRPr lang="zh-CN" altLang="en-US"/>
          </a:p>
          <a:p>
            <a:r>
              <a:rPr lang="zh-CN" altLang="en-US"/>
              <a:t>执行的是快照读，读的是数据库记录的快照版本，是不加锁的。</a:t>
            </a:r>
            <a:endParaRPr lang="zh-CN" altLang="en-US"/>
          </a:p>
          <a:p>
            <a:r>
              <a:rPr lang="zh-CN" altLang="en-US"/>
              <a:t>（这种说法在隔离级别为Serializable中不成立，后面我会补充。）</a:t>
            </a:r>
            <a:endParaRPr lang="zh-CN" altLang="en-US"/>
          </a:p>
          <a:p>
            <a:r>
              <a:rPr lang="zh-CN" altLang="en-US"/>
              <a:t>那么，执行</a:t>
            </a:r>
            <a:endParaRPr lang="zh-CN" altLang="en-US"/>
          </a:p>
          <a:p>
            <a:r>
              <a:rPr lang="zh-CN" altLang="en-US"/>
              <a:t>select * from table where id = ? lock in share mode;</a:t>
            </a:r>
            <a:endParaRPr lang="zh-CN" altLang="en-US"/>
          </a:p>
          <a:p>
            <a:r>
              <a:rPr lang="zh-CN" altLang="en-US"/>
              <a:t>会对读取记录加S锁 (共享锁)，执行</a:t>
            </a:r>
            <a:endParaRPr lang="zh-CN" altLang="en-US"/>
          </a:p>
          <a:p>
            <a:r>
              <a:rPr lang="zh-CN" altLang="en-US"/>
              <a:t>select * from table where id = ? for update</a:t>
            </a:r>
            <a:endParaRPr lang="zh-CN" altLang="en-US"/>
          </a:p>
          <a:p>
            <a:r>
              <a:rPr lang="zh-CN" altLang="en-US"/>
              <a:t>会对读取记录加X锁 (排他锁)，那么</a:t>
            </a:r>
            <a:endParaRPr lang="zh-CN" altLang="en-US"/>
          </a:p>
          <a:p>
            <a:r>
              <a:rPr lang="zh-CN" altLang="en-US"/>
              <a:t>加的是表锁还是行锁呢？</a:t>
            </a:r>
            <a:endParaRPr lang="zh-CN" alt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）加的是表锁还是行锁呢？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zh-CN" altLang="en-US"/>
              <a:t>针对这点，我们先回忆一下事务的四个隔离级别，他们由弱到强如下所示:</a:t>
            </a:r>
            <a:endParaRPr lang="zh-CN" altLang="en-US"/>
          </a:p>
          <a:p>
            <a:pPr lvl="1"/>
            <a:r>
              <a:rPr lang="zh-CN" altLang="en-US" sz="2700"/>
              <a:t>Read Uncommited(RU)：读未提交，一个事务可以读到另一个事务未提交的数据！</a:t>
            </a:r>
            <a:endParaRPr lang="zh-CN" altLang="en-US" sz="2700"/>
          </a:p>
          <a:p>
            <a:pPr lvl="1"/>
            <a:r>
              <a:rPr lang="zh-CN" altLang="en-US" sz="2700"/>
              <a:t>Read Committed (RC)：读已提交，一个事务可以读到另一个事务已提交的数据!</a:t>
            </a:r>
            <a:endParaRPr lang="zh-CN" altLang="en-US" sz="2700"/>
          </a:p>
          <a:p>
            <a:pPr lvl="1"/>
            <a:r>
              <a:rPr lang="zh-CN" altLang="en-US" sz="2700"/>
              <a:t>Repeatable Read (RR):可重复读，加入间隙锁，一定程度上避免了幻读的产生！注意了，只是一定程度上，并没有完全避免!我会在下一篇文章说明!另外就是记住从该级别才开始加入间隙锁(这句话记下来，后面有用到)!</a:t>
            </a:r>
            <a:endParaRPr lang="zh-CN" altLang="en-US" sz="2700"/>
          </a:p>
          <a:p>
            <a:pPr lvl="1"/>
            <a:r>
              <a:rPr lang="zh-CN" altLang="en-US" sz="2700"/>
              <a:t>Serializable：串行化，该级别下读写串行化，且所有的select语句后都自动加上lock in share mode，即使用了共享锁。因此在该隔离级别下，使用的是当前读，而不是快照读。</a:t>
            </a:r>
            <a:endParaRPr lang="zh-CN" altLang="en-US" sz="27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3.2 </a:t>
            </a:r>
            <a:r>
              <a:rPr lang="zh-CN" altLang="en-US">
                <a:sym typeface="+mn-ea"/>
              </a:rPr>
              <a:t>表锁还是行锁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InnoDB行锁是通过给索引上的索引项加锁来实现的，这一点MySQL与Oracle不同，后者是通过在数据块中对相应数据行加锁来实现的。 </a:t>
            </a:r>
            <a:endParaRPr lang="zh-CN" altLang="en-US"/>
          </a:p>
          <a:p>
            <a:r>
              <a:rPr lang="zh-CN" altLang="en-US"/>
              <a:t>InnoDB这种行锁实现特点意味着：只有通过索引条件检索数据，InnoDB才使用行级锁，否则，InnoDB将使用表锁！</a:t>
            </a:r>
            <a:endParaRPr lang="zh-CN" altLang="en-US"/>
          </a:p>
          <a:p>
            <a:r>
              <a:rPr lang="zh-CN" altLang="en-US"/>
              <a:t>这句话大家可以搜一下，都是你抄我的，我抄你的。那么，这句话本身有两处错误！</a:t>
            </a:r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3.2.1 </a:t>
            </a:r>
            <a:r>
              <a:rPr lang="zh-CN" altLang="en-US">
                <a:sym typeface="+mn-ea"/>
              </a:rPr>
              <a:t>错误一: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fontAlgn="auto">
              <a:lnSpc>
                <a:spcPct val="150000"/>
              </a:lnSpc>
            </a:pPr>
            <a:r>
              <a:rPr lang="zh-CN" altLang="en-US"/>
              <a:t>并不是用表锁来实现锁表的操作，而是利用了Next-Key Locks，也可以理解为是用了行锁+间隙锁来实现锁表的操作!</a:t>
            </a:r>
            <a:endParaRPr lang="zh-CN" altLang="en-US"/>
          </a:p>
          <a:p>
            <a:pPr fontAlgn="auto">
              <a:lnSpc>
                <a:spcPct val="150000"/>
              </a:lnSpc>
            </a:pPr>
            <a:r>
              <a:rPr lang="zh-CN" altLang="en-US"/>
              <a:t>为了便于说明，我来个例子，假设有表数据如下，pId为主键索引。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3164205" y="4198620"/>
          <a:ext cx="7035165" cy="19145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345055"/>
                <a:gridCol w="2345055"/>
                <a:gridCol w="2345055"/>
              </a:tblGrid>
              <a:tr h="5124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pId(int)</a:t>
                      </a:r>
                      <a:endParaRPr lang="en-US" altLang="en-US" sz="1800" b="1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name(varchar)</a:t>
                      </a:r>
                      <a:endParaRPr lang="en-US" altLang="en-US" sz="1800" b="1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num(int)</a:t>
                      </a:r>
                      <a:endParaRPr lang="en-US" altLang="en-US" sz="1800" b="1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aaa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100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bbb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200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7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ccc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200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432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ddd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800" b="0">
                          <a:latin typeface="黑体" panose="02010609060101010101" charset="-122"/>
                          <a:ea typeface="黑体" panose="02010609060101010101" charset="-122"/>
                          <a:cs typeface="宋体" panose="02010600030101010101" pitchFamily="2" charset="-122"/>
                        </a:rPr>
                        <a:t>500</a:t>
                      </a:r>
                      <a:endParaRPr lang="en-US" altLang="en-US" sz="1800" b="0">
                        <a:latin typeface="黑体" panose="02010609060101010101" charset="-122"/>
                        <a:ea typeface="黑体" panose="02010609060101010101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执行语句(name列无索引)</a:t>
            </a:r>
            <a:endParaRPr lang="zh-CN" altLang="en-US"/>
          </a:p>
          <a:p>
            <a:r>
              <a:rPr lang="zh-CN" altLang="en-US">
                <a:sym typeface="+mn-ea"/>
              </a:rPr>
              <a:t>select * from table where name = `aaa`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那么此时在pId=1，2，7这三条记录上存在行锁(把行锁住了)。另外，在(-∞，1)(1，2)(2，7)(7，+∞)上存在间隙锁(把间隙锁住了)。因此，给人一种整个表锁住的错觉！</a:t>
            </a:r>
            <a:endParaRPr lang="zh-CN" altLang="en-US"/>
          </a:p>
          <a:p>
            <a:r>
              <a:rPr lang="zh-CN" altLang="en-US">
                <a:sym typeface="+mn-ea"/>
              </a:rPr>
              <a:t>ps:对该结论有疑问的，可自行执行show engine innodb status;语句进行分析。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3.2.2 </a:t>
            </a:r>
            <a:r>
              <a:rPr lang="zh-CN" altLang="en-US">
                <a:sym typeface="+mn-ea"/>
              </a:rPr>
              <a:t>错误二:所有文章都不提隔离级别！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注意我上面说的，之所以能够锁表，是通过行锁+间隙锁来实现的。那么，RU和RC都不存在间隙锁，这种说法在RU和RC中还能成立么？</a:t>
            </a:r>
            <a:endParaRPr lang="zh-CN" altLang="en-US"/>
          </a:p>
          <a:p>
            <a:r>
              <a:rPr lang="zh-CN" altLang="en-US"/>
              <a:t>因此，该说法只在RR和Serializable中是成立的。如果隔离级别为RU和RC，无论条件列上是否有索引，都不会锁表，只锁行！</a:t>
            </a:r>
            <a:endParaRPr lang="zh-CN" altLang="en-US"/>
          </a:p>
          <a:p>
            <a:r>
              <a:rPr lang="zh-CN" altLang="en-US"/>
              <a:t>分析下面来对开始的问题作出解答，假设有表如下，pId为主键索引</a:t>
            </a:r>
            <a:endParaRPr lang="zh-CN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）RC/RU+条件列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非索引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(1)select * from table where num = 200</a:t>
            </a:r>
            <a:endParaRPr lang="zh-CN" altLang="en-US"/>
          </a:p>
          <a:p>
            <a:r>
              <a:rPr lang="zh-CN" altLang="en-US"/>
              <a:t>不加任何锁，是快照读。</a:t>
            </a:r>
            <a:endParaRPr lang="zh-CN" altLang="en-US"/>
          </a:p>
          <a:p>
            <a:r>
              <a:rPr lang="zh-CN" altLang="en-US"/>
              <a:t>(2)select * from table where num &gt; 200</a:t>
            </a:r>
            <a:endParaRPr lang="zh-CN" altLang="en-US"/>
          </a:p>
          <a:p>
            <a:r>
              <a:rPr lang="zh-CN" altLang="en-US"/>
              <a:t>不加任何锁，是快照读。</a:t>
            </a:r>
            <a:endParaRPr lang="zh-CN" altLang="en-US"/>
          </a:p>
          <a:p>
            <a:r>
              <a:rPr lang="zh-CN" altLang="en-US"/>
              <a:t>(3)select * from table where num = 200 lock in share mode</a:t>
            </a:r>
            <a:endParaRPr lang="zh-CN" altLang="en-US"/>
          </a:p>
          <a:p>
            <a:r>
              <a:rPr lang="zh-CN" altLang="en-US"/>
              <a:t>当num = 200，有两条记录。这两条记录对应的pId=2，7，因此在pId=2，7的聚簇索引上加行级S锁，采用当前读。</a:t>
            </a:r>
            <a:endParaRPr lang="zh-CN" alt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(4)select * from table where num &gt; 200 lock in share mode</a:t>
            </a:r>
            <a:endParaRPr lang="zh-CN" altLang="en-US"/>
          </a:p>
          <a:p>
            <a:r>
              <a:rPr lang="zh-CN" altLang="en-US">
                <a:sym typeface="+mn-ea"/>
              </a:rPr>
              <a:t>当num &gt; 200，有一条记录。这条记录对应的pId=3，因此在pId=3的聚簇索引上加上行级S锁，采用当前读。</a:t>
            </a:r>
            <a:endParaRPr lang="zh-CN" altLang="en-US"/>
          </a:p>
          <a:p>
            <a:r>
              <a:rPr lang="zh-CN" altLang="en-US">
                <a:sym typeface="+mn-ea"/>
              </a:rPr>
              <a:t>(5)select * from table where num = 200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当num = 200，有两条记录。这两条记录对应的pId=2，7，因此在pId=2，7的聚簇索引上加行级X锁，采用当前读。</a:t>
            </a:r>
            <a:endParaRPr lang="zh-CN" altLang="en-US"/>
          </a:p>
          <a:p>
            <a:r>
              <a:rPr lang="zh-CN" altLang="en-US">
                <a:sym typeface="+mn-ea"/>
              </a:rPr>
              <a:t>(6)select * from table where num &gt; 200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当num &gt; 200，有一条记录。这条记录对应的pId=3，因此在pId=3的聚簇索引上加上行级X锁，采用当前读。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）RC/RU+条件列</a:t>
            </a:r>
            <a:r>
              <a:rPr lang="en-US" altLang="zh-CN">
                <a:sym typeface="+mn-ea"/>
              </a:rPr>
              <a:t>(</a:t>
            </a:r>
            <a:r>
              <a:rPr lang="zh-CN" altLang="en-US">
                <a:sym typeface="+mn-ea"/>
              </a:rPr>
              <a:t>是聚簇索引</a:t>
            </a:r>
            <a:r>
              <a:rPr lang="en-US" altLang="zh-CN">
                <a:sym typeface="+mn-ea"/>
              </a:rPr>
              <a:t>)</a:t>
            </a:r>
            <a:endParaRPr lang="en-US" altLang="zh-CN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恩，大家应该知道pId是主键列，因此pId用的就是聚簇索引。此情况其实和RC/RU+条件列非索引情况是类似的。</a:t>
            </a:r>
            <a:endParaRPr lang="zh-CN" altLang="en-US"/>
          </a:p>
          <a:p>
            <a:r>
              <a:rPr lang="zh-CN" altLang="en-US"/>
              <a:t>(1)select * from table where pId = 2</a:t>
            </a:r>
            <a:endParaRPr lang="zh-CN" altLang="en-US"/>
          </a:p>
          <a:p>
            <a:r>
              <a:rPr lang="zh-CN" altLang="en-US"/>
              <a:t>不加任何锁，是快照读。</a:t>
            </a:r>
            <a:endParaRPr lang="zh-CN" altLang="en-US"/>
          </a:p>
          <a:p>
            <a:r>
              <a:rPr lang="zh-CN" altLang="en-US"/>
              <a:t>(2)select * from table where pId &gt; 2</a:t>
            </a:r>
            <a:endParaRPr lang="zh-CN" altLang="en-US"/>
          </a:p>
          <a:p>
            <a:r>
              <a:rPr lang="zh-CN" altLang="en-US"/>
              <a:t>不加任何锁，是快照读。</a:t>
            </a:r>
            <a:endParaRPr lang="zh-CN" altLang="en-US"/>
          </a:p>
          <a:p>
            <a:r>
              <a:rPr lang="zh-CN" altLang="en-US"/>
              <a:t>(3)select * from table where pId = 2 lock in share mode</a:t>
            </a:r>
            <a:endParaRPr lang="zh-CN" altLang="en-US"/>
          </a:p>
          <a:p>
            <a:r>
              <a:rPr lang="zh-CN" altLang="en-US"/>
              <a:t>在pId=2的聚簇索引上，加S锁，为当前读。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(4)select * from table where pId &gt; 2 lock in share mode</a:t>
            </a:r>
            <a:endParaRPr lang="zh-CN" altLang="en-US"/>
          </a:p>
          <a:p>
            <a:r>
              <a:rPr lang="zh-CN" altLang="en-US">
                <a:sym typeface="+mn-ea"/>
              </a:rPr>
              <a:t>在pId=3，7的聚簇索引上，加S锁，为当前读。</a:t>
            </a:r>
            <a:endParaRPr lang="zh-CN" altLang="en-US"/>
          </a:p>
          <a:p>
            <a:r>
              <a:rPr lang="zh-CN" altLang="en-US">
                <a:sym typeface="+mn-ea"/>
              </a:rPr>
              <a:t>(5)select * from table where pId = 2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在pId=2的聚簇索引上，加X锁，为当前读。</a:t>
            </a:r>
            <a:endParaRPr lang="zh-CN" altLang="en-US"/>
          </a:p>
          <a:p>
            <a:r>
              <a:rPr lang="zh-CN" altLang="en-US">
                <a:sym typeface="+mn-ea"/>
              </a:rPr>
              <a:t>(6)select * from table where pId &gt; 2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在pId=3，7的聚簇索引上，加X锁，为当前读。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?</a:t>
            </a:r>
            <a:r>
              <a:rPr lang="zh-CN" altLang="en-US">
                <a:sym typeface="+mn-ea"/>
              </a:rPr>
              <a:t>疑问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为什么条件列加不加索引，加锁情况是一样的？</a:t>
            </a:r>
            <a:endParaRPr lang="zh-CN" altLang="en-US"/>
          </a:p>
          <a:p>
            <a:r>
              <a:rPr lang="zh-CN" altLang="en-US"/>
              <a:t>ok，其实是不一样的。</a:t>
            </a:r>
            <a:endParaRPr lang="zh-CN" altLang="en-US"/>
          </a:p>
          <a:p>
            <a:r>
              <a:rPr lang="zh-CN" altLang="en-US"/>
              <a:t>在RC/RU隔离级别中，MySQL Server做了优化。</a:t>
            </a:r>
            <a:endParaRPr lang="zh-CN" altLang="en-US"/>
          </a:p>
          <a:p>
            <a:r>
              <a:rPr lang="zh-CN" altLang="en-US"/>
              <a:t>在条件列没有索引的情况下，尽管通过聚簇索引来扫描全表，进行全表加锁。但是，MySQL Server层会进行过滤并把不符合条件的锁当即释放掉，因此你看起来最终结果是一样的。但是RC/RU+条件列</a:t>
            </a:r>
            <a:r>
              <a:rPr lang="en-US" altLang="zh-CN"/>
              <a:t>(</a:t>
            </a:r>
            <a:r>
              <a:rPr lang="zh-CN" altLang="en-US"/>
              <a:t>非索引</a:t>
            </a:r>
            <a:r>
              <a:rPr lang="en-US" altLang="zh-CN"/>
              <a:t>)</a:t>
            </a:r>
            <a:r>
              <a:rPr lang="zh-CN" altLang="en-US"/>
              <a:t>，比本例多了一个释放不符合条件的锁的过程！</a:t>
            </a:r>
            <a:endParaRPr lang="zh-CN" alt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）RC/RU+条件列是非聚簇索引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我们在num列上建上非唯一索引。此时有一棵聚簇索引(主键索引，pId)形成的B+索引树，其叶子节点为硬盘上的真实数据。</a:t>
            </a:r>
            <a:endParaRPr lang="zh-CN" altLang="en-US"/>
          </a:p>
          <a:p>
            <a:r>
              <a:rPr lang="zh-CN" altLang="en-US"/>
              <a:t>以及另一棵非聚簇索引(非唯一索引，num)形成的B+索引树，其叶子节点依然为索引节点，保存了num列的字段值，和对应的聚簇索引。</a:t>
            </a:r>
            <a:endParaRPr lang="zh-CN" altLang="en-US"/>
          </a:p>
          <a:p>
            <a:r>
              <a:rPr lang="zh-CN" altLang="en-US"/>
              <a:t>这点可以看看我的《MySQL(Innodb)索引的原理》。</a:t>
            </a:r>
            <a:endParaRPr lang="zh-CN" alt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3a</a:t>
            </a:r>
            <a:r>
              <a:rPr lang="zh-CN" altLang="en-US">
                <a:sym typeface="+mn-ea"/>
              </a:rPr>
              <a:t>）分析之一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(1)select * from table where num = 200</a:t>
            </a:r>
            <a:endParaRPr lang="zh-CN" altLang="en-US"/>
          </a:p>
          <a:p>
            <a:r>
              <a:rPr lang="zh-CN" altLang="en-US"/>
              <a:t>不加任何锁，是快照读。</a:t>
            </a:r>
            <a:endParaRPr lang="zh-CN" altLang="en-US"/>
          </a:p>
          <a:p>
            <a:r>
              <a:rPr lang="zh-CN" altLang="en-US"/>
              <a:t>(2)select * from table where num &gt; 200</a:t>
            </a:r>
            <a:endParaRPr lang="zh-CN" altLang="en-US"/>
          </a:p>
          <a:p>
            <a:r>
              <a:rPr lang="zh-CN" altLang="en-US"/>
              <a:t>不加任何锁，是快照读。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3b</a:t>
            </a:r>
            <a:r>
              <a:rPr lang="zh-CN" altLang="en-US">
                <a:sym typeface="+mn-ea"/>
              </a:rPr>
              <a:t>）分析之二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>
                <a:sym typeface="+mn-ea"/>
              </a:rPr>
              <a:t>(3)select * from table where num = 200 lock in share mode</a:t>
            </a:r>
            <a:endParaRPr lang="zh-CN" altLang="en-US"/>
          </a:p>
          <a:p>
            <a:r>
              <a:rPr lang="zh-CN" altLang="en-US">
                <a:sym typeface="+mn-ea"/>
              </a:rPr>
              <a:t>当num = 200，由于num列上有索引，因此先在 num = 200的两条索引记录上加行级S锁。接着，去聚簇索引树上查询，这两条记录对应的pId=2，7，因此在pId=2，7的聚簇索引上加行级S锁，采用当前读。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(4)select * from table where num &gt; 200 lock in share mode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当num &gt; 200，由于num列上有索引，因此先在符合条件的 num = 300的一条索引记录上加行级S锁。接着，去聚簇索引树上查询，这条记录对应的pId=3，因此在pId=3的聚簇索引上加行级S锁，采用当前读。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3c</a:t>
            </a:r>
            <a:r>
              <a:rPr lang="zh-CN" altLang="en-US">
                <a:sym typeface="+mn-ea"/>
              </a:rPr>
              <a:t>）分析之三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p>
            <a:pPr fontAlgn="auto">
              <a:lnSpc>
                <a:spcPct val="100000"/>
              </a:lnSpc>
            </a:pPr>
            <a:r>
              <a:rPr lang="zh-CN" altLang="en-US" sz="2400">
                <a:sym typeface="+mn-ea"/>
              </a:rPr>
              <a:t>(5)select * from table where num = 200 for update</a:t>
            </a:r>
            <a:endParaRPr lang="zh-CN" altLang="en-US" sz="2400"/>
          </a:p>
          <a:p>
            <a:pPr fontAlgn="auto">
              <a:lnSpc>
                <a:spcPct val="100000"/>
              </a:lnSpc>
            </a:pPr>
            <a:r>
              <a:rPr lang="zh-CN" altLang="en-US" sz="2400">
                <a:sym typeface="+mn-ea"/>
              </a:rPr>
              <a:t>当num = 200，由于num列上有索引，因此先在 num = 200的两条索引记录上加行级X锁。接着，去聚簇索引树上查询，这两条记录对应的pId=2，7，因此在pId=2，7的聚簇索引上加行级X锁，采用当前读。</a:t>
            </a:r>
            <a:endParaRPr lang="zh-CN" altLang="en-US" sz="2400"/>
          </a:p>
          <a:p>
            <a:pPr fontAlgn="auto">
              <a:lnSpc>
                <a:spcPct val="100000"/>
              </a:lnSpc>
            </a:pPr>
            <a:r>
              <a:rPr lang="zh-CN" altLang="en-US" sz="2400">
                <a:sym typeface="+mn-ea"/>
              </a:rPr>
              <a:t>(6)select * from table where num &gt; 200 for update</a:t>
            </a:r>
            <a:endParaRPr lang="zh-CN" altLang="en-US" sz="2400"/>
          </a:p>
          <a:p>
            <a:pPr fontAlgn="auto">
              <a:lnSpc>
                <a:spcPct val="100000"/>
              </a:lnSpc>
            </a:pPr>
            <a:r>
              <a:rPr lang="zh-CN" altLang="en-US" sz="2400">
                <a:sym typeface="+mn-ea"/>
              </a:rPr>
              <a:t>当num &gt; 200，由于num列上有索引，因此先在符合条件的 num = 300的一条索引记录上加行级X锁。接着，去聚簇索引树上查询，这条记录对应的pId=3，因此在pId=3的聚簇索引上加行级X锁，采用当前读。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）RR/Serializable+条件列非索引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5000"/>
          </a:bodyPr>
          <a:p>
            <a:r>
              <a:rPr lang="zh-CN" altLang="en-US"/>
              <a:t>RR级别需要多考虑的就是gap lock，他的加锁特征在于，无论你怎么查都是锁全表。如下所示</a:t>
            </a:r>
            <a:endParaRPr lang="zh-CN" altLang="en-US"/>
          </a:p>
          <a:p>
            <a:r>
              <a:rPr lang="zh-CN" altLang="en-US"/>
              <a:t>接下来分析开始</a:t>
            </a:r>
            <a:endParaRPr lang="zh-CN" altLang="en-US"/>
          </a:p>
          <a:p>
            <a:r>
              <a:rPr lang="zh-CN" altLang="en-US"/>
              <a:t>(1)select * from table where num = 200</a:t>
            </a:r>
            <a:endParaRPr lang="zh-CN" altLang="en-US"/>
          </a:p>
          <a:p>
            <a:r>
              <a:rPr lang="zh-CN" altLang="en-US"/>
              <a:t>在RR级别下，不加任何锁，是快照读。</a:t>
            </a:r>
            <a:endParaRPr lang="zh-CN" altLang="en-US"/>
          </a:p>
          <a:p>
            <a:r>
              <a:rPr lang="zh-CN" altLang="en-US"/>
              <a:t>在Serializable级别下，在pId = 1，2，3，7（全表所有记录）的聚簇索引上加S锁。并且在</a:t>
            </a:r>
            <a:endParaRPr lang="zh-CN" altLang="en-US"/>
          </a:p>
          <a:p>
            <a:r>
              <a:rPr lang="zh-CN" altLang="en-US"/>
              <a:t>聚簇索引的所有间隙(-∞，1)(1，2)(2，3)(3，7)(7，+∞)加gap lock</a:t>
            </a:r>
            <a:endParaRPr lang="zh-CN" altLang="en-US"/>
          </a:p>
          <a:p>
            <a:r>
              <a:rPr lang="zh-CN" altLang="en-US"/>
              <a:t>(2)select * from table where num &gt; 200</a:t>
            </a:r>
            <a:endParaRPr lang="zh-CN" altLang="en-US"/>
          </a:p>
          <a:p>
            <a:r>
              <a:rPr lang="zh-CN" altLang="en-US"/>
              <a:t>在RR级别下，不加任何锁，是快照读。</a:t>
            </a:r>
            <a:endParaRPr lang="zh-CN" altLang="en-US"/>
          </a:p>
          <a:p>
            <a:r>
              <a:rPr lang="zh-CN" altLang="en-US"/>
              <a:t>在Serializable级别下，在pId = 1，2，3，7（全表所有记录）的聚簇索引上加S锁。并且在</a:t>
            </a:r>
            <a:endParaRPr lang="zh-CN" altLang="en-US"/>
          </a:p>
          <a:p>
            <a:r>
              <a:rPr lang="zh-CN" altLang="en-US"/>
              <a:t>聚簇索引的所有间隙(-∞，1)(1，2)(2，3)(3，7)(7，+∞)加gap lock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4a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(3)select * from table where num = 200 lock in share mode</a:t>
            </a:r>
            <a:endParaRPr lang="zh-CN" altLang="en-US"/>
          </a:p>
          <a:p>
            <a:r>
              <a:rPr lang="zh-CN" altLang="en-US">
                <a:sym typeface="+mn-ea"/>
              </a:rPr>
              <a:t>在pId = 1，2，3，7（全表所有记录）的聚簇索引上加S锁。并且在</a:t>
            </a:r>
            <a:endParaRPr lang="zh-CN" altLang="en-US"/>
          </a:p>
          <a:p>
            <a:r>
              <a:rPr lang="zh-CN" altLang="en-US">
                <a:sym typeface="+mn-ea"/>
              </a:rPr>
              <a:t>聚簇索引的所有间隙(-∞，1)(1，2)(2，3)(3，7)(7，+∞)加gap lock</a:t>
            </a:r>
            <a:endParaRPr lang="zh-CN" altLang="en-US"/>
          </a:p>
          <a:p>
            <a:r>
              <a:rPr lang="zh-CN" altLang="en-US">
                <a:sym typeface="+mn-ea"/>
              </a:rPr>
              <a:t>(4)select * from table where num &gt; 200 lock in share mode</a:t>
            </a:r>
            <a:endParaRPr lang="zh-CN" altLang="en-US"/>
          </a:p>
          <a:p>
            <a:r>
              <a:rPr lang="zh-CN" altLang="en-US">
                <a:sym typeface="+mn-ea"/>
              </a:rPr>
              <a:t>在pId = 1，2，3，7（全表所有记录）的聚簇索引上加S锁。并且在</a:t>
            </a:r>
            <a:endParaRPr lang="zh-CN" altLang="en-US"/>
          </a:p>
          <a:p>
            <a:r>
              <a:rPr lang="zh-CN" altLang="en-US">
                <a:sym typeface="+mn-ea"/>
              </a:rPr>
              <a:t>聚簇索引的所有间隙(-∞，1)(1，2)(2，3)(3，7)(7，+∞)加gap lock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4b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(5)select * from table where num = 200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在pId = 1，2，3，7（全表所有记录）的聚簇索引上加X锁。并且在</a:t>
            </a:r>
            <a:endParaRPr lang="zh-CN" altLang="en-US"/>
          </a:p>
          <a:p>
            <a:r>
              <a:rPr lang="zh-CN" altLang="en-US">
                <a:sym typeface="+mn-ea"/>
              </a:rPr>
              <a:t>聚簇索引的所有间隙(-∞，1)(1，2)(2，3)(3，7)(7，+∞)加gap lock</a:t>
            </a:r>
            <a:endParaRPr lang="zh-CN" altLang="en-US"/>
          </a:p>
          <a:p>
            <a:r>
              <a:rPr lang="zh-CN" altLang="en-US">
                <a:sym typeface="+mn-ea"/>
              </a:rPr>
              <a:t>(6)select * from table where num &gt; 200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在pId = 1，2，3，7（全表所有记录）的聚簇索引上加X锁。并且在</a:t>
            </a:r>
            <a:endParaRPr lang="zh-CN" altLang="en-US"/>
          </a:p>
          <a:p>
            <a:r>
              <a:rPr lang="zh-CN" altLang="en-US">
                <a:sym typeface="+mn-ea"/>
              </a:rPr>
              <a:t>聚簇索引的所有间隙(-∞，1)(1，2)(2，3)(3，7)(7，+∞)加gap lock</a:t>
            </a:r>
            <a:endParaRPr lang="zh-CN" alt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）RR/Serializable+条件列是聚簇索引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应该知道pId是主键列，因此pId用的就是聚簇索引。该情况的加锁特征在于，如果where后的条件为精确查询(=的情况)，那么只存在record lock。如果where后的条件为范围查询(&gt;或&lt;的情况)，那么存在的是record lock+gap lock。</a:t>
            </a:r>
            <a:endParaRPr lang="zh-CN" altLang="en-US"/>
          </a:p>
          <a:p>
            <a:r>
              <a:rPr lang="zh-CN" altLang="en-US"/>
              <a:t>(1)select * from table where pId = 2</a:t>
            </a:r>
            <a:endParaRPr lang="zh-CN" altLang="en-US"/>
          </a:p>
          <a:p>
            <a:r>
              <a:rPr lang="zh-CN" altLang="en-US"/>
              <a:t>在RR级别下，不加任何锁，是快照读。</a:t>
            </a:r>
            <a:endParaRPr lang="zh-CN" altLang="en-US"/>
          </a:p>
          <a:p>
            <a:r>
              <a:rPr lang="zh-CN" altLang="en-US"/>
              <a:t>在Serializable级别下，是当前读，在pId=2的聚簇索引上加S锁，不存在gap lock。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5a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r>
              <a:rPr lang="zh-CN" altLang="en-US">
                <a:sym typeface="+mn-ea"/>
              </a:rPr>
              <a:t>(2)select * from table where pId &gt; 2</a:t>
            </a:r>
            <a:endParaRPr lang="zh-CN" altLang="en-US"/>
          </a:p>
          <a:p>
            <a:r>
              <a:rPr lang="zh-CN" altLang="en-US">
                <a:sym typeface="+mn-ea"/>
              </a:rPr>
              <a:t>在RR级别下，不加任何锁，是快照读。</a:t>
            </a:r>
            <a:endParaRPr lang="zh-CN" altLang="en-US"/>
          </a:p>
          <a:p>
            <a:r>
              <a:rPr lang="zh-CN" altLang="en-US">
                <a:sym typeface="+mn-ea"/>
              </a:rPr>
              <a:t>在Serializable级别下，是当前读，在pId=3，7的聚簇索引上加S锁。在(2，3)(3，7)(7，+∞)加上gap lock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(3)select * from table where pId = 2 lock in share mode</a:t>
            </a:r>
            <a:endParaRPr lang="zh-CN" altLang="en-US"/>
          </a:p>
          <a:p>
            <a:r>
              <a:rPr lang="zh-CN" altLang="en-US">
                <a:sym typeface="+mn-ea"/>
              </a:rPr>
              <a:t>是当前读，在pId=2的聚簇索引上加S锁，不存在gap lock。</a:t>
            </a:r>
            <a:endParaRPr lang="zh-CN" altLang="en-US"/>
          </a:p>
          <a:p>
            <a:r>
              <a:rPr lang="zh-CN" altLang="en-US">
                <a:sym typeface="+mn-ea"/>
              </a:rPr>
              <a:t>(4)select * from table where pId &gt; 2 lock in share mode</a:t>
            </a:r>
            <a:endParaRPr lang="zh-CN" altLang="en-US"/>
          </a:p>
          <a:p>
            <a:r>
              <a:rPr lang="zh-CN" altLang="en-US">
                <a:sym typeface="+mn-ea"/>
              </a:rPr>
              <a:t>是当前读，在pId=3，7的聚簇索引上加S锁。在(2，3)(3，7)(7，+∞)加上gap lock</a:t>
            </a:r>
            <a:endParaRPr lang="zh-CN" altLang="en-US"/>
          </a:p>
          <a:p>
            <a:r>
              <a:rPr lang="zh-CN" altLang="en-US">
                <a:sym typeface="+mn-ea"/>
              </a:rPr>
              <a:t>(5)select * from table where pId = 2 for update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5b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是当前读，在pId=2的聚簇索引上加X锁。</a:t>
            </a:r>
            <a:endParaRPr lang="zh-CN" altLang="en-US"/>
          </a:p>
          <a:p>
            <a:r>
              <a:rPr lang="zh-CN" altLang="en-US">
                <a:sym typeface="+mn-ea"/>
              </a:rPr>
              <a:t>(6)select * from table where pId &gt; 2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在pId=3，7的聚簇索引上加X锁。在(2，3)(3，7)(7，+∞)加上gap lock</a:t>
            </a:r>
            <a:endParaRPr lang="zh-CN" altLang="en-US"/>
          </a:p>
          <a:p>
            <a:r>
              <a:rPr lang="zh-CN" altLang="en-US">
                <a:sym typeface="+mn-ea"/>
              </a:rPr>
              <a:t>(7)select * from table where pId = 6 [lock in share mode|for update]</a:t>
            </a:r>
            <a:endParaRPr lang="zh-CN" altLang="en-US"/>
          </a:p>
          <a:p>
            <a:r>
              <a:rPr lang="zh-CN" altLang="en-US">
                <a:sym typeface="+mn-ea"/>
              </a:rPr>
              <a:t>注意了，pId=6是不存在的列，这种情况会在(3，7)上加gap lock。</a:t>
            </a:r>
            <a:endParaRPr lang="zh-CN" altLang="en-US"/>
          </a:p>
          <a:p>
            <a:r>
              <a:rPr lang="zh-CN" altLang="en-US">
                <a:sym typeface="+mn-ea"/>
              </a:rPr>
              <a:t>(8)select * from table where pId &gt; 18 [lock in share mode|for update]</a:t>
            </a:r>
            <a:endParaRPr lang="zh-CN" altLang="en-US"/>
          </a:p>
          <a:p>
            <a:r>
              <a:rPr lang="zh-CN" altLang="en-US">
                <a:sym typeface="+mn-ea"/>
              </a:rPr>
              <a:t>注意了，pId&gt;18，查询结果是空的。在这种情况下，是在(7，+∞)上加gap lock。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）RR/Serializable+条件列是非聚簇索引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这里非聚簇索引，需要区分是否为唯一索引。因为如果是非唯一索引，间隙锁的加锁方式是有区别的。</a:t>
            </a:r>
            <a:endParaRPr lang="zh-CN" altLang="en-US"/>
          </a:p>
          <a:p>
            <a:r>
              <a:rPr lang="zh-CN" altLang="en-US"/>
              <a:t>先说一下，唯一索引的情况。如果是唯一索引，情况和RR/Serializable+条件列是聚簇索引类似，唯一有区别的是:这个时候有两棵索引树，加锁是加在对应的非聚簇索引树和聚簇索引树上！大家可以自行推敲!</a:t>
            </a:r>
            <a:endParaRPr lang="zh-CN" altLang="en-US"/>
          </a:p>
          <a:p>
            <a:r>
              <a:rPr lang="zh-CN" altLang="en-US"/>
              <a:t>下面说一下，非聚簇索引是非唯一索引的情况，他和唯一索引的区别就是通过索引进行精确查询以后，不仅存在record lock，还存在gap lock。而通过唯一索引进行精确查询后，只存在record lock，不存在gap lock。老规矩在num列建立非唯一索引</a:t>
            </a:r>
            <a:endParaRPr lang="zh-CN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6a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(1)select * from table where num = 200</a:t>
            </a:r>
            <a:endParaRPr lang="zh-CN" altLang="en-US"/>
          </a:p>
          <a:p>
            <a:r>
              <a:rPr lang="zh-CN" altLang="en-US"/>
              <a:t>在RR级别下，不加任何锁，是快照读。</a:t>
            </a:r>
            <a:endParaRPr lang="zh-CN" altLang="en-US"/>
          </a:p>
          <a:p>
            <a:r>
              <a:rPr lang="zh-CN" altLang="en-US"/>
              <a:t>在Serializable级别下，是当前读，在pId=2，7的聚簇索引上加S锁，在num=200的非聚集索引上加S锁，在(100，200)(200，300)加上gap lock。</a:t>
            </a:r>
            <a:endParaRPr lang="zh-CN" altLang="en-US"/>
          </a:p>
          <a:p>
            <a:r>
              <a:rPr lang="zh-CN" altLang="en-US"/>
              <a:t>(2)select * from table where num &gt; 200</a:t>
            </a:r>
            <a:endParaRPr lang="zh-CN" altLang="en-US"/>
          </a:p>
          <a:p>
            <a:r>
              <a:rPr lang="zh-CN" altLang="en-US"/>
              <a:t>在RR级别下，不加任何锁，是快照读。</a:t>
            </a:r>
            <a:endParaRPr lang="zh-CN" altLang="en-US"/>
          </a:p>
          <a:p>
            <a:r>
              <a:rPr lang="zh-CN" altLang="en-US"/>
              <a:t>在Serializable级别下，是当前读，在pId=3的聚簇索引上加S锁，在num=300的非聚集索引上加S锁。在(200，300)(300，+∞)加上gap lock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6b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(3)select * from table where num = 200 lock in share mode</a:t>
            </a:r>
            <a:endParaRPr lang="zh-CN" altLang="en-US"/>
          </a:p>
          <a:p>
            <a:r>
              <a:rPr lang="zh-CN" altLang="en-US">
                <a:sym typeface="+mn-ea"/>
              </a:rPr>
              <a:t>是当前读，在pId=2，7的聚簇索引上加S锁，在num=200的非聚集索引上加S锁，在(100，200)(200，300)加上gap lock。</a:t>
            </a:r>
            <a:endParaRPr lang="zh-CN" altLang="en-US"/>
          </a:p>
          <a:p>
            <a:r>
              <a:rPr lang="zh-CN" altLang="en-US">
                <a:sym typeface="+mn-ea"/>
              </a:rPr>
              <a:t>(4)select * from table where num &gt; 200 lock in share mode</a:t>
            </a:r>
            <a:endParaRPr lang="zh-CN" altLang="en-US"/>
          </a:p>
          <a:p>
            <a:r>
              <a:rPr lang="zh-CN" altLang="en-US">
                <a:sym typeface="+mn-ea"/>
              </a:rPr>
              <a:t>是当前读，在pId=3的聚簇索引上加S锁，在num=300的非聚集索引上加S锁。在(200，300)(300，+∞)加上gap lock。</a:t>
            </a:r>
            <a:endParaRPr lang="zh-CN" altLang="en-US"/>
          </a:p>
          <a:p>
            <a:r>
              <a:rPr lang="zh-CN" altLang="en-US">
                <a:sym typeface="+mn-ea"/>
              </a:rPr>
              <a:t>(5)select * from table where num = 200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是当前读，在pId=2，7的聚簇索引上加S锁，在num=200的非聚集索引上加X锁，在(100，200)(200，300)加上gap lock。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（</a:t>
            </a:r>
            <a:r>
              <a:rPr lang="en-US" altLang="zh-CN"/>
              <a:t>6c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>
                <a:sym typeface="+mn-ea"/>
              </a:rPr>
              <a:t>(6)select * from table where num &gt; 200 for update</a:t>
            </a:r>
            <a:endParaRPr lang="zh-CN" altLang="en-US"/>
          </a:p>
          <a:p>
            <a:r>
              <a:rPr lang="zh-CN" altLang="en-US">
                <a:sym typeface="+mn-ea"/>
              </a:rPr>
              <a:t>是当前读，在pId=3的聚簇索引上加S锁，在num=300的非聚集索引上加X锁。在(200，300)(300，+∞)加上gap lock</a:t>
            </a:r>
            <a:endParaRPr lang="zh-CN" altLang="en-US"/>
          </a:p>
          <a:p>
            <a:r>
              <a:rPr lang="zh-CN" altLang="en-US">
                <a:sym typeface="+mn-ea"/>
              </a:rPr>
              <a:t>(7)select * from table where num = 250 [lock in share mode|for update]</a:t>
            </a:r>
            <a:endParaRPr lang="zh-CN" altLang="en-US"/>
          </a:p>
          <a:p>
            <a:r>
              <a:rPr lang="zh-CN" altLang="en-US">
                <a:sym typeface="+mn-ea"/>
              </a:rPr>
              <a:t>注意了，num=250是不存在的列，这种情况会在(200，300)上加gap lock。</a:t>
            </a:r>
            <a:endParaRPr lang="zh-CN" altLang="en-US"/>
          </a:p>
          <a:p>
            <a:r>
              <a:rPr lang="zh-CN" altLang="en-US">
                <a:sym typeface="+mn-ea"/>
              </a:rPr>
              <a:t>(8)select * from table where num &gt; 400 [lock in share mode|for update]</a:t>
            </a:r>
            <a:endParaRPr lang="zh-CN" altLang="en-US"/>
          </a:p>
          <a:p>
            <a:r>
              <a:rPr lang="zh-CN" altLang="en-US">
                <a:sym typeface="+mn-ea"/>
              </a:rPr>
              <a:t>注意了，</a:t>
            </a:r>
            <a:r>
              <a:rPr lang="zh-CN" altLang="en-US">
                <a:sym typeface="+mn-ea"/>
              </a:rPr>
              <a:t>num</a:t>
            </a:r>
            <a:r>
              <a:rPr lang="zh-CN" altLang="en-US">
                <a:sym typeface="+mn-ea"/>
              </a:rPr>
              <a:t>&gt;400，查询结果是空的。在这种情况下，是在(400，+∞)上加gap lock。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4</a:t>
            </a:r>
            <a:r>
              <a:rPr lang="zh-CN" altLang="en-US"/>
              <a:t>、事务隔离</a:t>
            </a:r>
            <a:endParaRPr lang="zh-CN" altLang="en-US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4.1 </a:t>
            </a:r>
            <a:r>
              <a:rPr lang="zh-CN" altLang="en-US">
                <a:sym typeface="+mn-ea"/>
              </a:rPr>
              <a:t>新说Mysql事务隔离级别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事务隔离级别这个问题，无论是校招还是社招，面试官都爱问！然而目前网上很多文章，说句实在话啊，我看了后我都怀疑作者弄懂没!因为他们对可重复读(Repeatable Read)和串行化（serializable）的解析实在是看的我一头雾水！</a:t>
            </a:r>
            <a:endParaRPr lang="zh-CN" altLang="en-US"/>
          </a:p>
          <a:p>
            <a:r>
              <a:rPr lang="zh-CN" altLang="en-US"/>
              <a:t>再加上很多书都说可重复读解决了幻读问题，比如《mysql技术内幕--innodb存储引擎》等，不一一列举了，因此网上关于事务隔离级别的文章大多是有问题的，所以再开一文说明！</a:t>
            </a:r>
            <a:endParaRPr lang="zh-CN" alt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4.2 </a:t>
            </a:r>
            <a:r>
              <a:rPr lang="zh-CN" altLang="en-US">
                <a:sym typeface="+mn-ea"/>
              </a:rPr>
              <a:t>幻读、不可重复读、脏读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根据事务的隔离级别不同，会有三种情况发生。即脏读、不可重复读、幻读。这里我先不提这三种情况的定义，后面在讲隔离级别的时候会补上。</a:t>
            </a:r>
            <a:endParaRPr lang="zh-CN" altLang="en-US"/>
          </a:p>
          <a:p>
            <a:r>
              <a:rPr lang="zh-CN" altLang="en-US"/>
              <a:t>这里，大家记住一点，根据脏读、不可重复读、幻读定义来看(自己总结，官网没有)，有如下包含关系:</a:t>
            </a:r>
            <a:endParaRPr lang="zh-CN" alt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 </a:t>
            </a:r>
            <a:r>
              <a:rPr lang="zh-CN" altLang="en-US"/>
              <a:t>幻读、不可重复读、脏读，是现象</a:t>
            </a:r>
            <a:r>
              <a:rPr lang="en-US" altLang="zh-CN"/>
              <a:t>!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那么，这张图怎么理解呢？</a:t>
            </a:r>
            <a:endParaRPr lang="zh-CN" altLang="en-US"/>
          </a:p>
          <a:p>
            <a:r>
              <a:rPr lang="zh-CN" altLang="en-US"/>
              <a:t>即，如果发生了脏读，那么不可重复读和幻读是一定发生的。因为拿脏读的现象，用不可重复读，幻读的定义也能解释的通。但是反过来，拿不可重复读的现象，用脏读的定义就不一定解释的通了！</a:t>
            </a:r>
            <a:endParaRPr lang="zh-CN" altLang="en-US"/>
          </a:p>
        </p:txBody>
      </p:sp>
      <p:pic>
        <p:nvPicPr>
          <p:cNvPr id="8" name="图片 7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1285" y="3735705"/>
            <a:ext cx="2971800" cy="29718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即，如果发生了脏读，那么不可重复读和幻读是一定发生的。因为拿脏读的现象，用不可重复读，幻读的定义也能解释的通。但是反过来，拿不可重复读的现象，用脏读的定义就不一定解释的通了！</a:t>
            </a:r>
            <a:endParaRPr lang="zh-CN" altLang="en-US"/>
          </a:p>
          <a:p>
            <a:r>
              <a:rPr lang="zh-CN" altLang="en-US">
                <a:sym typeface="+mn-ea"/>
              </a:rPr>
              <a:t>假设有表tx_tb如下，pId为主键</a:t>
            </a:r>
            <a:endParaRPr lang="zh-CN" altLang="en-US"/>
          </a:p>
          <a:p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6675755" y="4050030"/>
          <a:ext cx="3489960" cy="132524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44980"/>
                <a:gridCol w="1744980"/>
              </a:tblGrid>
              <a:tr h="58864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pId</a:t>
                      </a:r>
                      <a:endParaRPr lang="en-US" altLang="en-US" sz="1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name</a:t>
                      </a:r>
                      <a:endParaRPr lang="en-US" altLang="en-US" sz="1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</a:tr>
              <a:tr h="7366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zhangsan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4.2.1 </a:t>
            </a:r>
            <a:r>
              <a:rPr lang="zh-CN" altLang="en-US">
                <a:sym typeface="+mn-ea"/>
              </a:rPr>
              <a:t>读未提交(READ_UNCOMMITTED)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262880" cy="4351655"/>
          </a:xfrm>
        </p:spPr>
        <p:txBody>
          <a:bodyPr/>
          <a:p>
            <a:r>
              <a:rPr lang="zh-CN" altLang="en-US"/>
              <a:t>其实这个从隔离名字就可以看出来，一个事务可以读到另一个事务未提交的数据！为了便于说明，我简单的画图说明！</a:t>
            </a:r>
            <a:endParaRPr lang="zh-CN" altLang="en-US"/>
          </a:p>
        </p:txBody>
      </p:sp>
      <p:pic>
        <p:nvPicPr>
          <p:cNvPr id="9" name="图片 8" descr="IMG_2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68110" y="1550670"/>
            <a:ext cx="5043805" cy="50095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官网对脏读定义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如图所示，一个事务检索的数据被另一个未提交的事务给修改了。</a:t>
            </a:r>
            <a:endParaRPr lang="zh-CN" altLang="en-US"/>
          </a:p>
          <a:p>
            <a:r>
              <a:rPr lang="zh-CN" altLang="en-US"/>
              <a:t>官网对脏读定义的地址为</a:t>
            </a:r>
            <a:endParaRPr lang="zh-CN" altLang="en-US"/>
          </a:p>
          <a:p>
            <a:r>
              <a:rPr lang="zh-CN" altLang="en-US"/>
              <a:t>https://dev.mysql.com/doc/refman/5.7/en/glossary.html#glos_dirty_read</a:t>
            </a:r>
            <a:endParaRPr lang="zh-CN" altLang="en-US"/>
          </a:p>
          <a:p>
            <a:r>
              <a:rPr lang="zh-CN" altLang="en-US"/>
              <a:t>其内容为</a:t>
            </a:r>
            <a:endParaRPr lang="zh-CN" altLang="en-US"/>
          </a:p>
          <a:p>
            <a:r>
              <a:rPr lang="zh-CN" altLang="en-US"/>
              <a:t>**dirty read</a:t>
            </a:r>
            <a:endParaRPr lang="zh-CN" altLang="en-US"/>
          </a:p>
          <a:p>
            <a:r>
              <a:rPr lang="zh-CN" altLang="en-US"/>
              <a:t>An operation that retrieves unreliable data， data that was updated by another transaction but not yet becommitted.</a:t>
            </a:r>
            <a:endParaRPr lang="zh-CN" altLang="en-US"/>
          </a:p>
          <a:p>
            <a:r>
              <a:rPr lang="zh-CN" altLang="en-US"/>
              <a:t>**</a:t>
            </a:r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官网对脏读定义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翻译过来就是</a:t>
            </a:r>
            <a:endParaRPr lang="zh-CN" altLang="en-US"/>
          </a:p>
          <a:p>
            <a:r>
              <a:rPr lang="zh-CN" altLang="en-US"/>
              <a:t>检索操作出来的数据是不可靠的，是可以被另一个未提交的事务修改的！</a:t>
            </a:r>
            <a:endParaRPr lang="zh-CN" altLang="en-US"/>
          </a:p>
          <a:p>
            <a:r>
              <a:rPr lang="zh-CN" altLang="en-US"/>
              <a:t>检索的数据，可能被未知（什么时间、多少事务都不知道）的事务改写更新，</a:t>
            </a:r>
            <a:endParaRPr lang="zh-CN" altLang="en-US"/>
          </a:p>
          <a:p>
            <a:r>
              <a:rPr lang="zh-CN" altLang="en-US"/>
              <a:t>你会发现，我们的演示结果和官网对脏读的定义一致。根据我们最开始的推理，如果存在脏读，那么不可重复读和幻读一定是存在的。</a:t>
            </a:r>
            <a:endParaRPr lang="zh-CN" alt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4.2.2 </a:t>
            </a:r>
            <a:r>
              <a:rPr lang="zh-CN" altLang="en-US">
                <a:sym typeface="+mn-ea"/>
              </a:rPr>
              <a:t>读已提交(READ_COMMITTED)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30800" cy="4351655"/>
          </a:xfrm>
        </p:spPr>
        <p:txBody>
          <a:bodyPr/>
          <a:p>
            <a:r>
              <a:rPr lang="zh-CN" altLang="en-US"/>
              <a:t>这个也能看的出来，一个事务能读到另一个事务已提交的数据！为了便于说明，我简单的画图说明！</a:t>
            </a:r>
            <a:endParaRPr lang="zh-CN" altLang="en-US"/>
          </a:p>
        </p:txBody>
      </p:sp>
      <p:pic>
        <p:nvPicPr>
          <p:cNvPr id="11" name="图片 9" descr="IMG_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0520" y="1467485"/>
            <a:ext cx="5034915" cy="53905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官网对不可重复读定义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0000"/>
          </a:bodyPr>
          <a:p>
            <a:r>
              <a:rPr lang="zh-CN" altLang="en-US"/>
              <a:t>如图所示，一个事务检索的数据只能被另一个已提交的事务修改。</a:t>
            </a:r>
            <a:endParaRPr lang="zh-CN" altLang="en-US"/>
          </a:p>
          <a:p>
            <a:r>
              <a:rPr lang="zh-CN" altLang="en-US"/>
              <a:t>官网对不可重复读定义的地址为</a:t>
            </a:r>
            <a:endParaRPr lang="zh-CN" altLang="en-US"/>
          </a:p>
          <a:p>
            <a:r>
              <a:rPr lang="zh-CN" altLang="en-US"/>
              <a:t>https://dev.mysql.com/doc/refman/5.7/en/glossary.html#glos_non_repeatable_read</a:t>
            </a:r>
            <a:endParaRPr lang="zh-CN" altLang="en-US"/>
          </a:p>
          <a:p>
            <a:r>
              <a:rPr lang="zh-CN" altLang="en-US"/>
              <a:t>其内容为</a:t>
            </a:r>
            <a:endParaRPr lang="zh-CN" altLang="en-US"/>
          </a:p>
          <a:p>
            <a:r>
              <a:rPr lang="zh-CN" altLang="en-US"/>
              <a:t>**non-repeatable read</a:t>
            </a:r>
            <a:endParaRPr lang="zh-CN" altLang="en-US"/>
          </a:p>
          <a:p>
            <a:r>
              <a:rPr lang="zh-CN" altLang="en-US"/>
              <a:t>The situation when a query retrieves data， and a later query within the same transaction retrieves what should be the same data， but the queries return different results (changed by another transaction committing in the meantime).</a:t>
            </a:r>
            <a:endParaRPr lang="zh-CN" altLang="en-US"/>
          </a:p>
          <a:p>
            <a:r>
              <a:rPr lang="zh-CN" altLang="en-US"/>
              <a:t>**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官网对不可重复读定义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翻译过来就是</a:t>
            </a:r>
            <a:endParaRPr lang="zh-CN" altLang="en-US"/>
          </a:p>
          <a:p>
            <a:r>
              <a:rPr lang="zh-CN" altLang="en-US">
                <a:sym typeface="+mn-ea"/>
              </a:rPr>
              <a:t>一个查询语句检索数据，随后又有一个查询语句在同一个事务中检索数据，两个数据应该是一样的，但是实际情况返回了不同的结果。！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(值在不同间隔内访问时，发生变化，因此，针对这种情况，在这个事件间隔内，“不可重复读”)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ps:作者注，这里的不同结果，指的是在行不变的情况下(专业点说，主键索引没变)，主键索引指向的磁盘上的数据内容变了。如果主键索引变了，比如新增一条数据或者删除一条数据，就不是不可重复读。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显然，我们这个现象符合不可重复读的定义。下面，大家做一个思考:</a:t>
            </a:r>
            <a:endParaRPr lang="zh-CN" altLang="en-US"/>
          </a:p>
          <a:p>
            <a:r>
              <a:rPr lang="zh-CN" altLang="en-US">
                <a:sym typeface="+mn-ea"/>
              </a:rPr>
              <a:t>这个不可重复读的定义，放到脏读的现象里是不是也可以说的通。显然脏读的现象，也就是读未提交(READ_UNCOMMITTED)的那个例子，是不是也符合在同一个事务中返回了不同结果！</a:t>
            </a:r>
            <a:endParaRPr lang="zh-CN" altLang="en-US"/>
          </a:p>
          <a:p>
            <a:r>
              <a:rPr lang="zh-CN" altLang="en-US">
                <a:sym typeface="+mn-ea"/>
              </a:rPr>
              <a:t>但是反过来就不一定通了，一个事务A中查询两次的结果在被另一个事务B改变的情况下，如果事务B未提交就改变了事务A的结果，就属于脏读，也属于不可重复读。如果该事务B提交了才改变事务A的结果，就不属于脏读，但属于不可重复读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4.2.3 </a:t>
            </a:r>
            <a:r>
              <a:rPr lang="zh-CN" altLang="en-US">
                <a:sym typeface="+mn-ea"/>
              </a:rPr>
              <a:t>可重复读(REPEATABLE_READ)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这里，我改变一下顺序，先上幻读的定义</a:t>
            </a:r>
            <a:endParaRPr lang="zh-CN" altLang="en-US"/>
          </a:p>
          <a:p>
            <a:r>
              <a:rPr lang="zh-CN" altLang="en-US"/>
              <a:t>官网对幻读定义的地址为</a:t>
            </a:r>
            <a:endParaRPr lang="zh-CN" altLang="en-US"/>
          </a:p>
          <a:p>
            <a:r>
              <a:rPr lang="zh-CN" altLang="en-US"/>
              <a:t>https://dev.mysql.com/doc/refman/5.7/en/glossary.html#glos_phantom</a:t>
            </a:r>
            <a:endParaRPr lang="zh-CN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官网对幻读定义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phantom</a:t>
            </a:r>
            <a:endParaRPr lang="zh-CN" altLang="en-US"/>
          </a:p>
          <a:p>
            <a:r>
              <a:rPr lang="zh-CN" altLang="en-US"/>
              <a:t>A row that appears in the result set of a query， but not in the result set of an earlier query. For example， if a query is run twice within a transaction， and in the meantime， another transaction commits after inserting a new row or updating a row so that it matches the WHERE clause of the query.</a:t>
            </a:r>
            <a:endParaRPr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官网对幻读定义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翻译过来就是</a:t>
            </a:r>
            <a:endParaRPr lang="zh-CN" altLang="en-US"/>
          </a:p>
          <a:p>
            <a:r>
              <a:rPr lang="zh-CN" altLang="en-US"/>
              <a:t>在一次查询的结果集里出现了某一行数据，但是该数据并未出现在更早的查询结果集里。</a:t>
            </a:r>
            <a:endParaRPr lang="zh-CN" altLang="en-US"/>
          </a:p>
          <a:p>
            <a:r>
              <a:rPr lang="zh-CN" altLang="en-US"/>
              <a:t>例如，在一次事务里进行了两次查询，同时另一个事务插入某一行或更新某一行数据后(该数据符合查询语句里where后的条件)，并提交了！</a:t>
            </a:r>
            <a:endParaRPr lang="zh-CN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幻读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好了，接下来上图，大家自己评定该现象是否符合幻读的定义</a:t>
            </a:r>
            <a:endParaRPr lang="zh-CN" altLang="en-US"/>
          </a:p>
          <a:p>
            <a:r>
              <a:rPr lang="zh-CN" altLang="en-US"/>
              <a:t>显然，该现象是符合幻读的定义的。同一事务的两次相同查询出现不同行。下面，大家做一个思考:</a:t>
            </a:r>
            <a:endParaRPr lang="zh-CN" altLang="en-US"/>
          </a:p>
          <a:p>
            <a:r>
              <a:rPr lang="zh-CN" altLang="en-US"/>
              <a:t>这个幻读的定义，放到不可重复读的现象里是不是也可以说的通。大家自行思考！</a:t>
            </a:r>
            <a:endParaRPr lang="zh-CN" altLang="en-US"/>
          </a:p>
          <a:p>
            <a:r>
              <a:rPr lang="zh-CN" altLang="en-US"/>
              <a:t>反过来就不一定通了。事务第二次查询出了一个数据，但是该数据并未出现在第一次查询的结果集里。如果该数据是修改数据，那么该现象既属于不可重复读，也属于幻读。如果该数据是新增或删除的数据，那该现象就不属于不可重复读，但属于幻读。</a:t>
            </a:r>
            <a:endParaRPr lang="zh-CN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接下来说一下，为什么很多文章都产生误传，说是可重复读可以解决幻读问题！原因出自官网的一句话</a:t>
            </a:r>
            <a:endParaRPr lang="zh-CN" altLang="en-US"/>
          </a:p>
          <a:p>
            <a:r>
              <a:rPr lang="zh-CN" altLang="en-US"/>
              <a:t>(地址是:https://dev.mysql.com/doc/refman/5.7/en/innodb-locking.html#innodb-record-locks)</a:t>
            </a:r>
            <a:endParaRPr lang="zh-CN" altLang="en-US"/>
          </a:p>
          <a:p>
            <a:r>
              <a:rPr lang="zh-CN" altLang="en-US"/>
              <a:t>原文内容如下</a:t>
            </a:r>
            <a:endParaRPr lang="zh-CN" altLang="en-US"/>
          </a:p>
          <a:p>
            <a:r>
              <a:rPr lang="zh-CN" altLang="en-US"/>
              <a:t>By default， InnoDB operates in REPEATABLE READ transaction isolation level. In this case， InnoDB uses next-key locks for searches and index scans， which prevents phantom rows (see Section 14.7.4， “Phantom Rows”).</a:t>
            </a:r>
            <a:endParaRPr lang="zh-CN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幻读问题，使用next-key locks！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然后大家继续你抄我，我抄你，结果你懂的！</a:t>
            </a:r>
            <a:endParaRPr lang="zh-CN" altLang="en-US"/>
          </a:p>
          <a:p>
            <a:r>
              <a:rPr lang="zh-CN" altLang="en-US"/>
              <a:t>显然，漏了"使用了next-key locks！"这个条件后，意思完全改变，我们在该隔离级别下执行语句</a:t>
            </a:r>
            <a:endParaRPr lang="zh-CN" altLang="en-US"/>
          </a:p>
          <a:p>
            <a:r>
              <a:rPr lang="zh-CN" altLang="en-US"/>
              <a:t>select *  from tx_tb where pId &gt;= 1;</a:t>
            </a:r>
            <a:endParaRPr lang="zh-CN" altLang="en-US"/>
          </a:p>
          <a:p>
            <a:r>
              <a:rPr lang="zh-CN" altLang="en-US"/>
              <a:t>是快照读，是不加任何锁的，根本不能解决幻读问题，除非你用</a:t>
            </a:r>
            <a:endParaRPr lang="zh-CN" altLang="en-US"/>
          </a:p>
          <a:p>
            <a:r>
              <a:rPr lang="zh-CN" altLang="en-US"/>
              <a:t>select *  from tx_tb where pId &gt;= 1 lock in share mode;</a:t>
            </a:r>
            <a:endParaRPr lang="zh-CN" altLang="en-US"/>
          </a:p>
          <a:p>
            <a:r>
              <a:rPr lang="zh-CN" altLang="en-US"/>
              <a:t>这样，你就用上了next-key locks，解决了幻读问题！</a:t>
            </a:r>
            <a:endParaRPr lang="zh-CN" alt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4.4.4 </a:t>
            </a:r>
            <a:r>
              <a:rPr lang="zh-CN" altLang="en-US">
                <a:sym typeface="+mn-ea"/>
              </a:rPr>
              <a:t>串行读(SERIALIZABLE_READ)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549265" cy="4351655"/>
          </a:xfrm>
        </p:spPr>
        <p:txBody>
          <a:bodyPr/>
          <a:p>
            <a:r>
              <a:rPr lang="zh-CN" altLang="en-US"/>
              <a:t>在该隔离级别下，</a:t>
            </a:r>
            <a:r>
              <a:rPr lang="zh-CN" altLang="en-US">
                <a:solidFill>
                  <a:srgbClr val="FF0000"/>
                </a:solidFill>
              </a:rPr>
              <a:t>所有的select语句后都自动加上lock in share mode</a:t>
            </a:r>
            <a:r>
              <a:rPr lang="zh-CN" altLang="en-US"/>
              <a:t>。</a:t>
            </a:r>
            <a:endParaRPr lang="zh-CN" altLang="en-US"/>
          </a:p>
          <a:p>
            <a:r>
              <a:rPr lang="zh-CN" altLang="en-US"/>
              <a:t>因此，在该隔离级别下，无论你如何进行查询，都会使用next-key locks。</a:t>
            </a:r>
            <a:endParaRPr lang="zh-CN" altLang="en-US"/>
          </a:p>
          <a:p>
            <a:r>
              <a:rPr lang="zh-CN" altLang="en-US"/>
              <a:t>所有的select操作均为当前读!</a:t>
            </a:r>
            <a:endParaRPr lang="zh-CN" altLang="en-US"/>
          </a:p>
        </p:txBody>
      </p:sp>
      <p:pic>
        <p:nvPicPr>
          <p:cNvPr id="7" name="图片 11" descr="IMG_2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49490" y="1492885"/>
            <a:ext cx="4198620" cy="54216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next-key locks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OK，注意看上表红色部分！就是因为使用了next-key locks，innodb将PiD=1这条索引记录，和(1，++∞)这个间隙锁住了。其他事务要在这个间隙上插数据，就会阻塞，从而防止幻读发生!</a:t>
            </a:r>
            <a:endParaRPr lang="zh-CN" altLang="en-US"/>
          </a:p>
          <a:p>
            <a:r>
              <a:rPr lang="zh-CN" altLang="en-US"/>
              <a:t>有的人会说，你这第二次查询的结果，也变了啊，明显和第一次查询结果不一样啊?对此，我只能说，请看清楚啊。这是被自己的事务改的，不是被其他事物修改的。</a:t>
            </a:r>
            <a:endParaRPr lang="zh-CN" altLang="en-US"/>
          </a:p>
          <a:p>
            <a:r>
              <a:rPr lang="zh-CN" altLang="en-US"/>
              <a:t>这不算是幻读，也不是不可重复读。</a:t>
            </a:r>
            <a:endParaRPr lang="zh-CN" alt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最后来一个表格做总结吧，你面试答这个表就行。上面的一切是为了这张表做准备！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>
            <p:custDataLst>
              <p:tags r:id="rId1"/>
            </p:custDataLst>
          </p:nvPr>
        </p:nvGraphicFramePr>
        <p:xfrm>
          <a:off x="3216275" y="3159760"/>
          <a:ext cx="6022340" cy="26073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05585"/>
                <a:gridCol w="1505585"/>
                <a:gridCol w="1505585"/>
                <a:gridCol w="1505585"/>
              </a:tblGrid>
              <a:tr h="612775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隔离级别</a:t>
                      </a:r>
                      <a:endParaRPr lang="en-US" altLang="en-US" sz="1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脏读</a:t>
                      </a:r>
                      <a:endParaRPr lang="en-US" altLang="en-US" sz="1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不可重复读</a:t>
                      </a:r>
                      <a:endParaRPr lang="en-US" altLang="en-US" sz="1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800" b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幻读</a:t>
                      </a:r>
                      <a:endParaRPr lang="en-US" altLang="en-US" sz="1800" b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AFAFA"/>
                    </a:solidFill>
                  </a:tcPr>
                </a:tc>
              </a:tr>
              <a:tr h="49847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读未提交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1214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不可重复读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91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可重复读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是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81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串行化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否</a:t>
                      </a:r>
                      <a:endParaRPr lang="en-US" altLang="en-US" sz="1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6675" marR="66675" marT="38100" marB="38100" vert="horz" anchor="ctr" anchorCtr="0">
                    <a:lnL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C0C0C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5</a:t>
            </a:r>
            <a:r>
              <a:rPr lang="zh-CN" altLang="en-US"/>
              <a:t>、读</a:t>
            </a:r>
            <a:endParaRPr lang="zh-CN" altLang="en-US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5.1 </a:t>
            </a:r>
            <a:r>
              <a:rPr lang="zh-CN" altLang="en-US">
                <a:sym typeface="+mn-ea"/>
              </a:rPr>
              <a:t>普通读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zh-CN" altLang="en-US"/>
              <a:t>1.1 定义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普通读（也称快照读，英文名：Consistent Read），就是单纯的 SELECT 语句，不包括下面这两类语句：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SELECT ... FOR UPDATE 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SELECT ... LOCK IN SHARE MODE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普通读的执行方式是生成 ReadView，直接利用 MVCC 机制来进行读取，并不会对记录进行加锁。</a:t>
            </a:r>
            <a:endParaRPr lang="zh-CN" alt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小贴士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对于 SERIALIZABLE 隔离级别来说，如果 autocommit 系统变量被设置为OFF，那普通读的语句会转变为锁定读，和在普通的 SELECT 语句后边加 LOCK IN SHARE MODE 达成的效果一样。</a:t>
            </a:r>
            <a:endParaRPr lang="zh-CN" altLang="en-US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5</a:t>
            </a:r>
            <a:r>
              <a:rPr lang="zh-CN" altLang="en-US">
                <a:sym typeface="+mn-ea"/>
              </a:rPr>
              <a:t>.</a:t>
            </a:r>
            <a:r>
              <a:rPr lang="en-US" altLang="zh-CN">
                <a:sym typeface="+mn-ea"/>
              </a:rPr>
              <a:t>1.1 </a:t>
            </a:r>
            <a:r>
              <a:rPr lang="zh-CN" altLang="en-US">
                <a:sym typeface="+mn-ea"/>
              </a:rPr>
              <a:t> 实现方式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普通读是通过 undo log + MVCC 来实现的，具体我们再仔细聊聊：</a:t>
            </a:r>
            <a:endParaRPr lang="zh-CN" altLang="en-US"/>
          </a:p>
          <a:p>
            <a:r>
              <a:rPr lang="zh-CN" altLang="en-US"/>
              <a:t>下图右侧黄色部分是数据：一行数据记录，主键 ID 是 10，object = 'Goland'  ，被 update 更新为 object = 'Python' 。</a:t>
            </a:r>
            <a:endParaRPr lang="zh-CN" altLang="en-US"/>
          </a:p>
        </p:txBody>
      </p:sp>
      <p:pic>
        <p:nvPicPr>
          <p:cNvPr id="19" name="图片 1" descr="IMG_25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81625" y="3244850"/>
            <a:ext cx="6613525" cy="3613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实现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事务会先使用“排他锁”锁定该行，将该行当前的值复制到 undo log 中，然后再真正地修改当前行的值，最后填写事务的 DB_TRX_ID ，使用回滚指针 DB_ROLL_PTR 指向 undo log 中修改前的行。</a:t>
            </a:r>
            <a:endParaRPr lang="zh-CN" alt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5.1.2</a:t>
            </a:r>
            <a:r>
              <a:rPr lang="zh-CN" altLang="en-US">
                <a:sym typeface="+mn-ea"/>
              </a:rPr>
              <a:t> DB_TRX_ID 和 DB_ROLL_PTR 所代表的含义：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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DB_TRX_ID :  6 字节 DB_TRX_ID 字段，表示最后更新的事务 id ( update ， delete ， insert ) 。此外，删除在内部被视为更新，其中行中的特殊位被设置为将其标记为已软删除。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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DB_ROLL_PTR :  7 字节回滚指针，指向前一个版本的 undo log 记录，组成 undo 链表。如果更新了行，则撤消日志记录包含在更新行之前重建行内容所需的信息。</a:t>
            </a:r>
            <a:endParaRPr lang="zh-CN" altLang="en-US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小贴士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insert undo log 只在事务回滚时需要， 事务提交就可以删掉了。update undo log 包括 update 和 delete ， 回滚和快照读都需要。</a:t>
            </a:r>
            <a:endParaRPr lang="zh-CN" altLang="en-US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2 当前读</a:t>
            </a:r>
            <a:br>
              <a:rPr lang="zh-CN" altLang="en-US">
                <a:sym typeface="+mn-ea"/>
              </a:rPr>
            </a:br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2.1 定义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当前读（也称锁定读，Locking Read）。</a:t>
            </a:r>
            <a:endParaRPr lang="zh-CN" altLang="en-US"/>
          </a:p>
          <a:p>
            <a:r>
              <a:rPr lang="zh-CN" altLang="en-US"/>
              <a:t>当前读，读取的是最新版本，并且需要先获取对应记录的锁，如以下这些 SQL 类型：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  <a:p>
            <a:r>
              <a:rPr lang="zh-CN" altLang="en-US"/>
              <a:t>select ... lock in share mode 、</a:t>
            </a:r>
            <a:endParaRPr lang="zh-CN" altLang="en-US"/>
          </a:p>
          <a:p>
            <a:r>
              <a:rPr lang="zh-CN" altLang="en-US"/>
              <a:t>select ... for update、</a:t>
            </a:r>
            <a:endParaRPr lang="zh-CN" altLang="en-US"/>
          </a:p>
          <a:p>
            <a:r>
              <a:rPr lang="zh-CN" altLang="en-US"/>
              <a:t>update 、delete 、insert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如何锁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当然，获取什么类型的锁取决于当前事务的隔离级别、语句的执行计划、查询条件等因素。</a:t>
            </a:r>
            <a:endParaRPr lang="zh-CN" altLang="en-US"/>
          </a:p>
          <a:p>
            <a:r>
              <a:rPr lang="zh-CN" altLang="en-US"/>
              <a:t>例如，要 update 一条记录，在事务执行过程中，如果不加锁，那么另一个事务可以 delete 这条数据并且能成功 commit ，就会产生冲突了。</a:t>
            </a:r>
            <a:endParaRPr lang="zh-CN" altLang="en-US"/>
          </a:p>
          <a:p>
            <a:r>
              <a:rPr lang="zh-CN" altLang="en-US"/>
              <a:t>所以 update 的时候肯定要是当前读，得到最新的信息并且锁定相应的记录。</a:t>
            </a:r>
            <a:endParaRPr lang="zh-CN" altLang="en-US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5.</a:t>
            </a:r>
            <a:r>
              <a:rPr lang="zh-CN" altLang="en-US">
                <a:sym typeface="+mn-ea"/>
              </a:rPr>
              <a:t>2.2 实现方式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当前读是通过 next-key 锁(行记录锁+间隙锁)来是实现的。</a:t>
            </a:r>
            <a:endParaRPr lang="zh-CN" altLang="en-US"/>
          </a:p>
          <a:p>
            <a:r>
              <a:rPr lang="zh-CN" altLang="en-US"/>
              <a:t>这里补充下行锁的 3 种算法：</a:t>
            </a:r>
            <a:endParaRPr lang="zh-CN" altLang="en-US"/>
          </a:p>
          <a:p>
            <a:r>
              <a:rPr lang="zh-CN" altLang="en-US"/>
              <a:t>行锁（Record Lock）：锁直接加在索引记录上面。</a:t>
            </a:r>
            <a:endParaRPr lang="zh-CN" altLang="en-US"/>
          </a:p>
          <a:p>
            <a:r>
              <a:rPr lang="zh-CN" altLang="en-US"/>
              <a:t>间隙锁（Gap Lock）：是 Innodb 为了解决幻读问题时引入的锁机制，所以只有在 </a:t>
            </a:r>
            <a:r>
              <a:rPr lang="zh-CN" altLang="en-US">
                <a:solidFill>
                  <a:srgbClr val="FF0000"/>
                </a:solidFill>
              </a:rPr>
              <a:t>Read Repeatable 、Serializable</a:t>
            </a:r>
            <a:r>
              <a:rPr lang="zh-CN" altLang="en-US"/>
              <a:t> 隔离级别才有。</a:t>
            </a:r>
            <a:endParaRPr lang="zh-CN" altLang="en-US"/>
          </a:p>
          <a:p>
            <a:r>
              <a:rPr lang="zh-CN" altLang="en-US"/>
              <a:t>Next-Key Lock ：</a:t>
            </a:r>
            <a:r>
              <a:rPr lang="zh-CN" altLang="en-US">
                <a:solidFill>
                  <a:srgbClr val="FF0000"/>
                </a:solidFill>
              </a:rPr>
              <a:t>Record Lock + Gap Lock</a:t>
            </a:r>
            <a:r>
              <a:rPr lang="zh-CN" altLang="en-US"/>
              <a:t>，锁定一个范围并且锁定记录本身 。</a:t>
            </a:r>
            <a:endParaRPr lang="zh-CN" alt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3551555" cy="4351655"/>
          </a:xfrm>
        </p:spPr>
        <p:txBody>
          <a:bodyPr/>
          <a:p>
            <a:r>
              <a:rPr lang="zh-CN" altLang="en-US"/>
              <a:t>下面通过一个例子来说明当前读的实现方式，例如下面这条 SQL：</a:t>
            </a:r>
            <a:endParaRPr lang="zh-CN" altLang="en-US"/>
          </a:p>
          <a:p>
            <a:r>
              <a:rPr lang="zh-CN" altLang="en-US"/>
              <a:t> delete from T where age = 7;</a:t>
            </a:r>
            <a:endParaRPr lang="zh-CN" altLang="en-US"/>
          </a:p>
          <a:p>
            <a:r>
              <a:rPr lang="zh-CN" altLang="en-US"/>
              <a:t>进行下面的实验：</a:t>
            </a:r>
            <a:endParaRPr lang="zh-CN" altLang="en-US"/>
          </a:p>
        </p:txBody>
      </p:sp>
      <p:pic>
        <p:nvPicPr>
          <p:cNvPr id="17" name="图片 2" descr="IMG_2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99635" y="1825625"/>
            <a:ext cx="7003415" cy="34067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加锁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测试可知 delete from T where age = 7; 语句在 age 上的加锁区间为 (4，10) ，图解如下：</a:t>
            </a:r>
            <a:endParaRPr lang="zh-CN" altLang="en-US"/>
          </a:p>
        </p:txBody>
      </p:sp>
      <p:pic>
        <p:nvPicPr>
          <p:cNvPr id="18" name="图片 3" descr="IMG_25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06825" y="2684145"/>
            <a:ext cx="6800215" cy="417385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5.3 </a:t>
            </a:r>
            <a:r>
              <a:rPr lang="zh-CN" altLang="en-US">
                <a:sym typeface="+mn-ea"/>
              </a:rPr>
              <a:t>概念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快照读和当前读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快照读(snapshot read)，读取历史数据，不是最新数据</a:t>
            </a:r>
            <a:endParaRPr lang="zh-CN" altLang="en-US"/>
          </a:p>
          <a:p>
            <a:r>
              <a:rPr lang="zh-CN" altLang="en-US"/>
              <a:t>简单select操作，select **</a:t>
            </a:r>
            <a:endParaRPr lang="zh-CN" altLang="en-US"/>
          </a:p>
          <a:p>
            <a:r>
              <a:rPr lang="zh-CN" altLang="en-US"/>
              <a:t>当前读(current read)，读最新数据</a:t>
            </a:r>
            <a:endParaRPr lang="zh-CN" altLang="en-US"/>
          </a:p>
          <a:p>
            <a:r>
              <a:rPr lang="zh-CN" altLang="en-US"/>
              <a:t>select ** lock in share mode</a:t>
            </a:r>
            <a:endParaRPr lang="zh-CN" altLang="en-US"/>
          </a:p>
          <a:p>
            <a:r>
              <a:rPr lang="zh-CN" altLang="en-US"/>
              <a:t>select ** for update</a:t>
            </a:r>
            <a:endParaRPr lang="zh-CN" altLang="en-US"/>
          </a:p>
          <a:p>
            <a:r>
              <a:rPr lang="zh-CN" altLang="en-US"/>
              <a:t>insert</a:t>
            </a:r>
            <a:endParaRPr lang="zh-CN" altLang="en-US"/>
          </a:p>
          <a:p>
            <a:r>
              <a:rPr lang="zh-CN" altLang="en-US"/>
              <a:t>update</a:t>
            </a:r>
            <a:endParaRPr lang="zh-CN" altLang="en-US"/>
          </a:p>
          <a:p>
            <a:r>
              <a:rPr lang="zh-CN" altLang="en-US"/>
              <a:t>delete</a:t>
            </a:r>
            <a:endParaRPr lang="zh-CN" altLang="en-US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脏读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假如有以下表结构</a:t>
            </a:r>
            <a:endParaRPr lang="zh-CN" altLang="en-US"/>
          </a:p>
          <a:p>
            <a:r>
              <a:rPr lang="zh-CN" altLang="en-US"/>
              <a:t>create table test(</a:t>
            </a:r>
            <a:endParaRPr lang="zh-CN" altLang="en-US"/>
          </a:p>
          <a:p>
            <a:r>
              <a:rPr lang="zh-CN" altLang="en-US"/>
              <a:t>  id int auto_increment</a:t>
            </a:r>
            <a:endParaRPr lang="zh-CN" altLang="en-US"/>
          </a:p>
          <a:p>
            <a:r>
              <a:rPr lang="zh-CN" altLang="en-US"/>
              <a:t>    primary key，</a:t>
            </a:r>
            <a:endParaRPr lang="zh-CN" altLang="en-US"/>
          </a:p>
          <a:p>
            <a:r>
              <a:rPr lang="zh-CN" altLang="en-US"/>
              <a:t>  no varchar(11) null</a:t>
            </a:r>
            <a:endParaRPr lang="zh-CN" altLang="en-US"/>
          </a:p>
          <a:p>
            <a:r>
              <a:rPr lang="zh-CN" altLang="en-US"/>
              <a:t>);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INSERT INTO fb4.test1 (id， name) VALUES (1， 'a');</a:t>
            </a:r>
            <a:endParaRPr lang="zh-CN" altLang="en-US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并发产生：脏读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session1	session2</a:t>
            </a:r>
            <a:endParaRPr lang="zh-CN" altLang="en-US"/>
          </a:p>
          <a:p>
            <a:r>
              <a:rPr lang="zh-CN" altLang="en-US"/>
              <a:t>update test set name=‘a’ where id=1(原name=‘b’)	</a:t>
            </a:r>
            <a:endParaRPr lang="zh-CN" altLang="en-US"/>
          </a:p>
          <a:p>
            <a:r>
              <a:rPr lang="zh-CN" altLang="en-US"/>
              <a:t>select * from test where id=1，</a:t>
            </a:r>
            <a:endParaRPr lang="zh-CN" altLang="en-US"/>
          </a:p>
          <a:p>
            <a:r>
              <a:rPr lang="zh-CN" altLang="en-US"/>
              <a:t>rollback	</a:t>
            </a:r>
            <a:endParaRPr lang="zh-CN" altLang="en-US"/>
          </a:p>
          <a:p>
            <a:r>
              <a:rPr lang="zh-CN" altLang="en-US"/>
              <a:t>在读未提交事务级别下，session1修改了id为1的记录name值，session2读取到这个未提交的事务的修改值name=a，session1因为某些原因回滚，那么session2读取到name='a’称之为脏读。</a:t>
            </a:r>
            <a:endParaRPr lang="zh-CN" altLang="en-US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不可重复读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session1	session2</a:t>
            </a:r>
            <a:endParaRPr lang="zh-CN" altLang="en-US"/>
          </a:p>
          <a:p>
            <a:r>
              <a:rPr lang="zh-CN" altLang="en-US"/>
              <a:t>select * from test where id=1，读取到name=‘b’	</a:t>
            </a:r>
            <a:endParaRPr lang="zh-CN" altLang="en-US"/>
          </a:p>
          <a:p>
            <a:r>
              <a:rPr lang="zh-CN" altLang="en-US"/>
              <a:t>update test set name=‘a’ where id=1(原name=‘b’)</a:t>
            </a:r>
            <a:endParaRPr lang="zh-CN" altLang="en-US"/>
          </a:p>
          <a:p>
            <a:r>
              <a:rPr lang="zh-CN" altLang="en-US"/>
              <a:t>commit;</a:t>
            </a:r>
            <a:endParaRPr lang="zh-CN" altLang="en-US"/>
          </a:p>
          <a:p>
            <a:r>
              <a:rPr lang="zh-CN" altLang="en-US"/>
              <a:t>select * from test where id=1，读取到name=‘a’	</a:t>
            </a:r>
            <a:endParaRPr lang="zh-CN" altLang="en-US"/>
          </a:p>
          <a:p>
            <a:r>
              <a:rPr lang="zh-CN" altLang="en-US"/>
              <a:t>在读未提交，读提交事务级别下，在事务内重复读取同一条数据，出现列值被修改前后不一致的情况，称之为不可重复读。</a:t>
            </a:r>
            <a:endParaRPr lang="zh-CN" altLang="en-US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幻读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session1	session2</a:t>
            </a:r>
            <a:endParaRPr lang="zh-CN" altLang="en-US"/>
          </a:p>
          <a:p>
            <a:r>
              <a:rPr lang="zh-CN" altLang="en-US"/>
              <a:t>select count(1) from test where id &gt;= 2;结果1条	</a:t>
            </a:r>
            <a:endParaRPr lang="zh-CN" altLang="en-US"/>
          </a:p>
          <a:p>
            <a:r>
              <a:rPr lang="zh-CN" altLang="en-US"/>
              <a:t>insert into test values(2， ‘no2’);</a:t>
            </a:r>
            <a:endParaRPr lang="zh-CN" altLang="en-US"/>
          </a:p>
          <a:p>
            <a:r>
              <a:rPr lang="zh-CN" altLang="en-US"/>
              <a:t>commit;</a:t>
            </a:r>
            <a:endParaRPr lang="zh-CN" altLang="en-US"/>
          </a:p>
          <a:p>
            <a:r>
              <a:rPr lang="zh-CN" altLang="en-US"/>
              <a:t>select count(1) from test where id &gt;= 2;结果2条	</a:t>
            </a:r>
            <a:endParaRPr lang="zh-CN" altLang="en-US"/>
          </a:p>
          <a:p>
            <a:r>
              <a:rPr lang="zh-CN" altLang="en-US"/>
              <a:t>在读未提交，读提交事务级别下，在事务内相同条件重复检索记录，发现匹配记录数目改变，前后不一致的情况，称之为幻读。</a:t>
            </a:r>
            <a:endParaRPr lang="zh-CN" altLang="en-US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RR（可重复读）级别中如何解决以上读问题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在快照读时：通过MVVC(多版本并发控制)（mvcc实现依赖undo log）来解决不可重复读和幻读。</a:t>
            </a:r>
            <a:endParaRPr lang="zh-CN" altLang="en-US"/>
          </a:p>
          <a:p>
            <a:r>
              <a:rPr lang="zh-CN" altLang="en-US"/>
              <a:t>在当前读时：Next-key locks加锁来解决不可重复读和幻读</a:t>
            </a:r>
            <a:endParaRPr lang="zh-CN" altLang="en-US"/>
          </a:p>
          <a:p>
            <a:r>
              <a:rPr lang="zh-CN" altLang="en-US"/>
              <a:t>要解决脏读：是通过提升事务级别实现</a:t>
            </a:r>
            <a:endParaRPr lang="zh-CN" altLang="en-US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zh-CN" altLang="en-US">
                <a:sym typeface="+mn-ea"/>
              </a:rPr>
              <a:t>MySQL 加锁处理分析</a:t>
            </a:r>
            <a:endParaRPr lang="zh-CN" altLang="en-US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6.1 </a:t>
            </a:r>
            <a:r>
              <a:rPr lang="zh-CN" altLang="en-US">
                <a:sym typeface="+mn-ea"/>
              </a:rPr>
              <a:t>MySQL 加锁处理分析</a:t>
            </a:r>
            <a:r>
              <a:rPr lang="zh-CN" altLang="en-US">
                <a:sym typeface="+mn-ea"/>
              </a:rPr>
              <a:t>背景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MySQL/InnoDB的加锁分析，一直是一个比较困难的话题。我在工作过程中，经常会有同事咨询这方面的问题。同时，微博上也经常会收到MySQL锁相关的私信，让我帮助解决一些死锁的问题。</a:t>
            </a:r>
            <a:endParaRPr lang="zh-CN" altLang="en-US"/>
          </a:p>
          <a:p>
            <a:r>
              <a:rPr lang="zh-CN" altLang="en-US"/>
              <a:t>本文，准备就MySQL/InnoDB的加锁问题，展开较为深入的分析与讨论，主要是介绍一种思路，运用此思路，拿到任何一条SQL语句，都能完整的分析出这条语句会加什么锁？</a:t>
            </a:r>
            <a:endParaRPr lang="zh-CN" altLang="en-US"/>
          </a:p>
          <a:p>
            <a:r>
              <a:rPr lang="zh-CN" altLang="en-US"/>
              <a:t>会有什么样的使用风险？甚至是分析线上的一个死锁场景，了解死锁产生的原因。</a:t>
            </a:r>
            <a:endParaRPr lang="zh-CN" altLang="en-US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注：MySQL是一个支持插件式存储引擎的数据库系统。</a:t>
            </a:r>
            <a:endParaRPr lang="zh-CN" altLang="en-US"/>
          </a:p>
          <a:p>
            <a:r>
              <a:rPr lang="zh-CN" altLang="en-US"/>
              <a:t>本文下面的所有介绍，都是基于InnoDB存储引擎，其他引擎的表现，会有较大的区别。</a:t>
            </a:r>
            <a:endParaRPr lang="zh-CN" altLang="en-US"/>
          </a:p>
          <a:p>
            <a:r>
              <a:rPr lang="zh-CN" altLang="en-US"/>
              <a:t>MVVC ——&gt; 读操作（快照读，当前读）——&gt; 涉及GAP锁（间隙锁）</a:t>
            </a:r>
            <a:endParaRPr lang="zh-CN" altLang="en-US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1.1  MVCC：Snapshot Read vs Current Read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MySQL InnoDB存储引擎，实现的是基于多版本的并发控制协议——MVCC (Multi-Version Concurrency Control) (注：与MVCC相对的，是基于锁的并发控制，Lock-Based Concurrency Control)。</a:t>
            </a:r>
            <a:endParaRPr lang="zh-CN" altLang="en-US"/>
          </a:p>
          <a:p>
            <a:r>
              <a:rPr lang="zh-CN" altLang="en-US"/>
              <a:t>MVCC最大的好处，相信也是耳熟能详：读不加锁，读写不冲突。在读多写少的OLTP应用中，读写不冲突是非常重要的，极大的增加了系统的并发性能，这也是为什么现阶段，几乎所有的RDBMS，都支持了MVCC。</a:t>
            </a:r>
            <a:endParaRPr lang="zh-CN" altLang="en-US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快照读 (snapshot read)与当前读 (current read)。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在MVCC并发控制中，读操作可以分成两类：快照读 (snapshot read)与当前读 (current read)。</a:t>
            </a:r>
            <a:endParaRPr lang="zh-CN" altLang="en-US"/>
          </a:p>
          <a:p>
            <a:r>
              <a:rPr lang="zh-CN" altLang="en-US"/>
              <a:t>快照读，读取的是记录的可见版本 (有可能是历史版本)，不用加锁。</a:t>
            </a:r>
            <a:endParaRPr lang="zh-CN" altLang="en-US"/>
          </a:p>
          <a:p>
            <a:r>
              <a:rPr lang="zh-CN" altLang="en-US"/>
              <a:t>当前读，读取的是记录的最新版本，并且，当前读返回的记录，都会加上锁，保证其他事务不会再并发修改这条记录。</a:t>
            </a:r>
            <a:endParaRPr lang="zh-CN" altLang="en-US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在一个支持MVCC并发控制的系统中，哪些读操作是快照读？哪些操作又是当前读呢？以MySQL InnoDB为例：</a:t>
            </a:r>
            <a:endParaRPr lang="zh-CN" alt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快照读：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简单的select操作，属于快照读，不加锁。(当然，也有例外，下面会分析)</a:t>
            </a:r>
            <a:endParaRPr lang="zh-CN" altLang="en-US"/>
          </a:p>
          <a:p>
            <a:r>
              <a:rPr lang="zh-CN" altLang="en-US"/>
              <a:t></a:t>
            </a:r>
            <a:endParaRPr lang="zh-CN" altLang="en-US"/>
          </a:p>
          <a:p>
            <a:r>
              <a:rPr lang="zh-CN" altLang="en-US"/>
              <a:t>select * from table where ?;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当前读：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特殊的读操作，插入/更新/删除操作，属于当前读，需要加锁。</a:t>
            </a:r>
            <a:endParaRPr lang="zh-CN" altLang="en-US"/>
          </a:p>
          <a:p>
            <a:r>
              <a:rPr lang="zh-CN" altLang="en-US"/>
              <a:t>select * from table where ? lock in share mode;</a:t>
            </a:r>
            <a:endParaRPr lang="zh-CN" altLang="en-US"/>
          </a:p>
          <a:p>
            <a:r>
              <a:rPr lang="zh-CN" altLang="en-US"/>
              <a:t>select * from table where ? for update;</a:t>
            </a:r>
            <a:endParaRPr lang="zh-CN" altLang="en-US"/>
          </a:p>
          <a:p>
            <a:r>
              <a:rPr lang="zh-CN" altLang="en-US"/>
              <a:t>insert into table values (…);</a:t>
            </a:r>
            <a:endParaRPr lang="zh-CN" altLang="en-US"/>
          </a:p>
          <a:p>
            <a:r>
              <a:rPr lang="zh-CN" altLang="en-US"/>
              <a:t>update table set ? where ?;</a:t>
            </a:r>
            <a:endParaRPr lang="zh-CN" altLang="en-US"/>
          </a:p>
          <a:p>
            <a:r>
              <a:rPr lang="zh-CN" altLang="en-US"/>
              <a:t>delete from table where ?;</a:t>
            </a:r>
            <a:endParaRPr lang="zh-CN" altLang="en-US"/>
          </a:p>
          <a:p>
            <a:r>
              <a:rPr lang="zh-CN" altLang="en-US"/>
              <a:t>所有以上的语句，都属于当前读，读取记录的最新版本。并且，读取之后，还需要保证其他并发事务不能修改当前记录，对读取记录加锁。其中，除了第一条语句，对读取记录加S锁 (共享锁)外，其他的操作，都加的是X锁 (排它锁)。</a:t>
            </a:r>
            <a:endParaRPr lang="zh-CN" altLang="en-US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更新操作流程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655820" cy="4351655"/>
          </a:xfrm>
        </p:spPr>
        <p:txBody>
          <a:bodyPr/>
          <a:p>
            <a:r>
              <a:rPr lang="zh-CN" altLang="en-US"/>
              <a:t>为什么将 插入/更新/删除 操作，都归为当前读？</a:t>
            </a:r>
            <a:endParaRPr lang="zh-CN" altLang="en-US"/>
          </a:p>
          <a:p>
            <a:r>
              <a:rPr lang="zh-CN" altLang="en-US"/>
              <a:t>可以看看下面这个 更新 操作，在数据库中的执行流程：</a:t>
            </a:r>
            <a:endParaRPr lang="zh-CN" altLang="en-US"/>
          </a:p>
        </p:txBody>
      </p:sp>
      <p:pic>
        <p:nvPicPr>
          <p:cNvPr id="22" name="图片 11" descr="IMG_263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515" y="1423670"/>
            <a:ext cx="6096000" cy="4991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一个Update操作的具体流程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当Update SQL被发给MySQL后，MySQL Server会根据where条件，读取第一条满足条件的记录，然后InnoDB引擎会将第一条记录返回，并加锁 (current read)。</a:t>
            </a:r>
            <a:endParaRPr lang="zh-CN" altLang="en-US"/>
          </a:p>
          <a:p>
            <a:r>
              <a:rPr lang="zh-CN" altLang="en-US"/>
              <a:t>待MySQL Server收到这条加锁的记录之后，会再发起一个Update请求，更新这条记录。</a:t>
            </a:r>
            <a:endParaRPr lang="zh-CN" altLang="en-US"/>
          </a:p>
          <a:p>
            <a:r>
              <a:rPr lang="zh-CN" altLang="en-US"/>
              <a:t>一条记录操作完成，再读取下一条记录，直至没有满足条件的记录为止。因此，Update操作内部，就包含了一个当前读。</a:t>
            </a:r>
            <a:endParaRPr lang="zh-CN" altLang="en-US"/>
          </a:p>
          <a:p>
            <a:r>
              <a:rPr lang="zh-CN" altLang="en-US"/>
              <a:t>同理，Delete操作也一样。Insert操作会稍微有些不同，简单来说，就是Insert操作可能会触发Unique Key的冲突检查，也会进行一个当前读。</a:t>
            </a:r>
            <a:endParaRPr lang="zh-CN" altLang="en-US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InnoDB与MySQL Server的交互加锁处理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注：根据上图的交互，针对一条当前读的SQL语句，InnoDB与MySQL Server的交互，是一条一条进行的，因此，加锁也是一条一条进行的。</a:t>
            </a:r>
            <a:endParaRPr lang="zh-CN" altLang="en-US"/>
          </a:p>
          <a:p>
            <a:r>
              <a:rPr lang="zh-CN" altLang="en-US"/>
              <a:t>先对一条满足条件的记录加锁，返回给MySQL Server，做一些DML操作；然后在读取下一条加锁，直至读取完毕。</a:t>
            </a:r>
            <a:endParaRPr lang="zh-CN" altLang="en-US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1.2 Cluster Index：聚簇索引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InnoDB存储引擎的数据组织方式，是聚簇索引表：完整的记录，存储在主键索引中，通过主键索引，就可以获取记录所有的列。</a:t>
            </a:r>
            <a:endParaRPr lang="zh-CN" altLang="en-US"/>
          </a:p>
          <a:p>
            <a:r>
              <a:rPr lang="zh-CN" altLang="en-US"/>
              <a:t>关于聚簇索引表的组织方式，可以参考MySQL的官方文档：Clustered and Secondary Indexes 。</a:t>
            </a:r>
            <a:endParaRPr lang="zh-CN" altLang="en-US"/>
          </a:p>
          <a:p>
            <a:r>
              <a:rPr lang="zh-CN" altLang="en-US"/>
              <a:t>本文假设读者对这个，已经有了一定的认识，就不再做具体的介绍。接下来的部分，主键索引/聚簇索引 两个名称，会有一些混用，望读者知晓。</a:t>
            </a:r>
            <a:endParaRPr lang="zh-CN" altLang="en-US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1.3  2PL：Two-Phase Locking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60645" cy="4351655"/>
          </a:xfrm>
        </p:spPr>
        <p:txBody>
          <a:bodyPr/>
          <a:p>
            <a:r>
              <a:rPr lang="zh-CN" altLang="en-US"/>
              <a:t>传统RDBMS加锁的一个原则，就是2PL (二阶段锁)：Two-Phase Locking。</a:t>
            </a:r>
            <a:endParaRPr lang="zh-CN" altLang="en-US"/>
          </a:p>
          <a:p>
            <a:r>
              <a:rPr lang="zh-CN" altLang="en-US"/>
              <a:t>相对而言，2PL比较容易理解，说的是锁操作分为两个阶段：加锁阶段与解锁阶段，并且保证加锁阶段与解锁阶段不相交。下面，仍旧以MySQL为例，来简单看看2PL在MySQL中的实现。</a:t>
            </a:r>
            <a:endParaRPr lang="zh-CN" altLang="en-US"/>
          </a:p>
        </p:txBody>
      </p:sp>
      <p:pic>
        <p:nvPicPr>
          <p:cNvPr id="30" name="图片 12" descr="IMG_264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875" y="1463040"/>
            <a:ext cx="5735320" cy="539496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2PL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 </a:t>
            </a:r>
            <a:endParaRPr lang="zh-CN" altLang="en-US"/>
          </a:p>
          <a:p>
            <a:r>
              <a:rPr lang="zh-CN" altLang="en-US"/>
              <a:t>从上图可以看出，2PL就是将加锁/解锁分为两个完全不相交的阶段。</a:t>
            </a:r>
            <a:endParaRPr lang="zh-CN" altLang="en-US"/>
          </a:p>
          <a:p>
            <a:r>
              <a:rPr lang="zh-CN" altLang="en-US"/>
              <a:t>加锁阶段：只加锁，不放锁。解锁阶段：只放锁，不加锁。</a:t>
            </a:r>
            <a:endParaRPr lang="zh-CN" altLang="en-US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1.4  Isolation Level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隔离级别：Isolation Level，也是RDBMS的一个关键特性。</a:t>
            </a:r>
            <a:endParaRPr lang="zh-CN" altLang="en-US"/>
          </a:p>
          <a:p>
            <a:r>
              <a:rPr lang="zh-CN" altLang="en-US"/>
              <a:t>相信对数据库有所了解的朋友，对于4种隔离级别：Read Uncommited，Read Committed，Repeatable Read，Serializable，都有了深入的认识。</a:t>
            </a:r>
            <a:endParaRPr lang="zh-CN" altLang="en-US"/>
          </a:p>
          <a:p>
            <a:r>
              <a:rPr lang="zh-CN" altLang="en-US"/>
              <a:t>本文不打算讨论数据库理论中，是如何定义这4种隔离级别的含义的，而是跟大家介绍一下MySQL/InnoDB是如何定义这4种隔离级别的。</a:t>
            </a:r>
            <a:endParaRPr lang="zh-CN" altLang="en-US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MySQL/InnoDB定义的4种隔离级别：</a:t>
            </a:r>
            <a:br>
              <a:rPr lang="zh-CN" altLang="en-US">
                <a:sym typeface="+mn-ea"/>
              </a:rPr>
            </a:br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1</a:t>
            </a:r>
            <a:r>
              <a:rPr lang="zh-CN" altLang="en-US">
                <a:sym typeface="+mn-ea"/>
              </a:rPr>
              <a:t>）Read Uncommited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可以读取未提交记录。此隔离级别，不会使用，忽略。</a:t>
            </a:r>
            <a:endParaRPr lang="zh-CN" altLang="en-US"/>
          </a:p>
          <a:p>
            <a:r>
              <a:rPr lang="zh-CN" altLang="en-US"/>
              <a:t>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2</a:t>
            </a:r>
            <a:r>
              <a:rPr lang="zh-CN" altLang="en-US">
                <a:sym typeface="+mn-ea"/>
              </a:rPr>
              <a:t>）Read Committed (RC)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快照读忽略，本文不考虑。</a:t>
            </a:r>
            <a:endParaRPr lang="zh-CN" altLang="en-US"/>
          </a:p>
          <a:p>
            <a:r>
              <a:rPr lang="zh-CN" altLang="en-US">
                <a:sym typeface="+mn-ea"/>
              </a:rPr>
              <a:t></a:t>
            </a:r>
            <a:endParaRPr lang="zh-CN" altLang="en-US"/>
          </a:p>
          <a:p>
            <a:r>
              <a:rPr lang="zh-CN" altLang="en-US">
                <a:sym typeface="+mn-ea"/>
              </a:rPr>
              <a:t>针对当前读，RC隔离级别保证对读取到的记录加锁 (记录锁)，存在幻读现象。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3</a:t>
            </a:r>
            <a:r>
              <a:rPr lang="zh-CN" altLang="en-US">
                <a:sym typeface="+mn-ea"/>
              </a:rPr>
              <a:t>）Repeatable Read (RR)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zh-CN" altLang="en-US"/>
              <a:t>快照读忽略，本文不考虑。</a:t>
            </a:r>
            <a:endParaRPr lang="zh-CN" altLang="en-US"/>
          </a:p>
          <a:p>
            <a:r>
              <a:rPr lang="zh-CN" altLang="en-US"/>
              <a:t>针对当前读，RR隔离级别保证对读取到的记录加锁 (记录锁)，同时保证对读取的范围加锁，新的满足查询条件的记录不能够插入 (间隙锁)，不存在幻读现象。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（</a:t>
            </a:r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）Serializable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从MVCC并发控制退化为基于锁的并发控制。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不区别快照读与当前读，所有的读操作均为当前读，读加读锁 (S锁)，写加写锁 (X锁)。</a:t>
            </a:r>
            <a:endParaRPr lang="zh-CN" altLang="en-US"/>
          </a:p>
          <a:p>
            <a:r>
              <a:rPr lang="zh-CN" altLang="en-US">
                <a:sym typeface="+mn-ea"/>
              </a:rPr>
              <a:t>Serializable隔离级别下，读写冲突，因此并发度急剧下降，在MySQL/InnoDB下不建议使用。</a:t>
            </a:r>
            <a:endParaRPr lang="zh-CN" altLang="en-US"/>
          </a:p>
          <a:p>
            <a:r>
              <a:rPr lang="zh-CN" altLang="en-US">
                <a:sym typeface="+mn-ea"/>
              </a:rPr>
              <a:t></a:t>
            </a:r>
            <a:endParaRPr lang="zh-CN" altLang="en-US"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6.2 </a:t>
            </a:r>
            <a:r>
              <a:rPr lang="zh-CN" altLang="en-US">
                <a:sym typeface="+mn-ea"/>
              </a:rPr>
              <a:t>一条简单SQL的加锁实现分析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介绍完一些背景知识之后，本文接下来将选择几个有代表性的例子，来详细分析MySQL的加锁处理。当然，还是从最简单的例子说起。经常有朋友发给我一个SQL，然后问我，这个SQL加什么锁？就如同下面两条简单的SQL，他们加什么锁？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示例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SQL1：select * from t1 where id = 10;</a:t>
            </a:r>
            <a:endParaRPr lang="zh-CN" altLang="en-US"/>
          </a:p>
          <a:p>
            <a:r>
              <a:rPr lang="zh-CN" altLang="en-US"/>
              <a:t>SQL2：delete from t1 where id = 10;</a:t>
            </a:r>
            <a:endParaRPr lang="zh-CN" altLang="en-US"/>
          </a:p>
          <a:p>
            <a:r>
              <a:rPr lang="zh-CN" altLang="en-US"/>
              <a:t> 针对这个问题，该怎么回答？我能想象到的一个答案是：</a:t>
            </a:r>
            <a:endParaRPr lang="zh-CN" altLang="en-US"/>
          </a:p>
          <a:p>
            <a:r>
              <a:rPr lang="zh-CN" altLang="en-US"/>
              <a:t>SQL1：不加锁。因为MySQL是使用多版本并发控制的，读不加锁。</a:t>
            </a:r>
            <a:endParaRPr lang="zh-CN" altLang="en-US"/>
          </a:p>
          <a:p>
            <a:r>
              <a:rPr lang="zh-CN" altLang="en-US"/>
              <a:t>SQL2：对id = 10的记录加写锁 (走主键索引)。</a:t>
            </a:r>
            <a:endParaRPr lang="zh-CN" altLang="en-US"/>
          </a:p>
          <a:p>
            <a:r>
              <a:rPr lang="zh-CN" altLang="en-US"/>
              <a:t>这个答案对吗？说不上来。即可能是正确的，也有可能是错误的，已知条件不足，这个问题没有答案。如果让我来回答这个问题，我必须还要知道以下的一些前提，前提不同，我能给出的答案也就不同。要回答这个问题，还缺少哪些前提条件？</a:t>
            </a:r>
            <a:endParaRPr lang="zh-CN" altLang="en-US"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前提一：id列是不是主键？</a:t>
            </a:r>
            <a:endParaRPr lang="zh-CN" altLang="en-US"/>
          </a:p>
          <a:p>
            <a:r>
              <a:rPr lang="zh-CN" altLang="en-US"/>
              <a:t>前提二：当前系统的隔离级别是什么？</a:t>
            </a:r>
            <a:endParaRPr lang="zh-CN" altLang="en-US"/>
          </a:p>
          <a:p>
            <a:r>
              <a:rPr lang="zh-CN" altLang="en-US"/>
              <a:t>前提三：id列如果不是主键，那么id列上有索引吗？</a:t>
            </a:r>
            <a:endParaRPr lang="zh-CN" altLang="en-US"/>
          </a:p>
          <a:p>
            <a:r>
              <a:rPr lang="zh-CN" altLang="en-US"/>
              <a:t>前提四：id列上如果有二级索引，那么这个索引是唯一索引吗？</a:t>
            </a:r>
            <a:endParaRPr lang="zh-CN" altLang="en-US"/>
          </a:p>
          <a:p>
            <a:r>
              <a:rPr lang="zh-CN" altLang="en-US"/>
              <a:t>前提五：两个SQL的执行计划是什么？索引扫描？全表扫描？</a:t>
            </a:r>
            <a:endParaRPr lang="zh-CN" altLang="en-US"/>
          </a:p>
          <a:p>
            <a:r>
              <a:rPr lang="zh-CN" altLang="en-US"/>
              <a:t>没有这些前提，直接就给定一条SQL，然后问这个SQL会加什么锁，都是很业余的表现。而当这些问题有了明确的答案之后，给定的SQL会加什么锁，也就一目了然。下面，我将这些问题的答案进行组合，然后按照从易到难的顺序，逐个分析每种组合下，对应的SQL会加哪些锁？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注：下面的这些组合，我做了一个前提假设，也就是有索引时，执行计划一定会选择使用索引进行过滤 (索引扫描)。但实际情况会复杂很多，真正的执行计划，还是需要根据MySQL输出的为准。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6.2.0 </a:t>
            </a:r>
            <a:r>
              <a:rPr lang="zh-CN" altLang="en-US"/>
              <a:t>九种组合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r>
              <a:rPr lang="zh-CN" altLang="en-US"/>
              <a:t>组合一：id列是主键，RC隔离级别</a:t>
            </a:r>
            <a:endParaRPr lang="zh-CN" altLang="en-US"/>
          </a:p>
          <a:p>
            <a:r>
              <a:rPr lang="zh-CN" altLang="en-US"/>
              <a:t>组合二：id列是二级唯一索引，RC隔离级别</a:t>
            </a:r>
            <a:endParaRPr lang="zh-CN" altLang="en-US"/>
          </a:p>
          <a:p>
            <a:r>
              <a:rPr lang="zh-CN" altLang="en-US"/>
              <a:t>组合三：id列是二级非唯一索引，RC隔离级别</a:t>
            </a:r>
            <a:endParaRPr lang="zh-CN" altLang="en-US"/>
          </a:p>
          <a:p>
            <a:r>
              <a:rPr lang="zh-CN" altLang="en-US"/>
              <a:t>组合四：id列上没有索引，RC隔离级别</a:t>
            </a:r>
            <a:endParaRPr lang="zh-CN" altLang="en-US"/>
          </a:p>
          <a:p>
            <a:r>
              <a:rPr lang="zh-CN" altLang="en-US"/>
              <a:t>组合五：id列是主键，RR隔离级别</a:t>
            </a:r>
            <a:endParaRPr lang="zh-CN" altLang="en-US"/>
          </a:p>
          <a:p>
            <a:r>
              <a:rPr lang="zh-CN" altLang="en-US"/>
              <a:t>组合六：id列是二级唯一索引，RR隔离级别</a:t>
            </a:r>
            <a:endParaRPr lang="zh-CN" altLang="en-US"/>
          </a:p>
          <a:p>
            <a:r>
              <a:rPr lang="zh-CN" altLang="en-US"/>
              <a:t>组合七：id列是二级非唯一索引，RR隔离级别</a:t>
            </a:r>
            <a:endParaRPr lang="zh-CN" altLang="en-US"/>
          </a:p>
          <a:p>
            <a:r>
              <a:rPr lang="zh-CN" altLang="en-US"/>
              <a:t>组合八：id列上没有索引，RR隔离级别</a:t>
            </a:r>
            <a:endParaRPr lang="zh-CN" altLang="en-US"/>
          </a:p>
          <a:p>
            <a:r>
              <a:rPr lang="zh-CN" altLang="en-US"/>
              <a:t>组合九：Serializable隔离级别</a:t>
            </a:r>
            <a:endParaRPr lang="zh-CN" altLang="en-US"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排列组合还没有列举完全，但是看起来，已经很多了。真的有必要这么复杂吗？事实上，要分析加锁，就是需要这么复杂。</a:t>
            </a:r>
            <a:endParaRPr lang="zh-CN" altLang="en-US"/>
          </a:p>
          <a:p>
            <a:r>
              <a:rPr lang="zh-CN" altLang="en-US"/>
              <a:t>但是从另一个角度来说，只要你选定了一种组合，SQL需要加哪些锁，其实也就确定了。接下来，就让我们来逐个分析这9种组合下的SQL加锁策略。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注：在前面八种组合下，也就是RC，RR隔离级别下，</a:t>
            </a:r>
            <a:endParaRPr lang="zh-CN" altLang="en-US"/>
          </a:p>
          <a:p>
            <a:r>
              <a:rPr lang="zh-CN" altLang="en-US"/>
              <a:t>SQL1：select操作均不加锁，采用的是快照读，因此在下面的讨论中就忽略了，主要讨论</a:t>
            </a:r>
            <a:endParaRPr lang="zh-CN" altLang="en-US"/>
          </a:p>
          <a:p>
            <a:r>
              <a:rPr lang="zh-CN" altLang="en-US"/>
              <a:t>SQL2：delete操作的加锁。</a:t>
            </a:r>
            <a:endParaRPr lang="zh-CN" altLang="en-US"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2.1 组合一：id主键+RC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961255" cy="4351655"/>
          </a:xfrm>
        </p:spPr>
        <p:txBody>
          <a:bodyPr/>
          <a:p>
            <a:r>
              <a:rPr lang="zh-CN" altLang="en-US"/>
              <a:t>这个组合，是最简单，最容易分析的组合。</a:t>
            </a:r>
            <a:endParaRPr lang="zh-CN" altLang="en-US"/>
          </a:p>
          <a:p>
            <a:r>
              <a:rPr lang="zh-CN" altLang="en-US"/>
              <a:t>id是主键，Read Committed隔离级别，给定SQL：delete from t1 where id = 10; 只需要将主键上，id = 10的记录加上X锁即可。如下图所示：</a:t>
            </a:r>
            <a:endParaRPr lang="zh-CN" altLang="en-US"/>
          </a:p>
          <a:p>
            <a:r>
              <a:rPr lang="zh-CN" altLang="en-US">
                <a:sym typeface="+mn-ea"/>
              </a:rPr>
              <a:t>结论：id是主键时，此SQL只需要在id=10这条记录上加X锁即可。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23" name="图片 13" descr="IMG_265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795" y="1591945"/>
            <a:ext cx="5327015" cy="48190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2.2 组合二：id唯一索引+RC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899660" cy="4351655"/>
          </a:xfrm>
        </p:spPr>
        <p:txBody>
          <a:bodyPr/>
          <a:p>
            <a:r>
              <a:rPr lang="zh-CN" altLang="en-US"/>
              <a:t>这个组合，id不是主键，而是一个Unique的二级索引键值。</a:t>
            </a:r>
            <a:endParaRPr lang="zh-CN" altLang="en-US"/>
          </a:p>
          <a:p>
            <a:r>
              <a:rPr lang="zh-CN" altLang="en-US"/>
              <a:t>那么在RC隔离级别下，delete from t1 where id = 10; 需要加什么锁呢？见下图：</a:t>
            </a:r>
            <a:endParaRPr lang="zh-CN" altLang="en-US"/>
          </a:p>
        </p:txBody>
      </p:sp>
      <p:pic>
        <p:nvPicPr>
          <p:cNvPr id="24" name="图片 14" descr="IMG_266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610" y="1493520"/>
            <a:ext cx="5553075" cy="501523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加锁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此组合中，id是unique索引，而主键是name列。此时，加锁的情况由于组合一有所不同。</a:t>
            </a:r>
            <a:endParaRPr lang="zh-CN" altLang="en-US"/>
          </a:p>
          <a:p>
            <a:r>
              <a:rPr lang="zh-CN" altLang="en-US"/>
              <a:t>由于id是unique索引，因此delete语句会选择走id列的索引进行where条件的过滤，在找到id=10的记录后，首先会将unique索引上的id=10索引记录加上X锁，同时，会根据读取到的name列，回主键索引(聚簇索引)，然后将聚簇索引上的name = ‘d’ 对应的主键索引项加X锁。</a:t>
            </a:r>
            <a:endParaRPr lang="zh-CN" altLang="en-US"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为什么聚簇索引上的记录也要加锁？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试想一下，如果并发的一个SQL，是通过主键索引来更新：update t1 set id = 100 where name = ‘d’; </a:t>
            </a:r>
            <a:endParaRPr lang="zh-CN" altLang="en-US">
              <a:sym typeface="+mn-ea"/>
            </a:endParaRPr>
          </a:p>
          <a:p>
            <a:pPr fontAlgn="auto">
              <a:lnSpc>
                <a:spcPct val="100000"/>
              </a:lnSpc>
            </a:pPr>
            <a:r>
              <a:rPr lang="zh-CN" altLang="en-US">
                <a:sym typeface="+mn-ea"/>
              </a:rPr>
              <a:t>此时，如果delete语句没有将主键索引上的记录加锁，那么并发的update就会感知不到delete语句的存在，违背了同一记录上的更新/删除需要串行执行的约束。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结论：若id列是unique列，其上有unique索引。那么SQL需要加两个X锁，一个对应于id unique索引上的id = 10的记录，另一把锁对应于聚簇索引上的[name='d'，id=10]的记录。</a:t>
            </a:r>
            <a:endParaRPr lang="zh-CN" altLang="en-US"/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2.3  组合三：id非唯一索引+RC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036185" cy="4351655"/>
          </a:xfrm>
        </p:spPr>
        <p:txBody>
          <a:bodyPr/>
          <a:p>
            <a:r>
              <a:rPr lang="zh-CN" altLang="en-US"/>
              <a:t> 相对于组合一、二，组合三又发生了变化，隔离级别仍旧是RC不变，但是id列上的约束又降低了，id列不再唯一，只有一个普通的索引。</a:t>
            </a:r>
            <a:endParaRPr lang="zh-CN" altLang="en-US"/>
          </a:p>
          <a:p>
            <a:r>
              <a:rPr lang="zh-CN" altLang="en-US"/>
              <a:t>假设delete from t1 where id = 10; 语句，仍旧选择id列上的索引进行过滤where条件，那么此时会持有哪些锁？同样见下图：</a:t>
            </a:r>
            <a:endParaRPr lang="zh-CN" altLang="en-US"/>
          </a:p>
        </p:txBody>
      </p:sp>
      <p:pic>
        <p:nvPicPr>
          <p:cNvPr id="26" name="图片 15" descr="IMG_267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665" y="1760220"/>
            <a:ext cx="5574665" cy="503491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加锁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根据此图，可以看到，首先，id列索引上，满足id = 10查询条件的记录，均已加锁。同时，这些记录对应的主键索引上的记录也都加上了锁。与组合二唯一的区别在于，组合二最多只有一个满足等值查询的记录，而组合三会将所有满足查询条件的记录都加锁。</a:t>
            </a:r>
            <a:endParaRPr lang="zh-CN" altLang="en-US"/>
          </a:p>
          <a:p>
            <a:r>
              <a:rPr lang="zh-CN" altLang="en-US"/>
              <a:t> 结论：若id列上有非唯一索引，那么对应的所有满足SQL查询条件的记录，都会被加锁。同时，这些记录在主键索引上的记录，也会被加锁。</a:t>
            </a:r>
            <a:endParaRPr lang="zh-CN" altLang="en-US"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2.4 组合四：id无索引+RC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744845" cy="4531995"/>
          </a:xfrm>
        </p:spPr>
        <p:txBody>
          <a:bodyPr>
            <a:normAutofit fontScale="90000" lnSpcReduction="10000"/>
          </a:bodyPr>
          <a:p>
            <a:pPr fontAlgn="auto">
              <a:lnSpc>
                <a:spcPct val="100000"/>
              </a:lnSpc>
            </a:pPr>
            <a:r>
              <a:rPr lang="zh-CN" altLang="en-US"/>
              <a:t>相对于前面三个组合，这是一个比较特殊的情况。id列上没有索引，where id = 10;这个过滤条件，没法通过索引进行过滤，那么只能走全表扫描做过滤。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对应于这个组合，SQL会加什么锁？或者是换句话说，全表扫描时，会加什么锁？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这个答案也有很多：有人说会在表上加X锁；有人说会将聚簇索引上，选择出来的id = 10;的记录加上X锁。那么实际情况呢？请看下图：</a:t>
            </a:r>
            <a:endParaRPr lang="zh-CN" altLang="en-US"/>
          </a:p>
        </p:txBody>
      </p:sp>
      <p:pic>
        <p:nvPicPr>
          <p:cNvPr id="27" name="图片 16" descr="IMG_268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525" y="2034540"/>
            <a:ext cx="4688840" cy="424243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加锁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由于id列上没有索引，因此只能走聚簇索引，进行全部扫描。从图中可以看到，满足删除条件的记录有两条，但是，</a:t>
            </a:r>
            <a:r>
              <a:rPr lang="zh-CN" altLang="en-US">
                <a:solidFill>
                  <a:srgbClr val="FF0000"/>
                </a:solidFill>
              </a:rPr>
              <a:t>聚簇索引上所有的记录</a:t>
            </a:r>
            <a:r>
              <a:rPr lang="zh-CN" altLang="en-US"/>
              <a:t>，都被加上了X锁。</a:t>
            </a:r>
            <a:endParaRPr lang="zh-CN" altLang="en-US"/>
          </a:p>
          <a:p>
            <a:r>
              <a:rPr lang="zh-CN" altLang="en-US"/>
              <a:t>无论记录是否满足条件，全部被加上X锁。既不是加表锁，也不是在满足条件的记录上加行锁。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zh-CN" altLang="en-US">
                <a:sym typeface="+mn-ea"/>
              </a:rPr>
              <a:t>有人可能会问？为什么不是只在满足条件的记录上加锁呢？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这是由于MySQL的实现决定的。如果一个条件无法通过索引快速过滤，那么存储引擎层面就会将所有记录加锁后返回，然后由MySQL Server层进行过滤。因此也就把所有的记录，都锁上了。、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注：在实际的实现中，MySQL有一些改进，在MySQL Server过滤条件，发现不满足后，会调用unlock_row方法，把不满足条件的记录放锁 (违背了2PL的约束)。这样做，保证了最后只会持有满足条件记录上的锁，但是每条记录的加锁操作还是不能省略的。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 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结论：若id列上没有索引，SQL会走聚簇索引的全扫描进行过滤，由于过滤是由MySQL Server层面进行的。因此每条记录，无论是否满足条件，都会被加上X锁。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但是，为了效率考量，MySQL做了优化，对于不满足条件的记录，会在判断后放锁，最终持有的，是满足条件的记录上的锁，但是不满足条件的记录上的加锁/放锁动作不会省略。同时，优化也违背了2PL的约束。</a:t>
            </a:r>
            <a:endParaRPr lang="zh-CN" altLang="en-US"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2.5 组合五：id主键+RR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上面的四个组合，都是在Read Committed隔离级别下的加锁行为，接下来的四个组合，是在Repeatable Read隔离级别下的加锁行为。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  <a:p>
            <a:r>
              <a:rPr lang="zh-CN" altLang="en-US"/>
              <a:t>组合五，id列是主键列，Repeatable Read隔离级别，针对delete from t1 where id = 10; 这条SQL，加锁与组合一：[id主键，Read Committed]一致。</a:t>
            </a:r>
            <a:endParaRPr lang="zh-CN" altLang="en-US"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2.6  组合六：id唯一索引+RR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与组合五类似，组合六的加锁，与组合二：[id唯一索引，Read Committed]一致。两个X锁，id唯一索引满足条件的记录上一个，对应的聚簇索引上的记录一个。</a:t>
            </a:r>
            <a:endParaRPr lang="zh-CN" altLang="en-US"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2.7   组合七：id非唯一索引+RR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403090" cy="4351655"/>
          </a:xfrm>
        </p:spPr>
        <p:txBody>
          <a:bodyPr>
            <a:normAutofit fontScale="90000"/>
          </a:bodyPr>
          <a:p>
            <a:r>
              <a:rPr lang="zh-CN" altLang="en-US"/>
              <a:t> 还记得前面提到的MySQL的四种隔离级别的区别吗？RC隔离级别允许幻读，而RR隔离级别，不允许存在幻读。但是在组合五、组合六中，加锁行为又是与RC下的加锁行为完全一致。那么RR隔离级别下，如何防止幻读呢？问题的答案，就在组合七中揭晓。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812030" cy="4351655"/>
          </a:xfrm>
        </p:spPr>
        <p:txBody>
          <a:bodyPr/>
          <a:p>
            <a:r>
              <a:rPr lang="zh-CN" altLang="en-US">
                <a:sym typeface="+mn-ea"/>
              </a:rPr>
              <a:t>组合七，Repeatable Read隔离级别，id上有一个非唯一索引，执行delete from t1 where id = 10; 假设选择id列上的索引进行条件过滤，最后的加锁行为，是怎么样的呢？同样看下面这幅图：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28" name="图片 17" descr="IMG_269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2260" y="1248410"/>
            <a:ext cx="6096000" cy="5505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>
                <a:sym typeface="+mn-ea"/>
              </a:rPr>
              <a:t>此图，相对于组合三：[id列上非唯一锁，Read Committed]看似相同，其实却有很大的区别。最大的区别在于，这幅图中多了一个GAP锁，而且GAP锁看起来也不是加在记录上的，倒像是加载两条记录之间的位置，GAP锁有何用？</a:t>
            </a:r>
            <a:endParaRPr lang="zh-CN" altLang="en-US"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GAP锁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 fontAlgn="auto">
              <a:lnSpc>
                <a:spcPct val="100000"/>
              </a:lnSpc>
            </a:pPr>
            <a:r>
              <a:rPr lang="zh-CN" altLang="en-US"/>
              <a:t>其实这个多出来的GAP锁，就是RR隔离级别，相对于RC隔离级别，不会出现幻读的关键。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确实，GAP锁锁住的位置，也不是记录本身，而是两条记录之间的GAP。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所谓幻读，就是同一个事务，连续做两次当前读 (例如：select * from t1 where id = 10 for update;)，那么这两次当前读返回的是完全相同的记录 (记录数量一致，记录本身也一致)，第二次的当前读，不会比第一次返回更多的记录 (幻象)。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如何保证两次当前读返回一致的记录，那就需要在第一次当前读与第二次当前读之间，其他的事务不会插入新的满足条件的记录并提交。为了实现这个功能，GAP锁应运而生。</a:t>
            </a:r>
            <a:endParaRPr lang="zh-CN" altLang="en-US"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如图中所示，有哪些位置可以插入新的满足条件的项 (id = 10)，考虑到B+树索引的有序性，满足条件的项一定是连续存放的。</a:t>
            </a:r>
            <a:endParaRPr lang="zh-CN" altLang="en-US"/>
          </a:p>
          <a:p>
            <a:r>
              <a:rPr lang="zh-CN" altLang="en-US"/>
              <a:t>记录[6，c]之前，不会插入id=10的记录；[6，c]与[10，b]间可以插入[10， aa]；[10，b]与[10，d]间，可以插入新的[10，bb]，[10，c]等；[10，d]与[11，f]间可以插入满足条件的[10，e]，[10，z]等；而[11，f]之后也不会插入满足条件的记录。</a:t>
            </a:r>
            <a:endParaRPr lang="zh-CN" altLang="en-US"/>
          </a:p>
          <a:p>
            <a:r>
              <a:rPr lang="zh-CN" altLang="en-US"/>
              <a:t>因此，为了保证[6，c]与[10，b]间，[10，b]与[10，d]间，[10，d]与[11，f]不会插入新的满足条件的记录，MySQL选择了用GAP锁，将这三个GAP给锁起来。</a:t>
            </a:r>
            <a:endParaRPr lang="zh-CN" altLang="en-US"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Insert操作，如insert [10，aa]，首先会定位到[6，c]与[10，b]间，然后在插入前，会检查这个GAP是否已经被锁上，如果被锁上，则Insert不能插入记录。</a:t>
            </a:r>
            <a:endParaRPr lang="zh-CN" altLang="en-US"/>
          </a:p>
          <a:p>
            <a:r>
              <a:rPr lang="zh-CN" altLang="en-US"/>
              <a:t>因此，通过第一遍的当前读，不仅将满足条件的记录锁上 (X锁)，与组合三类似。</a:t>
            </a:r>
            <a:endParaRPr lang="zh-CN" altLang="en-US"/>
          </a:p>
          <a:p>
            <a:r>
              <a:rPr lang="zh-CN" altLang="en-US"/>
              <a:t>同时还是增加3把GAP锁，将可能插入满足条件记录的3个GAP给锁上，保证后续的Insert不能插入新的id=10的记录，也就杜绝了同一事务的第二次当前读，出现幻象的情况。</a:t>
            </a:r>
            <a:endParaRPr lang="zh-CN" altLang="en-US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RR隔离级别都要加</a:t>
            </a:r>
            <a:r>
              <a:rPr lang="en-US" altLang="zh-CN">
                <a:sym typeface="+mn-ea"/>
              </a:rPr>
              <a:t>GAP</a:t>
            </a:r>
            <a:r>
              <a:rPr lang="zh-CN" altLang="en-US">
                <a:sym typeface="+mn-ea"/>
              </a:rPr>
              <a:t>锁？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有心的朋友看到这儿，可以会问：既然防止幻读，需要靠GAP锁的保护，为什么组合五、组合六，也是RR隔离级别，却不需要加GAP锁呢？</a:t>
            </a:r>
            <a:endParaRPr lang="zh-CN" altLang="en-US"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首先，这是一个好问题。其次，回答这个问题，也很简单。GAP锁的目的，是为了防止同一事务的两次当前读，出现幻读的情况。</a:t>
            </a:r>
            <a:endParaRPr lang="zh-CN" altLang="en-US"/>
          </a:p>
          <a:p>
            <a:r>
              <a:rPr lang="zh-CN" altLang="en-US"/>
              <a:t>而组合五，id是主键；组合六，id是unique键，都能够保证唯一性。一个等值查询，最多只能返回一条记录，而且新的相同取值的记录，一定不会在新插入进来，因此也就避免了GAP锁的使用。</a:t>
            </a:r>
            <a:endParaRPr lang="zh-CN" altLang="en-US"/>
          </a:p>
          <a:p>
            <a:r>
              <a:rPr lang="zh-CN" altLang="en-US"/>
              <a:t>其实，针对此问题，还有一个更深入的问题：如果组合五、组合六下，针对SQL：select * from t1 where id = 10 for update; 第一次查询，没有找到满足查询条件的记录，那么GAP锁是否还能够省略？此问题留给大家思考。</a:t>
            </a:r>
            <a:endParaRPr lang="zh-CN" altLang="en-US"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结论：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Repeatable Read隔离级别下，id列上有一个非唯一索引，对应SQL：delete from t1 where id = 10; 首先，通过id索引定位到第一条满足查询条件的记录，加记录上的X锁，加GAP上的GAP锁，然后加主键聚簇索引上的记录X锁，然后返回；然后读取下一条，重复进行。直至进行到第一条不满足条件的记录[11，f]，此时，不需要加记录X锁，但是仍旧需要加GAP锁，最后返回结束。</a:t>
            </a:r>
            <a:endParaRPr lang="zh-CN" altLang="en-US"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2.8  组合八：id无索引+RR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430395" cy="4351655"/>
          </a:xfrm>
        </p:spPr>
        <p:txBody>
          <a:bodyPr/>
          <a:p>
            <a:r>
              <a:rPr lang="zh-CN" altLang="en-US"/>
              <a:t>组合八，Repeatable Read隔离级别下的最后一种情况，id列上没有索引。</a:t>
            </a:r>
            <a:endParaRPr lang="zh-CN" altLang="en-US"/>
          </a:p>
          <a:p>
            <a:r>
              <a:rPr lang="zh-CN" altLang="en-US"/>
              <a:t>此时SQL：delete from t1 where id = 10; 没有其他的路径可以选择，只能进行全表扫描。最终的加锁情况，如下图所示：</a:t>
            </a:r>
            <a:endParaRPr lang="zh-CN" altLang="en-US"/>
          </a:p>
        </p:txBody>
      </p:sp>
      <p:pic>
        <p:nvPicPr>
          <p:cNvPr id="31" name="图片 18" descr="IMG_270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840" y="1531620"/>
            <a:ext cx="5148580" cy="49396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如图，这是一个很恐怖的现象。</a:t>
            </a:r>
            <a:endParaRPr lang="zh-CN" altLang="en-US"/>
          </a:p>
          <a:p>
            <a:r>
              <a:rPr lang="zh-CN" altLang="en-US"/>
              <a:t>首先，聚簇索引上的所有记录，都被加上了X锁。其次，聚簇索引每条记录间的间隙(GAP)，也同时被加上了GAP锁。</a:t>
            </a:r>
            <a:endParaRPr lang="zh-CN" altLang="en-US"/>
          </a:p>
          <a:p>
            <a:r>
              <a:rPr lang="zh-CN" altLang="en-US"/>
              <a:t>这个示例表，只有6条记录，一共需要6个记录锁，7个GAP锁。试想，如果表上有1000万条记录呢？</a:t>
            </a:r>
            <a:endParaRPr lang="zh-CN" altLang="en-US"/>
          </a:p>
          <a:p>
            <a:r>
              <a:rPr lang="zh-CN" altLang="en-US"/>
              <a:t>在这种情况下，这个表上，除了不加锁的快照读，其他任何加锁的并发SQL，均不能执行，不能更新，不能删除，不能插入，全表被锁死。</a:t>
            </a:r>
            <a:endParaRPr lang="zh-CN" altLang="en-US"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s</a:t>
            </a:r>
            <a:r>
              <a:rPr lang="zh-CN" altLang="en-US">
                <a:sym typeface="+mn-ea"/>
              </a:rPr>
              <a:t>emi-consistent read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当然，跟组合四：[id无索引， Read Committed]类似，这个情况下，MySQL也做了一些优化，就是所谓的semi-consistent read。</a:t>
            </a:r>
            <a:endParaRPr lang="zh-CN" altLang="en-US"/>
          </a:p>
          <a:p>
            <a:r>
              <a:rPr lang="zh-CN" altLang="en-US"/>
              <a:t>semi-consistent read开启的情况下，对于不满足查询条件的记录，MySQL会提前放锁。针对上面的这个用例，就是除了记录[d，10]，[g，10]之外，所有的记录锁都会被释放，同时不加GAP锁。</a:t>
            </a:r>
            <a:endParaRPr lang="zh-CN" altLang="en-US"/>
          </a:p>
          <a:p>
            <a:r>
              <a:rPr lang="zh-CN" altLang="en-US"/>
              <a:t>semi-consistent read如何触发：要么是read committed隔离级别；要么是Repeatable Read隔离级别，同时设置了innodb_locks_unsafe_for_binlog 参数。</a:t>
            </a:r>
            <a:endParaRPr lang="zh-CN" altLang="en-US"/>
          </a:p>
          <a:p>
            <a:r>
              <a:rPr lang="zh-CN" altLang="en-US"/>
              <a:t>更详细的关于semi-consistent read的介绍，可参考我之前的一篇博客：MySQL+InnoDB semi-consitent read原理及实现分析 。</a:t>
            </a:r>
            <a:endParaRPr lang="zh-CN" altLang="en-US"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结论：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在Repeatable Read隔离级别下，如果进行全表扫描的当前读，那么会锁上表中的所有记录，同时会锁上聚簇索引内的所有GAP，杜绝所有的并发 更新/删除/插入 操作。</a:t>
            </a:r>
            <a:endParaRPr lang="zh-CN" altLang="en-US"/>
          </a:p>
          <a:p>
            <a:r>
              <a:rPr lang="zh-CN" altLang="en-US"/>
              <a:t>当然，也可以通过触发semi-consistent read，来缓解加锁开销与并发影响，但是semi-consistent read本身也会带来其他问题，不建议使用。</a:t>
            </a:r>
            <a:endParaRPr lang="zh-CN" altLang="en-US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>
                <a:sym typeface="+mn-ea"/>
              </a:rPr>
              <a:t>6.</a:t>
            </a:r>
            <a:r>
              <a:rPr lang="zh-CN" altLang="en-US">
                <a:sym typeface="+mn-ea"/>
              </a:rPr>
              <a:t>2.9  组合九：Serializable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针对前面提到的简单的SQL，最后一个情况：Serializable隔离级别。</a:t>
            </a:r>
            <a:endParaRPr lang="zh-CN" altLang="en-US"/>
          </a:p>
          <a:p>
            <a:r>
              <a:rPr lang="zh-CN" altLang="en-US"/>
              <a:t>对于SQL2：delete from t1 where id = 10; 来说，Serializable隔离级别与Repeatable Read隔离级别完全一致，因此不做介绍。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Serializable隔离级别，影响的是SQL1：select * from t1 where id = 10; 这条SQL，在RC，RR隔离级别下，都是快照读，不加锁。</a:t>
            </a:r>
            <a:endParaRPr lang="zh-CN" altLang="en-US"/>
          </a:p>
          <a:p>
            <a:r>
              <a:rPr lang="zh-CN" altLang="en-US"/>
              <a:t>但是在Serializable隔离级别，SQL1会加读锁，也就是说快照读不复存在，MVCC并发控制降级为Lock-Based CC。</a:t>
            </a:r>
            <a:endParaRPr lang="zh-CN" altLang="en-US"/>
          </a:p>
          <a:p>
            <a:r>
              <a:rPr lang="zh-CN" altLang="en-US"/>
              <a:t>结论：在MySQL/InnoDB中，所谓的读不加锁，并不适用于所有的情况，而是隔离级别相关的。</a:t>
            </a:r>
            <a:endParaRPr lang="zh-CN" altLang="en-US"/>
          </a:p>
          <a:p>
            <a:r>
              <a:rPr lang="zh-CN" altLang="en-US"/>
              <a:t>Serializable隔离级别，读不加锁就不再成立，</a:t>
            </a:r>
            <a:r>
              <a:rPr lang="zh-CN" altLang="en-US">
                <a:solidFill>
                  <a:srgbClr val="FF0000"/>
                </a:solidFill>
              </a:rPr>
              <a:t>所有的读操作，都是当前读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>
                <a:sym typeface="+mn-ea"/>
              </a:rPr>
              <a:t>6.3 </a:t>
            </a:r>
            <a:r>
              <a:rPr lang="zh-CN" altLang="en-US">
                <a:sym typeface="+mn-ea"/>
              </a:rPr>
              <a:t>一条复杂的SQL</a:t>
            </a:r>
            <a:br>
              <a:rPr lang="zh-CN" altLang="en-US"/>
            </a:b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933315" cy="4351655"/>
          </a:xfrm>
        </p:spPr>
        <p:txBody>
          <a:bodyPr>
            <a:normAutofit lnSpcReduction="10000"/>
          </a:bodyPr>
          <a:p>
            <a:pPr fontAlgn="auto">
              <a:lnSpc>
                <a:spcPct val="100000"/>
              </a:lnSpc>
            </a:pPr>
            <a:r>
              <a:rPr lang="zh-CN" altLang="en-US"/>
              <a:t>写到这里，其实MySQL的加锁实现也已经介绍的八八九九。只要将本文上面的分析思路，大部分的SQL，都能分析出其会加哪些锁。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而这里，再来看一个稍微复杂点的SQL，用于说明MySQL加锁的另外一个逻辑。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SQL用例如下：</a:t>
            </a:r>
            <a:endParaRPr lang="zh-CN" altLang="en-US"/>
          </a:p>
        </p:txBody>
      </p:sp>
      <p:pic>
        <p:nvPicPr>
          <p:cNvPr id="32" name="图片 19" descr="IMG_271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415" y="1353185"/>
            <a:ext cx="5127625" cy="501586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如图中的SQL，会加什么锁？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假定在Repeatable Read隔离级别下 (Read Committed隔离级别下的加锁情况，留给读者分析。)，同时，假设SQL走的是idx_t1_pu索引。</a:t>
            </a:r>
            <a:endParaRPr lang="zh-CN" altLang="en-US"/>
          </a:p>
          <a:p>
            <a:r>
              <a:rPr lang="zh-CN" altLang="en-US"/>
              <a:t> </a:t>
            </a:r>
            <a:endParaRPr lang="zh-CN" altLang="en-US"/>
          </a:p>
          <a:p>
            <a:r>
              <a:rPr lang="zh-CN" altLang="en-US"/>
              <a:t>在详细分析这条SQL的加锁情况前，还需要有一个知识储备，那就是一个SQL中的where条件如何拆分？</a:t>
            </a:r>
            <a:endParaRPr lang="zh-CN" altLang="en-US"/>
          </a:p>
          <a:p>
            <a:r>
              <a:rPr lang="zh-CN" altLang="en-US"/>
              <a:t>具体的介绍，建议阅读我之前的一篇文章：SQL中的where条件，在数据库中提取与应用浅析 。</a:t>
            </a:r>
            <a:endParaRPr lang="zh-CN" altLang="en-US"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在这里，我直接给出分析后的结果：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Index key：pubtime &gt; 1 and puptime &lt; 20。此条件，用于确定SQL在idx_t1_pu索引上的查询范围。</a:t>
            </a:r>
            <a:endParaRPr lang="zh-CN" altLang="en-US"/>
          </a:p>
          <a:p>
            <a:r>
              <a:rPr lang="zh-CN" altLang="en-US"/>
              <a:t></a:t>
            </a:r>
            <a:endParaRPr lang="zh-CN" altLang="en-US"/>
          </a:p>
          <a:p>
            <a:r>
              <a:rPr lang="zh-CN" altLang="en-US"/>
              <a:t>Index Filter：userid = ‘hdc’ 。此条件，可以在idx_t1_pu索引上进行过滤，但不属于Index Key。</a:t>
            </a:r>
            <a:endParaRPr lang="zh-CN" altLang="en-US"/>
          </a:p>
          <a:p>
            <a:r>
              <a:rPr lang="zh-CN" altLang="en-US"/>
              <a:t>Table Filter：comment is not NULL。此条件，在idx_t1_pu索引上无法过滤，只能在聚簇索引上过滤。</a:t>
            </a:r>
            <a:endParaRPr lang="zh-CN" altLang="en-US"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532630" cy="4351655"/>
          </a:xfrm>
        </p:spPr>
        <p:txBody>
          <a:bodyPr/>
          <a:p>
            <a:r>
              <a:rPr lang="zh-CN" altLang="en-US"/>
              <a:t>在分析出SQL where条件的构成之后，再来看看这条SQL的加锁情况 (RR隔离级别)，如下图所示：</a:t>
            </a:r>
            <a:endParaRPr lang="zh-CN" altLang="en-US"/>
          </a:p>
        </p:txBody>
      </p:sp>
      <p:pic>
        <p:nvPicPr>
          <p:cNvPr id="33" name="图片 20" descr="IMG_272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970" y="365125"/>
            <a:ext cx="6336030" cy="6197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 fontAlgn="auto">
              <a:lnSpc>
                <a:spcPct val="100000"/>
              </a:lnSpc>
            </a:pPr>
            <a:r>
              <a:rPr lang="zh-CN" altLang="en-US"/>
              <a:t>从图中可以看出，在Repeatable Read隔离级别下，由Index Key所确定的范围，被加上了GAP锁；Index Filter锁给定的条件 (userid = ‘hdc’)何时过滤，视MySQL的版本而定，在MySQL 5.6版本之前，不支持Index Condition Pushdown(ICP)，因此Index Filter在MySQL Server层过滤，在5.6后支持了Index Condition Pushdown，则在index上过滤。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若不支持ICP，不满足Index Filter的记录，也需要加上记录X锁，若支持ICP，则不满足Index Filter的记录，无需加记录X锁 (图中，用红色箭头标出的X锁，是否要加，视是否支持ICP而定)；而Table Filter对应的过滤条件，则在聚簇索引中读取后，在MySQL Server层面过滤，因此聚簇索引上也需要X锁。最后，选取出了一条满足条件的记录[8，hdc，d，5，good]，但是加锁的数量，要远远大于满足条件的记录数量。</a:t>
            </a:r>
            <a:endParaRPr lang="zh-CN" altLang="en-US"/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 结论：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在Repeatable Read隔离级别下，针对一个复杂的SQL，首先需要提取其where条件。Index Key确定的范围，需要加上GAP锁；Index Filter过滤条件，视MySQL版本是否支持ICP，若支持ICP，则不满足Index Filter的记录，不加X锁，否则需要X锁；Table Filter过滤条件，无论是否满足，都需要加X锁。</a:t>
            </a:r>
            <a:endParaRPr lang="zh-CN" altLang="en-US"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6.4 </a:t>
            </a:r>
            <a:r>
              <a:rPr lang="zh-CN" altLang="en-US">
                <a:sym typeface="+mn-ea"/>
              </a:rPr>
              <a:t>死锁原理与分析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 </a:t>
            </a:r>
            <a:endParaRPr lang="zh-CN" altLang="en-US"/>
          </a:p>
          <a:p>
            <a:r>
              <a:rPr lang="zh-CN" altLang="en-US"/>
              <a:t>本文前面的部分，基本上已经涵盖了MySQL/InnoDB所有的加锁规则。深入理解MySQL如何加锁，有两个比较重要的作用：</a:t>
            </a:r>
            <a:endParaRPr lang="zh-CN" altLang="en-US"/>
          </a:p>
          <a:p>
            <a:r>
              <a:rPr lang="zh-CN" altLang="en-US"/>
              <a:t></a:t>
            </a:r>
            <a:endParaRPr lang="zh-CN" altLang="en-US"/>
          </a:p>
          <a:p>
            <a:r>
              <a:rPr lang="zh-CN" altLang="en-US"/>
              <a:t>可以根据MySQL的加锁规则，写出不会发生死锁的SQL；</a:t>
            </a:r>
            <a:endParaRPr lang="zh-CN" altLang="en-US"/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死锁一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464685" cy="4351655"/>
          </a:xfrm>
        </p:spPr>
        <p:txBody>
          <a:bodyPr/>
          <a:p>
            <a:r>
              <a:rPr lang="zh-CN" altLang="en-US"/>
              <a:t>可以根据MySQL的加锁规则，定位出线上产生死锁的原因；</a:t>
            </a:r>
            <a:endParaRPr lang="zh-CN" altLang="en-US"/>
          </a:p>
          <a:p>
            <a:r>
              <a:rPr lang="zh-CN" altLang="en-US"/>
              <a:t>下面，来看看两个死锁的例子 (一个是两个Session的两条SQL产生死锁；另一个是两个Session的一条SQL，产生死锁)：</a:t>
            </a:r>
            <a:endParaRPr lang="zh-CN" altLang="en-US"/>
          </a:p>
        </p:txBody>
      </p:sp>
      <p:pic>
        <p:nvPicPr>
          <p:cNvPr id="34" name="图片 21" descr="IMG_273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0545" y="1899920"/>
            <a:ext cx="6096000" cy="40386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死锁二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4552950" cy="4351655"/>
          </a:xfrm>
        </p:spPr>
        <p:txBody>
          <a:bodyPr/>
          <a:p>
            <a:r>
              <a:rPr lang="zh-CN" altLang="en-US"/>
              <a:t>上面的两个死锁用例。第一个非常好理解，也是最常见的死锁，每个事务执行两条SQL，分别持有了一把锁，然后加另一把锁，产生死锁。</a:t>
            </a:r>
            <a:endParaRPr lang="zh-CN" altLang="en-US"/>
          </a:p>
        </p:txBody>
      </p:sp>
      <p:pic>
        <p:nvPicPr>
          <p:cNvPr id="38" name="图片 22" descr="IMG_274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515" y="1467803"/>
            <a:ext cx="6096000" cy="47529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分析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zh-CN" altLang="en-US"/>
              <a:t>第二个用例，虽然每个Session都只有一条语句，仍旧会产生死锁。要分析这个死锁，首先必须用到本文前面提到的MySQL加锁的规则。</a:t>
            </a:r>
            <a:endParaRPr lang="zh-CN" altLang="en-US"/>
          </a:p>
          <a:p>
            <a:r>
              <a:rPr lang="zh-CN" altLang="en-US"/>
              <a:t>针对Session 1，从name索引出发，读到的[hdc， 1]，[hdc， 6]均满足条件，不仅会加name索引上的记录X锁，而且会加聚簇索引上的记录X锁，加锁顺序为先[1，hdc，100]，后[6，hdc，10]。</a:t>
            </a:r>
            <a:endParaRPr lang="zh-CN" altLang="en-US"/>
          </a:p>
          <a:p>
            <a:r>
              <a:rPr lang="zh-CN" altLang="en-US"/>
              <a:t>而Session 2，从pubtime索引出发，[10，6]，[100，1]均满足过滤条件，同样也会加聚簇索引上的记录X锁，加锁顺序为[6，hdc，10]，后[1，hdc，100]。</a:t>
            </a:r>
            <a:endParaRPr lang="zh-CN" altLang="en-US"/>
          </a:p>
          <a:p>
            <a:r>
              <a:rPr lang="zh-CN" altLang="en-US"/>
              <a:t>发现没有，跟Session 1的加锁顺序正好相反，如果两个Session恰好都持有了第一把锁，请求加第二把锁，死锁就发生了。</a:t>
            </a:r>
            <a:endParaRPr lang="zh-CN" altLang="en-US"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sym typeface="+mn-ea"/>
              </a:rPr>
              <a:t>结论：</a:t>
            </a:r>
            <a:endParaRPr lang="zh-CN" altLang="en-US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fontAlgn="auto">
              <a:lnSpc>
                <a:spcPct val="100000"/>
              </a:lnSpc>
            </a:pPr>
            <a:r>
              <a:rPr lang="zh-CN" altLang="en-US"/>
              <a:t>死锁的发生与否，并不在于事务中有多少条SQL语句，死锁的关键在于：两个(或以上)的Session加锁的顺序不一致。</a:t>
            </a:r>
            <a:endParaRPr lang="zh-CN" altLang="en-US"/>
          </a:p>
          <a:p>
            <a:pPr fontAlgn="auto">
              <a:lnSpc>
                <a:spcPct val="100000"/>
              </a:lnSpc>
            </a:pPr>
            <a:r>
              <a:rPr lang="zh-CN" altLang="en-US"/>
              <a:t>而使用本文上面提到的，分析MySQL每条SQL语句的加锁规则，分析出每条语句的加锁顺序，然后检查多个并发SQL间是否存在以相反的顺序加锁的情况，就可以分析出各种潜在的死锁情况，也可以分析出线上死锁发生的原因。</a:t>
            </a:r>
            <a:endParaRPr lang="zh-CN" altLang="en-US"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pPr algn="l">
              <a:buClrTx/>
              <a:buSzTx/>
            </a:pPr>
            <a:r>
              <a:rPr lang="zh-CN" altLang="en-US" sz="2400">
                <a:sym typeface="+mn-ea"/>
              </a:rPr>
              <a:t>完全掌握MySQL/InnoDB的加锁规则，甚至是其他任何数据库的加锁规则，需要具备以下的一些知识点：</a:t>
            </a:r>
            <a:r>
              <a:rPr lang="zh-CN" altLang="en-US" sz="2400"/>
              <a:t>了解数据库的一些基本理论知识：</a:t>
            </a:r>
            <a:endParaRPr lang="zh-CN" altLang="en-US" sz="2400"/>
          </a:p>
          <a:p>
            <a:r>
              <a:rPr lang="zh-CN" altLang="en-US" sz="2400"/>
              <a:t>数据的存储格式 (堆组织表 vs 聚簇索引表)；并发控制协议 (MVCC vs Lock-Based CC)；Two-Phase Locking；数据库的隔离级别定义 (Isolation Level)；</a:t>
            </a:r>
            <a:endParaRPr lang="zh-CN" altLang="en-US" sz="2400"/>
          </a:p>
          <a:p>
            <a:r>
              <a:rPr lang="zh-CN" altLang="en-US" sz="2400"/>
              <a:t>了解SQL本身的执行计划 (主键扫描 vs 唯一键扫描 vs 范围扫描 vs 全表扫描)；</a:t>
            </a:r>
            <a:endParaRPr lang="zh-CN" altLang="en-US" sz="2400"/>
          </a:p>
          <a:p>
            <a:r>
              <a:rPr lang="zh-CN" altLang="en-US" sz="2400"/>
              <a:t>了解数据库本身的一些实现细节 (过滤条件提取；Index Condition Pushdown；Semi-Consistent Read)；</a:t>
            </a:r>
            <a:endParaRPr lang="zh-CN" altLang="en-US" sz="2400"/>
          </a:p>
          <a:p>
            <a:r>
              <a:rPr lang="zh-CN" altLang="en-US" sz="2400"/>
              <a:t>了解死锁产生的原因及分析的方法 (加锁顺序不一致；分析每个SQL的加锁顺序)</a:t>
            </a:r>
            <a:endParaRPr lang="zh-CN" altLang="en-US" sz="2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0b929d01-700d-4440-b0f8-e7ecfcc76d34}"/>
  <p:tag name="TABLE_ENDDRAG_ORIGIN_RECT" val="549*133"/>
  <p:tag name="TABLE_ENDDRAG_RECT" val="103*240*549*133"/>
</p:tagLst>
</file>

<file path=ppt/tags/tag2.xml><?xml version="1.0" encoding="utf-8"?>
<p:tagLst xmlns:p="http://schemas.openxmlformats.org/presentationml/2006/main">
  <p:tag name="KSO_WM_UNIT_TABLE_BEAUTIFY" val="smartTable{5e26eb42-ed89-4608-8e08-b2763fbb27ba}"/>
  <p:tag name="TABLE_ENDDRAG_ORIGIN_RECT" val="553*120"/>
  <p:tag name="TABLE_ENDDRAG_RECT" val="249*335*553*120"/>
</p:tagLst>
</file>

<file path=ppt/tags/tag3.xml><?xml version="1.0" encoding="utf-8"?>
<p:tagLst xmlns:p="http://schemas.openxmlformats.org/presentationml/2006/main">
  <p:tag name="KSO_WM_UNIT_TABLE_BEAUTIFY" val="smartTable{6c9ed4a9-e62f-44d8-bd90-4ad959e34713}"/>
  <p:tag name="TABLE_ENDDRAG_ORIGIN_RECT" val="274*192"/>
  <p:tag name="TABLE_ENDDRAG_RECT" val="480*184*274*192"/>
</p:tagLst>
</file>

<file path=ppt/tags/tag4.xml><?xml version="1.0" encoding="utf-8"?>
<p:tagLst xmlns:p="http://schemas.openxmlformats.org/presentationml/2006/main">
  <p:tag name="KSO_WM_UNIT_TABLE_BEAUTIFY" val="smartTable{3375ff08-93ff-440f-8f74-6ab865d8deb9}"/>
  <p:tag name="TABLE_ENDDRAG_ORIGIN_RECT" val="474*205"/>
  <p:tag name="TABLE_ENDDRAG_RECT" val="5*277*474*205"/>
</p:tagLst>
</file>

<file path=ppt/tags/tag5.xml><?xml version="1.0" encoding="utf-8"?>
<p:tagLst xmlns:p="http://schemas.openxmlformats.org/presentationml/2006/main">
  <p:tag name="COMMONDATA" val="eyJoZGlkIjoiOTEyZjRiZjVkODA5OWQ4OTM1Y2EyY2ZkMTMxMDYxZTMifQ=="/>
  <p:tag name="KSO_WPP_MARK_KEY" val="15bfe069-5c47-44f8-9776-5e26e1893b1c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30660</Words>
  <Application>WPS 演示</Application>
  <PresentationFormat>宽屏</PresentationFormat>
  <Paragraphs>1175</Paragraphs>
  <Slides>170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170</vt:i4>
      </vt:variant>
    </vt:vector>
  </HeadingPairs>
  <TitlesOfParts>
    <vt:vector size="178" baseType="lpstr">
      <vt:lpstr>Arial</vt:lpstr>
      <vt:lpstr>宋体</vt:lpstr>
      <vt:lpstr>Wingdings</vt:lpstr>
      <vt:lpstr>Calibri</vt:lpstr>
      <vt:lpstr>微软雅黑</vt:lpstr>
      <vt:lpstr>Arial Unicode MS</vt:lpstr>
      <vt:lpstr>黑体</vt:lpstr>
      <vt:lpstr>Office 主题</vt:lpstr>
      <vt:lpstr>1、innoDB&amp;MYISAM</vt:lpstr>
      <vt:lpstr>1.1 MyISAM</vt:lpstr>
      <vt:lpstr>1.2 InnoDB</vt:lpstr>
      <vt:lpstr>1.3 MYSQL中myisam和innodb引擎的区别</vt:lpstr>
      <vt:lpstr>1.3.1 myIsam</vt:lpstr>
      <vt:lpstr>1.3.2 InnoDB</vt:lpstr>
      <vt:lpstr>InnoDB存储引擎</vt:lpstr>
      <vt:lpstr>InnoDB特点</vt:lpstr>
      <vt:lpstr>1.3.3 简单概括几点如下：</vt:lpstr>
      <vt:lpstr>PowerPoint 演示文稿</vt:lpstr>
      <vt:lpstr>1.3.4 选择哪种引擎</vt:lpstr>
      <vt:lpstr>（1）适用方向</vt:lpstr>
      <vt:lpstr>（2）数据的大小</vt:lpstr>
      <vt:lpstr>（3）操纵语言</vt:lpstr>
      <vt:lpstr>适用范围</vt:lpstr>
      <vt:lpstr>2、索引</vt:lpstr>
      <vt:lpstr>检索与索引</vt:lpstr>
      <vt:lpstr>2.1 索引的科普</vt:lpstr>
      <vt:lpstr>2.1.1 聚簇索引与非聚簇索引</vt:lpstr>
      <vt:lpstr>表没建主键</vt:lpstr>
      <vt:lpstr>2.1.2 自增主键和uuid</vt:lpstr>
      <vt:lpstr>索引原理介绍</vt:lpstr>
      <vt:lpstr>2.2 聚簇索引结构</vt:lpstr>
      <vt:lpstr>（1）结构分析</vt:lpstr>
      <vt:lpstr>（2）检索顺序</vt:lpstr>
      <vt:lpstr>2.3 非聚簇索引</vt:lpstr>
      <vt:lpstr>（1）新的B+树</vt:lpstr>
      <vt:lpstr>（2）检索过程</vt:lpstr>
      <vt:lpstr>非聚簇索引树</vt:lpstr>
      <vt:lpstr>（3）非聚簇索引树有索引字段</vt:lpstr>
      <vt:lpstr>（4）如何提高检索速度？</vt:lpstr>
      <vt:lpstr>（5）第二棵索引树</vt:lpstr>
      <vt:lpstr>建立索引产生新树</vt:lpstr>
      <vt:lpstr>3、锁</vt:lpstr>
      <vt:lpstr>3.1 select加锁分析(Mysql)</vt:lpstr>
      <vt:lpstr>（1）三个要点</vt:lpstr>
      <vt:lpstr>（2）MySQL(Innodb)索引的原理</vt:lpstr>
      <vt:lpstr>3.1 锁类型</vt:lpstr>
      <vt:lpstr>（1）意向锁存在的目的?</vt:lpstr>
      <vt:lpstr>（2）加锁算法</vt:lpstr>
      <vt:lpstr>（3）快照读和当前读</vt:lpstr>
      <vt:lpstr>（4）加的是表锁还是行锁呢？</vt:lpstr>
      <vt:lpstr>3.2 表锁还是行锁</vt:lpstr>
      <vt:lpstr>3.2.1 错误一:</vt:lpstr>
      <vt:lpstr>PowerPoint 演示文稿</vt:lpstr>
      <vt:lpstr>3.2.2 错误二:所有文章都不提隔离级别！</vt:lpstr>
      <vt:lpstr>（1）RC/RU+条件列(非索引)</vt:lpstr>
      <vt:lpstr>PowerPoint 演示文稿</vt:lpstr>
      <vt:lpstr>（2）RC/RU+条件列(是聚簇索引)</vt:lpstr>
      <vt:lpstr>PowerPoint 演示文稿</vt:lpstr>
      <vt:lpstr>?疑问</vt:lpstr>
      <vt:lpstr>（3）RC/RU+条件列是非聚簇索引</vt:lpstr>
      <vt:lpstr>（3a）分析之一</vt:lpstr>
      <vt:lpstr>（3b）分析之二</vt:lpstr>
      <vt:lpstr>（3c）分析之三</vt:lpstr>
      <vt:lpstr>（4）RR/Serializable+条件列非索引</vt:lpstr>
      <vt:lpstr>（4a）</vt:lpstr>
      <vt:lpstr>（4b）</vt:lpstr>
      <vt:lpstr>（5）RR/Serializable+条件列是聚簇索引</vt:lpstr>
      <vt:lpstr>（5a）</vt:lpstr>
      <vt:lpstr>（5b）</vt:lpstr>
      <vt:lpstr>（6）RR/Serializable+条件列是非聚簇索引</vt:lpstr>
      <vt:lpstr>（6a）</vt:lpstr>
      <vt:lpstr>（6b）</vt:lpstr>
      <vt:lpstr>（6c）</vt:lpstr>
      <vt:lpstr>4、事务隔离</vt:lpstr>
      <vt:lpstr>4.1 新说Mysql事务隔离级别</vt:lpstr>
      <vt:lpstr>4.2 幻读、不可重复读、脏读</vt:lpstr>
      <vt:lpstr> 幻读、不可重复读、脏读，是现象!</vt:lpstr>
      <vt:lpstr>PowerPoint 演示文稿</vt:lpstr>
      <vt:lpstr>4.2.1 读未提交(READ_UNCOMMITTED)</vt:lpstr>
      <vt:lpstr>官网对脏读定义</vt:lpstr>
      <vt:lpstr>官网对脏读定义</vt:lpstr>
      <vt:lpstr>4.2.2 读已提交(READ_COMMITTED)</vt:lpstr>
      <vt:lpstr>官网对不可重复读定义</vt:lpstr>
      <vt:lpstr>官网对不可重复读定义</vt:lpstr>
      <vt:lpstr>PowerPoint 演示文稿</vt:lpstr>
      <vt:lpstr>PowerPoint 演示文稿</vt:lpstr>
      <vt:lpstr>4.2.3 可重复读(REPEATABLE_READ)</vt:lpstr>
      <vt:lpstr>官网对幻读定义</vt:lpstr>
      <vt:lpstr>官网对幻读定义</vt:lpstr>
      <vt:lpstr>幻读</vt:lpstr>
      <vt:lpstr>PowerPoint 演示文稿</vt:lpstr>
      <vt:lpstr>幻读问题，使用next-key locks！</vt:lpstr>
      <vt:lpstr>4.4.4 串行读(SERIALIZABLE_READ)</vt:lpstr>
      <vt:lpstr>next-key locks</vt:lpstr>
      <vt:lpstr>总结</vt:lpstr>
      <vt:lpstr>5、读</vt:lpstr>
      <vt:lpstr>5.1 普通读</vt:lpstr>
      <vt:lpstr>小贴士</vt:lpstr>
      <vt:lpstr>5.1.1  实现方式</vt:lpstr>
      <vt:lpstr>实现</vt:lpstr>
      <vt:lpstr>5.1.2 DB_TRX_ID 和 DB_ROLL_PTR 所代表的含义：</vt:lpstr>
      <vt:lpstr>小贴士</vt:lpstr>
      <vt:lpstr>5.2 当前读 5.2.1 定义</vt:lpstr>
      <vt:lpstr>如何锁</vt:lpstr>
      <vt:lpstr>5.2.2 实现方式</vt:lpstr>
      <vt:lpstr>示例</vt:lpstr>
      <vt:lpstr>加锁</vt:lpstr>
      <vt:lpstr>5.3 概念 快照读和当前读</vt:lpstr>
      <vt:lpstr>脏读</vt:lpstr>
      <vt:lpstr>并发产生：脏读</vt:lpstr>
      <vt:lpstr>不可重复读</vt:lpstr>
      <vt:lpstr>幻读</vt:lpstr>
      <vt:lpstr>RR（可重复读）级别中如何解决以上读问题</vt:lpstr>
      <vt:lpstr>6、MySQL 加锁处理分析</vt:lpstr>
      <vt:lpstr>6.1 MySQL 加锁处理分析背景</vt:lpstr>
      <vt:lpstr>PowerPoint 演示文稿</vt:lpstr>
      <vt:lpstr>6.1.1  MVCC：Snapshot Read vs Current Read</vt:lpstr>
      <vt:lpstr>快照读 (snapshot read)与当前读 (current read)。</vt:lpstr>
      <vt:lpstr>PowerPoint 演示文稿</vt:lpstr>
      <vt:lpstr>快照读：</vt:lpstr>
      <vt:lpstr>当前读：</vt:lpstr>
      <vt:lpstr>更新操作流程</vt:lpstr>
      <vt:lpstr>一个Update操作的具体流程</vt:lpstr>
      <vt:lpstr>PowerPoint 演示文稿</vt:lpstr>
      <vt:lpstr>InnoDB与MySQL Server的交互加锁处理</vt:lpstr>
      <vt:lpstr>6.1.2 Cluster Index：聚簇索引</vt:lpstr>
      <vt:lpstr>6.1.3  2PL：Two-Phase Locking</vt:lpstr>
      <vt:lpstr>2PL</vt:lpstr>
      <vt:lpstr>6.1.4  Isolation Level</vt:lpstr>
      <vt:lpstr>MySQL/InnoDB定义的4种隔离级别： （1）Read Uncommited</vt:lpstr>
      <vt:lpstr>（2）Read Committed (RC)</vt:lpstr>
      <vt:lpstr>（3）Repeatable Read (RR)</vt:lpstr>
      <vt:lpstr>（4）Serializable</vt:lpstr>
      <vt:lpstr>6.2 一条简单SQL的加锁实现分析</vt:lpstr>
      <vt:lpstr>示例</vt:lpstr>
      <vt:lpstr>PowerPoint 演示文稿</vt:lpstr>
      <vt:lpstr>PowerPoint 演示文稿</vt:lpstr>
      <vt:lpstr>6.2.0 九种组合</vt:lpstr>
      <vt:lpstr>PowerPoint 演示文稿</vt:lpstr>
      <vt:lpstr>6.2.1 组合一：id主键+RC</vt:lpstr>
      <vt:lpstr>6.2.2 组合二：id唯一索引+RC</vt:lpstr>
      <vt:lpstr>加锁</vt:lpstr>
      <vt:lpstr>为什么聚簇索引上的记录也要加锁？</vt:lpstr>
      <vt:lpstr>6.2.3  组合三：id非唯一索引+RC </vt:lpstr>
      <vt:lpstr>加锁</vt:lpstr>
      <vt:lpstr>6.2.4 组合四：id无索引+RC </vt:lpstr>
      <vt:lpstr>加锁</vt:lpstr>
      <vt:lpstr>有人可能会问？为什么不是只在满足条件的记录上加锁呢？</vt:lpstr>
      <vt:lpstr>PowerPoint 演示文稿</vt:lpstr>
      <vt:lpstr>6.2.5 组合五：id主键+RR</vt:lpstr>
      <vt:lpstr>6.2.6  组合六：id唯一索引+RR</vt:lpstr>
      <vt:lpstr>6.2.7   组合七：id非唯一索引+RR </vt:lpstr>
      <vt:lpstr>PowerPoint 演示文稿</vt:lpstr>
      <vt:lpstr>PowerPoint 演示文稿</vt:lpstr>
      <vt:lpstr>GAP锁</vt:lpstr>
      <vt:lpstr>PowerPoint 演示文稿</vt:lpstr>
      <vt:lpstr>PowerPoint 演示文稿</vt:lpstr>
      <vt:lpstr>RR隔离级别都要加GAP锁？</vt:lpstr>
      <vt:lpstr>PowerPoint 演示文稿</vt:lpstr>
      <vt:lpstr>结论：</vt:lpstr>
      <vt:lpstr>6.2.8  组合八：id无索引+RR </vt:lpstr>
      <vt:lpstr>PowerPoint 演示文稿</vt:lpstr>
      <vt:lpstr>semi-consistent read</vt:lpstr>
      <vt:lpstr>结论：</vt:lpstr>
      <vt:lpstr>6.2.9  组合九：Serializable</vt:lpstr>
      <vt:lpstr>PowerPoint 演示文稿</vt:lpstr>
      <vt:lpstr>6.3 一条复杂的SQL </vt:lpstr>
      <vt:lpstr>如图中的SQL，会加什么锁？</vt:lpstr>
      <vt:lpstr>在这里，我直接给出分析后的结果：</vt:lpstr>
      <vt:lpstr>分析</vt:lpstr>
      <vt:lpstr>分析</vt:lpstr>
      <vt:lpstr> 结论：</vt:lpstr>
      <vt:lpstr>6.4 死锁原理与分析</vt:lpstr>
      <vt:lpstr>死锁一</vt:lpstr>
      <vt:lpstr>死锁二</vt:lpstr>
      <vt:lpstr>分析</vt:lpstr>
      <vt:lpstr>结论：</vt:lpstr>
      <vt:lpstr>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mac</dc:creator>
  <cp:lastModifiedBy>冰河时代</cp:lastModifiedBy>
  <cp:revision>28</cp:revision>
  <dcterms:created xsi:type="dcterms:W3CDTF">2021-11-17T07:44:00Z</dcterms:created>
  <dcterms:modified xsi:type="dcterms:W3CDTF">2022-11-08T08:37:53Z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0A56EC5E138B4B4EA1496C0FA688982A</vt:lpwstr>
  </property>
  <property fmtid="{D5CDD505-2E9C-101B-9397-08002B2CF9AE}" pid="3" name="KSOProductBuildVer">
    <vt:lpwstr>2052-11.1.0.12598</vt:lpwstr>
  </property>
</Properties>
</file>