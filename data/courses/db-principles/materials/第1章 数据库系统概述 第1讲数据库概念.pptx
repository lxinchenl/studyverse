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694" r:id="rId2"/>
  </p:sldMasterIdLst>
  <p:notesMasterIdLst>
    <p:notesMasterId r:id="rId44"/>
  </p:notesMasterIdLst>
  <p:handoutMasterIdLst>
    <p:handoutMasterId r:id="rId45"/>
  </p:handoutMasterIdLst>
  <p:sldIdLst>
    <p:sldId id="504" r:id="rId3"/>
    <p:sldId id="735" r:id="rId4"/>
    <p:sldId id="729" r:id="rId5"/>
    <p:sldId id="603" r:id="rId6"/>
    <p:sldId id="509" r:id="rId7"/>
    <p:sldId id="657" r:id="rId8"/>
    <p:sldId id="460" r:id="rId9"/>
    <p:sldId id="721" r:id="rId10"/>
    <p:sldId id="722" r:id="rId11"/>
    <p:sldId id="703" r:id="rId12"/>
    <p:sldId id="723" r:id="rId13"/>
    <p:sldId id="510" r:id="rId14"/>
    <p:sldId id="551" r:id="rId15"/>
    <p:sldId id="585" r:id="rId16"/>
    <p:sldId id="692" r:id="rId17"/>
    <p:sldId id="693" r:id="rId18"/>
    <p:sldId id="685" r:id="rId19"/>
    <p:sldId id="345" r:id="rId20"/>
    <p:sldId id="586" r:id="rId21"/>
    <p:sldId id="665" r:id="rId22"/>
    <p:sldId id="587" r:id="rId23"/>
    <p:sldId id="688" r:id="rId24"/>
    <p:sldId id="689" r:id="rId25"/>
    <p:sldId id="690" r:id="rId26"/>
    <p:sldId id="691" r:id="rId27"/>
    <p:sldId id="608" r:id="rId28"/>
    <p:sldId id="659" r:id="rId29"/>
    <p:sldId id="666" r:id="rId30"/>
    <p:sldId id="667" r:id="rId31"/>
    <p:sldId id="668" r:id="rId32"/>
    <p:sldId id="669" r:id="rId33"/>
    <p:sldId id="670" r:id="rId34"/>
    <p:sldId id="704" r:id="rId35"/>
    <p:sldId id="705" r:id="rId36"/>
    <p:sldId id="706" r:id="rId37"/>
    <p:sldId id="686" r:id="rId38"/>
    <p:sldId id="687" r:id="rId39"/>
    <p:sldId id="515" r:id="rId40"/>
    <p:sldId id="558" r:id="rId41"/>
    <p:sldId id="736" r:id="rId42"/>
    <p:sldId id="601" r:id="rId43"/>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0C86"/>
    <a:srgbClr val="FFCCFF"/>
    <a:srgbClr val="FFFFFF"/>
    <a:srgbClr val="CCFFFF"/>
    <a:srgbClr val="969696"/>
    <a:srgbClr val="006666"/>
    <a:srgbClr val="0033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01" autoAdjust="0"/>
    <p:restoredTop sz="94569" autoAdjust="0"/>
  </p:normalViewPr>
  <p:slideViewPr>
    <p:cSldViewPr>
      <p:cViewPr varScale="1">
        <p:scale>
          <a:sx n="132" d="100"/>
          <a:sy n="132" d="100"/>
        </p:scale>
        <p:origin x="1040" y="68"/>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7522" name="页眉占位符 107521">
            <a:extLst>
              <a:ext uri="{FF2B5EF4-FFF2-40B4-BE49-F238E27FC236}">
                <a16:creationId xmlns:a16="http://schemas.microsoft.com/office/drawing/2014/main" id="{CAD5E07F-406A-441C-BEE5-8983028269CF}"/>
              </a:ext>
            </a:extLst>
          </p:cNvPr>
          <p:cNvSpPr>
            <a:spLocks noGrp="1"/>
          </p:cNvSpPr>
          <p:nvPr>
            <p:ph type="hdr" sz="quarter"/>
          </p:nvPr>
        </p:nvSpPr>
        <p:spPr>
          <a:xfrm>
            <a:off x="0" y="0"/>
            <a:ext cx="2895600" cy="457200"/>
          </a:xfrm>
          <a:prstGeom prst="rect">
            <a:avLst/>
          </a:prstGeom>
          <a:noFill/>
          <a:ln w="12700">
            <a:noFill/>
          </a:ln>
        </p:spPr>
        <p:txBody>
          <a:bodyPr wrap="none" anchor="ctr"/>
          <a:lstStyle>
            <a:lvl1pPr>
              <a:defRPr sz="1200" noProof="1" dirty="0">
                <a:solidFill>
                  <a:schemeClr val="tx2"/>
                </a:solidFill>
              </a:defRPr>
            </a:lvl1pPr>
          </a:lstStyle>
          <a:p>
            <a:endParaRPr lang="zh-CN" altLang="en-US"/>
          </a:p>
        </p:txBody>
      </p:sp>
      <p:sp>
        <p:nvSpPr>
          <p:cNvPr id="107523" name="日期占位符 107522">
            <a:extLst>
              <a:ext uri="{FF2B5EF4-FFF2-40B4-BE49-F238E27FC236}">
                <a16:creationId xmlns:a16="http://schemas.microsoft.com/office/drawing/2014/main" id="{96AB4C17-BF11-4814-B06A-44FD4872DAB4}"/>
              </a:ext>
            </a:extLst>
          </p:cNvPr>
          <p:cNvSpPr>
            <a:spLocks noGrp="1"/>
          </p:cNvSpPr>
          <p:nvPr>
            <p:ph type="dt" sz="quarter" idx="1"/>
          </p:nvPr>
        </p:nvSpPr>
        <p:spPr>
          <a:xfrm>
            <a:off x="3810000" y="0"/>
            <a:ext cx="2819400" cy="457200"/>
          </a:xfrm>
          <a:prstGeom prst="rect">
            <a:avLst/>
          </a:prstGeom>
          <a:noFill/>
          <a:ln w="12700">
            <a:noFill/>
          </a:ln>
        </p:spPr>
        <p:txBody>
          <a:bodyPr wrap="none" anchor="ctr"/>
          <a:lstStyle>
            <a:lvl1pPr algn="r">
              <a:defRPr sz="1200" noProof="1" dirty="0">
                <a:solidFill>
                  <a:schemeClr val="tx2"/>
                </a:solidFill>
              </a:defRPr>
            </a:lvl1pPr>
          </a:lstStyle>
          <a:p>
            <a:endParaRPr lang="zh-CN" altLang="en-US"/>
          </a:p>
        </p:txBody>
      </p:sp>
      <p:sp>
        <p:nvSpPr>
          <p:cNvPr id="107524" name="页脚占位符 107523">
            <a:extLst>
              <a:ext uri="{FF2B5EF4-FFF2-40B4-BE49-F238E27FC236}">
                <a16:creationId xmlns:a16="http://schemas.microsoft.com/office/drawing/2014/main" id="{D78DCF20-E636-4BFC-ADA0-E654FF1AAC8E}"/>
              </a:ext>
            </a:extLst>
          </p:cNvPr>
          <p:cNvSpPr>
            <a:spLocks noGrp="1"/>
          </p:cNvSpPr>
          <p:nvPr>
            <p:ph type="ftr" sz="quarter" idx="2"/>
          </p:nvPr>
        </p:nvSpPr>
        <p:spPr>
          <a:xfrm>
            <a:off x="0" y="9372600"/>
            <a:ext cx="2895600" cy="457200"/>
          </a:xfrm>
          <a:prstGeom prst="rect">
            <a:avLst/>
          </a:prstGeom>
          <a:noFill/>
          <a:ln w="12700">
            <a:noFill/>
          </a:ln>
        </p:spPr>
        <p:txBody>
          <a:bodyPr wrap="none" anchor="b"/>
          <a:lstStyle>
            <a:lvl1pPr>
              <a:defRPr sz="1200" noProof="1" dirty="0">
                <a:solidFill>
                  <a:schemeClr val="tx2"/>
                </a:solidFill>
              </a:defRPr>
            </a:lvl1pPr>
          </a:lstStyle>
          <a:p>
            <a:endParaRPr lang="zh-CN" altLang="en-US"/>
          </a:p>
        </p:txBody>
      </p:sp>
      <p:sp>
        <p:nvSpPr>
          <p:cNvPr id="107525" name="灯片编号占位符 107524">
            <a:extLst>
              <a:ext uri="{FF2B5EF4-FFF2-40B4-BE49-F238E27FC236}">
                <a16:creationId xmlns:a16="http://schemas.microsoft.com/office/drawing/2014/main" id="{369DCF2D-9EA7-4EE9-BD52-0286F5A9BB53}"/>
              </a:ext>
            </a:extLst>
          </p:cNvPr>
          <p:cNvSpPr>
            <a:spLocks noGrp="1"/>
          </p:cNvSpPr>
          <p:nvPr>
            <p:ph type="sldNum" sz="quarter" idx="3"/>
          </p:nvPr>
        </p:nvSpPr>
        <p:spPr>
          <a:xfrm>
            <a:off x="3810000" y="9372600"/>
            <a:ext cx="2819400" cy="457200"/>
          </a:xfrm>
          <a:prstGeom prst="rect">
            <a:avLst/>
          </a:prstGeom>
          <a:noFill/>
          <a:ln w="12700">
            <a:noFill/>
          </a:ln>
        </p:spPr>
        <p:txBody>
          <a:bodyPr vert="horz" wrap="none" lIns="91440" tIns="45720" rIns="91440" bIns="45720" numCol="1" anchor="b" anchorCtr="0" compatLnSpc="1">
            <a:prstTxWarp prst="textNoShape">
              <a:avLst/>
            </a:prstTxWarp>
          </a:bodyPr>
          <a:lstStyle>
            <a:lvl1pPr algn="r">
              <a:defRPr sz="1200">
                <a:solidFill>
                  <a:schemeClr val="tx2"/>
                </a:solidFill>
                <a:latin typeface="Tahoma" panose="020B0604030504040204" pitchFamily="34" charset="0"/>
              </a:defRPr>
            </a:lvl1pPr>
          </a:lstStyle>
          <a:p>
            <a:fld id="{5F6BD697-1001-4B68-AE83-073A8AF4DF3E}"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87074" name="页眉占位符 387073">
            <a:extLst>
              <a:ext uri="{FF2B5EF4-FFF2-40B4-BE49-F238E27FC236}">
                <a16:creationId xmlns:a16="http://schemas.microsoft.com/office/drawing/2014/main" id="{34B637AC-F5D9-48F3-BD4D-2829A7BD3CD3}"/>
              </a:ext>
            </a:extLst>
          </p:cNvPr>
          <p:cNvSpPr>
            <a:spLocks noGrp="1"/>
          </p:cNvSpPr>
          <p:nvPr>
            <p:ph type="hdr" sz="quarter"/>
          </p:nvPr>
        </p:nvSpPr>
        <p:spPr>
          <a:xfrm>
            <a:off x="0" y="0"/>
            <a:ext cx="2887663" cy="492125"/>
          </a:xfrm>
          <a:prstGeom prst="rect">
            <a:avLst/>
          </a:prstGeom>
          <a:noFill/>
          <a:ln w="9525">
            <a:noFill/>
          </a:ln>
        </p:spPr>
        <p:txBody>
          <a:bodyPr/>
          <a:lstStyle>
            <a:lvl1pPr>
              <a:defRPr sz="1200" noProof="1" dirty="0"/>
            </a:lvl1pPr>
          </a:lstStyle>
          <a:p>
            <a:endParaRPr lang="zh-CN" altLang="en-US"/>
          </a:p>
        </p:txBody>
      </p:sp>
      <p:sp>
        <p:nvSpPr>
          <p:cNvPr id="387075" name="日期占位符 387074">
            <a:extLst>
              <a:ext uri="{FF2B5EF4-FFF2-40B4-BE49-F238E27FC236}">
                <a16:creationId xmlns:a16="http://schemas.microsoft.com/office/drawing/2014/main" id="{829DA606-1B6B-46CD-98C8-A44CD111F622}"/>
              </a:ext>
            </a:extLst>
          </p:cNvPr>
          <p:cNvSpPr>
            <a:spLocks noGrp="1"/>
          </p:cNvSpPr>
          <p:nvPr>
            <p:ph type="dt" idx="1"/>
          </p:nvPr>
        </p:nvSpPr>
        <p:spPr>
          <a:xfrm>
            <a:off x="3773488" y="0"/>
            <a:ext cx="2887662" cy="492125"/>
          </a:xfrm>
          <a:prstGeom prst="rect">
            <a:avLst/>
          </a:prstGeom>
          <a:noFill/>
          <a:ln w="9525">
            <a:noFill/>
          </a:ln>
        </p:spPr>
        <p:txBody>
          <a:bodyPr/>
          <a:lstStyle>
            <a:lvl1pPr algn="r">
              <a:defRPr sz="1200" noProof="1" dirty="0"/>
            </a:lvl1pPr>
          </a:lstStyle>
          <a:p>
            <a:endParaRPr lang="zh-CN" altLang="en-US"/>
          </a:p>
        </p:txBody>
      </p:sp>
      <p:sp>
        <p:nvSpPr>
          <p:cNvPr id="5124" name="幻灯片图像占位符 387075">
            <a:extLst>
              <a:ext uri="{FF2B5EF4-FFF2-40B4-BE49-F238E27FC236}">
                <a16:creationId xmlns:a16="http://schemas.microsoft.com/office/drawing/2014/main" id="{2ED5381D-8235-4E3F-AC0A-710728249F99}"/>
              </a:ext>
            </a:extLst>
          </p:cNvPr>
          <p:cNvSpPr>
            <a:spLocks noGrp="1" noRot="1" noChangeAspect="1" noChangeArrowheads="1" noTextEdit="1"/>
          </p:cNvSpPr>
          <p:nvPr>
            <p:ph type="sldImg" idx="4294967295"/>
          </p:nvPr>
        </p:nvSpPr>
        <p:spPr bwMode="auto">
          <a:xfrm>
            <a:off x="874713" y="738188"/>
            <a:ext cx="4914900" cy="3686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文本占位符 387076">
            <a:extLst>
              <a:ext uri="{FF2B5EF4-FFF2-40B4-BE49-F238E27FC236}">
                <a16:creationId xmlns:a16="http://schemas.microsoft.com/office/drawing/2014/main" id="{826CD950-998A-4818-9D05-9FB65F34D888}"/>
              </a:ext>
            </a:extLst>
          </p:cNvPr>
          <p:cNvSpPr>
            <a:spLocks noGrp="1" noChangeArrowheads="1"/>
          </p:cNvSpPr>
          <p:nvPr>
            <p:ph type="body" sz="quarter" idx="4294967295"/>
          </p:nvPr>
        </p:nvSpPr>
        <p:spPr bwMode="auto">
          <a:xfrm>
            <a:off x="666750" y="4670425"/>
            <a:ext cx="5329238"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87078" name="页脚占位符 387077">
            <a:extLst>
              <a:ext uri="{FF2B5EF4-FFF2-40B4-BE49-F238E27FC236}">
                <a16:creationId xmlns:a16="http://schemas.microsoft.com/office/drawing/2014/main" id="{B002EA78-54C5-4E2E-B80A-05FB3C3161E0}"/>
              </a:ext>
            </a:extLst>
          </p:cNvPr>
          <p:cNvSpPr>
            <a:spLocks noGrp="1"/>
          </p:cNvSpPr>
          <p:nvPr>
            <p:ph type="ftr" sz="quarter" idx="4"/>
          </p:nvPr>
        </p:nvSpPr>
        <p:spPr>
          <a:xfrm>
            <a:off x="0" y="9339263"/>
            <a:ext cx="2887663" cy="492125"/>
          </a:xfrm>
          <a:prstGeom prst="rect">
            <a:avLst/>
          </a:prstGeom>
          <a:noFill/>
          <a:ln w="9525">
            <a:noFill/>
          </a:ln>
        </p:spPr>
        <p:txBody>
          <a:bodyPr anchor="b"/>
          <a:lstStyle>
            <a:lvl1pPr>
              <a:defRPr sz="1200" noProof="1" dirty="0"/>
            </a:lvl1pPr>
          </a:lstStyle>
          <a:p>
            <a:endParaRPr lang="zh-CN" altLang="en-US"/>
          </a:p>
        </p:txBody>
      </p:sp>
      <p:sp>
        <p:nvSpPr>
          <p:cNvPr id="387079" name="灯片编号占位符 387078">
            <a:extLst>
              <a:ext uri="{FF2B5EF4-FFF2-40B4-BE49-F238E27FC236}">
                <a16:creationId xmlns:a16="http://schemas.microsoft.com/office/drawing/2014/main" id="{58CBDCB8-928E-460C-91BE-9A3DCDE87179}"/>
              </a:ext>
            </a:extLst>
          </p:cNvPr>
          <p:cNvSpPr>
            <a:spLocks noGrp="1"/>
          </p:cNvSpPr>
          <p:nvPr>
            <p:ph type="sldNum" sz="quarter" idx="5"/>
          </p:nvPr>
        </p:nvSpPr>
        <p:spPr>
          <a:xfrm>
            <a:off x="3773488" y="9339263"/>
            <a:ext cx="2887662" cy="492125"/>
          </a:xfrm>
          <a:prstGeom prst="rect">
            <a:avLst/>
          </a:prstGeom>
          <a:noFill/>
          <a:ln w="9525">
            <a:noFill/>
          </a:ln>
        </p:spPr>
        <p:txBody>
          <a:bodyPr vert="horz" wrap="square" lIns="91440" tIns="45720" rIns="91440" bIns="45720" numCol="1" anchor="b" anchorCtr="0" compatLnSpc="1">
            <a:prstTxWarp prst="textNoShape">
              <a:avLst/>
            </a:prstTxWarp>
          </a:bodyPr>
          <a:lstStyle>
            <a:lvl1pPr algn="r">
              <a:defRPr sz="1200"/>
            </a:lvl1pPr>
          </a:lstStyle>
          <a:p>
            <a:fld id="{710328A4-E193-43C8-A8E7-68A052EF21C8}" type="slidenum">
              <a:rPr lang="zh-CN" altLang="en-US"/>
              <a:pPr/>
              <a:t>‹#›</a:t>
            </a:fld>
            <a:endParaRPr lang="zh-CN"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1">
            <a:extLst>
              <a:ext uri="{FF2B5EF4-FFF2-40B4-BE49-F238E27FC236}">
                <a16:creationId xmlns:a16="http://schemas.microsoft.com/office/drawing/2014/main" id="{42CC453B-F767-45F7-8757-4DE10ECDDE5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F6CBCF8-AEEB-46FF-A2C4-8487D978CC23}" type="slidenum">
              <a:rPr lang="zh-CN" altLang="en-US"/>
              <a:pPr/>
              <a:t>5</a:t>
            </a:fld>
            <a:endParaRPr lang="zh-CN" altLang="en-US"/>
          </a:p>
        </p:txBody>
      </p:sp>
      <p:sp>
        <p:nvSpPr>
          <p:cNvPr id="11266" name="幻灯片图像占位符 548865">
            <a:extLst>
              <a:ext uri="{FF2B5EF4-FFF2-40B4-BE49-F238E27FC236}">
                <a16:creationId xmlns:a16="http://schemas.microsoft.com/office/drawing/2014/main" id="{DCDF88AD-C2A7-4D05-91E6-5E40247E57E7}"/>
              </a:ext>
            </a:extLst>
          </p:cNvPr>
          <p:cNvSpPr>
            <a:spLocks noGrp="1" noRot="1" noChangeAspect="1" noChangeArrowheads="1" noTextEdit="1"/>
          </p:cNvSpPr>
          <p:nvPr>
            <p:ph type="sldImg" idx="4294967295"/>
          </p:nvPr>
        </p:nvSpPr>
        <p:spPr>
          <a:ln/>
        </p:spPr>
      </p:sp>
      <p:sp>
        <p:nvSpPr>
          <p:cNvPr id="11267" name="文本占位符 548866">
            <a:extLst>
              <a:ext uri="{FF2B5EF4-FFF2-40B4-BE49-F238E27FC236}">
                <a16:creationId xmlns:a16="http://schemas.microsoft.com/office/drawing/2014/main" id="{1AA1116A-D536-441F-A62A-E264945F9FB5}"/>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1">
            <a:extLst>
              <a:ext uri="{FF2B5EF4-FFF2-40B4-BE49-F238E27FC236}">
                <a16:creationId xmlns:a16="http://schemas.microsoft.com/office/drawing/2014/main" id="{1BB6E9DD-957D-42C6-9858-53C3E6D475D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8EB6EA4-BA2B-4006-844D-322DDCA6C8D0}" type="slidenum">
              <a:rPr lang="zh-CN" altLang="en-US"/>
              <a:pPr/>
              <a:t>7</a:t>
            </a:fld>
            <a:endParaRPr lang="zh-CN" altLang="en-US"/>
          </a:p>
        </p:txBody>
      </p:sp>
      <p:sp>
        <p:nvSpPr>
          <p:cNvPr id="14338" name="幻灯片图像占位符 409601">
            <a:extLst>
              <a:ext uri="{FF2B5EF4-FFF2-40B4-BE49-F238E27FC236}">
                <a16:creationId xmlns:a16="http://schemas.microsoft.com/office/drawing/2014/main" id="{412AD647-B379-4BFA-A37C-C0A0DF8F9800}"/>
              </a:ext>
            </a:extLst>
          </p:cNvPr>
          <p:cNvSpPr>
            <a:spLocks noGrp="1" noRot="1" noChangeAspect="1" noChangeArrowheads="1" noTextEdit="1"/>
          </p:cNvSpPr>
          <p:nvPr>
            <p:ph type="sldImg" idx="4294967295"/>
          </p:nvPr>
        </p:nvSpPr>
        <p:spPr>
          <a:ln/>
        </p:spPr>
      </p:sp>
      <p:sp>
        <p:nvSpPr>
          <p:cNvPr id="14339" name="文本占位符 409602">
            <a:extLst>
              <a:ext uri="{FF2B5EF4-FFF2-40B4-BE49-F238E27FC236}">
                <a16:creationId xmlns:a16="http://schemas.microsoft.com/office/drawing/2014/main" id="{3AC499A8-72E8-429B-ADA6-A2495E2BECAB}"/>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1">
            <a:extLst>
              <a:ext uri="{FF2B5EF4-FFF2-40B4-BE49-F238E27FC236}">
                <a16:creationId xmlns:a16="http://schemas.microsoft.com/office/drawing/2014/main" id="{8CB6F361-19B0-43DC-AA93-6F5613E5DB8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350AF4B-7053-47C8-95AA-A3D60C8960C5}" type="slidenum">
              <a:rPr lang="zh-CN" altLang="en-US"/>
              <a:pPr/>
              <a:t>12</a:t>
            </a:fld>
            <a:endParaRPr lang="zh-CN" altLang="en-US"/>
          </a:p>
        </p:txBody>
      </p:sp>
      <p:sp>
        <p:nvSpPr>
          <p:cNvPr id="20482" name="幻灯片图像占位符 550913">
            <a:extLst>
              <a:ext uri="{FF2B5EF4-FFF2-40B4-BE49-F238E27FC236}">
                <a16:creationId xmlns:a16="http://schemas.microsoft.com/office/drawing/2014/main" id="{95436D1D-14AE-4BF2-B4B0-C47945FDB25D}"/>
              </a:ext>
            </a:extLst>
          </p:cNvPr>
          <p:cNvSpPr>
            <a:spLocks noGrp="1" noRot="1" noChangeAspect="1" noChangeArrowheads="1" noTextEdit="1"/>
          </p:cNvSpPr>
          <p:nvPr>
            <p:ph type="sldImg" idx="4294967295"/>
          </p:nvPr>
        </p:nvSpPr>
        <p:spPr>
          <a:ln/>
        </p:spPr>
      </p:sp>
      <p:sp>
        <p:nvSpPr>
          <p:cNvPr id="20483" name="文本占位符 550914">
            <a:extLst>
              <a:ext uri="{FF2B5EF4-FFF2-40B4-BE49-F238E27FC236}">
                <a16:creationId xmlns:a16="http://schemas.microsoft.com/office/drawing/2014/main" id="{7D9CD1D6-5DD7-45F6-B511-D97068DB9A48}"/>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a:extLst>
              <a:ext uri="{FF2B5EF4-FFF2-40B4-BE49-F238E27FC236}">
                <a16:creationId xmlns:a16="http://schemas.microsoft.com/office/drawing/2014/main" id="{CDB1F48F-03D1-461F-8734-F94BF935283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62A237B-6EBB-4311-9EFD-1F0F7AF2546B}" type="slidenum">
              <a:rPr lang="zh-CN" altLang="en-US"/>
              <a:pPr/>
              <a:t>13</a:t>
            </a:fld>
            <a:endParaRPr lang="zh-CN" altLang="en-US"/>
          </a:p>
        </p:txBody>
      </p:sp>
      <p:sp>
        <p:nvSpPr>
          <p:cNvPr id="22530" name="幻灯片图像占位符 698369">
            <a:extLst>
              <a:ext uri="{FF2B5EF4-FFF2-40B4-BE49-F238E27FC236}">
                <a16:creationId xmlns:a16="http://schemas.microsoft.com/office/drawing/2014/main" id="{3478443A-3698-4FFE-AD5E-BC8C00198858}"/>
              </a:ext>
            </a:extLst>
          </p:cNvPr>
          <p:cNvSpPr>
            <a:spLocks noGrp="1" noRot="1" noChangeAspect="1" noChangeArrowheads="1" noTextEdit="1"/>
          </p:cNvSpPr>
          <p:nvPr>
            <p:ph type="sldImg" idx="4294967295"/>
          </p:nvPr>
        </p:nvSpPr>
        <p:spPr>
          <a:ln/>
        </p:spPr>
      </p:sp>
      <p:sp>
        <p:nvSpPr>
          <p:cNvPr id="22531" name="文本占位符 698370">
            <a:extLst>
              <a:ext uri="{FF2B5EF4-FFF2-40B4-BE49-F238E27FC236}">
                <a16:creationId xmlns:a16="http://schemas.microsoft.com/office/drawing/2014/main" id="{81BDF7AD-797A-4FC7-8AAB-E95C8F63F26E}"/>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a:extLst>
              <a:ext uri="{FF2B5EF4-FFF2-40B4-BE49-F238E27FC236}">
                <a16:creationId xmlns:a16="http://schemas.microsoft.com/office/drawing/2014/main" id="{0E08C65C-D5EB-4EA9-814C-69D6E764DC4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B45CB8-8D61-4424-B78F-EF12CE6407EB}" type="slidenum">
              <a:rPr lang="zh-CN" altLang="en-US"/>
              <a:pPr/>
              <a:t>18</a:t>
            </a:fld>
            <a:endParaRPr lang="zh-CN" altLang="en-US"/>
          </a:p>
        </p:txBody>
      </p:sp>
      <p:sp>
        <p:nvSpPr>
          <p:cNvPr id="28674" name="幻灯片图像占位符 410625">
            <a:extLst>
              <a:ext uri="{FF2B5EF4-FFF2-40B4-BE49-F238E27FC236}">
                <a16:creationId xmlns:a16="http://schemas.microsoft.com/office/drawing/2014/main" id="{7526B95F-09B5-4AD1-A583-9CF77D646B58}"/>
              </a:ext>
            </a:extLst>
          </p:cNvPr>
          <p:cNvSpPr>
            <a:spLocks noGrp="1" noRot="1" noChangeAspect="1" noChangeArrowheads="1" noTextEdit="1"/>
          </p:cNvSpPr>
          <p:nvPr>
            <p:ph type="sldImg" idx="4294967295"/>
          </p:nvPr>
        </p:nvSpPr>
        <p:spPr>
          <a:ln/>
        </p:spPr>
      </p:sp>
      <p:sp>
        <p:nvSpPr>
          <p:cNvPr id="28675" name="文本占位符 410626">
            <a:extLst>
              <a:ext uri="{FF2B5EF4-FFF2-40B4-BE49-F238E27FC236}">
                <a16:creationId xmlns:a16="http://schemas.microsoft.com/office/drawing/2014/main" id="{1744E34D-D43A-430C-835D-C08544C27DA5}"/>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1">
            <a:extLst>
              <a:ext uri="{FF2B5EF4-FFF2-40B4-BE49-F238E27FC236}">
                <a16:creationId xmlns:a16="http://schemas.microsoft.com/office/drawing/2014/main" id="{23D01284-C4AE-427C-9CF8-77F6B1D3545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4C23943-E8E9-427C-A2A8-4EC00438E250}" type="slidenum">
              <a:rPr lang="zh-CN" altLang="en-US"/>
              <a:pPr/>
              <a:t>38</a:t>
            </a:fld>
            <a:endParaRPr lang="zh-CN" altLang="en-US"/>
          </a:p>
        </p:txBody>
      </p:sp>
      <p:sp>
        <p:nvSpPr>
          <p:cNvPr id="50178" name="幻灯片图像占位符 561153">
            <a:extLst>
              <a:ext uri="{FF2B5EF4-FFF2-40B4-BE49-F238E27FC236}">
                <a16:creationId xmlns:a16="http://schemas.microsoft.com/office/drawing/2014/main" id="{65D78CD7-FD24-4E8F-9381-661CEFE02033}"/>
              </a:ext>
            </a:extLst>
          </p:cNvPr>
          <p:cNvSpPr>
            <a:spLocks noGrp="1" noRot="1" noChangeAspect="1" noChangeArrowheads="1" noTextEdit="1"/>
          </p:cNvSpPr>
          <p:nvPr>
            <p:ph type="sldImg" idx="4294967295"/>
          </p:nvPr>
        </p:nvSpPr>
        <p:spPr>
          <a:ln/>
        </p:spPr>
      </p:sp>
      <p:sp>
        <p:nvSpPr>
          <p:cNvPr id="50179" name="文本占位符 561154">
            <a:extLst>
              <a:ext uri="{FF2B5EF4-FFF2-40B4-BE49-F238E27FC236}">
                <a16:creationId xmlns:a16="http://schemas.microsoft.com/office/drawing/2014/main" id="{1077232A-C282-42A7-94A8-07D35EEC6D02}"/>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a:extLst>
              <a:ext uri="{FF2B5EF4-FFF2-40B4-BE49-F238E27FC236}">
                <a16:creationId xmlns:a16="http://schemas.microsoft.com/office/drawing/2014/main" id="{21A08362-615F-44CD-84BE-40BD8978AF3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62AC651-8344-4CB0-BF29-CF217730BFE4}" type="slidenum">
              <a:rPr lang="zh-CN" altLang="en-US"/>
              <a:pPr/>
              <a:t>39</a:t>
            </a:fld>
            <a:endParaRPr lang="zh-CN" altLang="en-US"/>
          </a:p>
        </p:txBody>
      </p:sp>
      <p:sp>
        <p:nvSpPr>
          <p:cNvPr id="52226" name="幻灯片图像占位符 712705">
            <a:extLst>
              <a:ext uri="{FF2B5EF4-FFF2-40B4-BE49-F238E27FC236}">
                <a16:creationId xmlns:a16="http://schemas.microsoft.com/office/drawing/2014/main" id="{7C8C2787-D1BF-4ED7-AE68-EDF7A7E449F2}"/>
              </a:ext>
            </a:extLst>
          </p:cNvPr>
          <p:cNvSpPr>
            <a:spLocks noGrp="1" noRot="1" noChangeAspect="1" noChangeArrowheads="1" noTextEdit="1"/>
          </p:cNvSpPr>
          <p:nvPr>
            <p:ph type="sldImg" idx="4294967295"/>
          </p:nvPr>
        </p:nvSpPr>
        <p:spPr>
          <a:ln/>
        </p:spPr>
      </p:sp>
      <p:sp>
        <p:nvSpPr>
          <p:cNvPr id="52227" name="文本占位符 712706">
            <a:extLst>
              <a:ext uri="{FF2B5EF4-FFF2-40B4-BE49-F238E27FC236}">
                <a16:creationId xmlns:a16="http://schemas.microsoft.com/office/drawing/2014/main" id="{B14E00F7-0457-461B-8E27-EBEAE2D01A43}"/>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783363">
            <a:extLst>
              <a:ext uri="{FF2B5EF4-FFF2-40B4-BE49-F238E27FC236}">
                <a16:creationId xmlns:a16="http://schemas.microsoft.com/office/drawing/2014/main" id="{9F6C67CF-D3A5-489E-A5C7-212C5EBD3A81}"/>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C263C037-E569-4058-9C8D-95E580340449}"/>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23621FD5-D625-4B82-946B-93D1105BC966}"/>
              </a:ext>
            </a:extLst>
          </p:cNvPr>
          <p:cNvSpPr>
            <a:spLocks noGrp="1"/>
          </p:cNvSpPr>
          <p:nvPr>
            <p:ph type="sldNum" sz="quarter" idx="12"/>
          </p:nvPr>
        </p:nvSpPr>
        <p:spPr>
          <a:ln/>
        </p:spPr>
        <p:txBody>
          <a:bodyPr/>
          <a:lstStyle>
            <a:lvl1pPr>
              <a:defRPr/>
            </a:lvl1pPr>
          </a:lstStyle>
          <a:p>
            <a:fld id="{EE01B9F9-5549-4B1E-9473-84E81E66BA15}" type="slidenum">
              <a:rPr lang="zh-CN" altLang="en-US"/>
              <a:pPr/>
              <a:t>‹#›</a:t>
            </a:fld>
            <a:endParaRPr lang="zh-CN" altLang="en-US"/>
          </a:p>
        </p:txBody>
      </p:sp>
    </p:spTree>
    <p:extLst>
      <p:ext uri="{BB962C8B-B14F-4D97-AF65-F5344CB8AC3E}">
        <p14:creationId xmlns:p14="http://schemas.microsoft.com/office/powerpoint/2010/main" val="2444476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F42A2B68-43F8-480C-B5D3-D0716A8BB0BA}"/>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A151D4A8-37B4-42B5-A185-C4EEEBE1DD6D}"/>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6BD6742C-8944-4562-A017-1EFECE10B78E}"/>
              </a:ext>
            </a:extLst>
          </p:cNvPr>
          <p:cNvSpPr>
            <a:spLocks noGrp="1"/>
          </p:cNvSpPr>
          <p:nvPr>
            <p:ph type="sldNum" sz="quarter" idx="12"/>
          </p:nvPr>
        </p:nvSpPr>
        <p:spPr>
          <a:ln/>
        </p:spPr>
        <p:txBody>
          <a:bodyPr/>
          <a:lstStyle>
            <a:lvl1pPr>
              <a:defRPr/>
            </a:lvl1pPr>
          </a:lstStyle>
          <a:p>
            <a:fld id="{E5B579DF-6D01-4AF2-B192-D0E18F179C58}" type="slidenum">
              <a:rPr lang="zh-CN" altLang="en-US"/>
              <a:pPr/>
              <a:t>‹#›</a:t>
            </a:fld>
            <a:endParaRPr lang="zh-CN" altLang="en-US"/>
          </a:p>
        </p:txBody>
      </p:sp>
    </p:spTree>
    <p:extLst>
      <p:ext uri="{BB962C8B-B14F-4D97-AF65-F5344CB8AC3E}">
        <p14:creationId xmlns:p14="http://schemas.microsoft.com/office/powerpoint/2010/main" val="2345195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783363">
            <a:extLst>
              <a:ext uri="{FF2B5EF4-FFF2-40B4-BE49-F238E27FC236}">
                <a16:creationId xmlns:a16="http://schemas.microsoft.com/office/drawing/2014/main" id="{902ADD2F-1980-4170-943F-96988C1674FC}"/>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BB31E5CD-5A00-4377-B6E5-43DA1BB01A05}"/>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7E4C2FCF-8447-472F-8AAA-57976F5A659E}"/>
              </a:ext>
            </a:extLst>
          </p:cNvPr>
          <p:cNvSpPr>
            <a:spLocks noGrp="1"/>
          </p:cNvSpPr>
          <p:nvPr>
            <p:ph type="sldNum" sz="quarter" idx="12"/>
          </p:nvPr>
        </p:nvSpPr>
        <p:spPr>
          <a:ln/>
        </p:spPr>
        <p:txBody>
          <a:bodyPr/>
          <a:lstStyle>
            <a:lvl1pPr>
              <a:defRPr/>
            </a:lvl1pPr>
          </a:lstStyle>
          <a:p>
            <a:fld id="{1F2BE23C-59C1-45F5-A90A-6C0E4B726837}" type="slidenum">
              <a:rPr lang="zh-CN" altLang="en-US"/>
              <a:pPr/>
              <a:t>‹#›</a:t>
            </a:fld>
            <a:endParaRPr lang="zh-CN" altLang="en-US"/>
          </a:p>
        </p:txBody>
      </p:sp>
    </p:spTree>
    <p:extLst>
      <p:ext uri="{BB962C8B-B14F-4D97-AF65-F5344CB8AC3E}">
        <p14:creationId xmlns:p14="http://schemas.microsoft.com/office/powerpoint/2010/main" val="241471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783363">
            <a:extLst>
              <a:ext uri="{FF2B5EF4-FFF2-40B4-BE49-F238E27FC236}">
                <a16:creationId xmlns:a16="http://schemas.microsoft.com/office/drawing/2014/main" id="{7D62427F-A487-461D-B6D2-3E9311DF497A}"/>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0C1128E3-6B79-44E4-B1E0-F69F2140A55F}"/>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982BEAA3-5F8C-4023-AAA5-90A5C88F617E}"/>
              </a:ext>
            </a:extLst>
          </p:cNvPr>
          <p:cNvSpPr>
            <a:spLocks noGrp="1"/>
          </p:cNvSpPr>
          <p:nvPr>
            <p:ph type="sldNum" sz="quarter" idx="12"/>
          </p:nvPr>
        </p:nvSpPr>
        <p:spPr>
          <a:ln/>
        </p:spPr>
        <p:txBody>
          <a:bodyPr/>
          <a:lstStyle>
            <a:lvl1pPr>
              <a:defRPr/>
            </a:lvl1pPr>
          </a:lstStyle>
          <a:p>
            <a:fld id="{5A76B3AF-55D2-4792-8201-F991D504459D}" type="slidenum">
              <a:rPr lang="zh-CN" altLang="en-US"/>
              <a:pPr/>
              <a:t>‹#›</a:t>
            </a:fld>
            <a:endParaRPr lang="zh-CN" altLang="en-US"/>
          </a:p>
        </p:txBody>
      </p:sp>
    </p:spTree>
    <p:extLst>
      <p:ext uri="{BB962C8B-B14F-4D97-AF65-F5344CB8AC3E}">
        <p14:creationId xmlns:p14="http://schemas.microsoft.com/office/powerpoint/2010/main" val="4194528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783363">
            <a:extLst>
              <a:ext uri="{FF2B5EF4-FFF2-40B4-BE49-F238E27FC236}">
                <a16:creationId xmlns:a16="http://schemas.microsoft.com/office/drawing/2014/main" id="{39B66906-F3AA-4257-93BB-C2764CEF0436}"/>
              </a:ext>
            </a:extLst>
          </p:cNvPr>
          <p:cNvSpPr>
            <a:spLocks noGrp="1"/>
          </p:cNvSpPr>
          <p:nvPr>
            <p:ph type="dt" sz="half" idx="10"/>
          </p:nvPr>
        </p:nvSpPr>
        <p:spPr>
          <a:ln/>
        </p:spPr>
        <p:txBody>
          <a:bodyPr/>
          <a:lstStyle>
            <a:lvl1pPr>
              <a:defRPr/>
            </a:lvl1pPr>
          </a:lstStyle>
          <a:p>
            <a:endParaRPr lang="zh-CN" altLang="en-US"/>
          </a:p>
        </p:txBody>
      </p:sp>
      <p:sp>
        <p:nvSpPr>
          <p:cNvPr id="8" name="页脚占位符 783364">
            <a:extLst>
              <a:ext uri="{FF2B5EF4-FFF2-40B4-BE49-F238E27FC236}">
                <a16:creationId xmlns:a16="http://schemas.microsoft.com/office/drawing/2014/main" id="{3941213D-E046-437C-AA41-F01F374EB2E8}"/>
              </a:ext>
            </a:extLst>
          </p:cNvPr>
          <p:cNvSpPr>
            <a:spLocks noGrp="1"/>
          </p:cNvSpPr>
          <p:nvPr>
            <p:ph type="ftr" sz="quarter" idx="11"/>
          </p:nvPr>
        </p:nvSpPr>
        <p:spPr>
          <a:ln/>
        </p:spPr>
        <p:txBody>
          <a:bodyPr/>
          <a:lstStyle>
            <a:lvl1pPr>
              <a:defRPr/>
            </a:lvl1pPr>
          </a:lstStyle>
          <a:p>
            <a:endParaRPr lang="zh-CN" altLang="en-US"/>
          </a:p>
        </p:txBody>
      </p:sp>
      <p:sp>
        <p:nvSpPr>
          <p:cNvPr id="9" name="灯片编号占位符 783365">
            <a:extLst>
              <a:ext uri="{FF2B5EF4-FFF2-40B4-BE49-F238E27FC236}">
                <a16:creationId xmlns:a16="http://schemas.microsoft.com/office/drawing/2014/main" id="{4F9B6221-46DC-4860-9317-7AB56BB6FFC1}"/>
              </a:ext>
            </a:extLst>
          </p:cNvPr>
          <p:cNvSpPr>
            <a:spLocks noGrp="1"/>
          </p:cNvSpPr>
          <p:nvPr>
            <p:ph type="sldNum" sz="quarter" idx="12"/>
          </p:nvPr>
        </p:nvSpPr>
        <p:spPr>
          <a:ln/>
        </p:spPr>
        <p:txBody>
          <a:bodyPr/>
          <a:lstStyle>
            <a:lvl1pPr>
              <a:defRPr/>
            </a:lvl1pPr>
          </a:lstStyle>
          <a:p>
            <a:fld id="{28883C7B-5483-4AC7-A890-DA923D0E4F73}" type="slidenum">
              <a:rPr lang="zh-CN" altLang="en-US"/>
              <a:pPr/>
              <a:t>‹#›</a:t>
            </a:fld>
            <a:endParaRPr lang="zh-CN" altLang="en-US"/>
          </a:p>
        </p:txBody>
      </p:sp>
    </p:spTree>
    <p:extLst>
      <p:ext uri="{BB962C8B-B14F-4D97-AF65-F5344CB8AC3E}">
        <p14:creationId xmlns:p14="http://schemas.microsoft.com/office/powerpoint/2010/main" val="418907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783363">
            <a:extLst>
              <a:ext uri="{FF2B5EF4-FFF2-40B4-BE49-F238E27FC236}">
                <a16:creationId xmlns:a16="http://schemas.microsoft.com/office/drawing/2014/main" id="{33B87BBB-6C54-4E9A-9B78-BB8EFAB90A4D}"/>
              </a:ext>
            </a:extLst>
          </p:cNvPr>
          <p:cNvSpPr>
            <a:spLocks noGrp="1"/>
          </p:cNvSpPr>
          <p:nvPr>
            <p:ph type="dt" sz="half" idx="10"/>
          </p:nvPr>
        </p:nvSpPr>
        <p:spPr>
          <a:ln/>
        </p:spPr>
        <p:txBody>
          <a:bodyPr/>
          <a:lstStyle>
            <a:lvl1pPr>
              <a:defRPr/>
            </a:lvl1pPr>
          </a:lstStyle>
          <a:p>
            <a:endParaRPr lang="zh-CN" altLang="en-US"/>
          </a:p>
        </p:txBody>
      </p:sp>
      <p:sp>
        <p:nvSpPr>
          <p:cNvPr id="4" name="页脚占位符 783364">
            <a:extLst>
              <a:ext uri="{FF2B5EF4-FFF2-40B4-BE49-F238E27FC236}">
                <a16:creationId xmlns:a16="http://schemas.microsoft.com/office/drawing/2014/main" id="{6373BDCD-03B0-4C62-B5CD-BA101DD43B2D}"/>
              </a:ext>
            </a:extLst>
          </p:cNvPr>
          <p:cNvSpPr>
            <a:spLocks noGrp="1"/>
          </p:cNvSpPr>
          <p:nvPr>
            <p:ph type="ftr" sz="quarter" idx="11"/>
          </p:nvPr>
        </p:nvSpPr>
        <p:spPr>
          <a:ln/>
        </p:spPr>
        <p:txBody>
          <a:bodyPr/>
          <a:lstStyle>
            <a:lvl1pPr>
              <a:defRPr/>
            </a:lvl1pPr>
          </a:lstStyle>
          <a:p>
            <a:endParaRPr lang="zh-CN" altLang="en-US"/>
          </a:p>
        </p:txBody>
      </p:sp>
      <p:sp>
        <p:nvSpPr>
          <p:cNvPr id="5" name="灯片编号占位符 783365">
            <a:extLst>
              <a:ext uri="{FF2B5EF4-FFF2-40B4-BE49-F238E27FC236}">
                <a16:creationId xmlns:a16="http://schemas.microsoft.com/office/drawing/2014/main" id="{619D6EBD-571C-4461-9559-7ABFD011EAC4}"/>
              </a:ext>
            </a:extLst>
          </p:cNvPr>
          <p:cNvSpPr>
            <a:spLocks noGrp="1"/>
          </p:cNvSpPr>
          <p:nvPr>
            <p:ph type="sldNum" sz="quarter" idx="12"/>
          </p:nvPr>
        </p:nvSpPr>
        <p:spPr>
          <a:ln/>
        </p:spPr>
        <p:txBody>
          <a:bodyPr/>
          <a:lstStyle>
            <a:lvl1pPr>
              <a:defRPr/>
            </a:lvl1pPr>
          </a:lstStyle>
          <a:p>
            <a:fld id="{9EBA38CD-780F-41F7-BDFD-38054A83B43C}" type="slidenum">
              <a:rPr lang="zh-CN" altLang="en-US"/>
              <a:pPr/>
              <a:t>‹#›</a:t>
            </a:fld>
            <a:endParaRPr lang="zh-CN" altLang="en-US"/>
          </a:p>
        </p:txBody>
      </p:sp>
    </p:spTree>
    <p:extLst>
      <p:ext uri="{BB962C8B-B14F-4D97-AF65-F5344CB8AC3E}">
        <p14:creationId xmlns:p14="http://schemas.microsoft.com/office/powerpoint/2010/main" val="541718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783363">
            <a:extLst>
              <a:ext uri="{FF2B5EF4-FFF2-40B4-BE49-F238E27FC236}">
                <a16:creationId xmlns:a16="http://schemas.microsoft.com/office/drawing/2014/main" id="{EA8686F4-1678-47D9-9C90-C2AA38A1E026}"/>
              </a:ext>
            </a:extLst>
          </p:cNvPr>
          <p:cNvSpPr>
            <a:spLocks noGrp="1"/>
          </p:cNvSpPr>
          <p:nvPr>
            <p:ph type="dt" sz="half" idx="10"/>
          </p:nvPr>
        </p:nvSpPr>
        <p:spPr>
          <a:ln/>
        </p:spPr>
        <p:txBody>
          <a:bodyPr/>
          <a:lstStyle>
            <a:lvl1pPr>
              <a:defRPr/>
            </a:lvl1pPr>
          </a:lstStyle>
          <a:p>
            <a:endParaRPr lang="zh-CN" altLang="en-US"/>
          </a:p>
        </p:txBody>
      </p:sp>
      <p:sp>
        <p:nvSpPr>
          <p:cNvPr id="3" name="页脚占位符 783364">
            <a:extLst>
              <a:ext uri="{FF2B5EF4-FFF2-40B4-BE49-F238E27FC236}">
                <a16:creationId xmlns:a16="http://schemas.microsoft.com/office/drawing/2014/main" id="{78DC0124-046B-4C9B-A37B-4DA4CE1018CE}"/>
              </a:ext>
            </a:extLst>
          </p:cNvPr>
          <p:cNvSpPr>
            <a:spLocks noGrp="1"/>
          </p:cNvSpPr>
          <p:nvPr>
            <p:ph type="ftr" sz="quarter" idx="11"/>
          </p:nvPr>
        </p:nvSpPr>
        <p:spPr>
          <a:ln/>
        </p:spPr>
        <p:txBody>
          <a:bodyPr/>
          <a:lstStyle>
            <a:lvl1pPr>
              <a:defRPr/>
            </a:lvl1pPr>
          </a:lstStyle>
          <a:p>
            <a:endParaRPr lang="zh-CN" altLang="en-US"/>
          </a:p>
        </p:txBody>
      </p:sp>
      <p:sp>
        <p:nvSpPr>
          <p:cNvPr id="4" name="灯片编号占位符 783365">
            <a:extLst>
              <a:ext uri="{FF2B5EF4-FFF2-40B4-BE49-F238E27FC236}">
                <a16:creationId xmlns:a16="http://schemas.microsoft.com/office/drawing/2014/main" id="{FBD33F08-58FC-4953-8FB9-5EA38113DB3F}"/>
              </a:ext>
            </a:extLst>
          </p:cNvPr>
          <p:cNvSpPr>
            <a:spLocks noGrp="1"/>
          </p:cNvSpPr>
          <p:nvPr>
            <p:ph type="sldNum" sz="quarter" idx="12"/>
          </p:nvPr>
        </p:nvSpPr>
        <p:spPr>
          <a:ln/>
        </p:spPr>
        <p:txBody>
          <a:bodyPr/>
          <a:lstStyle>
            <a:lvl1pPr>
              <a:defRPr/>
            </a:lvl1pPr>
          </a:lstStyle>
          <a:p>
            <a:fld id="{5630D568-E9F6-4691-BD49-E513E6A48B0F}" type="slidenum">
              <a:rPr lang="zh-CN" altLang="en-US"/>
              <a:pPr/>
              <a:t>‹#›</a:t>
            </a:fld>
            <a:endParaRPr lang="zh-CN" altLang="en-US"/>
          </a:p>
        </p:txBody>
      </p:sp>
    </p:spTree>
    <p:extLst>
      <p:ext uri="{BB962C8B-B14F-4D97-AF65-F5344CB8AC3E}">
        <p14:creationId xmlns:p14="http://schemas.microsoft.com/office/powerpoint/2010/main" val="705625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783363">
            <a:extLst>
              <a:ext uri="{FF2B5EF4-FFF2-40B4-BE49-F238E27FC236}">
                <a16:creationId xmlns:a16="http://schemas.microsoft.com/office/drawing/2014/main" id="{135CF78F-A11D-47D5-B73B-A4B6C9EB2EA9}"/>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DBAC025E-1B73-469A-92C6-E630795FE87D}"/>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D5EA9167-DD5E-4FDC-8C5A-F9478474326E}"/>
              </a:ext>
            </a:extLst>
          </p:cNvPr>
          <p:cNvSpPr>
            <a:spLocks noGrp="1"/>
          </p:cNvSpPr>
          <p:nvPr>
            <p:ph type="sldNum" sz="quarter" idx="12"/>
          </p:nvPr>
        </p:nvSpPr>
        <p:spPr>
          <a:ln/>
        </p:spPr>
        <p:txBody>
          <a:bodyPr/>
          <a:lstStyle>
            <a:lvl1pPr>
              <a:defRPr/>
            </a:lvl1pPr>
          </a:lstStyle>
          <a:p>
            <a:fld id="{E16AB607-D0F7-471A-A57D-9DCC04F0C8CD}" type="slidenum">
              <a:rPr lang="zh-CN" altLang="en-US"/>
              <a:pPr/>
              <a:t>‹#›</a:t>
            </a:fld>
            <a:endParaRPr lang="zh-CN" altLang="en-US"/>
          </a:p>
        </p:txBody>
      </p:sp>
    </p:spTree>
    <p:extLst>
      <p:ext uri="{BB962C8B-B14F-4D97-AF65-F5344CB8AC3E}">
        <p14:creationId xmlns:p14="http://schemas.microsoft.com/office/powerpoint/2010/main" val="4074744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783363">
            <a:extLst>
              <a:ext uri="{FF2B5EF4-FFF2-40B4-BE49-F238E27FC236}">
                <a16:creationId xmlns:a16="http://schemas.microsoft.com/office/drawing/2014/main" id="{A21A59F6-5558-4C64-A415-5CABE3FF3F8F}"/>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1688EC66-B046-48C1-AB35-9EB1C825F94D}"/>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105AE14C-6636-4212-B8F0-0BBF040302E7}"/>
              </a:ext>
            </a:extLst>
          </p:cNvPr>
          <p:cNvSpPr>
            <a:spLocks noGrp="1"/>
          </p:cNvSpPr>
          <p:nvPr>
            <p:ph type="sldNum" sz="quarter" idx="12"/>
          </p:nvPr>
        </p:nvSpPr>
        <p:spPr>
          <a:ln/>
        </p:spPr>
        <p:txBody>
          <a:bodyPr/>
          <a:lstStyle>
            <a:lvl1pPr>
              <a:defRPr/>
            </a:lvl1pPr>
          </a:lstStyle>
          <a:p>
            <a:fld id="{C3C9E49F-8462-4407-AE5F-A734F5E103FF}" type="slidenum">
              <a:rPr lang="zh-CN" altLang="en-US"/>
              <a:pPr/>
              <a:t>‹#›</a:t>
            </a:fld>
            <a:endParaRPr lang="zh-CN" altLang="en-US"/>
          </a:p>
        </p:txBody>
      </p:sp>
    </p:spTree>
    <p:extLst>
      <p:ext uri="{BB962C8B-B14F-4D97-AF65-F5344CB8AC3E}">
        <p14:creationId xmlns:p14="http://schemas.microsoft.com/office/powerpoint/2010/main" val="49438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C2EDC424-19E7-47DB-9173-8285CCC80D26}"/>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A3863E52-8486-4819-B475-F1FE72A11ECA}"/>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6ED1B9BA-8118-444F-95CE-4F0E1AD4B931}"/>
              </a:ext>
            </a:extLst>
          </p:cNvPr>
          <p:cNvSpPr>
            <a:spLocks noGrp="1"/>
          </p:cNvSpPr>
          <p:nvPr>
            <p:ph type="sldNum" sz="quarter" idx="12"/>
          </p:nvPr>
        </p:nvSpPr>
        <p:spPr>
          <a:ln/>
        </p:spPr>
        <p:txBody>
          <a:bodyPr/>
          <a:lstStyle>
            <a:lvl1pPr>
              <a:defRPr/>
            </a:lvl1pPr>
          </a:lstStyle>
          <a:p>
            <a:fld id="{EF4E0403-CE90-4B20-9286-56B569D0AA32}" type="slidenum">
              <a:rPr lang="zh-CN" altLang="en-US"/>
              <a:pPr/>
              <a:t>‹#›</a:t>
            </a:fld>
            <a:endParaRPr lang="zh-CN" altLang="en-US"/>
          </a:p>
        </p:txBody>
      </p:sp>
    </p:spTree>
    <p:extLst>
      <p:ext uri="{BB962C8B-B14F-4D97-AF65-F5344CB8AC3E}">
        <p14:creationId xmlns:p14="http://schemas.microsoft.com/office/powerpoint/2010/main" val="1512807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D45D0921-5BF9-4CB5-BBE7-E9B559B701E2}"/>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3430A17B-0D4A-489B-851D-793C682FC2F2}"/>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74D82D25-1BDB-4F03-9CAA-A7555C4EAD20}"/>
              </a:ext>
            </a:extLst>
          </p:cNvPr>
          <p:cNvSpPr>
            <a:spLocks noGrp="1"/>
          </p:cNvSpPr>
          <p:nvPr>
            <p:ph type="sldNum" sz="quarter" idx="12"/>
          </p:nvPr>
        </p:nvSpPr>
        <p:spPr>
          <a:ln/>
        </p:spPr>
        <p:txBody>
          <a:bodyPr/>
          <a:lstStyle>
            <a:lvl1pPr>
              <a:defRPr/>
            </a:lvl1pPr>
          </a:lstStyle>
          <a:p>
            <a:fld id="{51DF8B99-B273-4A4B-8CBA-28365428CFB2}" type="slidenum">
              <a:rPr lang="zh-CN" altLang="en-US"/>
              <a:pPr/>
              <a:t>‹#›</a:t>
            </a:fld>
            <a:endParaRPr lang="zh-CN" altLang="en-US"/>
          </a:p>
        </p:txBody>
      </p:sp>
    </p:spTree>
    <p:extLst>
      <p:ext uri="{BB962C8B-B14F-4D97-AF65-F5344CB8AC3E}">
        <p14:creationId xmlns:p14="http://schemas.microsoft.com/office/powerpoint/2010/main" val="3933517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grpSp>
        <p:nvGrpSpPr>
          <p:cNvPr id="4" name="组合 962561">
            <a:extLst>
              <a:ext uri="{FF2B5EF4-FFF2-40B4-BE49-F238E27FC236}">
                <a16:creationId xmlns:a16="http://schemas.microsoft.com/office/drawing/2014/main" id="{57B15327-6E29-49DD-B99D-4908539273BD}"/>
              </a:ext>
            </a:extLst>
          </p:cNvPr>
          <p:cNvGrpSpPr>
            <a:grpSpLocks/>
          </p:cNvGrpSpPr>
          <p:nvPr/>
        </p:nvGrpSpPr>
        <p:grpSpPr bwMode="auto">
          <a:xfrm>
            <a:off x="0" y="1966913"/>
            <a:ext cx="9009063" cy="1052512"/>
            <a:chOff x="0" y="1536"/>
            <a:chExt cx="5675" cy="663"/>
          </a:xfrm>
        </p:grpSpPr>
        <p:grpSp>
          <p:nvGrpSpPr>
            <p:cNvPr id="5" name="组合 962562">
              <a:extLst>
                <a:ext uri="{FF2B5EF4-FFF2-40B4-BE49-F238E27FC236}">
                  <a16:creationId xmlns:a16="http://schemas.microsoft.com/office/drawing/2014/main" id="{7EDF7870-2C78-46EB-83EB-E061B383E0C9}"/>
                </a:ext>
              </a:extLst>
            </p:cNvPr>
            <p:cNvGrpSpPr>
              <a:grpSpLocks/>
            </p:cNvGrpSpPr>
            <p:nvPr/>
          </p:nvGrpSpPr>
          <p:grpSpPr bwMode="auto">
            <a:xfrm>
              <a:off x="183" y="1604"/>
              <a:ext cx="448" cy="299"/>
              <a:chOff x="720" y="336"/>
              <a:chExt cx="624" cy="432"/>
            </a:xfrm>
          </p:grpSpPr>
          <p:sp>
            <p:nvSpPr>
              <p:cNvPr id="12" name="矩形 962563">
                <a:extLst>
                  <a:ext uri="{FF2B5EF4-FFF2-40B4-BE49-F238E27FC236}">
                    <a16:creationId xmlns:a16="http://schemas.microsoft.com/office/drawing/2014/main" id="{C6B7004A-B59D-485A-80E4-A46FCF3A5A4B}"/>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 name="矩形 962564">
                <a:extLst>
                  <a:ext uri="{FF2B5EF4-FFF2-40B4-BE49-F238E27FC236}">
                    <a16:creationId xmlns:a16="http://schemas.microsoft.com/office/drawing/2014/main" id="{0C6B49A2-9564-46DB-861F-86A3A2C0929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6" name="组合 962565">
              <a:extLst>
                <a:ext uri="{FF2B5EF4-FFF2-40B4-BE49-F238E27FC236}">
                  <a16:creationId xmlns:a16="http://schemas.microsoft.com/office/drawing/2014/main" id="{9E5745E6-6854-4136-9CA5-DBDE7EDEEE2D}"/>
                </a:ext>
              </a:extLst>
            </p:cNvPr>
            <p:cNvGrpSpPr>
              <a:grpSpLocks/>
            </p:cNvGrpSpPr>
            <p:nvPr/>
          </p:nvGrpSpPr>
          <p:grpSpPr bwMode="auto">
            <a:xfrm>
              <a:off x="261" y="1870"/>
              <a:ext cx="465" cy="299"/>
              <a:chOff x="912" y="2640"/>
              <a:chExt cx="672" cy="432"/>
            </a:xfrm>
          </p:grpSpPr>
          <p:sp>
            <p:nvSpPr>
              <p:cNvPr id="10" name="矩形 962566">
                <a:extLst>
                  <a:ext uri="{FF2B5EF4-FFF2-40B4-BE49-F238E27FC236}">
                    <a16:creationId xmlns:a16="http://schemas.microsoft.com/office/drawing/2014/main" id="{85E57B64-D50D-4FBC-A61F-C9611ED17DE2}"/>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 name="矩形 962567">
                <a:extLst>
                  <a:ext uri="{FF2B5EF4-FFF2-40B4-BE49-F238E27FC236}">
                    <a16:creationId xmlns:a16="http://schemas.microsoft.com/office/drawing/2014/main" id="{FB69513A-FAD7-42FB-B827-240AFD6D5759}"/>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7" name="矩形 962568">
              <a:extLst>
                <a:ext uri="{FF2B5EF4-FFF2-40B4-BE49-F238E27FC236}">
                  <a16:creationId xmlns:a16="http://schemas.microsoft.com/office/drawing/2014/main" id="{0876FE9A-DEFB-420D-9BE8-87EEF298D5D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矩形 962569">
              <a:extLst>
                <a:ext uri="{FF2B5EF4-FFF2-40B4-BE49-F238E27FC236}">
                  <a16:creationId xmlns:a16="http://schemas.microsoft.com/office/drawing/2014/main" id="{521292C1-AD32-48B6-8F1B-0716152F33DF}"/>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矩形 962570">
              <a:extLst>
                <a:ext uri="{FF2B5EF4-FFF2-40B4-BE49-F238E27FC236}">
                  <a16:creationId xmlns:a16="http://schemas.microsoft.com/office/drawing/2014/main" id="{994F4DD4-340D-43AB-857F-36B3D94F66AA}"/>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962572" name="标题 962571"/>
          <p:cNvSpPr>
            <a:spLocks noGrp="1"/>
          </p:cNvSpPr>
          <p:nvPr>
            <p:ph type="ctrTitle"/>
          </p:nvPr>
        </p:nvSpPr>
        <p:spPr>
          <a:xfrm>
            <a:off x="990600" y="1204913"/>
            <a:ext cx="7772400" cy="1462087"/>
          </a:xfrm>
          <a:prstGeom prst="rect">
            <a:avLst/>
          </a:prstGeom>
          <a:noFill/>
          <a:ln w="9525">
            <a:noFill/>
          </a:ln>
        </p:spPr>
        <p:txBody>
          <a:bodyPr/>
          <a:lstStyle>
            <a:lvl1pPr lvl="0">
              <a:buClrTx/>
              <a:buSzTx/>
              <a:buFontTx/>
              <a:defRPr/>
            </a:lvl1pPr>
          </a:lstStyle>
          <a:p>
            <a:pPr lvl="0"/>
            <a:r>
              <a:rPr lang="zh-CN" altLang="en-US" noProof="1"/>
              <a:t>单击此处编辑母版标题样式</a:t>
            </a:r>
          </a:p>
        </p:txBody>
      </p:sp>
      <p:sp>
        <p:nvSpPr>
          <p:cNvPr id="962573" name="副标题 962572"/>
          <p:cNvSpPr>
            <a:spLocks noGrp="1"/>
          </p:cNvSpPr>
          <p:nvPr>
            <p:ph type="subTitle" idx="1"/>
          </p:nvPr>
        </p:nvSpPr>
        <p:spPr>
          <a:xfrm>
            <a:off x="1371600" y="3886200"/>
            <a:ext cx="6400800" cy="1752600"/>
          </a:xfrm>
          <a:prstGeom prst="rect">
            <a:avLst/>
          </a:prstGeom>
          <a:noFill/>
          <a:ln w="9525">
            <a:noFill/>
          </a:ln>
        </p:spPr>
        <p:txBody>
          <a:bodyPr/>
          <a:lstStyle>
            <a:lvl1pPr marL="0" lvl="0" indent="0" algn="ctr">
              <a:buClr>
                <a:schemeClr val="folHlink"/>
              </a:buClr>
              <a:buSzTx/>
              <a:buFont typeface="Wingdings" panose="05000000000000000000" pitchFamily="2" charset="2"/>
              <a:defRPr/>
            </a:lvl1pPr>
            <a:lvl2pPr marL="457200" lvl="1" indent="0" algn="ctr">
              <a:buClr>
                <a:schemeClr val="folHlink"/>
              </a:buClr>
              <a:buSzTx/>
              <a:buFont typeface="Wingdings" panose="05000000000000000000" pitchFamily="2" charset="2"/>
              <a:defRPr/>
            </a:lvl2pPr>
            <a:lvl3pPr marL="914400" lvl="2" indent="0" algn="ctr">
              <a:buClr>
                <a:schemeClr val="folHlink"/>
              </a:buClr>
              <a:buSzTx/>
              <a:buFont typeface="Wingdings" panose="05000000000000000000" pitchFamily="2" charset="2"/>
              <a:defRPr/>
            </a:lvl3pPr>
            <a:lvl4pPr marL="1371600" lvl="3" indent="0" algn="ctr">
              <a:buClr>
                <a:schemeClr val="folHlink"/>
              </a:buClr>
              <a:buSzTx/>
              <a:buFont typeface="Wingdings" panose="05000000000000000000" pitchFamily="2" charset="2"/>
              <a:defRPr/>
            </a:lvl4pPr>
            <a:lvl5pPr marL="1828800" lvl="4" indent="0" algn="ctr">
              <a:buClr>
                <a:schemeClr val="folHlink"/>
              </a:buClr>
              <a:buSzTx/>
              <a:buFont typeface="Wingdings" panose="05000000000000000000" pitchFamily="2" charset="2"/>
              <a:defRPr/>
            </a:lvl5pPr>
          </a:lstStyle>
          <a:p>
            <a:pPr lvl="0"/>
            <a:r>
              <a:rPr lang="zh-CN" altLang="en-US" noProof="1"/>
              <a:t>单击此处编辑母版副标题样式</a:t>
            </a:r>
          </a:p>
        </p:txBody>
      </p:sp>
      <p:sp>
        <p:nvSpPr>
          <p:cNvPr id="14" name="日期占位符 962573">
            <a:extLst>
              <a:ext uri="{FF2B5EF4-FFF2-40B4-BE49-F238E27FC236}">
                <a16:creationId xmlns:a16="http://schemas.microsoft.com/office/drawing/2014/main" id="{8F81D903-BDC7-4230-8A9B-BC30357D9EFF}"/>
              </a:ext>
            </a:extLst>
          </p:cNvPr>
          <p:cNvSpPr>
            <a:spLocks noGrp="1"/>
          </p:cNvSpPr>
          <p:nvPr>
            <p:ph type="dt" sz="half" idx="10"/>
          </p:nvPr>
        </p:nvSpPr>
        <p:spPr>
          <a:xfrm>
            <a:off x="990600" y="6248400"/>
            <a:ext cx="1905000" cy="457200"/>
          </a:xfrm>
        </p:spPr>
        <p:txBody>
          <a:bodyPr/>
          <a:lstStyle>
            <a:lvl1pPr>
              <a:defRPr sz="1400" dirty="0">
                <a:solidFill>
                  <a:schemeClr val="bg2"/>
                </a:solidFill>
                <a:latin typeface="Times New Roman" panose="02020603050405020304" pitchFamily="18" charset="0"/>
              </a:defRPr>
            </a:lvl1pPr>
          </a:lstStyle>
          <a:p>
            <a:endParaRPr lang="zh-CN" altLang="en-US"/>
          </a:p>
        </p:txBody>
      </p:sp>
      <p:sp>
        <p:nvSpPr>
          <p:cNvPr id="15" name="页脚占位符 962574">
            <a:extLst>
              <a:ext uri="{FF2B5EF4-FFF2-40B4-BE49-F238E27FC236}">
                <a16:creationId xmlns:a16="http://schemas.microsoft.com/office/drawing/2014/main" id="{DF659910-FB3E-4319-9B68-8ADCBEE2CCB2}"/>
              </a:ext>
            </a:extLst>
          </p:cNvPr>
          <p:cNvSpPr>
            <a:spLocks noGrp="1"/>
          </p:cNvSpPr>
          <p:nvPr>
            <p:ph type="ftr" sz="quarter" idx="11"/>
          </p:nvPr>
        </p:nvSpPr>
        <p:spPr>
          <a:xfrm>
            <a:off x="3429000" y="6248400"/>
            <a:ext cx="2895600" cy="457200"/>
          </a:xfrm>
        </p:spPr>
        <p:txBody>
          <a:bodyPr/>
          <a:lstStyle>
            <a:lvl1pPr algn="ctr">
              <a:defRPr sz="1400" dirty="0">
                <a:solidFill>
                  <a:schemeClr val="bg2"/>
                </a:solidFill>
                <a:latin typeface="Tahoma" panose="020B0604030504040204" pitchFamily="34" charset="0"/>
              </a:defRPr>
            </a:lvl1pPr>
          </a:lstStyle>
          <a:p>
            <a:endParaRPr lang="zh-CN" altLang="en-US"/>
          </a:p>
        </p:txBody>
      </p:sp>
      <p:sp>
        <p:nvSpPr>
          <p:cNvPr id="16" name="灯片编号占位符 962575">
            <a:extLst>
              <a:ext uri="{FF2B5EF4-FFF2-40B4-BE49-F238E27FC236}">
                <a16:creationId xmlns:a16="http://schemas.microsoft.com/office/drawing/2014/main" id="{DE2864E8-0BE2-43AB-8A07-ED3FE2C0C26C}"/>
              </a:ext>
            </a:extLst>
          </p:cNvPr>
          <p:cNvSpPr>
            <a:spLocks noGrp="1"/>
          </p:cNvSpPr>
          <p:nvPr>
            <p:ph type="sldNum" sz="quarter" idx="12"/>
          </p:nvPr>
        </p:nvSpPr>
        <p:spPr>
          <a:xfrm>
            <a:off x="6858000" y="6248400"/>
            <a:ext cx="1905000" cy="457200"/>
          </a:xfrm>
        </p:spPr>
        <p:txBody>
          <a:bodyPr/>
          <a:lstStyle>
            <a:lvl1pPr>
              <a:defRPr>
                <a:solidFill>
                  <a:schemeClr val="bg2"/>
                </a:solidFill>
              </a:defRPr>
            </a:lvl1pPr>
          </a:lstStyle>
          <a:p>
            <a:fld id="{53D3B1BC-FC7C-4714-B63B-86E5C5D8DB0E}"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58028680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961546">
            <a:extLst>
              <a:ext uri="{FF2B5EF4-FFF2-40B4-BE49-F238E27FC236}">
                <a16:creationId xmlns:a16="http://schemas.microsoft.com/office/drawing/2014/main" id="{FC84FB0F-8BA3-425A-8C7D-C9AA0DC41A16}"/>
              </a:ext>
            </a:extLst>
          </p:cNvPr>
          <p:cNvSpPr>
            <a:spLocks noGrp="1"/>
          </p:cNvSpPr>
          <p:nvPr>
            <p:ph type="dt" sz="half" idx="10"/>
          </p:nvPr>
        </p:nvSpPr>
        <p:spPr>
          <a:ln/>
        </p:spPr>
        <p:txBody>
          <a:bodyPr/>
          <a:lstStyle>
            <a:lvl1pPr>
              <a:defRPr/>
            </a:lvl1pPr>
          </a:lstStyle>
          <a:p>
            <a:endParaRPr lang="zh-CN" altLang="en-US"/>
          </a:p>
        </p:txBody>
      </p:sp>
      <p:sp>
        <p:nvSpPr>
          <p:cNvPr id="5" name="页脚占位符 961547">
            <a:extLst>
              <a:ext uri="{FF2B5EF4-FFF2-40B4-BE49-F238E27FC236}">
                <a16:creationId xmlns:a16="http://schemas.microsoft.com/office/drawing/2014/main" id="{28B80722-C7BD-476D-910F-824183E1B696}"/>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961548">
            <a:extLst>
              <a:ext uri="{FF2B5EF4-FFF2-40B4-BE49-F238E27FC236}">
                <a16:creationId xmlns:a16="http://schemas.microsoft.com/office/drawing/2014/main" id="{4D6B2CD8-D4B9-4500-95A1-66F844FDE55C}"/>
              </a:ext>
            </a:extLst>
          </p:cNvPr>
          <p:cNvSpPr>
            <a:spLocks noGrp="1"/>
          </p:cNvSpPr>
          <p:nvPr>
            <p:ph type="sldNum" sz="quarter" idx="12"/>
          </p:nvPr>
        </p:nvSpPr>
        <p:spPr>
          <a:ln/>
        </p:spPr>
        <p:txBody>
          <a:bodyPr/>
          <a:lstStyle>
            <a:lvl1pPr>
              <a:defRPr/>
            </a:lvl1pPr>
          </a:lstStyle>
          <a:p>
            <a:fld id="{1DD8EAB0-A405-4CE2-8A25-3A410F0A6D5A}"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419846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961546">
            <a:extLst>
              <a:ext uri="{FF2B5EF4-FFF2-40B4-BE49-F238E27FC236}">
                <a16:creationId xmlns:a16="http://schemas.microsoft.com/office/drawing/2014/main" id="{1B3725CE-4090-4095-8303-6C4E943382AC}"/>
              </a:ext>
            </a:extLst>
          </p:cNvPr>
          <p:cNvSpPr>
            <a:spLocks noGrp="1"/>
          </p:cNvSpPr>
          <p:nvPr>
            <p:ph type="dt" sz="half" idx="10"/>
          </p:nvPr>
        </p:nvSpPr>
        <p:spPr>
          <a:ln/>
        </p:spPr>
        <p:txBody>
          <a:bodyPr/>
          <a:lstStyle>
            <a:lvl1pPr>
              <a:defRPr/>
            </a:lvl1pPr>
          </a:lstStyle>
          <a:p>
            <a:endParaRPr lang="zh-CN" altLang="en-US"/>
          </a:p>
        </p:txBody>
      </p:sp>
      <p:sp>
        <p:nvSpPr>
          <p:cNvPr id="5" name="页脚占位符 961547">
            <a:extLst>
              <a:ext uri="{FF2B5EF4-FFF2-40B4-BE49-F238E27FC236}">
                <a16:creationId xmlns:a16="http://schemas.microsoft.com/office/drawing/2014/main" id="{68DD925F-9807-41E3-B184-FA5C7C1ED0C3}"/>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961548">
            <a:extLst>
              <a:ext uri="{FF2B5EF4-FFF2-40B4-BE49-F238E27FC236}">
                <a16:creationId xmlns:a16="http://schemas.microsoft.com/office/drawing/2014/main" id="{72E867CC-E1CF-4A49-961D-7A965ECAF8F4}"/>
              </a:ext>
            </a:extLst>
          </p:cNvPr>
          <p:cNvSpPr>
            <a:spLocks noGrp="1"/>
          </p:cNvSpPr>
          <p:nvPr>
            <p:ph type="sldNum" sz="quarter" idx="12"/>
          </p:nvPr>
        </p:nvSpPr>
        <p:spPr>
          <a:ln/>
        </p:spPr>
        <p:txBody>
          <a:bodyPr/>
          <a:lstStyle>
            <a:lvl1pPr>
              <a:defRPr/>
            </a:lvl1pPr>
          </a:lstStyle>
          <a:p>
            <a:fld id="{C5940CF6-3F71-4207-85BD-F45903CED11E}"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1381114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39750" y="1196975"/>
            <a:ext cx="4123516" cy="49355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831572" y="1196975"/>
            <a:ext cx="4123516" cy="49355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961546">
            <a:extLst>
              <a:ext uri="{FF2B5EF4-FFF2-40B4-BE49-F238E27FC236}">
                <a16:creationId xmlns:a16="http://schemas.microsoft.com/office/drawing/2014/main" id="{660050E6-77CC-4A9E-99D5-21F167B59E22}"/>
              </a:ext>
            </a:extLst>
          </p:cNvPr>
          <p:cNvSpPr>
            <a:spLocks noGrp="1"/>
          </p:cNvSpPr>
          <p:nvPr>
            <p:ph type="dt" sz="half" idx="10"/>
          </p:nvPr>
        </p:nvSpPr>
        <p:spPr>
          <a:ln/>
        </p:spPr>
        <p:txBody>
          <a:bodyPr/>
          <a:lstStyle>
            <a:lvl1pPr>
              <a:defRPr/>
            </a:lvl1pPr>
          </a:lstStyle>
          <a:p>
            <a:endParaRPr lang="zh-CN" altLang="en-US"/>
          </a:p>
        </p:txBody>
      </p:sp>
      <p:sp>
        <p:nvSpPr>
          <p:cNvPr id="6" name="页脚占位符 961547">
            <a:extLst>
              <a:ext uri="{FF2B5EF4-FFF2-40B4-BE49-F238E27FC236}">
                <a16:creationId xmlns:a16="http://schemas.microsoft.com/office/drawing/2014/main" id="{F9E92BBE-266B-48D4-AD4A-DAAF86F4E7C4}"/>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961548">
            <a:extLst>
              <a:ext uri="{FF2B5EF4-FFF2-40B4-BE49-F238E27FC236}">
                <a16:creationId xmlns:a16="http://schemas.microsoft.com/office/drawing/2014/main" id="{0A557015-7980-4BAA-9F95-6B85DB10710E}"/>
              </a:ext>
            </a:extLst>
          </p:cNvPr>
          <p:cNvSpPr>
            <a:spLocks noGrp="1"/>
          </p:cNvSpPr>
          <p:nvPr>
            <p:ph type="sldNum" sz="quarter" idx="12"/>
          </p:nvPr>
        </p:nvSpPr>
        <p:spPr>
          <a:ln/>
        </p:spPr>
        <p:txBody>
          <a:bodyPr/>
          <a:lstStyle>
            <a:lvl1pPr>
              <a:defRPr/>
            </a:lvl1pPr>
          </a:lstStyle>
          <a:p>
            <a:fld id="{B1447FBE-CD8B-4A4F-9BAC-C8A5828E5F0B}"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2597021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961546">
            <a:extLst>
              <a:ext uri="{FF2B5EF4-FFF2-40B4-BE49-F238E27FC236}">
                <a16:creationId xmlns:a16="http://schemas.microsoft.com/office/drawing/2014/main" id="{6E1A7677-8653-4E4C-8E5A-3757FFCBD6C6}"/>
              </a:ext>
            </a:extLst>
          </p:cNvPr>
          <p:cNvSpPr>
            <a:spLocks noGrp="1"/>
          </p:cNvSpPr>
          <p:nvPr>
            <p:ph type="dt" sz="half" idx="10"/>
          </p:nvPr>
        </p:nvSpPr>
        <p:spPr>
          <a:ln/>
        </p:spPr>
        <p:txBody>
          <a:bodyPr/>
          <a:lstStyle>
            <a:lvl1pPr>
              <a:defRPr/>
            </a:lvl1pPr>
          </a:lstStyle>
          <a:p>
            <a:endParaRPr lang="zh-CN" altLang="en-US"/>
          </a:p>
        </p:txBody>
      </p:sp>
      <p:sp>
        <p:nvSpPr>
          <p:cNvPr id="8" name="页脚占位符 961547">
            <a:extLst>
              <a:ext uri="{FF2B5EF4-FFF2-40B4-BE49-F238E27FC236}">
                <a16:creationId xmlns:a16="http://schemas.microsoft.com/office/drawing/2014/main" id="{00443E73-0E5B-45F7-8E3E-DCC4EAF421AC}"/>
              </a:ext>
            </a:extLst>
          </p:cNvPr>
          <p:cNvSpPr>
            <a:spLocks noGrp="1"/>
          </p:cNvSpPr>
          <p:nvPr>
            <p:ph type="ftr" sz="quarter" idx="11"/>
          </p:nvPr>
        </p:nvSpPr>
        <p:spPr>
          <a:ln/>
        </p:spPr>
        <p:txBody>
          <a:bodyPr/>
          <a:lstStyle>
            <a:lvl1pPr>
              <a:defRPr/>
            </a:lvl1pPr>
          </a:lstStyle>
          <a:p>
            <a:endParaRPr lang="zh-CN" altLang="en-US"/>
          </a:p>
        </p:txBody>
      </p:sp>
      <p:sp>
        <p:nvSpPr>
          <p:cNvPr id="9" name="灯片编号占位符 961548">
            <a:extLst>
              <a:ext uri="{FF2B5EF4-FFF2-40B4-BE49-F238E27FC236}">
                <a16:creationId xmlns:a16="http://schemas.microsoft.com/office/drawing/2014/main" id="{2CEDA2EF-FD25-49F4-A9E1-DAA357D75463}"/>
              </a:ext>
            </a:extLst>
          </p:cNvPr>
          <p:cNvSpPr>
            <a:spLocks noGrp="1"/>
          </p:cNvSpPr>
          <p:nvPr>
            <p:ph type="sldNum" sz="quarter" idx="12"/>
          </p:nvPr>
        </p:nvSpPr>
        <p:spPr>
          <a:ln/>
        </p:spPr>
        <p:txBody>
          <a:bodyPr/>
          <a:lstStyle>
            <a:lvl1pPr>
              <a:defRPr/>
            </a:lvl1pPr>
          </a:lstStyle>
          <a:p>
            <a:fld id="{6528E87C-BF77-42FD-BA64-FD3B88A5386D}"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3199829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961546">
            <a:extLst>
              <a:ext uri="{FF2B5EF4-FFF2-40B4-BE49-F238E27FC236}">
                <a16:creationId xmlns:a16="http://schemas.microsoft.com/office/drawing/2014/main" id="{192D8E2F-FE2D-40DE-98F3-7CFFE091A68C}"/>
              </a:ext>
            </a:extLst>
          </p:cNvPr>
          <p:cNvSpPr>
            <a:spLocks noGrp="1"/>
          </p:cNvSpPr>
          <p:nvPr>
            <p:ph type="dt" sz="half" idx="10"/>
          </p:nvPr>
        </p:nvSpPr>
        <p:spPr>
          <a:ln/>
        </p:spPr>
        <p:txBody>
          <a:bodyPr/>
          <a:lstStyle>
            <a:lvl1pPr>
              <a:defRPr/>
            </a:lvl1pPr>
          </a:lstStyle>
          <a:p>
            <a:endParaRPr lang="zh-CN" altLang="en-US"/>
          </a:p>
        </p:txBody>
      </p:sp>
      <p:sp>
        <p:nvSpPr>
          <p:cNvPr id="4" name="页脚占位符 961547">
            <a:extLst>
              <a:ext uri="{FF2B5EF4-FFF2-40B4-BE49-F238E27FC236}">
                <a16:creationId xmlns:a16="http://schemas.microsoft.com/office/drawing/2014/main" id="{E9173B1F-B622-4337-A5F2-2A2DC1BB1C09}"/>
              </a:ext>
            </a:extLst>
          </p:cNvPr>
          <p:cNvSpPr>
            <a:spLocks noGrp="1"/>
          </p:cNvSpPr>
          <p:nvPr>
            <p:ph type="ftr" sz="quarter" idx="11"/>
          </p:nvPr>
        </p:nvSpPr>
        <p:spPr>
          <a:ln/>
        </p:spPr>
        <p:txBody>
          <a:bodyPr/>
          <a:lstStyle>
            <a:lvl1pPr>
              <a:defRPr/>
            </a:lvl1pPr>
          </a:lstStyle>
          <a:p>
            <a:endParaRPr lang="zh-CN" altLang="en-US"/>
          </a:p>
        </p:txBody>
      </p:sp>
      <p:sp>
        <p:nvSpPr>
          <p:cNvPr id="5" name="灯片编号占位符 961548">
            <a:extLst>
              <a:ext uri="{FF2B5EF4-FFF2-40B4-BE49-F238E27FC236}">
                <a16:creationId xmlns:a16="http://schemas.microsoft.com/office/drawing/2014/main" id="{7BC2405B-5D9B-4963-BB33-37E18743F480}"/>
              </a:ext>
            </a:extLst>
          </p:cNvPr>
          <p:cNvSpPr>
            <a:spLocks noGrp="1"/>
          </p:cNvSpPr>
          <p:nvPr>
            <p:ph type="sldNum" sz="quarter" idx="12"/>
          </p:nvPr>
        </p:nvSpPr>
        <p:spPr>
          <a:ln/>
        </p:spPr>
        <p:txBody>
          <a:bodyPr/>
          <a:lstStyle>
            <a:lvl1pPr>
              <a:defRPr/>
            </a:lvl1pPr>
          </a:lstStyle>
          <a:p>
            <a:fld id="{A853A228-15B5-4E86-9FDF-9AE7884688B4}"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2306549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61546">
            <a:extLst>
              <a:ext uri="{FF2B5EF4-FFF2-40B4-BE49-F238E27FC236}">
                <a16:creationId xmlns:a16="http://schemas.microsoft.com/office/drawing/2014/main" id="{EC1CEEC6-61EA-446C-BA3B-3FE504A8B5C5}"/>
              </a:ext>
            </a:extLst>
          </p:cNvPr>
          <p:cNvSpPr>
            <a:spLocks noGrp="1"/>
          </p:cNvSpPr>
          <p:nvPr>
            <p:ph type="dt" sz="half" idx="10"/>
          </p:nvPr>
        </p:nvSpPr>
        <p:spPr>
          <a:ln/>
        </p:spPr>
        <p:txBody>
          <a:bodyPr/>
          <a:lstStyle>
            <a:lvl1pPr>
              <a:defRPr/>
            </a:lvl1pPr>
          </a:lstStyle>
          <a:p>
            <a:endParaRPr lang="zh-CN" altLang="en-US"/>
          </a:p>
        </p:txBody>
      </p:sp>
      <p:sp>
        <p:nvSpPr>
          <p:cNvPr id="3" name="页脚占位符 961547">
            <a:extLst>
              <a:ext uri="{FF2B5EF4-FFF2-40B4-BE49-F238E27FC236}">
                <a16:creationId xmlns:a16="http://schemas.microsoft.com/office/drawing/2014/main" id="{EDF2E4F5-A736-4163-822B-6D3CF703DFCA}"/>
              </a:ext>
            </a:extLst>
          </p:cNvPr>
          <p:cNvSpPr>
            <a:spLocks noGrp="1"/>
          </p:cNvSpPr>
          <p:nvPr>
            <p:ph type="ftr" sz="quarter" idx="11"/>
          </p:nvPr>
        </p:nvSpPr>
        <p:spPr>
          <a:ln/>
        </p:spPr>
        <p:txBody>
          <a:bodyPr/>
          <a:lstStyle>
            <a:lvl1pPr>
              <a:defRPr/>
            </a:lvl1pPr>
          </a:lstStyle>
          <a:p>
            <a:endParaRPr lang="zh-CN" altLang="en-US"/>
          </a:p>
        </p:txBody>
      </p:sp>
      <p:sp>
        <p:nvSpPr>
          <p:cNvPr id="4" name="灯片编号占位符 961548">
            <a:extLst>
              <a:ext uri="{FF2B5EF4-FFF2-40B4-BE49-F238E27FC236}">
                <a16:creationId xmlns:a16="http://schemas.microsoft.com/office/drawing/2014/main" id="{6F28FFCB-77EE-4D3C-BBF2-E7F8E1147ED2}"/>
              </a:ext>
            </a:extLst>
          </p:cNvPr>
          <p:cNvSpPr>
            <a:spLocks noGrp="1"/>
          </p:cNvSpPr>
          <p:nvPr>
            <p:ph type="sldNum" sz="quarter" idx="12"/>
          </p:nvPr>
        </p:nvSpPr>
        <p:spPr>
          <a:ln/>
        </p:spPr>
        <p:txBody>
          <a:bodyPr/>
          <a:lstStyle>
            <a:lvl1pPr>
              <a:defRPr/>
            </a:lvl1pPr>
          </a:lstStyle>
          <a:p>
            <a:fld id="{1B702BEE-980B-4DED-B0E8-B18B52D39546}"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1611943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961546">
            <a:extLst>
              <a:ext uri="{FF2B5EF4-FFF2-40B4-BE49-F238E27FC236}">
                <a16:creationId xmlns:a16="http://schemas.microsoft.com/office/drawing/2014/main" id="{F400B886-D47B-42EA-A06C-650D0F6AC73B}"/>
              </a:ext>
            </a:extLst>
          </p:cNvPr>
          <p:cNvSpPr>
            <a:spLocks noGrp="1"/>
          </p:cNvSpPr>
          <p:nvPr>
            <p:ph type="dt" sz="half" idx="10"/>
          </p:nvPr>
        </p:nvSpPr>
        <p:spPr>
          <a:ln/>
        </p:spPr>
        <p:txBody>
          <a:bodyPr/>
          <a:lstStyle>
            <a:lvl1pPr>
              <a:defRPr/>
            </a:lvl1pPr>
          </a:lstStyle>
          <a:p>
            <a:endParaRPr lang="zh-CN" altLang="en-US"/>
          </a:p>
        </p:txBody>
      </p:sp>
      <p:sp>
        <p:nvSpPr>
          <p:cNvPr id="6" name="页脚占位符 961547">
            <a:extLst>
              <a:ext uri="{FF2B5EF4-FFF2-40B4-BE49-F238E27FC236}">
                <a16:creationId xmlns:a16="http://schemas.microsoft.com/office/drawing/2014/main" id="{A497D76A-0CC1-4B68-9980-33821EB9CFEB}"/>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961548">
            <a:extLst>
              <a:ext uri="{FF2B5EF4-FFF2-40B4-BE49-F238E27FC236}">
                <a16:creationId xmlns:a16="http://schemas.microsoft.com/office/drawing/2014/main" id="{3758D79B-C9A7-4CC1-B3C9-995DCF167935}"/>
              </a:ext>
            </a:extLst>
          </p:cNvPr>
          <p:cNvSpPr>
            <a:spLocks noGrp="1"/>
          </p:cNvSpPr>
          <p:nvPr>
            <p:ph type="sldNum" sz="quarter" idx="12"/>
          </p:nvPr>
        </p:nvSpPr>
        <p:spPr>
          <a:ln/>
        </p:spPr>
        <p:txBody>
          <a:bodyPr/>
          <a:lstStyle>
            <a:lvl1pPr>
              <a:defRPr/>
            </a:lvl1pPr>
          </a:lstStyle>
          <a:p>
            <a:fld id="{36907E56-7740-442B-A1C2-0BBBFA63C068}"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189300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961546">
            <a:extLst>
              <a:ext uri="{FF2B5EF4-FFF2-40B4-BE49-F238E27FC236}">
                <a16:creationId xmlns:a16="http://schemas.microsoft.com/office/drawing/2014/main" id="{5F551929-ABB4-4E86-B319-3832A7C1E99F}"/>
              </a:ext>
            </a:extLst>
          </p:cNvPr>
          <p:cNvSpPr>
            <a:spLocks noGrp="1"/>
          </p:cNvSpPr>
          <p:nvPr>
            <p:ph type="dt" sz="half" idx="10"/>
          </p:nvPr>
        </p:nvSpPr>
        <p:spPr>
          <a:ln/>
        </p:spPr>
        <p:txBody>
          <a:bodyPr/>
          <a:lstStyle>
            <a:lvl1pPr>
              <a:defRPr/>
            </a:lvl1pPr>
          </a:lstStyle>
          <a:p>
            <a:endParaRPr lang="zh-CN" altLang="en-US"/>
          </a:p>
        </p:txBody>
      </p:sp>
      <p:sp>
        <p:nvSpPr>
          <p:cNvPr id="6" name="页脚占位符 961547">
            <a:extLst>
              <a:ext uri="{FF2B5EF4-FFF2-40B4-BE49-F238E27FC236}">
                <a16:creationId xmlns:a16="http://schemas.microsoft.com/office/drawing/2014/main" id="{37723F54-70D4-4E09-A973-58A01253EF34}"/>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961548">
            <a:extLst>
              <a:ext uri="{FF2B5EF4-FFF2-40B4-BE49-F238E27FC236}">
                <a16:creationId xmlns:a16="http://schemas.microsoft.com/office/drawing/2014/main" id="{81E2092D-FD18-4876-A67E-5D52715B623E}"/>
              </a:ext>
            </a:extLst>
          </p:cNvPr>
          <p:cNvSpPr>
            <a:spLocks noGrp="1"/>
          </p:cNvSpPr>
          <p:nvPr>
            <p:ph type="sldNum" sz="quarter" idx="12"/>
          </p:nvPr>
        </p:nvSpPr>
        <p:spPr>
          <a:ln/>
        </p:spPr>
        <p:txBody>
          <a:bodyPr/>
          <a:lstStyle>
            <a:lvl1pPr>
              <a:defRPr/>
            </a:lvl1pPr>
          </a:lstStyle>
          <a:p>
            <a:fld id="{483D6691-CAE2-4844-A4BD-0076252365D9}"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2776883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961546">
            <a:extLst>
              <a:ext uri="{FF2B5EF4-FFF2-40B4-BE49-F238E27FC236}">
                <a16:creationId xmlns:a16="http://schemas.microsoft.com/office/drawing/2014/main" id="{BB10D819-6764-4DE9-8812-834D6D71A102}"/>
              </a:ext>
            </a:extLst>
          </p:cNvPr>
          <p:cNvSpPr>
            <a:spLocks noGrp="1"/>
          </p:cNvSpPr>
          <p:nvPr>
            <p:ph type="dt" sz="half" idx="10"/>
          </p:nvPr>
        </p:nvSpPr>
        <p:spPr>
          <a:ln/>
        </p:spPr>
        <p:txBody>
          <a:bodyPr/>
          <a:lstStyle>
            <a:lvl1pPr>
              <a:defRPr/>
            </a:lvl1pPr>
          </a:lstStyle>
          <a:p>
            <a:endParaRPr lang="zh-CN" altLang="en-US"/>
          </a:p>
        </p:txBody>
      </p:sp>
      <p:sp>
        <p:nvSpPr>
          <p:cNvPr id="5" name="页脚占位符 961547">
            <a:extLst>
              <a:ext uri="{FF2B5EF4-FFF2-40B4-BE49-F238E27FC236}">
                <a16:creationId xmlns:a16="http://schemas.microsoft.com/office/drawing/2014/main" id="{512B9E22-CA52-443A-AEA2-E0D0FC170EEE}"/>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961548">
            <a:extLst>
              <a:ext uri="{FF2B5EF4-FFF2-40B4-BE49-F238E27FC236}">
                <a16:creationId xmlns:a16="http://schemas.microsoft.com/office/drawing/2014/main" id="{1F5B2BE0-6E23-4D98-A0FE-2384660CB66C}"/>
              </a:ext>
            </a:extLst>
          </p:cNvPr>
          <p:cNvSpPr>
            <a:spLocks noGrp="1"/>
          </p:cNvSpPr>
          <p:nvPr>
            <p:ph type="sldNum" sz="quarter" idx="12"/>
          </p:nvPr>
        </p:nvSpPr>
        <p:spPr>
          <a:ln/>
        </p:spPr>
        <p:txBody>
          <a:bodyPr/>
          <a:lstStyle>
            <a:lvl1pPr>
              <a:defRPr/>
            </a:lvl1pPr>
          </a:lstStyle>
          <a:p>
            <a:fld id="{610593EA-A253-4679-B7AD-D2715D004573}"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36981772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1254" y="95250"/>
            <a:ext cx="2103835" cy="60372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39750" y="95250"/>
            <a:ext cx="6189542" cy="60372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961546">
            <a:extLst>
              <a:ext uri="{FF2B5EF4-FFF2-40B4-BE49-F238E27FC236}">
                <a16:creationId xmlns:a16="http://schemas.microsoft.com/office/drawing/2014/main" id="{8352EDD9-092B-4E54-AD62-717C9880466A}"/>
              </a:ext>
            </a:extLst>
          </p:cNvPr>
          <p:cNvSpPr>
            <a:spLocks noGrp="1"/>
          </p:cNvSpPr>
          <p:nvPr>
            <p:ph type="dt" sz="half" idx="10"/>
          </p:nvPr>
        </p:nvSpPr>
        <p:spPr>
          <a:ln/>
        </p:spPr>
        <p:txBody>
          <a:bodyPr/>
          <a:lstStyle>
            <a:lvl1pPr>
              <a:defRPr/>
            </a:lvl1pPr>
          </a:lstStyle>
          <a:p>
            <a:endParaRPr lang="zh-CN" altLang="en-US"/>
          </a:p>
        </p:txBody>
      </p:sp>
      <p:sp>
        <p:nvSpPr>
          <p:cNvPr id="5" name="页脚占位符 961547">
            <a:extLst>
              <a:ext uri="{FF2B5EF4-FFF2-40B4-BE49-F238E27FC236}">
                <a16:creationId xmlns:a16="http://schemas.microsoft.com/office/drawing/2014/main" id="{D1399EFD-1F78-43C5-BFAA-F1957B02005B}"/>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961548">
            <a:extLst>
              <a:ext uri="{FF2B5EF4-FFF2-40B4-BE49-F238E27FC236}">
                <a16:creationId xmlns:a16="http://schemas.microsoft.com/office/drawing/2014/main" id="{E37BC2F4-4C98-48C6-9FFD-8B32EA08615E}"/>
              </a:ext>
            </a:extLst>
          </p:cNvPr>
          <p:cNvSpPr>
            <a:spLocks noGrp="1"/>
          </p:cNvSpPr>
          <p:nvPr>
            <p:ph type="sldNum" sz="quarter" idx="12"/>
          </p:nvPr>
        </p:nvSpPr>
        <p:spPr>
          <a:ln/>
        </p:spPr>
        <p:txBody>
          <a:bodyPr/>
          <a:lstStyle>
            <a:lvl1pPr>
              <a:defRPr/>
            </a:lvl1pPr>
          </a:lstStyle>
          <a:p>
            <a:fld id="{7B47F115-63E8-4EE5-A737-E7E2780A3A61}"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2934039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 783361">
            <a:extLst>
              <a:ext uri="{FF2B5EF4-FFF2-40B4-BE49-F238E27FC236}">
                <a16:creationId xmlns:a16="http://schemas.microsoft.com/office/drawing/2014/main" id="{3D4CF116-1B85-4364-B184-859C106DE276}"/>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783362">
            <a:extLst>
              <a:ext uri="{FF2B5EF4-FFF2-40B4-BE49-F238E27FC236}">
                <a16:creationId xmlns:a16="http://schemas.microsoft.com/office/drawing/2014/main" id="{82758486-0FA4-4A06-BF6A-60DA478FD208}"/>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83364" name="日期占位符 783363">
            <a:extLst>
              <a:ext uri="{FF2B5EF4-FFF2-40B4-BE49-F238E27FC236}">
                <a16:creationId xmlns:a16="http://schemas.microsoft.com/office/drawing/2014/main" id="{7712DD63-547A-4A73-97CE-6044069AB39A}"/>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83365" name="页脚占位符 783364">
            <a:extLst>
              <a:ext uri="{FF2B5EF4-FFF2-40B4-BE49-F238E27FC236}">
                <a16:creationId xmlns:a16="http://schemas.microsoft.com/office/drawing/2014/main" id="{E156FB1E-879C-4B77-87CB-44C92A37CD54}"/>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83366" name="灯片编号占位符 783365">
            <a:extLst>
              <a:ext uri="{FF2B5EF4-FFF2-40B4-BE49-F238E27FC236}">
                <a16:creationId xmlns:a16="http://schemas.microsoft.com/office/drawing/2014/main" id="{78FF3F5F-840F-4EF5-9FC2-34FBE313091B}"/>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ea typeface="宋体" panose="02010600030101010101" pitchFamily="2" charset="-122"/>
              </a:defRPr>
            </a:lvl1pPr>
          </a:lstStyle>
          <a:p>
            <a:fld id="{DE73898D-8BBD-4E71-883A-2BB0E1D8DF79}"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706" r:id="rId1"/>
    <p:sldLayoutId id="2147483705" r:id="rId2"/>
    <p:sldLayoutId id="2147483704" r:id="rId3"/>
    <p:sldLayoutId id="2147483703" r:id="rId4"/>
    <p:sldLayoutId id="2147483702" r:id="rId5"/>
    <p:sldLayoutId id="2147483701" r:id="rId6"/>
    <p:sldLayoutId id="2147483700" r:id="rId7"/>
    <p:sldLayoutId id="2147483699" r:id="rId8"/>
    <p:sldLayoutId id="2147483698" r:id="rId9"/>
    <p:sldLayoutId id="2147483697" r:id="rId10"/>
    <p:sldLayoutId id="2147483696" r:id="rId11"/>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矩形 961537">
            <a:extLst>
              <a:ext uri="{FF2B5EF4-FFF2-40B4-BE49-F238E27FC236}">
                <a16:creationId xmlns:a16="http://schemas.microsoft.com/office/drawing/2014/main" id="{A20694DF-69FF-4DB0-985F-2A38B9EC4881}"/>
              </a:ext>
            </a:extLst>
          </p:cNvPr>
          <p:cNvSpPr>
            <a:spLocks noChangeArrowheads="1"/>
          </p:cNvSpPr>
          <p:nvPr/>
        </p:nvSpPr>
        <p:spPr bwMode="auto">
          <a:xfrm>
            <a:off x="417513" y="209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2051" name="矩形 961538">
            <a:extLst>
              <a:ext uri="{FF2B5EF4-FFF2-40B4-BE49-F238E27FC236}">
                <a16:creationId xmlns:a16="http://schemas.microsoft.com/office/drawing/2014/main" id="{759D02D3-6531-41CB-9D48-0A7D6D5B59D5}"/>
              </a:ext>
            </a:extLst>
          </p:cNvPr>
          <p:cNvSpPr>
            <a:spLocks noChangeArrowheads="1"/>
          </p:cNvSpPr>
          <p:nvPr/>
        </p:nvSpPr>
        <p:spPr bwMode="auto">
          <a:xfrm>
            <a:off x="800100" y="209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2052" name="矩形 961539">
            <a:extLst>
              <a:ext uri="{FF2B5EF4-FFF2-40B4-BE49-F238E27FC236}">
                <a16:creationId xmlns:a16="http://schemas.microsoft.com/office/drawing/2014/main" id="{0BEBEEF3-AE22-45A7-B1FA-91A4ED603964}"/>
              </a:ext>
            </a:extLst>
          </p:cNvPr>
          <p:cNvSpPr>
            <a:spLocks noChangeArrowheads="1"/>
          </p:cNvSpPr>
          <p:nvPr/>
        </p:nvSpPr>
        <p:spPr bwMode="auto">
          <a:xfrm>
            <a:off x="541338" y="631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2053" name="矩形 961540">
            <a:extLst>
              <a:ext uri="{FF2B5EF4-FFF2-40B4-BE49-F238E27FC236}">
                <a16:creationId xmlns:a16="http://schemas.microsoft.com/office/drawing/2014/main" id="{89E59DE6-C610-49A9-A15F-401FC9CCE237}"/>
              </a:ext>
            </a:extLst>
          </p:cNvPr>
          <p:cNvSpPr>
            <a:spLocks noChangeArrowheads="1"/>
          </p:cNvSpPr>
          <p:nvPr/>
        </p:nvSpPr>
        <p:spPr bwMode="auto">
          <a:xfrm>
            <a:off x="911225" y="631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2054" name="矩形 961541">
            <a:extLst>
              <a:ext uri="{FF2B5EF4-FFF2-40B4-BE49-F238E27FC236}">
                <a16:creationId xmlns:a16="http://schemas.microsoft.com/office/drawing/2014/main" id="{96332E73-4434-483E-9536-2584AE8CD13F}"/>
              </a:ext>
            </a:extLst>
          </p:cNvPr>
          <p:cNvSpPr>
            <a:spLocks noChangeArrowheads="1"/>
          </p:cNvSpPr>
          <p:nvPr/>
        </p:nvSpPr>
        <p:spPr bwMode="auto">
          <a:xfrm>
            <a:off x="127000" y="558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2055" name="矩形 961542">
            <a:extLst>
              <a:ext uri="{FF2B5EF4-FFF2-40B4-BE49-F238E27FC236}">
                <a16:creationId xmlns:a16="http://schemas.microsoft.com/office/drawing/2014/main" id="{4C899E16-22DF-4696-90B0-27CB23FF869C}"/>
              </a:ext>
            </a:extLst>
          </p:cNvPr>
          <p:cNvSpPr>
            <a:spLocks noChangeArrowheads="1"/>
          </p:cNvSpPr>
          <p:nvPr/>
        </p:nvSpPr>
        <p:spPr bwMode="auto">
          <a:xfrm>
            <a:off x="762000" y="101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2056" name="矩形 961543">
            <a:extLst>
              <a:ext uri="{FF2B5EF4-FFF2-40B4-BE49-F238E27FC236}">
                <a16:creationId xmlns:a16="http://schemas.microsoft.com/office/drawing/2014/main" id="{2C0DB5BB-FB0D-4D82-8980-77DEC06B50A9}"/>
              </a:ext>
            </a:extLst>
          </p:cNvPr>
          <p:cNvSpPr>
            <a:spLocks noChangeArrowheads="1"/>
          </p:cNvSpPr>
          <p:nvPr/>
        </p:nvSpPr>
        <p:spPr bwMode="auto">
          <a:xfrm>
            <a:off x="442913" y="892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2057" name="标题 961544">
            <a:extLst>
              <a:ext uri="{FF2B5EF4-FFF2-40B4-BE49-F238E27FC236}">
                <a16:creationId xmlns:a16="http://schemas.microsoft.com/office/drawing/2014/main" id="{1E00B249-660D-4E52-8788-57BC9201A48C}"/>
              </a:ext>
            </a:extLst>
          </p:cNvPr>
          <p:cNvSpPr>
            <a:spLocks noGrp="1" noChangeArrowheads="1"/>
          </p:cNvSpPr>
          <p:nvPr>
            <p:ph type="title" idx="4294967295"/>
          </p:nvPr>
        </p:nvSpPr>
        <p:spPr bwMode="auto">
          <a:xfrm>
            <a:off x="1150938" y="95250"/>
            <a:ext cx="7793037"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2058" name="文本占位符 961545">
            <a:extLst>
              <a:ext uri="{FF2B5EF4-FFF2-40B4-BE49-F238E27FC236}">
                <a16:creationId xmlns:a16="http://schemas.microsoft.com/office/drawing/2014/main" id="{B617A5A7-035F-4002-B641-D40383822045}"/>
              </a:ext>
            </a:extLst>
          </p:cNvPr>
          <p:cNvSpPr>
            <a:spLocks noGrp="1" noChangeArrowheads="1"/>
          </p:cNvSpPr>
          <p:nvPr>
            <p:ph type="body" idx="4294967295"/>
          </p:nvPr>
        </p:nvSpPr>
        <p:spPr bwMode="auto">
          <a:xfrm>
            <a:off x="539750" y="1196975"/>
            <a:ext cx="8415338" cy="493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61547" name="日期占位符 961546">
            <a:extLst>
              <a:ext uri="{FF2B5EF4-FFF2-40B4-BE49-F238E27FC236}">
                <a16:creationId xmlns:a16="http://schemas.microsoft.com/office/drawing/2014/main" id="{3A65760E-834D-41A7-B275-FE6DAF465020}"/>
              </a:ext>
            </a:extLst>
          </p:cNvPr>
          <p:cNvSpPr>
            <a:spLocks noGrp="1"/>
          </p:cNvSpPr>
          <p:nvPr>
            <p:ph type="dt" sz="half" idx="2"/>
          </p:nvPr>
        </p:nvSpPr>
        <p:spPr>
          <a:xfrm>
            <a:off x="1162050" y="6243638"/>
            <a:ext cx="1905000" cy="457200"/>
          </a:xfrm>
          <a:prstGeom prst="rect">
            <a:avLst/>
          </a:prstGeom>
          <a:noFill/>
          <a:ln w="9525">
            <a:noFill/>
          </a:ln>
        </p:spPr>
        <p:txBody>
          <a:bodyPr anchor="b"/>
          <a:lstStyle>
            <a:lvl1pP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961548" name="页脚占位符 961547">
            <a:extLst>
              <a:ext uri="{FF2B5EF4-FFF2-40B4-BE49-F238E27FC236}">
                <a16:creationId xmlns:a16="http://schemas.microsoft.com/office/drawing/2014/main" id="{F945578E-E7EE-4B94-8AE7-4EDCEC518B37}"/>
              </a:ext>
            </a:extLst>
          </p:cNvPr>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noProof="1" dirty="0">
                <a:latin typeface="Tahoma" panose="020B0604030504040204" pitchFamily="34" charset="0"/>
                <a:ea typeface="宋体" panose="02010600030101010101" pitchFamily="2" charset="-122"/>
              </a:defRPr>
            </a:lvl1pPr>
          </a:lstStyle>
          <a:p>
            <a:endParaRPr lang="zh-CN" altLang="en-US"/>
          </a:p>
        </p:txBody>
      </p:sp>
      <p:sp>
        <p:nvSpPr>
          <p:cNvPr id="961549" name="灯片编号占位符 961548">
            <a:extLst>
              <a:ext uri="{FF2B5EF4-FFF2-40B4-BE49-F238E27FC236}">
                <a16:creationId xmlns:a16="http://schemas.microsoft.com/office/drawing/2014/main" id="{44862138-743C-402D-83F5-2335CC2746A7}"/>
              </a:ext>
            </a:extLst>
          </p:cNvPr>
          <p:cNvSpPr>
            <a:spLocks noGrp="1"/>
          </p:cNvSpPr>
          <p:nvPr>
            <p:ph type="sldNum" sz="quarter" idx="4"/>
          </p:nvPr>
        </p:nvSpPr>
        <p:spPr>
          <a:xfrm>
            <a:off x="7042150" y="6243638"/>
            <a:ext cx="1905000" cy="457200"/>
          </a:xfrm>
          <a:prstGeom prst="rect">
            <a:avLst/>
          </a:prstGeom>
          <a:noFill/>
          <a:ln w="9525">
            <a:noFill/>
          </a:ln>
        </p:spPr>
        <p:txBody>
          <a:bodyPr vert="horz" wrap="square" lIns="91440" tIns="45720" rIns="91440" bIns="45720" numCol="1" anchor="b" anchorCtr="0" compatLnSpc="1">
            <a:prstTxWarp prst="textNoShape">
              <a:avLst/>
            </a:prstTxWarp>
          </a:bodyPr>
          <a:lstStyle>
            <a:lvl1pPr algn="r">
              <a:defRPr sz="1400">
                <a:latin typeface="Tahoma" panose="020B0604030504040204" pitchFamily="34" charset="0"/>
                <a:ea typeface="宋体" panose="02010600030101010101" pitchFamily="2" charset="-122"/>
              </a:defRPr>
            </a:lvl1pPr>
          </a:lstStyle>
          <a:p>
            <a:fld id="{0EFA368B-983D-4DD2-B13C-77754EBD57EA}" type="slidenum">
              <a:rPr lang="zh-CN" altLang="en-US"/>
              <a:pPr/>
              <a:t>‹#›</a:t>
            </a:fld>
            <a:endParaRPr lang="zh-CN" altLang="en-US">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17" r:id="rId1"/>
    <p:sldLayoutId id="2147483716" r:id="rId2"/>
    <p:sldLayoutId id="2147483715" r:id="rId3"/>
    <p:sldLayoutId id="2147483714" r:id="rId4"/>
    <p:sldLayoutId id="2147483713" r:id="rId5"/>
    <p:sldLayoutId id="2147483712" r:id="rId6"/>
    <p:sldLayoutId id="2147483711" r:id="rId7"/>
    <p:sldLayoutId id="2147483710" r:id="rId8"/>
    <p:sldLayoutId id="2147483709" r:id="rId9"/>
    <p:sldLayoutId id="2147483708" r:id="rId10"/>
    <p:sldLayoutId id="2147483707" r:id="rId11"/>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fontAlgn="base">
        <a:spcBef>
          <a:spcPct val="20000"/>
        </a:spcBef>
        <a:spcAft>
          <a:spcPct val="0"/>
        </a:spcAft>
        <a:buClr>
          <a:schemeClr val="folHlink"/>
        </a:buClr>
        <a:buFont typeface="Wingdings" panose="05000000000000000000" pitchFamily="2" charset="2"/>
        <a:defRPr sz="2800" kern="1200">
          <a:solidFill>
            <a:schemeClr val="tx1"/>
          </a:solidFill>
          <a:latin typeface="+mn-lt"/>
          <a:ea typeface="+mn-ea"/>
          <a:cs typeface="+mn-cs"/>
        </a:defRPr>
      </a:lvl1pPr>
      <a:lvl2pPr marL="742950" lvl="1" indent="-285750" algn="l" rtl="0" fontAlgn="base">
        <a:spcBef>
          <a:spcPct val="20000"/>
        </a:spcBef>
        <a:spcAft>
          <a:spcPct val="0"/>
        </a:spcAft>
        <a:buClr>
          <a:schemeClr val="hlink"/>
        </a:buClr>
        <a:buFont typeface="Wingdings" panose="05000000000000000000" pitchFamily="2" charset="2"/>
        <a:defRPr sz="2600" kern="1200">
          <a:solidFill>
            <a:schemeClr val="tx1"/>
          </a:solidFill>
          <a:latin typeface="+mn-lt"/>
          <a:ea typeface="+mn-ea"/>
          <a:cs typeface="+mn-cs"/>
        </a:defRPr>
      </a:lvl2pPr>
      <a:lvl3pPr marL="1143000" lvl="2" indent="-228600" algn="l" rtl="0" fontAlgn="base">
        <a:spcBef>
          <a:spcPct val="20000"/>
        </a:spcBef>
        <a:spcAft>
          <a:spcPct val="0"/>
        </a:spcAft>
        <a:buClr>
          <a:schemeClr val="folHlink"/>
        </a:buClr>
        <a:buFont typeface="Wingdings" panose="05000000000000000000" pitchFamily="2" charset="2"/>
        <a:defRPr sz="2400" kern="1200">
          <a:solidFill>
            <a:schemeClr val="tx1"/>
          </a:solidFill>
          <a:latin typeface="+mn-lt"/>
          <a:ea typeface="+mn-ea"/>
          <a:cs typeface="+mn-cs"/>
        </a:defRPr>
      </a:lvl3pPr>
      <a:lvl4pPr marL="1600200" lvl="3" indent="-228600" algn="l" rtl="0" fontAlgn="base">
        <a:spcBef>
          <a:spcPct val="20000"/>
        </a:spcBef>
        <a:spcAft>
          <a:spcPct val="0"/>
        </a:spcAft>
        <a:buClr>
          <a:schemeClr val="accent2"/>
        </a:buClr>
        <a:buFont typeface="Wingdings" panose="05000000000000000000" pitchFamily="2" charset="2"/>
        <a:defRPr sz="2000" kern="1200">
          <a:solidFill>
            <a:schemeClr val="tx1"/>
          </a:solidFill>
          <a:latin typeface="+mn-lt"/>
          <a:ea typeface="+mn-ea"/>
          <a:cs typeface="+mn-cs"/>
        </a:defRPr>
      </a:lvl4pPr>
      <a:lvl5pPr marL="2057400" lvl="4" indent="-228600" algn="l" rtl="0" fontAlgn="base">
        <a:spcBef>
          <a:spcPct val="20000"/>
        </a:spcBef>
        <a:spcAft>
          <a:spcPct val="0"/>
        </a:spcAft>
        <a:buClr>
          <a:schemeClr val="accent1"/>
        </a:buClr>
        <a:buFont typeface="Wingdings" panose="05000000000000000000" pitchFamily="2" charset="2"/>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audio" Target="../media/media1.m4a"/><Relationship Id="rId2" Type="http://schemas.microsoft.com/office/2007/relationships/media" Target="../media/media1.m4a"/><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3.wmf"/></Relationships>
</file>

<file path=ppt/slides/_rels/slide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baike.baidu.com/image/5af4d7ea195e01e1d439c967" TargetMode="Externa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hyperlink" Target="http://news.mydrivers.com/1/157/157947.htm" TargetMode="External"/><Relationship Id="rId2" Type="http://schemas.openxmlformats.org/officeDocument/2006/relationships/hyperlink" Target="http://baike.baidu.com/view/2353.htm" TargetMode="External"/><Relationship Id="rId1" Type="http://schemas.openxmlformats.org/officeDocument/2006/relationships/slideLayout" Target="../slideLayouts/slideLayout18.xml"/><Relationship Id="rId5" Type="http://schemas.openxmlformats.org/officeDocument/2006/relationships/image" Target="../media/image6.jpe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9" name="灯片编号占位符 1">
            <a:extLst>
              <a:ext uri="{FF2B5EF4-FFF2-40B4-BE49-F238E27FC236}">
                <a16:creationId xmlns:a16="http://schemas.microsoft.com/office/drawing/2014/main" id="{904E0390-D9C2-4F10-ACDD-91D838E83B3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6061FBF-F481-4289-BFB9-798849D0704A}" type="slidenum">
              <a:rPr lang="zh-CN" altLang="en-US"/>
              <a:pPr/>
              <a:t>1</a:t>
            </a:fld>
            <a:endParaRPr lang="zh-CN" altLang="en-US">
              <a:latin typeface="Times New Roman" panose="02020603050405020304" pitchFamily="18" charset="0"/>
            </a:endParaRPr>
          </a:p>
        </p:txBody>
      </p:sp>
      <p:sp>
        <p:nvSpPr>
          <p:cNvPr id="537604" name="标题 537603">
            <a:extLst>
              <a:ext uri="{FF2B5EF4-FFF2-40B4-BE49-F238E27FC236}">
                <a16:creationId xmlns:a16="http://schemas.microsoft.com/office/drawing/2014/main" id="{C39F3A77-E688-4BD0-8816-7064524F1FBF}"/>
              </a:ext>
            </a:extLst>
          </p:cNvPr>
          <p:cNvSpPr>
            <a:spLocks noGrp="1"/>
          </p:cNvSpPr>
          <p:nvPr>
            <p:ph type="ctrTitle"/>
          </p:nvPr>
        </p:nvSpPr>
        <p:spPr>
          <a:xfrm>
            <a:off x="1404938" y="1268413"/>
            <a:ext cx="6696075" cy="1462087"/>
          </a:xfrm>
        </p:spPr>
        <p:txBody>
          <a:bodyPr/>
          <a:lstStyle/>
          <a:p>
            <a:r>
              <a:rPr lang="zh-CN" altLang="en-US" sz="4800" b="1" noProof="1">
                <a:effectLst>
                  <a:outerShdw blurRad="38100" dist="38100" dir="2700000">
                    <a:srgbClr val="C0C0C0"/>
                  </a:outerShdw>
                </a:effectLst>
                <a:ea typeface="隶书" panose="02010509060101010101" pitchFamily="49" charset="-122"/>
              </a:rPr>
              <a:t>第</a:t>
            </a:r>
            <a:r>
              <a:rPr lang="en-US" altLang="zh-CN" sz="4800" b="1" noProof="1">
                <a:effectLst>
                  <a:outerShdw blurRad="38100" dist="38100" dir="2700000">
                    <a:srgbClr val="C0C0C0"/>
                  </a:outerShdw>
                </a:effectLst>
                <a:ea typeface="隶书" panose="02010509060101010101" pitchFamily="49" charset="-122"/>
              </a:rPr>
              <a:t>1</a:t>
            </a:r>
            <a:r>
              <a:rPr lang="zh-CN" altLang="en-US" sz="4800" b="1" noProof="1">
                <a:effectLst>
                  <a:outerShdw blurRad="38100" dist="38100" dir="2700000">
                    <a:srgbClr val="C0C0C0"/>
                  </a:outerShdw>
                </a:effectLst>
                <a:ea typeface="隶书" panose="02010509060101010101" pitchFamily="49" charset="-122"/>
              </a:rPr>
              <a:t>章 数据库系统概述</a:t>
            </a:r>
            <a:r>
              <a:rPr lang="zh-CN" altLang="en-US" noProof="1"/>
              <a:t> </a:t>
            </a:r>
          </a:p>
        </p:txBody>
      </p:sp>
      <p:sp>
        <p:nvSpPr>
          <p:cNvPr id="537609" name="矩形 537608">
            <a:extLst>
              <a:ext uri="{FF2B5EF4-FFF2-40B4-BE49-F238E27FC236}">
                <a16:creationId xmlns:a16="http://schemas.microsoft.com/office/drawing/2014/main" id="{5F10FF51-1B69-473A-8234-E0557D774A5D}"/>
              </a:ext>
            </a:extLst>
          </p:cNvPr>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noProof="1">
                <a:solidFill>
                  <a:srgbClr val="993300"/>
                </a:solidFill>
                <a:effectLst>
                  <a:outerShdw blurRad="38100" dist="38100" dir="2700000">
                    <a:srgbClr val="000000"/>
                  </a:outerShdw>
                </a:effectLst>
                <a:ea typeface="隶书" panose="02010509060101010101" pitchFamily="49" charset="-122"/>
              </a:rPr>
              <a:t>数据库系统原理及应用</a:t>
            </a:r>
            <a:endParaRPr lang="zh-CN" altLang="en-US" sz="3000" b="1" noProof="1">
              <a:solidFill>
                <a:srgbClr val="000000"/>
              </a:solidFill>
              <a:effectLst>
                <a:outerShdw blurRad="38100" dist="38100" dir="2700000">
                  <a:srgbClr val="FFFFFF"/>
                </a:outerShdw>
              </a:effectLst>
              <a:latin typeface="Times New Roman" panose="02020603050405020304" pitchFamily="18" charset="0"/>
            </a:endParaRPr>
          </a:p>
        </p:txBody>
      </p:sp>
      <p:sp>
        <p:nvSpPr>
          <p:cNvPr id="537612" name="文本框 537611">
            <a:extLst>
              <a:ext uri="{FF2B5EF4-FFF2-40B4-BE49-F238E27FC236}">
                <a16:creationId xmlns:a16="http://schemas.microsoft.com/office/drawing/2014/main" id="{4701E56A-B6BE-4908-A433-F69E6682161F}"/>
              </a:ext>
            </a:extLst>
          </p:cNvPr>
          <p:cNvSpPr txBox="1"/>
          <p:nvPr/>
        </p:nvSpPr>
        <p:spPr>
          <a:xfrm>
            <a:off x="2516188" y="3957638"/>
            <a:ext cx="4681537" cy="706437"/>
          </a:xfrm>
          <a:prstGeom prst="rect">
            <a:avLst/>
          </a:prstGeom>
          <a:noFill/>
          <a:ln w="12700">
            <a:noFill/>
          </a:ln>
        </p:spPr>
        <p:txBody>
          <a:bodyPr>
            <a:spAutoFit/>
          </a:bodyPr>
          <a:lstStyle/>
          <a:p>
            <a:r>
              <a:rPr lang="zh-CN" altLang="en-US" sz="4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noProof="1">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pic>
        <p:nvPicPr>
          <p:cNvPr id="7173" name="图片 537612" descr="BS02064_">
            <a:extLst>
              <a:ext uri="{FF2B5EF4-FFF2-40B4-BE49-F238E27FC236}">
                <a16:creationId xmlns:a16="http://schemas.microsoft.com/office/drawing/2014/main" id="{D06D89E8-3E94-4E20-821A-67E1020FD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70363"/>
            <a:ext cx="2700338" cy="268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7615" name="文本框 537614">
            <a:extLst>
              <a:ext uri="{FF2B5EF4-FFF2-40B4-BE49-F238E27FC236}">
                <a16:creationId xmlns:a16="http://schemas.microsoft.com/office/drawing/2014/main" id="{B7E9D877-5DA4-40AE-B4CC-BACA4B8AE116}"/>
              </a:ext>
            </a:extLst>
          </p:cNvPr>
          <p:cNvSpPr txBox="1"/>
          <p:nvPr/>
        </p:nvSpPr>
        <p:spPr>
          <a:xfrm>
            <a:off x="2338388" y="2708275"/>
            <a:ext cx="4681537" cy="701675"/>
          </a:xfrm>
          <a:prstGeom prst="rect">
            <a:avLst/>
          </a:prstGeom>
          <a:noFill/>
          <a:ln w="12700">
            <a:noFill/>
          </a:ln>
        </p:spPr>
        <p:txBody>
          <a:bodyPr>
            <a:spAutoFit/>
          </a:bodyPr>
          <a:lstStyle/>
          <a:p>
            <a:pPr algn="ctr"/>
            <a:r>
              <a:rPr lang="zh-CN" altLang="en-US" sz="4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（第一讲）</a:t>
            </a:r>
            <a:endParaRPr lang="zh-CN" altLang="en-US" sz="4400" b="1" noProof="1">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advTm="4864"/>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537604"/>
                                        </p:tgtEl>
                                        <p:attrNameLst>
                                          <p:attrName>style.visibility</p:attrName>
                                        </p:attrNameLst>
                                      </p:cBhvr>
                                      <p:to>
                                        <p:strVal val="visible"/>
                                      </p:to>
                                    </p:set>
                                    <p:animEffect transition="in" filter="plus(in)">
                                      <p:cBhvr>
                                        <p:cTn id="7" dur="1000"/>
                                        <p:tgtEl>
                                          <p:spTgt spid="53760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37609"/>
                                        </p:tgtEl>
                                        <p:attrNameLst>
                                          <p:attrName>style.visibility</p:attrName>
                                        </p:attrNameLst>
                                      </p:cBhvr>
                                      <p:to>
                                        <p:strVal val="visible"/>
                                      </p:to>
                                    </p:set>
                                    <p:animEffect transition="in" filter="wipe(left)">
                                      <p:cBhvr>
                                        <p:cTn id="10" dur="1000"/>
                                        <p:tgtEl>
                                          <p:spTgt spid="537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4" grpId="0"/>
      <p:bldP spid="5376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灯片编号占位符 1">
            <a:extLst>
              <a:ext uri="{FF2B5EF4-FFF2-40B4-BE49-F238E27FC236}">
                <a16:creationId xmlns:a16="http://schemas.microsoft.com/office/drawing/2014/main" id="{1BCC910B-EBA4-41A0-965E-8FD4F088C02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DFFD3F0-0ABE-421E-B61A-7BBBC7F762B0}" type="slidenum">
              <a:rPr lang="zh-CN" altLang="en-US"/>
              <a:pPr/>
              <a:t>2</a:t>
            </a:fld>
            <a:endParaRPr lang="zh-CN" altLang="en-US">
              <a:latin typeface="Times New Roman" panose="02020603050405020304" pitchFamily="18" charset="0"/>
            </a:endParaRPr>
          </a:p>
        </p:txBody>
      </p:sp>
      <p:sp>
        <p:nvSpPr>
          <p:cNvPr id="6146" name="矩形 952323">
            <a:extLst>
              <a:ext uri="{FF2B5EF4-FFF2-40B4-BE49-F238E27FC236}">
                <a16:creationId xmlns:a16="http://schemas.microsoft.com/office/drawing/2014/main" id="{90708F72-2AC3-470D-935C-414DCB044AF5}"/>
              </a:ext>
            </a:extLst>
          </p:cNvPr>
          <p:cNvSpPr>
            <a:spLocks noChangeArrowheads="1"/>
          </p:cNvSpPr>
          <p:nvPr/>
        </p:nvSpPr>
        <p:spPr bwMode="auto">
          <a:xfrm>
            <a:off x="71438" y="71438"/>
            <a:ext cx="8748712" cy="1557337"/>
          </a:xfrm>
          <a:prstGeom prst="rect">
            <a:avLst/>
          </a:prstGeom>
          <a:solidFill>
            <a:schemeClr val="bg1"/>
          </a:solidFill>
          <a:ln w="12700" cap="sq">
            <a:solidFill>
              <a:schemeClr val="bg1"/>
            </a:solidFill>
            <a:miter lim="800000"/>
            <a:headEnd type="none" w="sm" len="sm"/>
            <a:tailEnd type="none" w="sm" len="sm"/>
          </a:ln>
        </p:spPr>
        <p:txBody>
          <a:bodyPr wrap="none" anchor="ctr"/>
          <a:lstStyle/>
          <a:p>
            <a:pPr algn="ctr"/>
            <a:endParaRPr lang="zh-CN" altLang="en-US"/>
          </a:p>
        </p:txBody>
      </p:sp>
      <p:sp>
        <p:nvSpPr>
          <p:cNvPr id="6147" name="文本框 952324">
            <a:extLst>
              <a:ext uri="{FF2B5EF4-FFF2-40B4-BE49-F238E27FC236}">
                <a16:creationId xmlns:a16="http://schemas.microsoft.com/office/drawing/2014/main" id="{40A34F9D-94F7-4BE6-A1C2-FFF3EA278817}"/>
              </a:ext>
            </a:extLst>
          </p:cNvPr>
          <p:cNvSpPr txBox="1">
            <a:spLocks noChangeArrowheads="1"/>
          </p:cNvSpPr>
          <p:nvPr/>
        </p:nvSpPr>
        <p:spPr bwMode="auto">
          <a:xfrm>
            <a:off x="684213" y="1484313"/>
            <a:ext cx="7991475" cy="399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70000"/>
              </a:lnSpc>
            </a:pPr>
            <a:r>
              <a:rPr lang="zh-CN" altLang="en-US" sz="4200" b="1" dirty="0">
                <a:solidFill>
                  <a:srgbClr val="660033"/>
                </a:solidFill>
                <a:latin typeface="黑体" panose="02010609060101010101" pitchFamily="49" charset="-122"/>
                <a:ea typeface="隶书" panose="02010509060101010101" pitchFamily="49" charset="-122"/>
              </a:rPr>
              <a:t>本课程的任务：</a:t>
            </a:r>
            <a:endParaRPr lang="en-US" altLang="zh-CN" sz="4200" b="1" dirty="0">
              <a:solidFill>
                <a:srgbClr val="660033"/>
              </a:solidFill>
              <a:latin typeface="黑体" panose="02010609060101010101" pitchFamily="49" charset="-122"/>
              <a:ea typeface="隶书" panose="02010509060101010101" pitchFamily="49" charset="-122"/>
            </a:endParaRPr>
          </a:p>
          <a:p>
            <a:pPr algn="just">
              <a:lnSpc>
                <a:spcPct val="170000"/>
              </a:lnSpc>
            </a:pPr>
            <a:r>
              <a:rPr lang="zh-CN" altLang="en-US" sz="3200" b="1" dirty="0">
                <a:solidFill>
                  <a:schemeClr val="hlink"/>
                </a:solidFill>
                <a:latin typeface="黑体" panose="02010609060101010101" pitchFamily="49" charset="-122"/>
                <a:ea typeface="隶书" panose="02010509060101010101" pitchFamily="49" charset="-122"/>
              </a:rPr>
              <a:t>◆</a:t>
            </a:r>
            <a:r>
              <a:rPr lang="zh-CN" altLang="en-US" sz="4000" dirty="0">
                <a:solidFill>
                  <a:srgbClr val="003366"/>
                </a:solidFill>
                <a:latin typeface="黑体" panose="02010609060101010101" pitchFamily="49" charset="-122"/>
                <a:ea typeface="隶书" panose="02010509060101010101" pitchFamily="49" charset="-122"/>
              </a:rPr>
              <a:t>学习数据库系统的基本原理</a:t>
            </a:r>
          </a:p>
          <a:p>
            <a:pPr algn="just">
              <a:lnSpc>
                <a:spcPct val="170000"/>
              </a:lnSpc>
            </a:pPr>
            <a:r>
              <a:rPr lang="zh-CN" altLang="en-US" sz="3200" b="1" dirty="0">
                <a:solidFill>
                  <a:schemeClr val="hlink"/>
                </a:solidFill>
                <a:ea typeface="隶书" panose="02010509060101010101" pitchFamily="49" charset="-122"/>
              </a:rPr>
              <a:t>◆</a:t>
            </a:r>
            <a:r>
              <a:rPr lang="zh-CN" altLang="en-US" sz="3600" dirty="0">
                <a:solidFill>
                  <a:srgbClr val="003366"/>
                </a:solidFill>
                <a:ea typeface="隶书" panose="02010509060101010101" pitchFamily="49" charset="-122"/>
              </a:rPr>
              <a:t>初步掌握数据库应用系统的设计方法</a:t>
            </a:r>
            <a:endParaRPr lang="en-US" altLang="zh-CN" sz="3600" dirty="0">
              <a:solidFill>
                <a:srgbClr val="003366"/>
              </a:solidFill>
              <a:ea typeface="隶书" panose="02010509060101010101" pitchFamily="49" charset="-122"/>
            </a:endParaRPr>
          </a:p>
          <a:p>
            <a:pPr algn="just">
              <a:lnSpc>
                <a:spcPct val="170000"/>
              </a:lnSpc>
            </a:pPr>
            <a:r>
              <a:rPr lang="zh-CN" altLang="en-US" sz="3200" b="1" dirty="0">
                <a:solidFill>
                  <a:schemeClr val="hlink"/>
                </a:solidFill>
                <a:ea typeface="隶书" panose="02010509060101010101" pitchFamily="49" charset="-122"/>
              </a:rPr>
              <a:t>◆</a:t>
            </a:r>
            <a:r>
              <a:rPr lang="zh-CN" altLang="en-US" sz="3600" dirty="0">
                <a:solidFill>
                  <a:srgbClr val="003366"/>
                </a:solidFill>
                <a:ea typeface="隶书" panose="02010509060101010101" pitchFamily="49" charset="-122"/>
              </a:rPr>
              <a:t>数据库应用系统的实现技术</a:t>
            </a:r>
          </a:p>
        </p:txBody>
      </p:sp>
    </p:spTree>
  </p:cSld>
  <p:clrMapOvr>
    <a:masterClrMapping/>
  </p:clrMapOvr>
  <mc:AlternateContent xmlns:mc="http://schemas.openxmlformats.org/markup-compatibility/2006" xmlns:p14="http://schemas.microsoft.com/office/powerpoint/2010/main">
    <mc:Choice Requires="p14">
      <p:transition spd="slow" p14:dur="2000" advTm="12000"/>
    </mc:Choice>
    <mc:Fallback xmlns="">
      <p:transition spd="slow" advTm="1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1">
            <a:extLst>
              <a:ext uri="{FF2B5EF4-FFF2-40B4-BE49-F238E27FC236}">
                <a16:creationId xmlns:a16="http://schemas.microsoft.com/office/drawing/2014/main" id="{9F47CA09-CC67-405C-B447-453E0A0B023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00B3CD7-4A32-46F7-9D90-3802A337EABA}" type="slidenum">
              <a:rPr lang="zh-CN" altLang="en-US"/>
              <a:pPr/>
              <a:t>3</a:t>
            </a:fld>
            <a:endParaRPr lang="zh-CN" altLang="en-US">
              <a:latin typeface="Times New Roman" panose="02020603050405020304" pitchFamily="18" charset="0"/>
            </a:endParaRPr>
          </a:p>
        </p:txBody>
      </p:sp>
      <p:sp>
        <p:nvSpPr>
          <p:cNvPr id="946180" name="矩形 946179">
            <a:extLst>
              <a:ext uri="{FF2B5EF4-FFF2-40B4-BE49-F238E27FC236}">
                <a16:creationId xmlns:a16="http://schemas.microsoft.com/office/drawing/2014/main" id="{409D0BBC-1A06-4FEC-8061-17968A581021}"/>
              </a:ext>
            </a:extLst>
          </p:cNvPr>
          <p:cNvSpPr/>
          <p:nvPr/>
        </p:nvSpPr>
        <p:spPr>
          <a:xfrm>
            <a:off x="755650" y="214313"/>
            <a:ext cx="7793038"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algn="ctr"/>
            <a:r>
              <a:rPr lang="zh-CN" altLang="en-US" sz="4000" b="1" noProof="1">
                <a:effectLst>
                  <a:outerShdw blurRad="38100" dist="38100" dir="2700000">
                    <a:srgbClr val="C0C0C0"/>
                  </a:outerShdw>
                </a:effectLst>
                <a:latin typeface="华文隶书" panose="02010800040101010101" pitchFamily="2" charset="-122"/>
                <a:ea typeface="华文隶书" panose="02010800040101010101" pitchFamily="2" charset="-122"/>
              </a:rPr>
              <a:t>主要内容</a:t>
            </a:r>
          </a:p>
        </p:txBody>
      </p:sp>
      <p:sp>
        <p:nvSpPr>
          <p:cNvPr id="946181" name="矩形 946180">
            <a:extLst>
              <a:ext uri="{FF2B5EF4-FFF2-40B4-BE49-F238E27FC236}">
                <a16:creationId xmlns:a16="http://schemas.microsoft.com/office/drawing/2014/main" id="{04EE25C0-C3F8-4EBF-B9B4-D4787D5BE754}"/>
              </a:ext>
            </a:extLst>
          </p:cNvPr>
          <p:cNvSpPr>
            <a:spLocks noChangeArrowheads="1"/>
          </p:cNvSpPr>
          <p:nvPr/>
        </p:nvSpPr>
        <p:spPr bwMode="auto">
          <a:xfrm>
            <a:off x="468313" y="1125538"/>
            <a:ext cx="8207375" cy="533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90000"/>
              </a:lnSpc>
              <a:buClr>
                <a:schemeClr val="folHlink"/>
              </a:buClr>
            </a:pPr>
            <a:endParaRPr lang="en-US" altLang="zh-CN" sz="2800">
              <a:latin typeface="黑体" panose="02010609060101010101" pitchFamily="49" charset="-122"/>
              <a:ea typeface="黑体" panose="02010609060101010101" pitchFamily="49" charset="-122"/>
            </a:endParaRPr>
          </a:p>
          <a:p>
            <a:pPr>
              <a:spcBef>
                <a:spcPct val="70000"/>
              </a:spcBef>
              <a:buClr>
                <a:schemeClr val="folHlink"/>
              </a:buClr>
            </a:pPr>
            <a:r>
              <a:rPr lang="en-US" altLang="zh-CN" sz="2800">
                <a:latin typeface="黑体" panose="02010609060101010101" pitchFamily="49" charset="-122"/>
                <a:ea typeface="黑体" panose="02010609060101010101" pitchFamily="49" charset="-122"/>
              </a:rPr>
              <a:t>        </a:t>
            </a:r>
            <a:r>
              <a:rPr lang="en-US" altLang="zh-CN" sz="3200" b="1">
                <a:solidFill>
                  <a:srgbClr val="003366"/>
                </a:solidFill>
                <a:latin typeface="华文新魏" panose="02010800040101010101" pitchFamily="2" charset="-122"/>
                <a:ea typeface="华文新魏" panose="02010800040101010101" pitchFamily="2" charset="-122"/>
              </a:rPr>
              <a:t>1.1 </a:t>
            </a:r>
            <a:r>
              <a:rPr lang="zh-CN" altLang="en-US" sz="3200" b="1">
                <a:solidFill>
                  <a:srgbClr val="003366"/>
                </a:solidFill>
                <a:latin typeface="华文新魏" panose="02010800040101010101" pitchFamily="2" charset="-122"/>
                <a:ea typeface="华文新魏" panose="02010800040101010101" pitchFamily="2" charset="-122"/>
              </a:rPr>
              <a:t> 数据与数据管理</a:t>
            </a:r>
          </a:p>
          <a:p>
            <a:pPr>
              <a:spcBef>
                <a:spcPct val="70000"/>
              </a:spcBef>
              <a:buClr>
                <a:schemeClr val="folHlink"/>
              </a:buClr>
            </a:pPr>
            <a:r>
              <a:rPr lang="en-US" altLang="zh-CN" sz="3200" b="1">
                <a:solidFill>
                  <a:srgbClr val="003366"/>
                </a:solidFill>
                <a:latin typeface="华文新魏" panose="02010800040101010101" pitchFamily="2" charset="-122"/>
                <a:ea typeface="华文新魏" panose="02010800040101010101" pitchFamily="2" charset="-122"/>
              </a:rPr>
              <a:t>              1.2 </a:t>
            </a:r>
            <a:r>
              <a:rPr lang="zh-CN" altLang="en-US" sz="3200" b="1">
                <a:solidFill>
                  <a:srgbClr val="003366"/>
                </a:solidFill>
                <a:latin typeface="华文新魏" panose="02010800040101010101" pitchFamily="2" charset="-122"/>
                <a:ea typeface="华文新魏" panose="02010800040101010101" pitchFamily="2" charset="-122"/>
              </a:rPr>
              <a:t> 数据库系统组成</a:t>
            </a:r>
          </a:p>
        </p:txBody>
      </p:sp>
    </p:spTree>
  </p:cSld>
  <p:clrMapOvr>
    <a:masterClrMapping/>
  </p:clrMapOvr>
  <mc:AlternateContent xmlns:mc="http://schemas.openxmlformats.org/markup-compatibility/2006" xmlns:p14="http://schemas.microsoft.com/office/powerpoint/2010/main">
    <mc:Choice Requires="p14">
      <p:transition spd="slow" p14:dur="2000" advTm="12128"/>
    </mc:Choice>
    <mc:Fallback xmlns="">
      <p:transition spd="slow" advTm="1212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6181">
                                            <p:txEl>
                                              <p:pRg st="1" end="1"/>
                                            </p:txEl>
                                          </p:spTgt>
                                        </p:tgtEl>
                                        <p:attrNameLst>
                                          <p:attrName>style.visibility</p:attrName>
                                        </p:attrNameLst>
                                      </p:cBhvr>
                                      <p:to>
                                        <p:strVal val="visible"/>
                                      </p:to>
                                    </p:set>
                                    <p:animEffect transition="in" filter="wipe(left)">
                                      <p:cBhvr>
                                        <p:cTn id="7" dur="1000"/>
                                        <p:tgtEl>
                                          <p:spTgt spid="946181">
                                            <p:txEl>
                                              <p:pRg st="1" end="1"/>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946181">
                                            <p:txEl>
                                              <p:pRg st="2" end="2"/>
                                            </p:txEl>
                                          </p:spTgt>
                                        </p:tgtEl>
                                        <p:attrNameLst>
                                          <p:attrName>style.visibility</p:attrName>
                                        </p:attrNameLst>
                                      </p:cBhvr>
                                      <p:to>
                                        <p:strVal val="visible"/>
                                      </p:to>
                                    </p:set>
                                    <p:animEffect transition="in" filter="wipe(left)">
                                      <p:cBhvr>
                                        <p:cTn id="11" dur="1000"/>
                                        <p:tgtEl>
                                          <p:spTgt spid="9461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81"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灯片编号占位符 1">
            <a:extLst>
              <a:ext uri="{FF2B5EF4-FFF2-40B4-BE49-F238E27FC236}">
                <a16:creationId xmlns:a16="http://schemas.microsoft.com/office/drawing/2014/main" id="{D1999358-9F9B-4E68-9526-8B5AF5AB0C4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49E8FE8-F180-4077-A4B8-12A0FCFA35CC}" type="slidenum">
              <a:rPr lang="zh-CN" altLang="en-US"/>
              <a:pPr/>
              <a:t>4</a:t>
            </a:fld>
            <a:endParaRPr lang="zh-CN" altLang="en-US">
              <a:latin typeface="Times New Roman" panose="02020603050405020304" pitchFamily="18" charset="0"/>
            </a:endParaRPr>
          </a:p>
        </p:txBody>
      </p:sp>
      <p:sp>
        <p:nvSpPr>
          <p:cNvPr id="809986" name="标题 809985">
            <a:extLst>
              <a:ext uri="{FF2B5EF4-FFF2-40B4-BE49-F238E27FC236}">
                <a16:creationId xmlns:a16="http://schemas.microsoft.com/office/drawing/2014/main" id="{B24E7169-EEF4-4988-B617-959577985C20}"/>
              </a:ext>
            </a:extLst>
          </p:cNvPr>
          <p:cNvSpPr>
            <a:spLocks noGrp="1"/>
          </p:cNvSpPr>
          <p:nvPr>
            <p:ph type="ctrTitle"/>
          </p:nvPr>
        </p:nvSpPr>
        <p:spPr>
          <a:xfrm>
            <a:off x="1765300" y="1316038"/>
            <a:ext cx="6335713" cy="1462087"/>
          </a:xfrm>
        </p:spPr>
        <p:txBody>
          <a:bodyPr/>
          <a:lstStyle/>
          <a:p>
            <a:r>
              <a:rPr lang="en-US" altLang="zh-CN" sz="4600" b="1" noProof="1">
                <a:effectLst>
                  <a:outerShdw blurRad="38100" dist="38100" dir="2700000">
                    <a:srgbClr val="C0C0C0"/>
                  </a:outerShdw>
                </a:effectLst>
                <a:ea typeface="隶书" panose="02010509060101010101" pitchFamily="49" charset="-122"/>
              </a:rPr>
              <a:t>1.1 </a:t>
            </a:r>
            <a:r>
              <a:rPr lang="zh-CN" altLang="en-US" sz="4600" b="1" noProof="1">
                <a:effectLst>
                  <a:outerShdw blurRad="38100" dist="38100" dir="2700000">
                    <a:srgbClr val="C0C0C0"/>
                  </a:outerShdw>
                </a:effectLst>
                <a:ea typeface="隶书" panose="02010509060101010101" pitchFamily="49" charset="-122"/>
              </a:rPr>
              <a:t> 数据与数据管理</a:t>
            </a:r>
            <a:r>
              <a:rPr lang="zh-CN" altLang="en-US" noProof="1"/>
              <a:t> </a:t>
            </a:r>
          </a:p>
        </p:txBody>
      </p:sp>
      <p:sp>
        <p:nvSpPr>
          <p:cNvPr id="809988" name="矩形 809987">
            <a:extLst>
              <a:ext uri="{FF2B5EF4-FFF2-40B4-BE49-F238E27FC236}">
                <a16:creationId xmlns:a16="http://schemas.microsoft.com/office/drawing/2014/main" id="{2D7A4C11-349C-4A49-BE91-087FD69FC8CE}"/>
              </a:ext>
            </a:extLst>
          </p:cNvPr>
          <p:cNvSpPr/>
          <p:nvPr/>
        </p:nvSpPr>
        <p:spPr>
          <a:xfrm>
            <a:off x="71438" y="95250"/>
            <a:ext cx="38528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noProof="1">
                <a:solidFill>
                  <a:srgbClr val="993300"/>
                </a:solidFill>
                <a:effectLst>
                  <a:outerShdw blurRad="38100" dist="38100" dir="2700000">
                    <a:srgbClr val="000000"/>
                  </a:outerShdw>
                </a:effectLst>
                <a:ea typeface="隶书" panose="02010509060101010101" pitchFamily="49" charset="-122"/>
              </a:rPr>
              <a:t>第</a:t>
            </a:r>
            <a:r>
              <a:rPr lang="en-US" altLang="zh-CN" sz="2600" b="1" noProof="1">
                <a:solidFill>
                  <a:srgbClr val="993300"/>
                </a:solidFill>
                <a:effectLst>
                  <a:outerShdw blurRad="38100" dist="38100" dir="2700000">
                    <a:srgbClr val="000000"/>
                  </a:outerShdw>
                </a:effectLst>
                <a:ea typeface="隶书" panose="02010509060101010101" pitchFamily="49" charset="-122"/>
              </a:rPr>
              <a:t>1</a:t>
            </a:r>
            <a:r>
              <a:rPr lang="zh-CN" altLang="en-US" sz="2600" b="1" noProof="1">
                <a:solidFill>
                  <a:srgbClr val="993300"/>
                </a:solidFill>
                <a:effectLst>
                  <a:outerShdw blurRad="38100" dist="38100" dir="2700000">
                    <a:srgbClr val="000000"/>
                  </a:outerShdw>
                </a:effectLst>
                <a:ea typeface="隶书" panose="02010509060101010101" pitchFamily="49" charset="-122"/>
              </a:rPr>
              <a:t>章  数据库系统概述</a:t>
            </a:r>
          </a:p>
        </p:txBody>
      </p:sp>
    </p:spTree>
  </p:cSld>
  <p:clrMapOvr>
    <a:masterClrMapping/>
  </p:clrMapOvr>
  <p:transition advTm="2457"/>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809986"/>
                                        </p:tgtEl>
                                        <p:attrNameLst>
                                          <p:attrName>style.visibility</p:attrName>
                                        </p:attrNameLst>
                                      </p:cBhvr>
                                      <p:to>
                                        <p:strVal val="visible"/>
                                      </p:to>
                                    </p:set>
                                    <p:animEffect transition="in" filter="plus(in)">
                                      <p:cBhvr>
                                        <p:cTn id="7" dur="1000"/>
                                        <p:tgtEl>
                                          <p:spTgt spid="809986"/>
                                        </p:tgtEl>
                                      </p:cBhvr>
                                    </p:animEffect>
                                  </p:childTnLst>
                                </p:cTn>
                              </p:par>
                            </p:childTnLst>
                          </p:cTn>
                        </p:par>
                        <p:par>
                          <p:cTn id="8" fill="hold" nodeType="afterGroup">
                            <p:stCondLst>
                              <p:cond delay="1000"/>
                            </p:stCondLst>
                            <p:childTnLst>
                              <p:par>
                                <p:cTn id="9" presetID="4" presetClass="entr" presetSubtype="32" fill="hold" grpId="0" nodeType="afterEffect">
                                  <p:stCondLst>
                                    <p:cond delay="0"/>
                                  </p:stCondLst>
                                  <p:childTnLst>
                                    <p:set>
                                      <p:cBhvr>
                                        <p:cTn id="10" dur="1" fill="hold">
                                          <p:stCondLst>
                                            <p:cond delay="0"/>
                                          </p:stCondLst>
                                        </p:cTn>
                                        <p:tgtEl>
                                          <p:spTgt spid="809988"/>
                                        </p:tgtEl>
                                        <p:attrNameLst>
                                          <p:attrName>style.visibility</p:attrName>
                                        </p:attrNameLst>
                                      </p:cBhvr>
                                      <p:to>
                                        <p:strVal val="visible"/>
                                      </p:to>
                                    </p:set>
                                    <p:animEffect transition="in" filter="box(out)">
                                      <p:cBhvr>
                                        <p:cTn id="11" dur="1000"/>
                                        <p:tgtEl>
                                          <p:spTgt spid="809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86" grpId="0"/>
      <p:bldP spid="809988"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1" name="灯片编号占位符 1">
            <a:extLst>
              <a:ext uri="{FF2B5EF4-FFF2-40B4-BE49-F238E27FC236}">
                <a16:creationId xmlns:a16="http://schemas.microsoft.com/office/drawing/2014/main" id="{175B532E-8BBB-41E6-B046-A3E2D8DFB29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3C513A9-4FAE-46DA-B884-85AC40FF1854}" type="slidenum">
              <a:rPr lang="zh-CN" altLang="en-US"/>
              <a:pPr/>
              <a:t>5</a:t>
            </a:fld>
            <a:endParaRPr lang="zh-CN" altLang="en-US">
              <a:latin typeface="Times New Roman" panose="02020603050405020304" pitchFamily="18" charset="0"/>
            </a:endParaRPr>
          </a:p>
        </p:txBody>
      </p:sp>
      <p:sp>
        <p:nvSpPr>
          <p:cNvPr id="547845" name="标题 547844">
            <a:extLst>
              <a:ext uri="{FF2B5EF4-FFF2-40B4-BE49-F238E27FC236}">
                <a16:creationId xmlns:a16="http://schemas.microsoft.com/office/drawing/2014/main" id="{F2DCDFEA-9DB5-4874-9409-91FF876FE52B}"/>
              </a:ext>
            </a:extLst>
          </p:cNvPr>
          <p:cNvSpPr>
            <a:spLocks noGrp="1"/>
          </p:cNvSpPr>
          <p:nvPr>
            <p:ph type="title"/>
          </p:nvPr>
        </p:nvSpPr>
        <p:spPr/>
        <p:txBody>
          <a:bodyPr/>
          <a:lstStyle/>
          <a:p>
            <a:r>
              <a:rPr lang="zh-CN" altLang="en-US" sz="3600" b="1" noProof="1">
                <a:effectLst>
                  <a:outerShdw blurRad="38100" dist="38100" dir="2700000">
                    <a:srgbClr val="C0C0C0"/>
                  </a:outerShdw>
                </a:effectLst>
                <a:ea typeface="幼圆" panose="02010509060101010101" pitchFamily="49" charset="-122"/>
              </a:rPr>
              <a:t>一、信息与数据</a:t>
            </a:r>
          </a:p>
        </p:txBody>
      </p:sp>
      <p:sp>
        <p:nvSpPr>
          <p:cNvPr id="547846" name="文本占位符 547845">
            <a:extLst>
              <a:ext uri="{FF2B5EF4-FFF2-40B4-BE49-F238E27FC236}">
                <a16:creationId xmlns:a16="http://schemas.microsoft.com/office/drawing/2014/main" id="{5EA2BC0D-1474-4C8A-9242-31F8D7E92C21}"/>
              </a:ext>
            </a:extLst>
          </p:cNvPr>
          <p:cNvSpPr>
            <a:spLocks noGrp="1"/>
          </p:cNvSpPr>
          <p:nvPr>
            <p:ph type="body" idx="1"/>
          </p:nvPr>
        </p:nvSpPr>
        <p:spPr>
          <a:xfrm>
            <a:off x="468313" y="1125538"/>
            <a:ext cx="8207375" cy="5338762"/>
          </a:xfrm>
        </p:spPr>
        <p:txBody>
          <a:bodyPr/>
          <a:lstStyle/>
          <a:p>
            <a:r>
              <a:rPr lang="en-US" altLang="zh-CN" noProof="1">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ea typeface="华文新魏" panose="02010800040101010101" pitchFamily="2" charset="-122"/>
              </a:rPr>
              <a:t>1</a:t>
            </a:r>
            <a:r>
              <a:rPr lang="zh-CN" altLang="en-US" sz="3000" b="1" noProof="1">
                <a:solidFill>
                  <a:srgbClr val="660033"/>
                </a:solidFill>
                <a:effectLst>
                  <a:outerShdw blurRad="38100" dist="38100" dir="2700000">
                    <a:srgbClr val="C0C0C0"/>
                  </a:outerShdw>
                </a:effectLst>
                <a:ea typeface="华文新魏" panose="02010800040101010101" pitchFamily="2" charset="-122"/>
              </a:rPr>
              <a:t>、信息</a:t>
            </a:r>
          </a:p>
          <a:p>
            <a:pPr>
              <a:lnSpc>
                <a:spcPct val="130000"/>
              </a:lnSpc>
            </a:pPr>
            <a:r>
              <a:rPr lang="zh-CN" altLang="en-US" noProof="1"/>
              <a:t>           </a:t>
            </a:r>
            <a:r>
              <a:rPr lang="zh-CN" altLang="en-US" b="1" noProof="1">
                <a:effectLst>
                  <a:outerShdw blurRad="38100" dist="38100" dir="2700000">
                    <a:srgbClr val="C0C0C0"/>
                  </a:outerShdw>
                </a:effectLst>
                <a:latin typeface="楷体_GB2312" pitchFamily="49" charset="-122"/>
                <a:ea typeface="楷体_GB2312" pitchFamily="49" charset="-122"/>
              </a:rPr>
              <a:t>“信息”一词源于拉丁文</a:t>
            </a:r>
            <a:r>
              <a:rPr lang="en-US" altLang="zh-CN" b="1" noProof="1">
                <a:effectLst>
                  <a:outerShdw blurRad="38100" dist="38100" dir="2700000">
                    <a:srgbClr val="C0C0C0"/>
                  </a:outerShdw>
                </a:effectLst>
                <a:latin typeface="楷体_GB2312" pitchFamily="49" charset="-122"/>
                <a:ea typeface="楷体_GB2312" pitchFamily="49" charset="-122"/>
              </a:rPr>
              <a:t>Information</a:t>
            </a:r>
            <a:r>
              <a:rPr lang="zh-CN" altLang="en-US" b="1" noProof="1">
                <a:effectLst>
                  <a:outerShdw blurRad="38100" dist="38100" dir="2700000">
                    <a:srgbClr val="C0C0C0"/>
                  </a:outerShdw>
                </a:effectLst>
                <a:latin typeface="楷体_GB2312" pitchFamily="49" charset="-122"/>
                <a:ea typeface="楷体_GB2312" pitchFamily="49" charset="-122"/>
              </a:rPr>
              <a:t>，是指一种陈述或一种解释、理解等。</a:t>
            </a:r>
          </a:p>
          <a:p>
            <a:pPr>
              <a:lnSpc>
                <a:spcPct val="130000"/>
              </a:lnSpc>
            </a:pPr>
            <a:r>
              <a:rPr lang="en-US" altLang="zh-CN" b="1" noProof="1">
                <a:effectLst>
                  <a:outerShdw blurRad="38100" dist="38100" dir="2700000">
                    <a:srgbClr val="C0C0C0"/>
                  </a:outerShdw>
                </a:effectLst>
                <a:latin typeface="楷体_GB2312" pitchFamily="49" charset="-122"/>
                <a:ea typeface="楷体_GB2312" pitchFamily="49" charset="-122"/>
              </a:rPr>
              <a:t>      </a:t>
            </a:r>
            <a:r>
              <a:rPr lang="zh-CN" altLang="en-US" b="1" noProof="1">
                <a:effectLst>
                  <a:outerShdw blurRad="38100" dist="38100" dir="2700000">
                    <a:srgbClr val="C0C0C0"/>
                  </a:outerShdw>
                </a:effectLst>
                <a:latin typeface="楷体_GB2312" pitchFamily="49" charset="-122"/>
                <a:ea typeface="楷体_GB2312" pitchFamily="49" charset="-122"/>
              </a:rPr>
              <a:t>广义地说，信息就是消息。</a:t>
            </a:r>
          </a:p>
          <a:p>
            <a:pPr>
              <a:lnSpc>
                <a:spcPct val="130000"/>
              </a:lnSpc>
            </a:pPr>
            <a:r>
              <a:rPr lang="zh-CN" altLang="en-US" b="1" noProof="1">
                <a:effectLst>
                  <a:outerShdw blurRad="38100" dist="38100" dir="2700000">
                    <a:srgbClr val="C0C0C0"/>
                  </a:outerShdw>
                </a:effectLst>
                <a:latin typeface="楷体_GB2312" pitchFamily="49" charset="-122"/>
                <a:ea typeface="楷体_GB2312" pitchFamily="49" charset="-122"/>
              </a:rPr>
              <a:t>      从信息的基本含义和其具有的内涵和外延来说，也可将信息定义为：</a:t>
            </a:r>
            <a:r>
              <a:rPr lang="zh-CN" altLang="en-US" b="1" noProof="1">
                <a:solidFill>
                  <a:srgbClr val="CC0000"/>
                </a:solidFill>
                <a:effectLst>
                  <a:outerShdw blurRad="38100" dist="38100" dir="2700000">
                    <a:srgbClr val="C0C0C0"/>
                  </a:outerShdw>
                </a:effectLst>
                <a:latin typeface="楷体_GB2312" pitchFamily="49" charset="-122"/>
                <a:ea typeface="楷体_GB2312" pitchFamily="49" charset="-122"/>
              </a:rPr>
              <a:t>事物属性的标识</a:t>
            </a:r>
            <a:r>
              <a:rPr lang="zh-CN" altLang="en-US" b="1" noProof="1">
                <a:effectLst>
                  <a:outerShdw blurRad="38100" dist="38100" dir="2700000">
                    <a:srgbClr val="C0C0C0"/>
                  </a:outerShdw>
                </a:effectLst>
                <a:latin typeface="楷体_GB2312" pitchFamily="49" charset="-122"/>
                <a:ea typeface="楷体_GB2312" pitchFamily="49" charset="-122"/>
              </a:rPr>
              <a:t>。</a:t>
            </a:r>
          </a:p>
        </p:txBody>
      </p:sp>
    </p:spTree>
    <p:custDataLst>
      <p:tags r:id="rId1"/>
    </p:custDataLst>
  </p:cSld>
  <p:clrMapOvr>
    <a:masterClrMapping/>
  </p:clrMapOvr>
  <p:transition advTm="18766"/>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7846">
                                            <p:txEl>
                                              <p:pRg st="0" end="0"/>
                                            </p:txEl>
                                          </p:spTgt>
                                        </p:tgtEl>
                                        <p:attrNameLst>
                                          <p:attrName>style.visibility</p:attrName>
                                        </p:attrNameLst>
                                      </p:cBhvr>
                                      <p:to>
                                        <p:strVal val="visible"/>
                                      </p:to>
                                    </p:set>
                                    <p:animEffect transition="in" filter="wipe(left)">
                                      <p:cBhvr>
                                        <p:cTn id="7" dur="1000"/>
                                        <p:tgtEl>
                                          <p:spTgt spid="5478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7846">
                                            <p:txEl>
                                              <p:pRg st="1" end="1"/>
                                            </p:txEl>
                                          </p:spTgt>
                                        </p:tgtEl>
                                        <p:attrNameLst>
                                          <p:attrName>style.visibility</p:attrName>
                                        </p:attrNameLst>
                                      </p:cBhvr>
                                      <p:to>
                                        <p:strVal val="visible"/>
                                      </p:to>
                                    </p:set>
                                    <p:animEffect transition="in" filter="wipe(left)">
                                      <p:cBhvr>
                                        <p:cTn id="12" dur="1000"/>
                                        <p:tgtEl>
                                          <p:spTgt spid="5478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7846">
                                            <p:txEl>
                                              <p:pRg st="2" end="2"/>
                                            </p:txEl>
                                          </p:spTgt>
                                        </p:tgtEl>
                                        <p:attrNameLst>
                                          <p:attrName>style.visibility</p:attrName>
                                        </p:attrNameLst>
                                      </p:cBhvr>
                                      <p:to>
                                        <p:strVal val="visible"/>
                                      </p:to>
                                    </p:set>
                                    <p:animEffect transition="in" filter="wipe(left)">
                                      <p:cBhvr>
                                        <p:cTn id="17" dur="1000"/>
                                        <p:tgtEl>
                                          <p:spTgt spid="54784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7846">
                                            <p:txEl>
                                              <p:pRg st="3" end="3"/>
                                            </p:txEl>
                                          </p:spTgt>
                                        </p:tgtEl>
                                        <p:attrNameLst>
                                          <p:attrName>style.visibility</p:attrName>
                                        </p:attrNameLst>
                                      </p:cBhvr>
                                      <p:to>
                                        <p:strVal val="visible"/>
                                      </p:to>
                                    </p:set>
                                    <p:animEffect transition="in" filter="wipe(left)">
                                      <p:cBhvr>
                                        <p:cTn id="22" dur="1000"/>
                                        <p:tgtEl>
                                          <p:spTgt spid="5478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6"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1">
            <a:extLst>
              <a:ext uri="{FF2B5EF4-FFF2-40B4-BE49-F238E27FC236}">
                <a16:creationId xmlns:a16="http://schemas.microsoft.com/office/drawing/2014/main" id="{98A46292-E667-458F-96FF-AF0FD7FA076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3E6246D-EF9D-4D1A-AFDC-A1AD47D6F6AB}" type="slidenum">
              <a:rPr lang="zh-CN" altLang="en-US"/>
              <a:pPr/>
              <a:t>6</a:t>
            </a:fld>
            <a:endParaRPr lang="zh-CN" altLang="en-US">
              <a:latin typeface="Times New Roman" panose="02020603050405020304" pitchFamily="18" charset="0"/>
            </a:endParaRPr>
          </a:p>
        </p:txBody>
      </p:sp>
      <p:sp>
        <p:nvSpPr>
          <p:cNvPr id="869381" name="矩形 869380">
            <a:extLst>
              <a:ext uri="{FF2B5EF4-FFF2-40B4-BE49-F238E27FC236}">
                <a16:creationId xmlns:a16="http://schemas.microsoft.com/office/drawing/2014/main" id="{5CDE13B4-37AA-49A6-B19E-988823856F8D}"/>
              </a:ext>
            </a:extLst>
          </p:cNvPr>
          <p:cNvSpPr/>
          <p:nvPr/>
        </p:nvSpPr>
        <p:spPr>
          <a:xfrm>
            <a:off x="468313" y="1125538"/>
            <a:ext cx="8207375" cy="533876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en-US" altLang="zh-CN" noProof="1">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ea typeface="华文新魏" panose="02010800040101010101" pitchFamily="2" charset="-122"/>
              </a:rPr>
              <a:t>1</a:t>
            </a:r>
            <a:r>
              <a:rPr lang="zh-CN" altLang="en-US" sz="3000" b="1" noProof="1">
                <a:solidFill>
                  <a:srgbClr val="660033"/>
                </a:solidFill>
                <a:effectLst>
                  <a:outerShdw blurRad="38100" dist="38100" dir="2700000">
                    <a:srgbClr val="C0C0C0"/>
                  </a:outerShdw>
                </a:effectLst>
                <a:ea typeface="华文新魏" panose="02010800040101010101" pitchFamily="2" charset="-122"/>
              </a:rPr>
              <a:t>、信息</a:t>
            </a:r>
          </a:p>
          <a:p>
            <a:pPr>
              <a:lnSpc>
                <a:spcPct val="130000"/>
              </a:lnSpc>
            </a:pPr>
            <a:r>
              <a:rPr lang="zh-CN" altLang="en-US" noProof="1"/>
              <a:t>          </a:t>
            </a:r>
            <a:r>
              <a:rPr lang="zh-CN" altLang="en-US" b="1" noProof="1">
                <a:solidFill>
                  <a:srgbClr val="777777"/>
                </a:solidFill>
                <a:effectLst>
                  <a:outerShdw blurRad="38100" dist="38100" dir="2700000">
                    <a:srgbClr val="C0C0C0"/>
                  </a:outerShdw>
                </a:effectLst>
                <a:latin typeface="楷体_GB2312" pitchFamily="49" charset="-122"/>
                <a:ea typeface="楷体_GB2312" pitchFamily="49" charset="-122"/>
              </a:rPr>
              <a:t>从信息的基本含义和其具有的内涵和外延来说，可将信息定义为：事物</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属性</a:t>
            </a:r>
            <a:r>
              <a:rPr lang="zh-CN" altLang="en-US" b="1" noProof="1">
                <a:solidFill>
                  <a:srgbClr val="777777"/>
                </a:solidFill>
                <a:effectLst>
                  <a:outerShdw blurRad="38100" dist="38100" dir="2700000">
                    <a:srgbClr val="C0C0C0"/>
                  </a:outerShdw>
                </a:effectLst>
                <a:latin typeface="楷体_GB2312" pitchFamily="49" charset="-122"/>
                <a:ea typeface="楷体_GB2312" pitchFamily="49" charset="-122"/>
              </a:rPr>
              <a:t>的标识。</a:t>
            </a:r>
            <a:r>
              <a:rPr lang="zh-CN" altLang="en-US" noProof="1">
                <a:latin typeface="楷体_GB2312" pitchFamily="49" charset="-122"/>
                <a:ea typeface="楷体_GB2312" pitchFamily="49" charset="-122"/>
              </a:rPr>
              <a:t>       </a:t>
            </a:r>
          </a:p>
          <a:p>
            <a:pPr>
              <a:lnSpc>
                <a:spcPct val="130000"/>
              </a:lnSpc>
            </a:pPr>
            <a:r>
              <a:rPr lang="zh-CN" altLang="en-US" noProof="1">
                <a:latin typeface="楷体_GB2312" pitchFamily="49" charset="-122"/>
                <a:ea typeface="楷体_GB2312" pitchFamily="49" charset="-122"/>
              </a:rPr>
              <a:t>      </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属性</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”可以是事物的基本特征，可以是对事物存在方式的描述，也可以是对事物运动状态的表现形式的刻画。</a:t>
            </a:r>
          </a:p>
          <a:p>
            <a:pPr>
              <a:lnSpc>
                <a:spcPct val="130000"/>
              </a:lnSpc>
            </a:pPr>
            <a:r>
              <a:rPr lang="zh-CN" altLang="en-US" noProof="1">
                <a:latin typeface="楷体_GB2312" pitchFamily="49" charset="-122"/>
                <a:ea typeface="楷体_GB2312" pitchFamily="49" charset="-122"/>
              </a:rPr>
              <a:t>      </a:t>
            </a:r>
            <a:r>
              <a:rPr lang="zh-CN" altLang="en-US" b="1" noProof="1">
                <a:effectLst>
                  <a:outerShdw blurRad="38100" dist="38100" dir="2700000">
                    <a:srgbClr val="C0C0C0"/>
                  </a:outerShdw>
                </a:effectLst>
                <a:latin typeface="楷体_GB2312" pitchFamily="49" charset="-122"/>
                <a:ea typeface="楷体_GB2312" pitchFamily="49" charset="-122"/>
              </a:rPr>
              <a:t>也就是说，事物以其存在方式和运动状态的表现形式的不同而具有不同的属性标识。</a:t>
            </a:r>
            <a:r>
              <a:rPr lang="zh-CN" altLang="en-US" noProof="1"/>
              <a:t>       </a:t>
            </a:r>
            <a:r>
              <a:rPr lang="zh-CN" altLang="en-US" noProof="1">
                <a:solidFill>
                  <a:srgbClr val="FFFFFF"/>
                </a:solidFill>
              </a:rPr>
              <a:t> </a:t>
            </a:r>
            <a:r>
              <a:rPr lang="en-US" altLang="zh-CN" noProof="1">
                <a:solidFill>
                  <a:srgbClr val="CCCCFF"/>
                </a:solidFill>
                <a:cs typeface="Tahoma" panose="020B0604030504040204" pitchFamily="34" charset="0"/>
              </a:rPr>
              <a:t>#</a:t>
            </a:r>
            <a:r>
              <a:rPr lang="en-US" altLang="zh-CN" noProof="1">
                <a:solidFill>
                  <a:srgbClr val="CCCCFF"/>
                </a:solidFill>
              </a:rPr>
              <a:t> </a:t>
            </a:r>
          </a:p>
        </p:txBody>
      </p:sp>
      <p:sp>
        <p:nvSpPr>
          <p:cNvPr id="869382" name="矩形 869381">
            <a:extLst>
              <a:ext uri="{FF2B5EF4-FFF2-40B4-BE49-F238E27FC236}">
                <a16:creationId xmlns:a16="http://schemas.microsoft.com/office/drawing/2014/main" id="{B9EA34A9-FA76-4A9B-8FD3-E4857CF6CB78}"/>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一、信息与数据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5042"/>
    </mc:Choice>
    <mc:Fallback xmlns="">
      <p:transition spd="slow" advTm="4504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9381">
                                            <p:txEl>
                                              <p:pRg st="3" end="3"/>
                                            </p:txEl>
                                          </p:spTgt>
                                        </p:tgtEl>
                                        <p:attrNameLst>
                                          <p:attrName>style.visibility</p:attrName>
                                        </p:attrNameLst>
                                      </p:cBhvr>
                                      <p:to>
                                        <p:strVal val="visible"/>
                                      </p:to>
                                    </p:set>
                                    <p:animEffect transition="in" filter="wipe(left)">
                                      <p:cBhvr>
                                        <p:cTn id="7" dur="1000"/>
                                        <p:tgtEl>
                                          <p:spTgt spid="8693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81"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灯片编号占位符 1">
            <a:extLst>
              <a:ext uri="{FF2B5EF4-FFF2-40B4-BE49-F238E27FC236}">
                <a16:creationId xmlns:a16="http://schemas.microsoft.com/office/drawing/2014/main" id="{EA1165F2-0479-4100-AED1-9B667EBC620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D3D0147-5AE0-434A-8380-1C3FA8DDD84E}" type="slidenum">
              <a:rPr lang="zh-CN" altLang="en-US"/>
              <a:pPr/>
              <a:t>7</a:t>
            </a:fld>
            <a:endParaRPr lang="zh-CN" altLang="en-US">
              <a:latin typeface="Times New Roman" panose="02020603050405020304" pitchFamily="18" charset="0"/>
            </a:endParaRPr>
          </a:p>
        </p:txBody>
      </p:sp>
      <p:sp>
        <p:nvSpPr>
          <p:cNvPr id="325644" name="文本占位符 325643">
            <a:extLst>
              <a:ext uri="{FF2B5EF4-FFF2-40B4-BE49-F238E27FC236}">
                <a16:creationId xmlns:a16="http://schemas.microsoft.com/office/drawing/2014/main" id="{3ADF156C-A8EA-45F9-AB99-32BD218B804E}"/>
              </a:ext>
            </a:extLst>
          </p:cNvPr>
          <p:cNvSpPr>
            <a:spLocks noGrp="1"/>
          </p:cNvSpPr>
          <p:nvPr>
            <p:ph type="body" idx="1"/>
          </p:nvPr>
        </p:nvSpPr>
        <p:spPr>
          <a:xfrm>
            <a:off x="466725" y="1125538"/>
            <a:ext cx="8281988" cy="5338762"/>
          </a:xfrm>
        </p:spPr>
        <p:txBody>
          <a:bodyPr/>
          <a:lstStyle/>
          <a:p>
            <a:pPr>
              <a:lnSpc>
                <a:spcPct val="110000"/>
              </a:lnSpc>
              <a:spcBef>
                <a:spcPct val="10000"/>
              </a:spcBef>
            </a:pPr>
            <a:r>
              <a:rPr lang="en-US" altLang="zh-CN">
                <a:latin typeface="黑体" panose="02010609060101010101" pitchFamily="49" charset="-122"/>
                <a:ea typeface="黑体" panose="02010609060101010101" pitchFamily="49" charset="-122"/>
              </a:rPr>
              <a:t>      </a:t>
            </a:r>
            <a:r>
              <a:rPr lang="en-US" altLang="zh-CN" sz="3000" b="1">
                <a:solidFill>
                  <a:srgbClr val="660033"/>
                </a:solidFill>
                <a:effectLst>
                  <a:outerShdw blurRad="38100" dist="38100" dir="2700000" algn="tl">
                    <a:srgbClr val="C0C0C0"/>
                  </a:outerShdw>
                </a:effectLst>
                <a:ea typeface="华文新魏" panose="02010800040101010101" pitchFamily="2" charset="-122"/>
              </a:rPr>
              <a:t>2</a:t>
            </a:r>
            <a:r>
              <a:rPr lang="zh-CN" altLang="en-US" sz="3000" b="1">
                <a:solidFill>
                  <a:srgbClr val="660033"/>
                </a:solidFill>
                <a:effectLst>
                  <a:outerShdw blurRad="38100" dist="38100" dir="2700000" algn="tl">
                    <a:srgbClr val="C0C0C0"/>
                  </a:outerShdw>
                </a:effectLst>
                <a:ea typeface="华文新魏" panose="02010800040101010101" pitchFamily="2" charset="-122"/>
              </a:rPr>
              <a:t>、数据</a:t>
            </a:r>
          </a:p>
          <a:p>
            <a:pPr>
              <a:lnSpc>
                <a:spcPct val="115000"/>
              </a:lnSpc>
              <a:spcBef>
                <a:spcPct val="10000"/>
              </a:spcBef>
            </a:pPr>
            <a:r>
              <a:rPr lang="zh-CN" altLang="en-US" sz="3000" b="1">
                <a:effectLst>
                  <a:outerShdw blurRad="38100" dist="38100" dir="2700000" algn="tl">
                    <a:srgbClr val="C0C0C0"/>
                  </a:outerShdw>
                </a:effectLst>
                <a:latin typeface="华文楷体" panose="02010600040101010101" pitchFamily="2" charset="-122"/>
                <a:ea typeface="华文楷体" panose="02010600040101010101" pitchFamily="2" charset="-122"/>
              </a:rPr>
              <a:t>          </a:t>
            </a:r>
            <a:r>
              <a:rPr lang="zh-CN" altLang="en-US" sz="3000" b="1">
                <a:effectLst>
                  <a:outerShdw blurRad="38100" dist="38100" dir="2700000" algn="tl">
                    <a:srgbClr val="C0C0C0"/>
                  </a:outerShdw>
                </a:effectLst>
                <a:latin typeface="楷体_GB2312" pitchFamily="49" charset="-122"/>
                <a:ea typeface="楷体_GB2312" pitchFamily="49" charset="-122"/>
              </a:rPr>
              <a:t>数据是记录在某种物理载体上的可以被鉴别的符号；是用符号表示的用于反映客观世界中客体属性的记录。 </a:t>
            </a:r>
          </a:p>
          <a:p>
            <a:pPr>
              <a:lnSpc>
                <a:spcPct val="115000"/>
              </a:lnSpc>
              <a:spcBef>
                <a:spcPct val="10000"/>
              </a:spcBef>
            </a:pPr>
            <a:r>
              <a:rPr lang="zh-CN" altLang="en-US" sz="3000" b="1">
                <a:effectLst>
                  <a:outerShdw blurRad="38100" dist="38100" dir="2700000" algn="tl">
                    <a:srgbClr val="C0C0C0"/>
                  </a:outerShdw>
                </a:effectLst>
                <a:latin typeface="楷体_GB2312" pitchFamily="49" charset="-122"/>
                <a:ea typeface="楷体_GB2312" pitchFamily="49" charset="-122"/>
              </a:rPr>
              <a:t>      </a:t>
            </a:r>
            <a:r>
              <a:rPr lang="zh-CN" altLang="en-US" sz="3000" b="1">
                <a:solidFill>
                  <a:srgbClr val="003366"/>
                </a:solidFill>
                <a:effectLst>
                  <a:outerShdw blurRad="38100" dist="38100" dir="2700000" algn="tl">
                    <a:srgbClr val="C0C0C0"/>
                  </a:outerShdw>
                </a:effectLst>
                <a:latin typeface="楷体_GB2312" pitchFamily="49" charset="-122"/>
                <a:ea typeface="楷体_GB2312" pitchFamily="49" charset="-122"/>
              </a:rPr>
              <a:t>数据的基本形式是数字、字符和字符串，广义的数据还可以包括文字、报表、图形、图像、语音等</a:t>
            </a:r>
            <a:r>
              <a:rPr lang="zh-CN" altLang="en-US" sz="3000">
                <a:solidFill>
                  <a:srgbClr val="003366"/>
                </a:solidFill>
                <a:latin typeface="楷体_GB2312" pitchFamily="49" charset="-122"/>
                <a:ea typeface="楷体_GB2312" pitchFamily="49" charset="-122"/>
              </a:rPr>
              <a:t>。</a:t>
            </a:r>
            <a:r>
              <a:rPr lang="zh-CN" altLang="en-US"/>
              <a:t> </a:t>
            </a:r>
            <a:r>
              <a:rPr lang="zh-CN" altLang="en-US" sz="3000">
                <a:solidFill>
                  <a:srgbClr val="003366"/>
                </a:solidFill>
              </a:rPr>
              <a:t>                                                                  </a:t>
            </a:r>
            <a:r>
              <a:rPr lang="zh-CN" altLang="en-US">
                <a:solidFill>
                  <a:srgbClr val="FFFFFF"/>
                </a:solidFill>
              </a:rPr>
              <a:t> </a:t>
            </a:r>
            <a:endParaRPr lang="zh-CN" altLang="en-US">
              <a:solidFill>
                <a:srgbClr val="CCCCFF"/>
              </a:solidFill>
              <a:cs typeface="Tahoma" panose="020B0604030504040204" pitchFamily="34" charset="0"/>
            </a:endParaRPr>
          </a:p>
        </p:txBody>
      </p:sp>
      <p:sp>
        <p:nvSpPr>
          <p:cNvPr id="325646" name="标题 325645">
            <a:extLst>
              <a:ext uri="{FF2B5EF4-FFF2-40B4-BE49-F238E27FC236}">
                <a16:creationId xmlns:a16="http://schemas.microsoft.com/office/drawing/2014/main" id="{F474A024-FDBC-49D9-8D1E-E070273191C4}"/>
              </a:ext>
            </a:extLst>
          </p:cNvPr>
          <p:cNvSpPr>
            <a:spLocks noGrp="1"/>
          </p:cNvSpPr>
          <p:nvPr>
            <p:ph type="title"/>
          </p:nvPr>
        </p:nvSpPr>
        <p:spPr/>
        <p:txBody>
          <a:bodyPr/>
          <a:lstStyle/>
          <a:p>
            <a:r>
              <a:rPr lang="zh-CN" altLang="en-US" sz="3600" b="1" noProof="1">
                <a:effectLst>
                  <a:outerShdw blurRad="38100" dist="38100" dir="2700000">
                    <a:srgbClr val="C0C0C0"/>
                  </a:outerShdw>
                </a:effectLst>
                <a:ea typeface="幼圆" panose="02010509060101010101" pitchFamily="49" charset="-122"/>
              </a:rPr>
              <a:t>一、信息与数据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8384"/>
    </mc:Choice>
    <mc:Fallback xmlns="">
      <p:transition spd="slow" advTm="7838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25644">
                                            <p:txEl>
                                              <p:pRg st="0" end="0"/>
                                            </p:txEl>
                                          </p:spTgt>
                                        </p:tgtEl>
                                        <p:attrNameLst>
                                          <p:attrName>style.visibility</p:attrName>
                                        </p:attrNameLst>
                                      </p:cBhvr>
                                      <p:to>
                                        <p:strVal val="visible"/>
                                      </p:to>
                                    </p:set>
                                    <p:animEffect transition="in" filter="wipe(left)">
                                      <p:cBhvr>
                                        <p:cTn id="7" dur="500"/>
                                        <p:tgtEl>
                                          <p:spTgt spid="325644">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25644">
                                            <p:txEl>
                                              <p:pRg st="1" end="1"/>
                                            </p:txEl>
                                          </p:spTgt>
                                        </p:tgtEl>
                                        <p:attrNameLst>
                                          <p:attrName>style.visibility</p:attrName>
                                        </p:attrNameLst>
                                      </p:cBhvr>
                                      <p:to>
                                        <p:strVal val="visible"/>
                                      </p:to>
                                    </p:set>
                                    <p:animEffect transition="in" filter="wipe(left)">
                                      <p:cBhvr>
                                        <p:cTn id="11" dur="500"/>
                                        <p:tgtEl>
                                          <p:spTgt spid="325644">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25644">
                                            <p:txEl>
                                              <p:pRg st="2" end="2"/>
                                            </p:txEl>
                                          </p:spTgt>
                                        </p:tgtEl>
                                        <p:attrNameLst>
                                          <p:attrName>style.visibility</p:attrName>
                                        </p:attrNameLst>
                                      </p:cBhvr>
                                      <p:to>
                                        <p:strVal val="visible"/>
                                      </p:to>
                                    </p:set>
                                    <p:animEffect transition="in" filter="wipe(left)">
                                      <p:cBhvr>
                                        <p:cTn id="16" dur="500"/>
                                        <p:tgtEl>
                                          <p:spTgt spid="3256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1">
            <a:extLst>
              <a:ext uri="{FF2B5EF4-FFF2-40B4-BE49-F238E27FC236}">
                <a16:creationId xmlns:a16="http://schemas.microsoft.com/office/drawing/2014/main" id="{918D9773-2691-4006-8428-A3C618F72B2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B0FD396-24A6-4750-9BDE-0705AA8AD154}" type="slidenum">
              <a:rPr lang="zh-CN" altLang="en-US"/>
              <a:pPr/>
              <a:t>8</a:t>
            </a:fld>
            <a:endParaRPr lang="zh-CN" altLang="en-US">
              <a:latin typeface="Times New Roman" panose="02020603050405020304" pitchFamily="18" charset="0"/>
            </a:endParaRPr>
          </a:p>
        </p:txBody>
      </p:sp>
      <p:sp>
        <p:nvSpPr>
          <p:cNvPr id="937988" name="矩形 937987">
            <a:extLst>
              <a:ext uri="{FF2B5EF4-FFF2-40B4-BE49-F238E27FC236}">
                <a16:creationId xmlns:a16="http://schemas.microsoft.com/office/drawing/2014/main" id="{3606075F-3DE0-46D8-B1B9-0A3237F2068F}"/>
              </a:ext>
            </a:extLst>
          </p:cNvPr>
          <p:cNvSpPr/>
          <p:nvPr/>
        </p:nvSpPr>
        <p:spPr>
          <a:xfrm>
            <a:off x="466725" y="1125538"/>
            <a:ext cx="8281988" cy="5338762"/>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35000"/>
              </a:lnSpc>
              <a:spcBef>
                <a:spcPct val="10000"/>
              </a:spcBef>
              <a:buClr>
                <a:schemeClr val="folHlink"/>
              </a:buClr>
            </a:pPr>
            <a:r>
              <a:rPr lang="en-US" altLang="zh-CN" sz="2800">
                <a:latin typeface="黑体" panose="02010609060101010101" pitchFamily="49" charset="-122"/>
                <a:ea typeface="黑体" panose="02010609060101010101" pitchFamily="49" charset="-122"/>
              </a:rPr>
              <a:t>      </a:t>
            </a:r>
            <a:r>
              <a:rPr lang="zh-CN" altLang="en-US" sz="2800" b="1">
                <a:effectLst>
                  <a:outerShdw blurRad="38100" dist="38100" dir="2700000" algn="tl">
                    <a:srgbClr val="C0C0C0"/>
                  </a:outerShdw>
                </a:effectLst>
                <a:latin typeface="楷体_GB2312" pitchFamily="49" charset="-122"/>
              </a:rPr>
              <a:t>数据具有以下基本特征： </a:t>
            </a:r>
          </a:p>
          <a:p>
            <a:pPr>
              <a:lnSpc>
                <a:spcPct val="125000"/>
              </a:lnSpc>
              <a:buClr>
                <a:schemeClr val="folHlink"/>
              </a:buClr>
            </a:pPr>
            <a:r>
              <a:rPr lang="zh-CN" altLang="en-US" sz="2800" b="1">
                <a:effectLst>
                  <a:outerShdw blurRad="38100" dist="38100" dir="2700000" algn="tl">
                    <a:srgbClr val="C0C0C0"/>
                  </a:outerShdw>
                </a:effectLst>
                <a:latin typeface="楷体_GB2312" pitchFamily="49" charset="-122"/>
              </a:rPr>
              <a:t>      </a:t>
            </a:r>
            <a:r>
              <a:rPr lang="zh-CN" altLang="en-US" sz="2800" b="1">
                <a:solidFill>
                  <a:srgbClr val="003366"/>
                </a:solidFill>
                <a:effectLst>
                  <a:outerShdw blurRad="38100" dist="38100" dir="2700000" algn="tl">
                    <a:srgbClr val="C0C0C0"/>
                  </a:outerShdw>
                </a:effectLst>
                <a:latin typeface="楷体_GB2312" pitchFamily="49" charset="-122"/>
              </a:rPr>
              <a:t>（</a:t>
            </a:r>
            <a:r>
              <a:rPr lang="en-US" altLang="zh-CN" sz="2800" b="1">
                <a:solidFill>
                  <a:srgbClr val="003366"/>
                </a:solidFill>
                <a:effectLst>
                  <a:outerShdw blurRad="38100" dist="38100" dir="2700000" algn="tl">
                    <a:srgbClr val="C0C0C0"/>
                  </a:outerShdw>
                </a:effectLst>
                <a:latin typeface="楷体_GB2312" pitchFamily="49" charset="-122"/>
              </a:rPr>
              <a:t>1</a:t>
            </a:r>
            <a:r>
              <a:rPr lang="zh-CN" altLang="en-US" sz="2800" b="1">
                <a:solidFill>
                  <a:srgbClr val="003366"/>
                </a:solidFill>
                <a:effectLst>
                  <a:outerShdw blurRad="38100" dist="38100" dir="2700000" algn="tl">
                    <a:srgbClr val="C0C0C0"/>
                  </a:outerShdw>
                </a:effectLst>
                <a:latin typeface="楷体_GB2312" pitchFamily="49" charset="-122"/>
              </a:rPr>
              <a:t>）数据具有</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型</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和</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值</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之分</a:t>
            </a:r>
          </a:p>
          <a:p>
            <a:pPr>
              <a:lnSpc>
                <a:spcPct val="125000"/>
              </a:lnSpc>
              <a:buClr>
                <a:schemeClr val="folHlink"/>
              </a:buClr>
            </a:pPr>
            <a:r>
              <a:rPr lang="zh-CN" altLang="en-US" sz="2800" b="1">
                <a:effectLst>
                  <a:outerShdw blurRad="38100" dist="38100" dir="2700000" algn="tl">
                    <a:srgbClr val="C0C0C0"/>
                  </a:outerShdw>
                </a:effectLst>
                <a:latin typeface="楷体_GB2312" pitchFamily="49" charset="-122"/>
              </a:rPr>
              <a:t>       </a:t>
            </a:r>
            <a:r>
              <a:rPr lang="zh-CN" altLang="en-US" sz="2800" b="1">
                <a:solidFill>
                  <a:schemeClr val="hlink"/>
                </a:solidFill>
                <a:effectLst>
                  <a:outerShdw blurRad="38100" dist="38100" dir="2700000" algn="tl">
                    <a:srgbClr val="C0C0C0"/>
                  </a:outerShdw>
                </a:effectLst>
                <a:latin typeface="楷体_GB2312" pitchFamily="49" charset="-122"/>
              </a:rPr>
              <a:t>◆</a:t>
            </a:r>
            <a:r>
              <a:rPr lang="zh-CN" altLang="en-US" sz="2800" b="1">
                <a:solidFill>
                  <a:srgbClr val="1B0C86"/>
                </a:solidFill>
                <a:effectLst>
                  <a:outerShdw blurRad="38100" dist="38100" dir="2700000" algn="tl">
                    <a:srgbClr val="C0C0C0"/>
                  </a:outerShdw>
                </a:effectLst>
                <a:latin typeface="楷体_GB2312" pitchFamily="49" charset="-122"/>
              </a:rPr>
              <a:t>数据的</a:t>
            </a:r>
            <a:r>
              <a:rPr lang="zh-CN" altLang="en-US" sz="2800" b="1">
                <a:solidFill>
                  <a:schemeClr val="hlink"/>
                </a:solidFill>
                <a:effectLst>
                  <a:outerShdw blurRad="38100" dist="38100" dir="2700000" algn="tl">
                    <a:srgbClr val="C0C0C0"/>
                  </a:outerShdw>
                </a:effectLst>
                <a:latin typeface="楷体_GB2312" pitchFamily="49" charset="-122"/>
              </a:rPr>
              <a:t>型</a:t>
            </a:r>
            <a:r>
              <a:rPr lang="zh-CN" altLang="en-US" sz="2800" b="1">
                <a:solidFill>
                  <a:srgbClr val="1B0C86"/>
                </a:solidFill>
                <a:effectLst>
                  <a:outerShdw blurRad="38100" dist="38100" dir="2700000" algn="tl">
                    <a:srgbClr val="C0C0C0"/>
                  </a:outerShdw>
                </a:effectLst>
                <a:latin typeface="楷体_GB2312" pitchFamily="49" charset="-122"/>
              </a:rPr>
              <a:t>是指数据的结构，也即数据的内容构成及其对外的联系。</a:t>
            </a:r>
            <a:r>
              <a:rPr lang="zh-CN" altLang="en-US" sz="2800">
                <a:solidFill>
                  <a:srgbClr val="1B0C86"/>
                </a:solidFill>
                <a:latin typeface="楷体_GB2312" pitchFamily="49" charset="-122"/>
              </a:rPr>
              <a:t> </a:t>
            </a:r>
          </a:p>
          <a:p>
            <a:pPr>
              <a:lnSpc>
                <a:spcPct val="115000"/>
              </a:lnSpc>
              <a:buClr>
                <a:schemeClr val="folHlink"/>
              </a:buClr>
            </a:pPr>
            <a:r>
              <a:rPr lang="zh-CN" altLang="en-US" sz="2800">
                <a:latin typeface="楷体_GB2312" pitchFamily="49" charset="-122"/>
                <a:ea typeface="宋体" panose="02010600030101010101" pitchFamily="2" charset="-122"/>
              </a:rPr>
              <a:t>      </a:t>
            </a:r>
            <a:r>
              <a:rPr lang="en-US" altLang="zh-CN" sz="2800" b="1">
                <a:effectLst>
                  <a:outerShdw blurRad="38100" dist="38100" dir="2700000" algn="tl">
                    <a:srgbClr val="C0C0C0"/>
                  </a:outerShdw>
                </a:effectLst>
                <a:latin typeface="楷体_GB2312" pitchFamily="49" charset="-122"/>
                <a:ea typeface="宋体" panose="02010600030101010101" pitchFamily="2" charset="-122"/>
              </a:rPr>
              <a:t>struct stu</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ea typeface="宋体" panose="02010600030101010101" pitchFamily="2" charset="-122"/>
              </a:rPr>
              <a:t>      {  int num;</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ea typeface="宋体" panose="02010600030101010101" pitchFamily="2" charset="-122"/>
              </a:rPr>
              <a:t>         char  name[20];</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ea typeface="宋体" panose="02010600030101010101" pitchFamily="2" charset="-122"/>
              </a:rPr>
              <a:t>         char  sex[2];</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ea typeface="宋体" panose="02010600030101010101" pitchFamily="2" charset="-122"/>
              </a:rPr>
              <a:t>         float  score;</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ea typeface="宋体" panose="02010600030101010101" pitchFamily="2" charset="-122"/>
              </a:rPr>
              <a:t>       };</a:t>
            </a:r>
            <a:endParaRPr lang="en-US" altLang="zh-CN" sz="2800" b="1">
              <a:solidFill>
                <a:srgbClr val="FFFFFF"/>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37989" name="矩形 937988">
            <a:extLst>
              <a:ext uri="{FF2B5EF4-FFF2-40B4-BE49-F238E27FC236}">
                <a16:creationId xmlns:a16="http://schemas.microsoft.com/office/drawing/2014/main" id="{CA9362A5-9A6B-43D0-B6AB-A81E3F25B35B}"/>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一、信息与数据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3329"/>
    </mc:Choice>
    <mc:Fallback xmlns="">
      <p:transition spd="slow" advTm="10332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37988">
                                            <p:txEl>
                                              <p:pRg st="0" end="0"/>
                                            </p:txEl>
                                          </p:spTgt>
                                        </p:tgtEl>
                                        <p:attrNameLst>
                                          <p:attrName>style.visibility</p:attrName>
                                        </p:attrNameLst>
                                      </p:cBhvr>
                                      <p:to>
                                        <p:strVal val="visible"/>
                                      </p:to>
                                    </p:set>
                                    <p:animEffect transition="in" filter="wipe(left)">
                                      <p:cBhvr>
                                        <p:cTn id="7" dur="500"/>
                                        <p:tgtEl>
                                          <p:spTgt spid="937988">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37988">
                                            <p:txEl>
                                              <p:pRg st="1" end="1"/>
                                            </p:txEl>
                                          </p:spTgt>
                                        </p:tgtEl>
                                        <p:attrNameLst>
                                          <p:attrName>style.visibility</p:attrName>
                                        </p:attrNameLst>
                                      </p:cBhvr>
                                      <p:to>
                                        <p:strVal val="visible"/>
                                      </p:to>
                                    </p:set>
                                    <p:animEffect transition="in" filter="wipe(left)">
                                      <p:cBhvr>
                                        <p:cTn id="11" dur="2000"/>
                                        <p:tgtEl>
                                          <p:spTgt spid="937988">
                                            <p:txEl>
                                              <p:pRg st="1" end="1"/>
                                            </p:txEl>
                                          </p:spTgt>
                                        </p:tgtEl>
                                      </p:cBhvr>
                                    </p:animEffect>
                                  </p:childTnLst>
                                </p:cTn>
                              </p:par>
                            </p:childTnLst>
                          </p:cTn>
                        </p:par>
                        <p:par>
                          <p:cTn id="12" fill="hold" nodeType="afterGroup">
                            <p:stCondLst>
                              <p:cond delay="2500"/>
                            </p:stCondLst>
                            <p:childTnLst>
                              <p:par>
                                <p:cTn id="13" presetID="22" presetClass="entr" presetSubtype="8" fill="hold" nodeType="afterEffect">
                                  <p:stCondLst>
                                    <p:cond delay="0"/>
                                  </p:stCondLst>
                                  <p:childTnLst>
                                    <p:set>
                                      <p:cBhvr>
                                        <p:cTn id="14" dur="1" fill="hold">
                                          <p:stCondLst>
                                            <p:cond delay="0"/>
                                          </p:stCondLst>
                                        </p:cTn>
                                        <p:tgtEl>
                                          <p:spTgt spid="937988">
                                            <p:txEl>
                                              <p:pRg st="2" end="2"/>
                                            </p:txEl>
                                          </p:spTgt>
                                        </p:tgtEl>
                                        <p:attrNameLst>
                                          <p:attrName>style.visibility</p:attrName>
                                        </p:attrNameLst>
                                      </p:cBhvr>
                                      <p:to>
                                        <p:strVal val="visible"/>
                                      </p:to>
                                    </p:set>
                                    <p:animEffect transition="in" filter="wipe(left)">
                                      <p:cBhvr>
                                        <p:cTn id="15" dur="1000"/>
                                        <p:tgtEl>
                                          <p:spTgt spid="937988">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937988">
                                            <p:txEl>
                                              <p:pRg st="3" end="3"/>
                                            </p:txEl>
                                          </p:spTgt>
                                        </p:tgtEl>
                                        <p:attrNameLst>
                                          <p:attrName>style.visibility</p:attrName>
                                        </p:attrNameLst>
                                      </p:cBhvr>
                                      <p:to>
                                        <p:strVal val="visible"/>
                                      </p:to>
                                    </p:set>
                                    <p:animEffect transition="in" filter="wipe(up)">
                                      <p:cBhvr>
                                        <p:cTn id="20" dur="500"/>
                                        <p:tgtEl>
                                          <p:spTgt spid="937988">
                                            <p:txEl>
                                              <p:pRg st="3" end="3"/>
                                            </p:txEl>
                                          </p:spTgt>
                                        </p:tgtEl>
                                      </p:cBhvr>
                                    </p:animEffect>
                                  </p:childTnLst>
                                </p:cTn>
                              </p:par>
                            </p:childTnLst>
                          </p:cTn>
                        </p:par>
                        <p:par>
                          <p:cTn id="21" fill="hold" nodeType="afterGroup">
                            <p:stCondLst>
                              <p:cond delay="500"/>
                            </p:stCondLst>
                            <p:childTnLst>
                              <p:par>
                                <p:cTn id="22" presetID="22" presetClass="entr" presetSubtype="1" fill="hold" nodeType="afterEffect">
                                  <p:stCondLst>
                                    <p:cond delay="0"/>
                                  </p:stCondLst>
                                  <p:childTnLst>
                                    <p:set>
                                      <p:cBhvr>
                                        <p:cTn id="23" dur="1" fill="hold">
                                          <p:stCondLst>
                                            <p:cond delay="0"/>
                                          </p:stCondLst>
                                        </p:cTn>
                                        <p:tgtEl>
                                          <p:spTgt spid="937988">
                                            <p:txEl>
                                              <p:pRg st="4" end="4"/>
                                            </p:txEl>
                                          </p:spTgt>
                                        </p:tgtEl>
                                        <p:attrNameLst>
                                          <p:attrName>style.visibility</p:attrName>
                                        </p:attrNameLst>
                                      </p:cBhvr>
                                      <p:to>
                                        <p:strVal val="visible"/>
                                      </p:to>
                                    </p:set>
                                    <p:animEffect transition="in" filter="wipe(up)">
                                      <p:cBhvr>
                                        <p:cTn id="24" dur="500"/>
                                        <p:tgtEl>
                                          <p:spTgt spid="937988">
                                            <p:txEl>
                                              <p:pRg st="4" end="4"/>
                                            </p:txEl>
                                          </p:spTgt>
                                        </p:tgtEl>
                                      </p:cBhvr>
                                    </p:animEffect>
                                  </p:childTnLst>
                                </p:cTn>
                              </p:par>
                            </p:childTnLst>
                          </p:cTn>
                        </p:par>
                        <p:par>
                          <p:cTn id="25" fill="hold" nodeType="afterGroup">
                            <p:stCondLst>
                              <p:cond delay="1000"/>
                            </p:stCondLst>
                            <p:childTnLst>
                              <p:par>
                                <p:cTn id="26" presetID="22" presetClass="entr" presetSubtype="1" fill="hold" nodeType="afterEffect">
                                  <p:stCondLst>
                                    <p:cond delay="0"/>
                                  </p:stCondLst>
                                  <p:childTnLst>
                                    <p:set>
                                      <p:cBhvr>
                                        <p:cTn id="27" dur="1" fill="hold">
                                          <p:stCondLst>
                                            <p:cond delay="0"/>
                                          </p:stCondLst>
                                        </p:cTn>
                                        <p:tgtEl>
                                          <p:spTgt spid="937988">
                                            <p:txEl>
                                              <p:pRg st="5" end="5"/>
                                            </p:txEl>
                                          </p:spTgt>
                                        </p:tgtEl>
                                        <p:attrNameLst>
                                          <p:attrName>style.visibility</p:attrName>
                                        </p:attrNameLst>
                                      </p:cBhvr>
                                      <p:to>
                                        <p:strVal val="visible"/>
                                      </p:to>
                                    </p:set>
                                    <p:animEffect transition="in" filter="wipe(up)">
                                      <p:cBhvr>
                                        <p:cTn id="28" dur="500"/>
                                        <p:tgtEl>
                                          <p:spTgt spid="937988">
                                            <p:txEl>
                                              <p:pRg st="5" end="5"/>
                                            </p:txEl>
                                          </p:spTgt>
                                        </p:tgtEl>
                                      </p:cBhvr>
                                    </p:animEffect>
                                  </p:childTnLst>
                                </p:cTn>
                              </p:par>
                            </p:childTnLst>
                          </p:cTn>
                        </p:par>
                        <p:par>
                          <p:cTn id="29" fill="hold" nodeType="afterGroup">
                            <p:stCondLst>
                              <p:cond delay="1500"/>
                            </p:stCondLst>
                            <p:childTnLst>
                              <p:par>
                                <p:cTn id="30" presetID="22" presetClass="entr" presetSubtype="1" fill="hold" nodeType="afterEffect">
                                  <p:stCondLst>
                                    <p:cond delay="0"/>
                                  </p:stCondLst>
                                  <p:childTnLst>
                                    <p:set>
                                      <p:cBhvr>
                                        <p:cTn id="31" dur="1" fill="hold">
                                          <p:stCondLst>
                                            <p:cond delay="0"/>
                                          </p:stCondLst>
                                        </p:cTn>
                                        <p:tgtEl>
                                          <p:spTgt spid="937988">
                                            <p:txEl>
                                              <p:pRg st="6" end="6"/>
                                            </p:txEl>
                                          </p:spTgt>
                                        </p:tgtEl>
                                        <p:attrNameLst>
                                          <p:attrName>style.visibility</p:attrName>
                                        </p:attrNameLst>
                                      </p:cBhvr>
                                      <p:to>
                                        <p:strVal val="visible"/>
                                      </p:to>
                                    </p:set>
                                    <p:animEffect transition="in" filter="wipe(up)">
                                      <p:cBhvr>
                                        <p:cTn id="32" dur="500"/>
                                        <p:tgtEl>
                                          <p:spTgt spid="937988">
                                            <p:txEl>
                                              <p:pRg st="6" end="6"/>
                                            </p:txEl>
                                          </p:spTgt>
                                        </p:tgtEl>
                                      </p:cBhvr>
                                    </p:animEffect>
                                  </p:childTnLst>
                                </p:cTn>
                              </p:par>
                            </p:childTnLst>
                          </p:cTn>
                        </p:par>
                        <p:par>
                          <p:cTn id="33" fill="hold" nodeType="afterGroup">
                            <p:stCondLst>
                              <p:cond delay="2000"/>
                            </p:stCondLst>
                            <p:childTnLst>
                              <p:par>
                                <p:cTn id="34" presetID="22" presetClass="entr" presetSubtype="1" fill="hold" nodeType="afterEffect">
                                  <p:stCondLst>
                                    <p:cond delay="0"/>
                                  </p:stCondLst>
                                  <p:childTnLst>
                                    <p:set>
                                      <p:cBhvr>
                                        <p:cTn id="35" dur="1" fill="hold">
                                          <p:stCondLst>
                                            <p:cond delay="0"/>
                                          </p:stCondLst>
                                        </p:cTn>
                                        <p:tgtEl>
                                          <p:spTgt spid="937988">
                                            <p:txEl>
                                              <p:pRg st="7" end="7"/>
                                            </p:txEl>
                                          </p:spTgt>
                                        </p:tgtEl>
                                        <p:attrNameLst>
                                          <p:attrName>style.visibility</p:attrName>
                                        </p:attrNameLst>
                                      </p:cBhvr>
                                      <p:to>
                                        <p:strVal val="visible"/>
                                      </p:to>
                                    </p:set>
                                    <p:animEffect transition="in" filter="wipe(up)">
                                      <p:cBhvr>
                                        <p:cTn id="36" dur="500"/>
                                        <p:tgtEl>
                                          <p:spTgt spid="937988">
                                            <p:txEl>
                                              <p:pRg st="7" end="7"/>
                                            </p:txEl>
                                          </p:spTgt>
                                        </p:tgtEl>
                                      </p:cBhvr>
                                    </p:animEffect>
                                  </p:childTnLst>
                                </p:cTn>
                              </p:par>
                            </p:childTnLst>
                          </p:cTn>
                        </p:par>
                        <p:par>
                          <p:cTn id="37" fill="hold" nodeType="afterGroup">
                            <p:stCondLst>
                              <p:cond delay="2500"/>
                            </p:stCondLst>
                            <p:childTnLst>
                              <p:par>
                                <p:cTn id="38" presetID="22" presetClass="entr" presetSubtype="1" fill="hold" nodeType="afterEffect">
                                  <p:stCondLst>
                                    <p:cond delay="0"/>
                                  </p:stCondLst>
                                  <p:childTnLst>
                                    <p:set>
                                      <p:cBhvr>
                                        <p:cTn id="39" dur="1" fill="hold">
                                          <p:stCondLst>
                                            <p:cond delay="0"/>
                                          </p:stCondLst>
                                        </p:cTn>
                                        <p:tgtEl>
                                          <p:spTgt spid="937988">
                                            <p:txEl>
                                              <p:pRg st="8" end="8"/>
                                            </p:txEl>
                                          </p:spTgt>
                                        </p:tgtEl>
                                        <p:attrNameLst>
                                          <p:attrName>style.visibility</p:attrName>
                                        </p:attrNameLst>
                                      </p:cBhvr>
                                      <p:to>
                                        <p:strVal val="visible"/>
                                      </p:to>
                                    </p:set>
                                    <p:animEffect transition="in" filter="wipe(up)">
                                      <p:cBhvr>
                                        <p:cTn id="40" dur="500"/>
                                        <p:tgtEl>
                                          <p:spTgt spid="93798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2" name="矩形 939011">
            <a:extLst>
              <a:ext uri="{FF2B5EF4-FFF2-40B4-BE49-F238E27FC236}">
                <a16:creationId xmlns:a16="http://schemas.microsoft.com/office/drawing/2014/main" id="{11D6288F-535D-47F2-8164-F0769370F554}"/>
              </a:ext>
            </a:extLst>
          </p:cNvPr>
          <p:cNvSpPr/>
          <p:nvPr/>
        </p:nvSpPr>
        <p:spPr>
          <a:xfrm>
            <a:off x="466725" y="1125538"/>
            <a:ext cx="8281988" cy="5338762"/>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35000"/>
              </a:lnSpc>
              <a:spcBef>
                <a:spcPct val="10000"/>
              </a:spcBef>
              <a:buClr>
                <a:schemeClr val="folHlink"/>
              </a:buClr>
            </a:pPr>
            <a:r>
              <a:rPr lang="en-US" altLang="zh-CN" sz="2800">
                <a:latin typeface="黑体" panose="02010609060101010101" pitchFamily="49" charset="-122"/>
                <a:ea typeface="黑体" panose="02010609060101010101" pitchFamily="49" charset="-122"/>
              </a:rPr>
              <a:t>      </a:t>
            </a:r>
            <a:r>
              <a:rPr lang="zh-CN" altLang="en-US" sz="2800" b="1">
                <a:effectLst>
                  <a:outerShdw blurRad="38100" dist="38100" dir="2700000" algn="tl">
                    <a:srgbClr val="C0C0C0"/>
                  </a:outerShdw>
                </a:effectLst>
                <a:latin typeface="楷体_GB2312" pitchFamily="49" charset="-122"/>
              </a:rPr>
              <a:t>数据具有以下基本特征： </a:t>
            </a:r>
          </a:p>
          <a:p>
            <a:pPr>
              <a:lnSpc>
                <a:spcPct val="125000"/>
              </a:lnSpc>
              <a:buClr>
                <a:schemeClr val="folHlink"/>
              </a:buClr>
            </a:pPr>
            <a:r>
              <a:rPr lang="zh-CN" altLang="en-US" sz="2800" b="1">
                <a:effectLst>
                  <a:outerShdw blurRad="38100" dist="38100" dir="2700000" algn="tl">
                    <a:srgbClr val="C0C0C0"/>
                  </a:outerShdw>
                </a:effectLst>
                <a:latin typeface="楷体_GB2312" pitchFamily="49" charset="-122"/>
              </a:rPr>
              <a:t>          </a:t>
            </a:r>
            <a:r>
              <a:rPr lang="zh-CN" altLang="en-US" sz="2800" b="1">
                <a:solidFill>
                  <a:srgbClr val="003366"/>
                </a:solidFill>
                <a:effectLst>
                  <a:outerShdw blurRad="38100" dist="38100" dir="2700000" algn="tl">
                    <a:srgbClr val="C0C0C0"/>
                  </a:outerShdw>
                </a:effectLst>
                <a:latin typeface="楷体_GB2312" pitchFamily="49" charset="-122"/>
              </a:rPr>
              <a:t>（</a:t>
            </a:r>
            <a:r>
              <a:rPr lang="en-US" altLang="zh-CN" sz="2800" b="1">
                <a:solidFill>
                  <a:srgbClr val="003366"/>
                </a:solidFill>
                <a:effectLst>
                  <a:outerShdw blurRad="38100" dist="38100" dir="2700000" algn="tl">
                    <a:srgbClr val="C0C0C0"/>
                  </a:outerShdw>
                </a:effectLst>
                <a:latin typeface="楷体_GB2312" pitchFamily="49" charset="-122"/>
              </a:rPr>
              <a:t>1</a:t>
            </a:r>
            <a:r>
              <a:rPr lang="zh-CN" altLang="en-US" sz="2800" b="1">
                <a:solidFill>
                  <a:srgbClr val="003366"/>
                </a:solidFill>
                <a:effectLst>
                  <a:outerShdw blurRad="38100" dist="38100" dir="2700000" algn="tl">
                    <a:srgbClr val="C0C0C0"/>
                  </a:outerShdw>
                </a:effectLst>
                <a:latin typeface="楷体_GB2312" pitchFamily="49" charset="-122"/>
              </a:rPr>
              <a:t>）数据具有</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型</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和</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值</a:t>
            </a:r>
            <a:r>
              <a:rPr lang="zh-CN" altLang="en-US" sz="2800" b="1">
                <a:solidFill>
                  <a:srgbClr val="003366"/>
                </a:solidFill>
                <a:effectLst>
                  <a:outerShdw blurRad="38100" dist="38100" dir="2700000" algn="tl">
                    <a:srgbClr val="C0C0C0"/>
                  </a:outerShdw>
                </a:effectLst>
                <a:latin typeface="华文楷体" panose="02010600040101010101" pitchFamily="2" charset="-122"/>
              </a:rPr>
              <a:t>”</a:t>
            </a:r>
            <a:r>
              <a:rPr lang="zh-CN" altLang="en-US" sz="2800" b="1">
                <a:solidFill>
                  <a:srgbClr val="003366"/>
                </a:solidFill>
                <a:effectLst>
                  <a:outerShdw blurRad="38100" dist="38100" dir="2700000" algn="tl">
                    <a:srgbClr val="C0C0C0"/>
                  </a:outerShdw>
                </a:effectLst>
                <a:latin typeface="楷体_GB2312" pitchFamily="49" charset="-122"/>
              </a:rPr>
              <a:t>之分</a:t>
            </a:r>
          </a:p>
          <a:p>
            <a:pPr>
              <a:lnSpc>
                <a:spcPct val="125000"/>
              </a:lnSpc>
              <a:buClr>
                <a:schemeClr val="folHlink"/>
              </a:buClr>
            </a:pPr>
            <a:r>
              <a:rPr lang="zh-CN" altLang="en-US" sz="2800" b="1">
                <a:effectLst>
                  <a:outerShdw blurRad="38100" dist="38100" dir="2700000" algn="tl">
                    <a:srgbClr val="C0C0C0"/>
                  </a:outerShdw>
                </a:effectLst>
                <a:latin typeface="楷体_GB2312" pitchFamily="49" charset="-122"/>
              </a:rPr>
              <a:t>       </a:t>
            </a:r>
            <a:r>
              <a:rPr lang="zh-CN" altLang="en-US" sz="2800" b="1">
                <a:solidFill>
                  <a:srgbClr val="CC00FF"/>
                </a:solidFill>
                <a:effectLst>
                  <a:outerShdw blurRad="38100" dist="38100" dir="2700000" algn="tl">
                    <a:srgbClr val="C0C0C0"/>
                  </a:outerShdw>
                </a:effectLst>
                <a:latin typeface="楷体_GB2312" pitchFamily="49" charset="-122"/>
              </a:rPr>
              <a:t>◆</a:t>
            </a:r>
            <a:r>
              <a:rPr lang="zh-CN" altLang="en-US" sz="2800" b="1">
                <a:solidFill>
                  <a:srgbClr val="1B0C86"/>
                </a:solidFill>
                <a:effectLst>
                  <a:outerShdw blurRad="38100" dist="38100" dir="2700000" algn="tl">
                    <a:srgbClr val="C0C0C0"/>
                  </a:outerShdw>
                </a:effectLst>
                <a:latin typeface="楷体_GB2312" pitchFamily="49" charset="-122"/>
              </a:rPr>
              <a:t>按数据的型赋予数据的具体</a:t>
            </a:r>
            <a:r>
              <a:rPr lang="zh-CN" altLang="en-US" sz="2800" b="1">
                <a:solidFill>
                  <a:schemeClr val="hlink"/>
                </a:solidFill>
                <a:effectLst>
                  <a:outerShdw blurRad="38100" dist="38100" dir="2700000" algn="tl">
                    <a:srgbClr val="C0C0C0"/>
                  </a:outerShdw>
                </a:effectLst>
                <a:latin typeface="楷体_GB2312" pitchFamily="49" charset="-122"/>
              </a:rPr>
              <a:t>值</a:t>
            </a:r>
            <a:r>
              <a:rPr lang="zh-CN" altLang="en-US" sz="2800" b="1">
                <a:solidFill>
                  <a:srgbClr val="1B0C86"/>
                </a:solidFill>
                <a:effectLst>
                  <a:outerShdw blurRad="38100" dist="38100" dir="2700000" algn="tl">
                    <a:srgbClr val="C0C0C0"/>
                  </a:outerShdw>
                </a:effectLst>
                <a:latin typeface="楷体_GB2312" pitchFamily="49" charset="-122"/>
              </a:rPr>
              <a:t>称为数据的值。</a:t>
            </a:r>
            <a:r>
              <a:rPr lang="zh-CN" altLang="en-US" sz="2800" b="1">
                <a:effectLst>
                  <a:outerShdw blurRad="38100" dist="38100" dir="2700000" algn="tl">
                    <a:srgbClr val="C0C0C0"/>
                  </a:outerShdw>
                </a:effectLst>
                <a:latin typeface="楷体_GB2312" pitchFamily="49" charset="-122"/>
              </a:rPr>
              <a:t> </a:t>
            </a:r>
          </a:p>
          <a:p>
            <a:pPr>
              <a:lnSpc>
                <a:spcPct val="135000"/>
              </a:lnSpc>
              <a:spcBef>
                <a:spcPct val="10000"/>
              </a:spcBef>
              <a:buClr>
                <a:schemeClr val="folHlink"/>
              </a:buClr>
            </a:pPr>
            <a:r>
              <a:rPr lang="en-US" altLang="zh-CN" sz="2800" b="1">
                <a:effectLst>
                  <a:outerShdw blurRad="38100" dist="38100" dir="2700000" algn="tl">
                    <a:srgbClr val="C0C0C0"/>
                  </a:outerShdw>
                </a:effectLst>
                <a:latin typeface="楷体_GB2312" pitchFamily="49" charset="-122"/>
              </a:rPr>
              <a:t>      stu{ 2012001,'</a:t>
            </a:r>
            <a:r>
              <a:rPr lang="zh-CN" altLang="en-US" sz="2800" b="1">
                <a:effectLst>
                  <a:outerShdw blurRad="38100" dist="38100" dir="2700000" algn="tl">
                    <a:srgbClr val="C0C0C0"/>
                  </a:outerShdw>
                </a:effectLst>
                <a:latin typeface="楷体_GB2312" pitchFamily="49" charset="-122"/>
              </a:rPr>
              <a:t>黎明</a:t>
            </a:r>
            <a:r>
              <a:rPr lang="en-US" altLang="zh-CN" sz="2800" b="1">
                <a:effectLst>
                  <a:outerShdw blurRad="38100" dist="38100" dir="2700000" algn="tl">
                    <a:srgbClr val="C0C0C0"/>
                  </a:outerShdw>
                </a:effectLst>
                <a:latin typeface="楷体_GB2312" pitchFamily="49" charset="-122"/>
              </a:rPr>
              <a:t>', '</a:t>
            </a:r>
            <a:r>
              <a:rPr lang="zh-CN" altLang="en-US" sz="2800" b="1">
                <a:effectLst>
                  <a:outerShdw blurRad="38100" dist="38100" dir="2700000" algn="tl">
                    <a:srgbClr val="C0C0C0"/>
                  </a:outerShdw>
                </a:effectLst>
                <a:latin typeface="楷体_GB2312" pitchFamily="49" charset="-122"/>
              </a:rPr>
              <a:t>女</a:t>
            </a:r>
            <a:r>
              <a:rPr lang="en-US" altLang="zh-CN" sz="2800" b="1">
                <a:effectLst>
                  <a:outerShdw blurRad="38100" dist="38100" dir="2700000" algn="tl">
                    <a:srgbClr val="C0C0C0"/>
                  </a:outerShdw>
                </a:effectLst>
                <a:latin typeface="楷体_GB2312" pitchFamily="49" charset="-122"/>
              </a:rPr>
              <a:t>', 88.0 }</a:t>
            </a:r>
            <a:r>
              <a:rPr lang="zh-CN" altLang="en-US" sz="2800">
                <a:latin typeface="楷体_GB2312" pitchFamily="49" charset="-122"/>
              </a:rPr>
              <a:t> </a:t>
            </a:r>
            <a:endParaRPr lang="zh-CN" altLang="en-US" sz="2800">
              <a:solidFill>
                <a:srgbClr val="FFFFFF"/>
              </a:solidFill>
              <a:latin typeface="楷体_GB2312" pitchFamily="49" charset="-122"/>
            </a:endParaRPr>
          </a:p>
        </p:txBody>
      </p:sp>
      <p:sp>
        <p:nvSpPr>
          <p:cNvPr id="939013" name="矩形 939012">
            <a:extLst>
              <a:ext uri="{FF2B5EF4-FFF2-40B4-BE49-F238E27FC236}">
                <a16:creationId xmlns:a16="http://schemas.microsoft.com/office/drawing/2014/main" id="{32B1F7A5-8710-4154-A0E1-7E13E7A84DF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一、信息与数据</a:t>
            </a:r>
          </a:p>
        </p:txBody>
      </p:sp>
      <p:pic>
        <p:nvPicPr>
          <p:cNvPr id="3" name="音频 2">
            <a:hlinkClick r:id="" action="ppaction://media"/>
            <a:extLst>
              <a:ext uri="{FF2B5EF4-FFF2-40B4-BE49-F238E27FC236}">
                <a16:creationId xmlns:a16="http://schemas.microsoft.com/office/drawing/2014/main" id="{B287FB0E-826D-4C4A-AB13-B2249522E492}"/>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8521700" y="6235700"/>
            <a:ext cx="406400" cy="4064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0350"/>
    </mc:Choice>
    <mc:Fallback xmlns="">
      <p:transition spd="slow" advTm="4035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939012">
                                            <p:txEl>
                                              <p:pRg st="2" end="2"/>
                                            </p:txEl>
                                          </p:spTgt>
                                        </p:tgtEl>
                                        <p:attrNameLst>
                                          <p:attrName>style.visibility</p:attrName>
                                        </p:attrNameLst>
                                      </p:cBhvr>
                                      <p:to>
                                        <p:strVal val="visible"/>
                                      </p:to>
                                    </p:set>
                                    <p:animEffect transition="in" filter="wipe(left)">
                                      <p:cBhvr>
                                        <p:cTn id="10" dur="1000"/>
                                        <p:tgtEl>
                                          <p:spTgt spid="939012">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939012">
                                            <p:txEl>
                                              <p:pRg st="3" end="3"/>
                                            </p:txEl>
                                          </p:spTgt>
                                        </p:tgtEl>
                                        <p:attrNameLst>
                                          <p:attrName>style.visibility</p:attrName>
                                        </p:attrNameLst>
                                      </p:cBhvr>
                                      <p:to>
                                        <p:strVal val="visible"/>
                                      </p:to>
                                    </p:set>
                                    <p:animEffect transition="in" filter="wipe(left)">
                                      <p:cBhvr>
                                        <p:cTn id="15" dur="1000"/>
                                        <p:tgtEl>
                                          <p:spTgt spid="9390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6"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1">
            <a:extLst>
              <a:ext uri="{FF2B5EF4-FFF2-40B4-BE49-F238E27FC236}">
                <a16:creationId xmlns:a16="http://schemas.microsoft.com/office/drawing/2014/main" id="{931B2EAE-E03F-4AE0-995B-CE1A38BD092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302E54E-175E-46A2-91E2-0637F0CC1F80}" type="slidenum">
              <a:rPr lang="zh-CN" altLang="en-US"/>
              <a:pPr/>
              <a:t>10</a:t>
            </a:fld>
            <a:endParaRPr lang="zh-CN" altLang="en-US">
              <a:latin typeface="Times New Roman" panose="02020603050405020304" pitchFamily="18" charset="0"/>
            </a:endParaRPr>
          </a:p>
        </p:txBody>
      </p:sp>
      <p:sp>
        <p:nvSpPr>
          <p:cNvPr id="919556" name="矩形 919555">
            <a:extLst>
              <a:ext uri="{FF2B5EF4-FFF2-40B4-BE49-F238E27FC236}">
                <a16:creationId xmlns:a16="http://schemas.microsoft.com/office/drawing/2014/main" id="{7FA5A9FC-D1EA-445D-8C36-54B91E95DC04}"/>
              </a:ext>
            </a:extLst>
          </p:cNvPr>
          <p:cNvSpPr/>
          <p:nvPr/>
        </p:nvSpPr>
        <p:spPr>
          <a:xfrm>
            <a:off x="466725" y="1125538"/>
            <a:ext cx="8281988" cy="5338762"/>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35000"/>
              </a:lnSpc>
              <a:spcBef>
                <a:spcPct val="10000"/>
              </a:spcBef>
              <a:buClr>
                <a:schemeClr val="folHlink"/>
              </a:buClr>
            </a:pPr>
            <a:r>
              <a:rPr lang="en-US" altLang="zh-CN" sz="2800">
                <a:latin typeface="黑体" panose="02010609060101010101" pitchFamily="49" charset="-122"/>
                <a:ea typeface="黑体" panose="02010609060101010101" pitchFamily="49" charset="-122"/>
              </a:rPr>
              <a:t>      </a:t>
            </a:r>
            <a:r>
              <a:rPr lang="zh-CN" altLang="en-US" sz="2800" b="1">
                <a:effectLst>
                  <a:outerShdw blurRad="38100" dist="38100" dir="2700000" algn="tl">
                    <a:srgbClr val="C0C0C0"/>
                  </a:outerShdw>
                </a:effectLst>
                <a:latin typeface="楷体_GB2312" pitchFamily="49" charset="-122"/>
              </a:rPr>
              <a:t>数据具有以下基本特征： </a:t>
            </a:r>
          </a:p>
          <a:p>
            <a:pPr>
              <a:lnSpc>
                <a:spcPct val="135000"/>
              </a:lnSpc>
              <a:spcBef>
                <a:spcPct val="10000"/>
              </a:spcBef>
              <a:buClr>
                <a:schemeClr val="folHlink"/>
              </a:buClr>
            </a:pPr>
            <a:r>
              <a:rPr lang="zh-CN" altLang="en-US" sz="2800" b="1">
                <a:effectLst>
                  <a:outerShdw blurRad="38100" dist="38100" dir="2700000" algn="tl">
                    <a:srgbClr val="C0C0C0"/>
                  </a:outerShdw>
                </a:effectLst>
                <a:latin typeface="楷体_GB2312" pitchFamily="49" charset="-122"/>
              </a:rPr>
              <a:t>      </a:t>
            </a:r>
            <a:r>
              <a:rPr lang="zh-CN" altLang="en-US" sz="2800" b="1">
                <a:solidFill>
                  <a:srgbClr val="003366"/>
                </a:solidFill>
                <a:effectLst>
                  <a:outerShdw blurRad="38100" dist="38100" dir="2700000" algn="tl">
                    <a:srgbClr val="C0C0C0"/>
                  </a:outerShdw>
                </a:effectLst>
                <a:latin typeface="楷体_GB2312" pitchFamily="49" charset="-122"/>
              </a:rPr>
              <a:t>（</a:t>
            </a:r>
            <a:r>
              <a:rPr lang="en-US" altLang="zh-CN" sz="2800" b="1">
                <a:solidFill>
                  <a:srgbClr val="003366"/>
                </a:solidFill>
                <a:effectLst>
                  <a:outerShdw blurRad="38100" dist="38100" dir="2700000" algn="tl">
                    <a:srgbClr val="C0C0C0"/>
                  </a:outerShdw>
                </a:effectLst>
                <a:latin typeface="楷体_GB2312" pitchFamily="49" charset="-122"/>
              </a:rPr>
              <a:t>2</a:t>
            </a:r>
            <a:r>
              <a:rPr lang="zh-CN" altLang="en-US" sz="2800" b="1">
                <a:solidFill>
                  <a:srgbClr val="003366"/>
                </a:solidFill>
                <a:effectLst>
                  <a:outerShdw blurRad="38100" dist="38100" dir="2700000" algn="tl">
                    <a:srgbClr val="C0C0C0"/>
                  </a:outerShdw>
                </a:effectLst>
                <a:latin typeface="楷体_GB2312" pitchFamily="49" charset="-122"/>
              </a:rPr>
              <a:t>）数据具有数据类型和取值范围之约束条件</a:t>
            </a:r>
          </a:p>
          <a:p>
            <a:pPr>
              <a:lnSpc>
                <a:spcPct val="135000"/>
              </a:lnSpc>
              <a:spcBef>
                <a:spcPct val="10000"/>
              </a:spcBef>
              <a:buClr>
                <a:schemeClr val="folHlink"/>
              </a:buClr>
            </a:pPr>
            <a:r>
              <a:rPr lang="zh-CN" altLang="en-US" sz="2800" b="1">
                <a:solidFill>
                  <a:srgbClr val="003366"/>
                </a:solidFill>
                <a:effectLst>
                  <a:outerShdw blurRad="38100" dist="38100" dir="2700000" algn="tl">
                    <a:srgbClr val="C0C0C0"/>
                  </a:outerShdw>
                </a:effectLst>
                <a:latin typeface="楷体_GB2312" pitchFamily="49" charset="-122"/>
              </a:rPr>
              <a:t>         </a:t>
            </a:r>
            <a:r>
              <a:rPr lang="en-US" altLang="zh-CN" sz="2800" b="1">
                <a:effectLst>
                  <a:outerShdw blurRad="38100" dist="38100" dir="2700000" algn="tl">
                    <a:srgbClr val="C0C0C0"/>
                  </a:outerShdw>
                </a:effectLst>
                <a:latin typeface="楷体_GB2312" pitchFamily="49" charset="-122"/>
              </a:rPr>
              <a:t>struct stu</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rPr>
              <a:t>      {  int num;</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rPr>
              <a:t>         char  name[20];</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rPr>
              <a:t>         char  sex[2];</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rPr>
              <a:t>         float  score;</a:t>
            </a:r>
          </a:p>
          <a:p>
            <a:pPr>
              <a:lnSpc>
                <a:spcPct val="115000"/>
              </a:lnSpc>
              <a:buClr>
                <a:schemeClr val="folHlink"/>
              </a:buClr>
            </a:pPr>
            <a:r>
              <a:rPr lang="en-US" altLang="zh-CN" sz="2800" b="1">
                <a:effectLst>
                  <a:outerShdw blurRad="38100" dist="38100" dir="2700000" algn="tl">
                    <a:srgbClr val="C0C0C0"/>
                  </a:outerShdw>
                </a:effectLst>
                <a:latin typeface="楷体_GB2312" pitchFamily="49" charset="-122"/>
              </a:rPr>
              <a:t>       };</a:t>
            </a:r>
            <a:endParaRPr lang="zh-CN" altLang="en-US" sz="2800" b="1">
              <a:solidFill>
                <a:srgbClr val="003366"/>
              </a:solidFill>
              <a:effectLst>
                <a:outerShdw blurRad="38100" dist="38100" dir="2700000" algn="tl">
                  <a:srgbClr val="C0C0C0"/>
                </a:outerShdw>
              </a:effectLst>
              <a:latin typeface="楷体_GB2312" pitchFamily="49" charset="-122"/>
            </a:endParaRPr>
          </a:p>
        </p:txBody>
      </p:sp>
      <p:sp>
        <p:nvSpPr>
          <p:cNvPr id="919557" name="矩形 919556">
            <a:extLst>
              <a:ext uri="{FF2B5EF4-FFF2-40B4-BE49-F238E27FC236}">
                <a16:creationId xmlns:a16="http://schemas.microsoft.com/office/drawing/2014/main" id="{0E5D6CA6-D1BA-4D90-9E27-D11E6EE43FA5}"/>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一、信息与数据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453"/>
    </mc:Choice>
    <mc:Fallback xmlns="">
      <p:transition spd="slow" advTm="3445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19556">
                                            <p:txEl>
                                              <p:pRg st="1" end="1"/>
                                            </p:txEl>
                                          </p:spTgt>
                                        </p:tgtEl>
                                        <p:attrNameLst>
                                          <p:attrName>style.visibility</p:attrName>
                                        </p:attrNameLst>
                                      </p:cBhvr>
                                      <p:to>
                                        <p:strVal val="visible"/>
                                      </p:to>
                                    </p:set>
                                    <p:animEffect transition="in" filter="wipe(left)">
                                      <p:cBhvr>
                                        <p:cTn id="7" dur="500"/>
                                        <p:tgtEl>
                                          <p:spTgt spid="91955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919556">
                                            <p:txEl>
                                              <p:pRg st="2" end="2"/>
                                            </p:txEl>
                                          </p:spTgt>
                                        </p:tgtEl>
                                        <p:attrNameLst>
                                          <p:attrName>style.visibility</p:attrName>
                                        </p:attrNameLst>
                                      </p:cBhvr>
                                      <p:to>
                                        <p:strVal val="visible"/>
                                      </p:to>
                                    </p:set>
                                    <p:animEffect transition="in" filter="box(out)">
                                      <p:cBhvr>
                                        <p:cTn id="12" dur="500"/>
                                        <p:tgtEl>
                                          <p:spTgt spid="919556">
                                            <p:txEl>
                                              <p:pRg st="2" end="2"/>
                                            </p:txEl>
                                          </p:spTgt>
                                        </p:tgtEl>
                                      </p:cBhvr>
                                    </p:animEffect>
                                  </p:childTnLst>
                                </p:cTn>
                              </p:par>
                              <p:par>
                                <p:cTn id="13" presetID="4" presetClass="entr" presetSubtype="32" fill="hold" nodeType="withEffect">
                                  <p:stCondLst>
                                    <p:cond delay="0"/>
                                  </p:stCondLst>
                                  <p:childTnLst>
                                    <p:set>
                                      <p:cBhvr>
                                        <p:cTn id="14" dur="1" fill="hold">
                                          <p:stCondLst>
                                            <p:cond delay="0"/>
                                          </p:stCondLst>
                                        </p:cTn>
                                        <p:tgtEl>
                                          <p:spTgt spid="919556">
                                            <p:txEl>
                                              <p:pRg st="3" end="3"/>
                                            </p:txEl>
                                          </p:spTgt>
                                        </p:tgtEl>
                                        <p:attrNameLst>
                                          <p:attrName>style.visibility</p:attrName>
                                        </p:attrNameLst>
                                      </p:cBhvr>
                                      <p:to>
                                        <p:strVal val="visible"/>
                                      </p:to>
                                    </p:set>
                                    <p:animEffect transition="in" filter="box(out)">
                                      <p:cBhvr>
                                        <p:cTn id="15" dur="500"/>
                                        <p:tgtEl>
                                          <p:spTgt spid="919556">
                                            <p:txEl>
                                              <p:pRg st="3" end="3"/>
                                            </p:txEl>
                                          </p:spTgt>
                                        </p:tgtEl>
                                      </p:cBhvr>
                                    </p:animEffect>
                                  </p:childTnLst>
                                </p:cTn>
                              </p:par>
                              <p:par>
                                <p:cTn id="16" presetID="4" presetClass="entr" presetSubtype="32" fill="hold" nodeType="withEffect">
                                  <p:stCondLst>
                                    <p:cond delay="0"/>
                                  </p:stCondLst>
                                  <p:childTnLst>
                                    <p:set>
                                      <p:cBhvr>
                                        <p:cTn id="17" dur="1" fill="hold">
                                          <p:stCondLst>
                                            <p:cond delay="0"/>
                                          </p:stCondLst>
                                        </p:cTn>
                                        <p:tgtEl>
                                          <p:spTgt spid="919556">
                                            <p:txEl>
                                              <p:pRg st="4" end="4"/>
                                            </p:txEl>
                                          </p:spTgt>
                                        </p:tgtEl>
                                        <p:attrNameLst>
                                          <p:attrName>style.visibility</p:attrName>
                                        </p:attrNameLst>
                                      </p:cBhvr>
                                      <p:to>
                                        <p:strVal val="visible"/>
                                      </p:to>
                                    </p:set>
                                    <p:animEffect transition="in" filter="box(out)">
                                      <p:cBhvr>
                                        <p:cTn id="18" dur="500"/>
                                        <p:tgtEl>
                                          <p:spTgt spid="919556">
                                            <p:txEl>
                                              <p:pRg st="4" end="4"/>
                                            </p:txEl>
                                          </p:spTgt>
                                        </p:tgtEl>
                                      </p:cBhvr>
                                    </p:animEffect>
                                  </p:childTnLst>
                                </p:cTn>
                              </p:par>
                              <p:par>
                                <p:cTn id="19" presetID="4" presetClass="entr" presetSubtype="32" fill="hold" nodeType="withEffect">
                                  <p:stCondLst>
                                    <p:cond delay="0"/>
                                  </p:stCondLst>
                                  <p:childTnLst>
                                    <p:set>
                                      <p:cBhvr>
                                        <p:cTn id="20" dur="1" fill="hold">
                                          <p:stCondLst>
                                            <p:cond delay="0"/>
                                          </p:stCondLst>
                                        </p:cTn>
                                        <p:tgtEl>
                                          <p:spTgt spid="919556">
                                            <p:txEl>
                                              <p:pRg st="5" end="5"/>
                                            </p:txEl>
                                          </p:spTgt>
                                        </p:tgtEl>
                                        <p:attrNameLst>
                                          <p:attrName>style.visibility</p:attrName>
                                        </p:attrNameLst>
                                      </p:cBhvr>
                                      <p:to>
                                        <p:strVal val="visible"/>
                                      </p:to>
                                    </p:set>
                                    <p:animEffect transition="in" filter="box(out)">
                                      <p:cBhvr>
                                        <p:cTn id="21" dur="500"/>
                                        <p:tgtEl>
                                          <p:spTgt spid="919556">
                                            <p:txEl>
                                              <p:pRg st="5" end="5"/>
                                            </p:txEl>
                                          </p:spTgt>
                                        </p:tgtEl>
                                      </p:cBhvr>
                                    </p:animEffect>
                                  </p:childTnLst>
                                </p:cTn>
                              </p:par>
                              <p:par>
                                <p:cTn id="22" presetID="4" presetClass="entr" presetSubtype="32" fill="hold" nodeType="withEffect">
                                  <p:stCondLst>
                                    <p:cond delay="0"/>
                                  </p:stCondLst>
                                  <p:childTnLst>
                                    <p:set>
                                      <p:cBhvr>
                                        <p:cTn id="23" dur="1" fill="hold">
                                          <p:stCondLst>
                                            <p:cond delay="0"/>
                                          </p:stCondLst>
                                        </p:cTn>
                                        <p:tgtEl>
                                          <p:spTgt spid="919556">
                                            <p:txEl>
                                              <p:pRg st="6" end="6"/>
                                            </p:txEl>
                                          </p:spTgt>
                                        </p:tgtEl>
                                        <p:attrNameLst>
                                          <p:attrName>style.visibility</p:attrName>
                                        </p:attrNameLst>
                                      </p:cBhvr>
                                      <p:to>
                                        <p:strVal val="visible"/>
                                      </p:to>
                                    </p:set>
                                    <p:animEffect transition="in" filter="box(out)">
                                      <p:cBhvr>
                                        <p:cTn id="24" dur="500"/>
                                        <p:tgtEl>
                                          <p:spTgt spid="919556">
                                            <p:txEl>
                                              <p:pRg st="6" end="6"/>
                                            </p:txEl>
                                          </p:spTgt>
                                        </p:tgtEl>
                                      </p:cBhvr>
                                    </p:animEffect>
                                  </p:childTnLst>
                                </p:cTn>
                              </p:par>
                              <p:par>
                                <p:cTn id="25" presetID="4" presetClass="entr" presetSubtype="32" fill="hold" nodeType="withEffect">
                                  <p:stCondLst>
                                    <p:cond delay="0"/>
                                  </p:stCondLst>
                                  <p:childTnLst>
                                    <p:set>
                                      <p:cBhvr>
                                        <p:cTn id="26" dur="1" fill="hold">
                                          <p:stCondLst>
                                            <p:cond delay="0"/>
                                          </p:stCondLst>
                                        </p:cTn>
                                        <p:tgtEl>
                                          <p:spTgt spid="919556">
                                            <p:txEl>
                                              <p:pRg st="7" end="7"/>
                                            </p:txEl>
                                          </p:spTgt>
                                        </p:tgtEl>
                                        <p:attrNameLst>
                                          <p:attrName>style.visibility</p:attrName>
                                        </p:attrNameLst>
                                      </p:cBhvr>
                                      <p:to>
                                        <p:strVal val="visible"/>
                                      </p:to>
                                    </p:set>
                                    <p:animEffect transition="in" filter="box(out)">
                                      <p:cBhvr>
                                        <p:cTn id="27" dur="500"/>
                                        <p:tgtEl>
                                          <p:spTgt spid="91955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1">
            <a:extLst>
              <a:ext uri="{FF2B5EF4-FFF2-40B4-BE49-F238E27FC236}">
                <a16:creationId xmlns:a16="http://schemas.microsoft.com/office/drawing/2014/main" id="{9782FC90-0497-48C9-B04C-E0D473CF80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11446D3-C895-4744-B4C9-78FD2977FCD2}" type="slidenum">
              <a:rPr lang="zh-CN" altLang="en-US"/>
              <a:pPr/>
              <a:t>11</a:t>
            </a:fld>
            <a:endParaRPr lang="zh-CN" altLang="en-US">
              <a:latin typeface="Times New Roman" panose="02020603050405020304" pitchFamily="18" charset="0"/>
            </a:endParaRPr>
          </a:p>
        </p:txBody>
      </p:sp>
      <p:sp>
        <p:nvSpPr>
          <p:cNvPr id="940036" name="矩形 940035">
            <a:extLst>
              <a:ext uri="{FF2B5EF4-FFF2-40B4-BE49-F238E27FC236}">
                <a16:creationId xmlns:a16="http://schemas.microsoft.com/office/drawing/2014/main" id="{BE3E4EBB-AA70-4C01-9C35-54BC8983C1FA}"/>
              </a:ext>
            </a:extLst>
          </p:cNvPr>
          <p:cNvSpPr/>
          <p:nvPr/>
        </p:nvSpPr>
        <p:spPr>
          <a:xfrm>
            <a:off x="466725" y="1125538"/>
            <a:ext cx="8281988" cy="533876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35000"/>
              </a:lnSpc>
              <a:spcBef>
                <a:spcPct val="10000"/>
              </a:spcBef>
            </a:pPr>
            <a:r>
              <a:rPr lang="en-US" altLang="zh-CN" noProof="1">
                <a:latin typeface="黑体" panose="02010609060101010101" pitchFamily="2" charset="-122"/>
                <a:ea typeface="黑体" panose="02010609060101010101" pitchFamily="2" charset="-122"/>
              </a:rPr>
              <a:t>      </a:t>
            </a:r>
            <a:r>
              <a:rPr lang="zh-CN" altLang="en-US" b="1" noProof="1">
                <a:effectLst>
                  <a:outerShdw blurRad="38100" dist="38100" dir="2700000">
                    <a:srgbClr val="C0C0C0"/>
                  </a:outerShdw>
                </a:effectLst>
                <a:latin typeface="楷体_GB2312" pitchFamily="49" charset="-122"/>
                <a:ea typeface="楷体_GB2312" pitchFamily="49" charset="-122"/>
              </a:rPr>
              <a:t>数据具有以下基本特征： </a:t>
            </a:r>
          </a:p>
          <a:p>
            <a:pPr>
              <a:lnSpc>
                <a:spcPct val="135000"/>
              </a:lnSpc>
              <a:spcBef>
                <a:spcPct val="10000"/>
              </a:spcBef>
            </a:pPr>
            <a:r>
              <a:rPr lang="zh-CN" altLang="en-US" b="1" noProof="1">
                <a:effectLst>
                  <a:outerShdw blurRad="38100" dist="38100" dir="2700000">
                    <a:srgbClr val="C0C0C0"/>
                  </a:outerShdw>
                </a:effectLst>
                <a:latin typeface="楷体_GB2312" pitchFamily="49" charset="-122"/>
                <a:ea typeface="楷体_GB2312" pitchFamily="49" charset="-122"/>
              </a:rPr>
              <a:t>      </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a:t>
            </a:r>
            <a:r>
              <a:rPr lang="en-US" altLang="zh-CN" b="1" noProof="1">
                <a:solidFill>
                  <a:srgbClr val="003366"/>
                </a:solidFill>
                <a:effectLst>
                  <a:outerShdw blurRad="38100" dist="38100" dir="2700000">
                    <a:srgbClr val="C0C0C0"/>
                  </a:outerShdw>
                </a:effectLst>
                <a:latin typeface="楷体_GB2312" pitchFamily="49" charset="-122"/>
                <a:ea typeface="楷体_GB2312" pitchFamily="49" charset="-122"/>
              </a:rPr>
              <a:t>3</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）数据可以通过观察、测量和考核等手段获得。 </a:t>
            </a:r>
          </a:p>
        </p:txBody>
      </p:sp>
      <p:sp>
        <p:nvSpPr>
          <p:cNvPr id="940037" name="矩形 940036">
            <a:extLst>
              <a:ext uri="{FF2B5EF4-FFF2-40B4-BE49-F238E27FC236}">
                <a16:creationId xmlns:a16="http://schemas.microsoft.com/office/drawing/2014/main" id="{DB3F76B4-BAB4-40FD-ACF5-F99CC97FA86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一、信息与数据</a:t>
            </a:r>
          </a:p>
        </p:txBody>
      </p:sp>
    </p:spTree>
  </p:cSld>
  <p:clrMapOvr>
    <a:masterClrMapping/>
  </p:clrMapOvr>
  <mc:AlternateContent xmlns:mc="http://schemas.openxmlformats.org/markup-compatibility/2006" xmlns:p14="http://schemas.microsoft.com/office/powerpoint/2010/main">
    <mc:Choice Requires="p14">
      <p:transition spd="slow" p14:dur="2000" advTm="23710"/>
    </mc:Choice>
    <mc:Fallback xmlns="">
      <p:transition spd="slow" advTm="2371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40036">
                                            <p:txEl>
                                              <p:pRg st="1" end="1"/>
                                            </p:txEl>
                                          </p:spTgt>
                                        </p:tgtEl>
                                        <p:attrNameLst>
                                          <p:attrName>style.visibility</p:attrName>
                                        </p:attrNameLst>
                                      </p:cBhvr>
                                      <p:to>
                                        <p:strVal val="visible"/>
                                      </p:to>
                                    </p:set>
                                    <p:animEffect transition="in" filter="wipe(left)">
                                      <p:cBhvr>
                                        <p:cTn id="7" dur="500"/>
                                        <p:tgtEl>
                                          <p:spTgt spid="94003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7" name="灯片编号占位符 1">
            <a:extLst>
              <a:ext uri="{FF2B5EF4-FFF2-40B4-BE49-F238E27FC236}">
                <a16:creationId xmlns:a16="http://schemas.microsoft.com/office/drawing/2014/main" id="{FB890C59-B262-4E6C-A3E5-15090533F24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EE94A63-B0B7-48AD-BB4D-72485E0FE100}" type="slidenum">
              <a:rPr lang="zh-CN" altLang="en-US"/>
              <a:pPr/>
              <a:t>12</a:t>
            </a:fld>
            <a:endParaRPr lang="zh-CN" altLang="en-US">
              <a:latin typeface="Times New Roman" panose="02020603050405020304" pitchFamily="18" charset="0"/>
            </a:endParaRPr>
          </a:p>
        </p:txBody>
      </p:sp>
      <p:sp>
        <p:nvSpPr>
          <p:cNvPr id="549899" name="文本占位符 549898">
            <a:extLst>
              <a:ext uri="{FF2B5EF4-FFF2-40B4-BE49-F238E27FC236}">
                <a16:creationId xmlns:a16="http://schemas.microsoft.com/office/drawing/2014/main" id="{52B90211-36C0-4CF3-B9BE-D16E813032DE}"/>
              </a:ext>
            </a:extLst>
          </p:cNvPr>
          <p:cNvSpPr>
            <a:spLocks noGrp="1"/>
          </p:cNvSpPr>
          <p:nvPr>
            <p:ph type="body" idx="1"/>
          </p:nvPr>
        </p:nvSpPr>
        <p:spPr>
          <a:xfrm>
            <a:off x="468313" y="1125538"/>
            <a:ext cx="8207375" cy="5338762"/>
          </a:xfrm>
        </p:spPr>
        <p:txBody>
          <a:bodyPr/>
          <a:lstStyle/>
          <a:p>
            <a:pPr>
              <a:lnSpc>
                <a:spcPct val="110000"/>
              </a:lnSpc>
            </a:pPr>
            <a:r>
              <a:rPr lang="en-US" altLang="zh-CN" noProof="1">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ea typeface="华文新魏" panose="02010800040101010101" pitchFamily="2" charset="-122"/>
              </a:rPr>
              <a:t>3</a:t>
            </a:r>
            <a:r>
              <a:rPr lang="zh-CN" altLang="en-US" sz="3000" b="1" noProof="1">
                <a:solidFill>
                  <a:srgbClr val="660033"/>
                </a:solidFill>
                <a:effectLst>
                  <a:outerShdw blurRad="38100" dist="38100" dir="2700000">
                    <a:srgbClr val="C0C0C0"/>
                  </a:outerShdw>
                </a:effectLst>
                <a:ea typeface="华文新魏" panose="02010800040101010101" pitchFamily="2" charset="-122"/>
              </a:rPr>
              <a:t>、信息与数据的关系</a:t>
            </a:r>
          </a:p>
          <a:p>
            <a:pPr>
              <a:lnSpc>
                <a:spcPct val="110000"/>
              </a:lnSpc>
            </a:pPr>
            <a:r>
              <a:rPr lang="zh-CN" altLang="en-US" noProof="1"/>
              <a:t>          </a:t>
            </a:r>
            <a:r>
              <a:rPr lang="zh-CN" altLang="en-US" b="1" noProof="1">
                <a:effectLst>
                  <a:outerShdw blurRad="38100" dist="38100" dir="2700000">
                    <a:srgbClr val="C0C0C0"/>
                  </a:outerShdw>
                </a:effectLst>
                <a:latin typeface="楷体_GB2312" pitchFamily="49" charset="-122"/>
                <a:ea typeface="楷体_GB2312" pitchFamily="49" charset="-122"/>
              </a:rPr>
              <a:t>数据是信息的符号表示；</a:t>
            </a:r>
          </a:p>
          <a:p>
            <a:pPr>
              <a:lnSpc>
                <a:spcPct val="110000"/>
              </a:lnSpc>
            </a:pPr>
            <a:r>
              <a:rPr lang="zh-CN" altLang="en-US" b="1" noProof="1">
                <a:effectLst>
                  <a:outerShdw blurRad="38100" dist="38100" dir="2700000">
                    <a:srgbClr val="C0C0C0"/>
                  </a:outerShdw>
                </a:effectLst>
                <a:latin typeface="楷体_GB2312" pitchFamily="49" charset="-122"/>
                <a:ea typeface="楷体_GB2312" pitchFamily="49" charset="-122"/>
              </a:rPr>
              <a:t>      信息是经过加工之后并对客观世界和生产活动产生影响的“数据”，是数据的内涵，是数据的语义解释。</a:t>
            </a:r>
          </a:p>
          <a:p>
            <a:pPr>
              <a:lnSpc>
                <a:spcPct val="110000"/>
              </a:lnSpc>
            </a:pPr>
            <a:r>
              <a:rPr lang="zh-CN" altLang="en-US" b="1" noProof="1">
                <a:effectLst>
                  <a:outerShdw blurRad="38100" dist="38100" dir="2700000">
                    <a:srgbClr val="C0C0C0"/>
                  </a:outerShdw>
                </a:effectLst>
                <a:latin typeface="楷体_GB2312" pitchFamily="49" charset="-122"/>
                <a:ea typeface="楷体_GB2312" pitchFamily="49" charset="-122"/>
              </a:rPr>
              <a:t>      </a:t>
            </a:r>
            <a:r>
              <a:rPr lang="zh-CN" altLang="en-US" b="1" noProof="1">
                <a:solidFill>
                  <a:srgbClr val="CC0000"/>
                </a:solidFill>
                <a:effectLst>
                  <a:outerShdw blurRad="38100" dist="38100" dir="2700000">
                    <a:srgbClr val="C0C0C0"/>
                  </a:outerShdw>
                </a:effectLst>
                <a:latin typeface="楷体_GB2312" pitchFamily="49" charset="-122"/>
                <a:ea typeface="楷体_GB2312" pitchFamily="49" charset="-122"/>
              </a:rPr>
              <a:t>数据是符号化的信息，信息是语义化的数据</a:t>
            </a:r>
          </a:p>
          <a:p>
            <a:pPr>
              <a:lnSpc>
                <a:spcPct val="110000"/>
              </a:lnSpc>
            </a:pPr>
            <a:r>
              <a:rPr lang="zh-CN" altLang="en-US" b="1" noProof="1">
                <a:effectLst>
                  <a:outerShdw blurRad="38100" dist="38100" dir="2700000">
                    <a:srgbClr val="C0C0C0"/>
                  </a:outerShdw>
                </a:effectLst>
                <a:latin typeface="楷体_GB2312" pitchFamily="49" charset="-122"/>
                <a:ea typeface="楷体_GB2312" pitchFamily="49" charset="-122"/>
              </a:rPr>
              <a:t>      </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数据和信息许多情况下可以混用，比如：</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信息处理和数据处理</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有时并没有严格的语义区别。</a:t>
            </a:r>
          </a:p>
          <a:p>
            <a:pPr>
              <a:lnSpc>
                <a:spcPct val="110000"/>
              </a:lnSpc>
            </a:pP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      但有时却必须加以区分，比如数据文件不能说成信息文件。</a:t>
            </a:r>
            <a:r>
              <a:rPr lang="zh-CN" altLang="en-US" noProof="1">
                <a:solidFill>
                  <a:srgbClr val="003366"/>
                </a:solidFill>
              </a:rPr>
              <a:t>                                            </a:t>
            </a:r>
            <a:r>
              <a:rPr lang="en-US" altLang="zh-CN" noProof="1">
                <a:solidFill>
                  <a:srgbClr val="CCCCFF"/>
                </a:solidFill>
                <a:cs typeface="Tahoma" panose="020B0604030504040204" pitchFamily="34" charset="0"/>
              </a:rPr>
              <a:t>#</a:t>
            </a:r>
            <a:r>
              <a:rPr lang="en-US" altLang="zh-CN" noProof="1"/>
              <a:t> </a:t>
            </a:r>
          </a:p>
        </p:txBody>
      </p:sp>
      <p:sp>
        <p:nvSpPr>
          <p:cNvPr id="549901" name="标题 549900">
            <a:extLst>
              <a:ext uri="{FF2B5EF4-FFF2-40B4-BE49-F238E27FC236}">
                <a16:creationId xmlns:a16="http://schemas.microsoft.com/office/drawing/2014/main" id="{47A04635-5540-42E6-90CD-32547EF34D1D}"/>
              </a:ext>
            </a:extLst>
          </p:cNvPr>
          <p:cNvSpPr>
            <a:spLocks noGrp="1"/>
          </p:cNvSpPr>
          <p:nvPr>
            <p:ph type="title"/>
          </p:nvPr>
        </p:nvSpPr>
        <p:spPr/>
        <p:txBody>
          <a:bodyPr/>
          <a:lstStyle/>
          <a:p>
            <a:r>
              <a:rPr lang="zh-CN" altLang="en-US" sz="3600" b="1" noProof="1">
                <a:effectLst>
                  <a:outerShdw blurRad="38100" dist="38100" dir="2700000">
                    <a:srgbClr val="C0C0C0"/>
                  </a:outerShdw>
                </a:effectLst>
                <a:ea typeface="幼圆" panose="02010509060101010101" pitchFamily="49" charset="-122"/>
              </a:rPr>
              <a:t>一、信息与数据</a:t>
            </a:r>
          </a:p>
        </p:txBody>
      </p:sp>
    </p:spTree>
    <p:custDataLst>
      <p:tags r:id="rId1"/>
    </p:custDataLst>
  </p:cSld>
  <p:clrMapOvr>
    <a:masterClrMapping/>
  </p:clrMapOvr>
  <p:transition advTm="64604"/>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9899">
                                            <p:txEl>
                                              <p:pRg st="0" end="0"/>
                                            </p:txEl>
                                          </p:spTgt>
                                        </p:tgtEl>
                                        <p:attrNameLst>
                                          <p:attrName>style.visibility</p:attrName>
                                        </p:attrNameLst>
                                      </p:cBhvr>
                                      <p:to>
                                        <p:strVal val="visible"/>
                                      </p:to>
                                    </p:set>
                                    <p:animEffect transition="in" filter="wipe(left)">
                                      <p:cBhvr>
                                        <p:cTn id="7" dur="1000"/>
                                        <p:tgtEl>
                                          <p:spTgt spid="549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9899">
                                            <p:txEl>
                                              <p:pRg st="1" end="1"/>
                                            </p:txEl>
                                          </p:spTgt>
                                        </p:tgtEl>
                                        <p:attrNameLst>
                                          <p:attrName>style.visibility</p:attrName>
                                        </p:attrNameLst>
                                      </p:cBhvr>
                                      <p:to>
                                        <p:strVal val="visible"/>
                                      </p:to>
                                    </p:set>
                                    <p:animEffect transition="in" filter="wipe(left)">
                                      <p:cBhvr>
                                        <p:cTn id="12" dur="1000"/>
                                        <p:tgtEl>
                                          <p:spTgt spid="549899">
                                            <p:txEl>
                                              <p:pRg st="1" end="1"/>
                                            </p:txEl>
                                          </p:spTgt>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549899">
                                            <p:txEl>
                                              <p:pRg st="2" end="2"/>
                                            </p:txEl>
                                          </p:spTgt>
                                        </p:tgtEl>
                                        <p:attrNameLst>
                                          <p:attrName>style.visibility</p:attrName>
                                        </p:attrNameLst>
                                      </p:cBhvr>
                                      <p:to>
                                        <p:strVal val="visible"/>
                                      </p:to>
                                    </p:set>
                                    <p:animEffect transition="in" filter="wipe(left)">
                                      <p:cBhvr>
                                        <p:cTn id="16" dur="1000"/>
                                        <p:tgtEl>
                                          <p:spTgt spid="549899">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49899">
                                            <p:txEl>
                                              <p:pRg st="3" end="3"/>
                                            </p:txEl>
                                          </p:spTgt>
                                        </p:tgtEl>
                                        <p:attrNameLst>
                                          <p:attrName>style.visibility</p:attrName>
                                        </p:attrNameLst>
                                      </p:cBhvr>
                                      <p:to>
                                        <p:strVal val="visible"/>
                                      </p:to>
                                    </p:set>
                                    <p:animEffect transition="in" filter="wipe(left)">
                                      <p:cBhvr>
                                        <p:cTn id="21" dur="1000"/>
                                        <p:tgtEl>
                                          <p:spTgt spid="549899">
                                            <p:txEl>
                                              <p:pRg st="3" end="3"/>
                                            </p:txEl>
                                          </p:spTgt>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549899">
                                            <p:txEl>
                                              <p:pRg st="4" end="4"/>
                                            </p:txEl>
                                          </p:spTgt>
                                        </p:tgtEl>
                                        <p:attrNameLst>
                                          <p:attrName>style.visibility</p:attrName>
                                        </p:attrNameLst>
                                      </p:cBhvr>
                                      <p:to>
                                        <p:strVal val="visible"/>
                                      </p:to>
                                    </p:set>
                                    <p:animEffect transition="in" filter="wipe(left)">
                                      <p:cBhvr>
                                        <p:cTn id="25" dur="1000"/>
                                        <p:tgtEl>
                                          <p:spTgt spid="549899">
                                            <p:txEl>
                                              <p:pRg st="4" end="4"/>
                                            </p:txEl>
                                          </p:spTgt>
                                        </p:tgtEl>
                                      </p:cBhvr>
                                    </p:animEffect>
                                  </p:childTnLst>
                                </p:cTn>
                              </p:par>
                            </p:childTnLst>
                          </p:cTn>
                        </p:par>
                        <p:par>
                          <p:cTn id="26" fill="hold" nodeType="afterGroup">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549899">
                                            <p:txEl>
                                              <p:pRg st="5" end="5"/>
                                            </p:txEl>
                                          </p:spTgt>
                                        </p:tgtEl>
                                        <p:attrNameLst>
                                          <p:attrName>style.visibility</p:attrName>
                                        </p:attrNameLst>
                                      </p:cBhvr>
                                      <p:to>
                                        <p:strVal val="visible"/>
                                      </p:to>
                                    </p:set>
                                    <p:animEffect transition="in" filter="wipe(left)">
                                      <p:cBhvr>
                                        <p:cTn id="29" dur="1000"/>
                                        <p:tgtEl>
                                          <p:spTgt spid="5498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9"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5" name="灯片编号占位符 1">
            <a:extLst>
              <a:ext uri="{FF2B5EF4-FFF2-40B4-BE49-F238E27FC236}">
                <a16:creationId xmlns:a16="http://schemas.microsoft.com/office/drawing/2014/main" id="{A4302C19-B2B6-4C6E-B1F3-4949414B7A8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4C0FA0E-257A-4F6A-B7A6-DF80C32B4D4D}" type="slidenum">
              <a:rPr lang="zh-CN" altLang="en-US"/>
              <a:pPr/>
              <a:t>13</a:t>
            </a:fld>
            <a:endParaRPr lang="zh-CN" altLang="en-US">
              <a:latin typeface="Times New Roman" panose="02020603050405020304" pitchFamily="18" charset="0"/>
            </a:endParaRPr>
          </a:p>
        </p:txBody>
      </p:sp>
      <p:sp>
        <p:nvSpPr>
          <p:cNvPr id="697347" name="文本占位符 697346">
            <a:extLst>
              <a:ext uri="{FF2B5EF4-FFF2-40B4-BE49-F238E27FC236}">
                <a16:creationId xmlns:a16="http://schemas.microsoft.com/office/drawing/2014/main" id="{497D90A9-962F-4C74-BB7E-3BFE627808E8}"/>
              </a:ext>
            </a:extLst>
          </p:cNvPr>
          <p:cNvSpPr>
            <a:spLocks noGrp="1"/>
          </p:cNvSpPr>
          <p:nvPr>
            <p:ph type="body" idx="1"/>
          </p:nvPr>
        </p:nvSpPr>
        <p:spPr>
          <a:xfrm>
            <a:off x="468313" y="1160463"/>
            <a:ext cx="8207375" cy="5338762"/>
          </a:xfrm>
        </p:spPr>
        <p:txBody>
          <a:bodyPr/>
          <a:lstStyle/>
          <a:p>
            <a:r>
              <a:rPr lang="en-US" altLang="zh-CN" noProof="1">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ea typeface="华文新魏" panose="02010800040101010101" pitchFamily="2" charset="-122"/>
              </a:rPr>
              <a:t>1</a:t>
            </a:r>
            <a:r>
              <a:rPr lang="zh-CN" altLang="en-US" sz="3000" b="1" noProof="1">
                <a:solidFill>
                  <a:srgbClr val="660033"/>
                </a:solidFill>
                <a:effectLst>
                  <a:outerShdw blurRad="38100" dist="38100" dir="2700000">
                    <a:srgbClr val="C0C0C0"/>
                  </a:outerShdw>
                </a:effectLst>
                <a:ea typeface="华文新魏" panose="02010800040101010101" pitchFamily="2" charset="-122"/>
              </a:rPr>
              <a:t>、数据管理与数据处理</a:t>
            </a:r>
          </a:p>
          <a:p>
            <a:r>
              <a:rPr lang="zh-CN" altLang="en-US" noProof="1"/>
              <a:t>         </a:t>
            </a:r>
            <a:r>
              <a:rPr lang="zh-CN" altLang="en-US" b="1" noProof="1">
                <a:solidFill>
                  <a:schemeClr val="tx2"/>
                </a:solidFill>
                <a:effectLst>
                  <a:outerShdw blurRad="38100" dist="38100" dir="2700000">
                    <a:srgbClr val="C0C0C0"/>
                  </a:outerShdw>
                </a:effectLst>
                <a:latin typeface="楷体_GB2312" pitchFamily="49" charset="-122"/>
                <a:ea typeface="楷体_GB2312" pitchFamily="49" charset="-122"/>
              </a:rPr>
              <a:t>数据管理</a:t>
            </a:r>
          </a:p>
          <a:p>
            <a:pPr>
              <a:lnSpc>
                <a:spcPct val="130000"/>
              </a:lnSpc>
            </a:pPr>
            <a:r>
              <a:rPr lang="zh-CN" altLang="en-US" b="1" noProof="1">
                <a:effectLst>
                  <a:outerShdw blurRad="38100" dist="38100" dir="2700000">
                    <a:srgbClr val="C0C0C0"/>
                  </a:outerShdw>
                </a:effectLst>
                <a:latin typeface="楷体_GB2312" pitchFamily="49" charset="-122"/>
                <a:ea typeface="楷体_GB2312" pitchFamily="49" charset="-122"/>
              </a:rPr>
              <a:t>          </a:t>
            </a:r>
            <a:r>
              <a:rPr lang="en-US" altLang="zh-CN" b="1" noProof="1">
                <a:effectLst>
                  <a:outerShdw blurRad="38100" dist="38100" dir="2700000">
                    <a:srgbClr val="C0C0C0"/>
                  </a:outerShdw>
                </a:effectLst>
                <a:latin typeface="Arial" panose="020B0604020202020204" pitchFamily="34" charset="0"/>
                <a:ea typeface="楷体_GB2312" pitchFamily="49" charset="-122"/>
              </a:rPr>
              <a:t>——</a:t>
            </a:r>
            <a:r>
              <a:rPr lang="en-US" altLang="zh-CN" b="1" noProof="1">
                <a:effectLst>
                  <a:outerShdw blurRad="38100" dist="38100" dir="2700000">
                    <a:srgbClr val="C0C0C0"/>
                  </a:outerShdw>
                </a:effectLst>
                <a:latin typeface="楷体_GB2312" pitchFamily="49" charset="-122"/>
                <a:ea typeface="楷体_GB2312" pitchFamily="49" charset="-122"/>
              </a:rPr>
              <a:t> </a:t>
            </a:r>
            <a:r>
              <a:rPr lang="zh-CN" altLang="en-US" b="1" noProof="1">
                <a:effectLst>
                  <a:outerShdw blurRad="38100" dist="38100" dir="2700000">
                    <a:srgbClr val="C0C0C0"/>
                  </a:outerShdw>
                </a:effectLst>
                <a:latin typeface="楷体_GB2312" pitchFamily="49" charset="-122"/>
                <a:ea typeface="楷体_GB2312" pitchFamily="49" charset="-122"/>
              </a:rPr>
              <a:t>对数据的</a:t>
            </a:r>
            <a:r>
              <a:rPr lang="zh-CN" altLang="en-US" b="1" noProof="1">
                <a:solidFill>
                  <a:srgbClr val="800000"/>
                </a:solidFill>
                <a:effectLst>
                  <a:outerShdw blurRad="38100" dist="38100" dir="2700000">
                    <a:srgbClr val="C0C0C0"/>
                  </a:outerShdw>
                </a:effectLst>
                <a:latin typeface="楷体_GB2312" pitchFamily="49" charset="-122"/>
                <a:ea typeface="楷体_GB2312" pitchFamily="49" charset="-122"/>
              </a:rPr>
              <a:t>收集、整理、组织、存储、</a:t>
            </a:r>
            <a:r>
              <a:rPr lang="zh-CN" altLang="en-US" b="1" noProof="1">
                <a:effectLst>
                  <a:outerShdw blurRad="38100" dist="38100" dir="2700000">
                    <a:srgbClr val="C0C0C0"/>
                  </a:outerShdw>
                </a:effectLst>
                <a:latin typeface="楷体_GB2312" pitchFamily="49" charset="-122"/>
                <a:ea typeface="楷体_GB2312" pitchFamily="49" charset="-122"/>
              </a:rPr>
              <a:t>维护、检索、</a:t>
            </a:r>
            <a:r>
              <a:rPr lang="zh-CN" altLang="en-US" b="1" noProof="1">
                <a:solidFill>
                  <a:srgbClr val="006666"/>
                </a:solidFill>
                <a:effectLst>
                  <a:outerShdw blurRad="38100" dist="38100" dir="2700000">
                    <a:srgbClr val="C0C0C0"/>
                  </a:outerShdw>
                </a:effectLst>
                <a:latin typeface="楷体_GB2312" pitchFamily="49" charset="-122"/>
                <a:ea typeface="楷体_GB2312" pitchFamily="49" charset="-122"/>
              </a:rPr>
              <a:t>传送</a:t>
            </a:r>
            <a:r>
              <a:rPr lang="zh-CN" altLang="en-US" b="1" noProof="1">
                <a:effectLst>
                  <a:outerShdw blurRad="38100" dist="38100" dir="2700000">
                    <a:srgbClr val="C0C0C0"/>
                  </a:outerShdw>
                </a:effectLst>
                <a:latin typeface="楷体_GB2312" pitchFamily="49" charset="-122"/>
                <a:ea typeface="楷体_GB2312" pitchFamily="49" charset="-122"/>
              </a:rPr>
              <a:t>等操作过程。</a:t>
            </a:r>
          </a:p>
          <a:p>
            <a:pPr>
              <a:spcBef>
                <a:spcPct val="60000"/>
              </a:spcBef>
            </a:pPr>
            <a:r>
              <a:rPr lang="zh-CN" altLang="en-US" b="1" noProof="1">
                <a:solidFill>
                  <a:schemeClr val="hlink"/>
                </a:solidFill>
                <a:effectLst>
                  <a:outerShdw blurRad="38100" dist="38100" dir="2700000">
                    <a:srgbClr val="C0C0C0"/>
                  </a:outerShdw>
                </a:effectLst>
                <a:latin typeface="楷体_GB2312" pitchFamily="49" charset="-122"/>
                <a:ea typeface="楷体_GB2312" pitchFamily="49" charset="-122"/>
              </a:rPr>
              <a:t>      数据处理</a:t>
            </a:r>
          </a:p>
          <a:p>
            <a:pPr>
              <a:lnSpc>
                <a:spcPct val="130000"/>
              </a:lnSpc>
            </a:pPr>
            <a:r>
              <a:rPr lang="zh-CN" altLang="en-US" b="1" noProof="1">
                <a:effectLst>
                  <a:outerShdw blurRad="38100" dist="38100" dir="2700000">
                    <a:srgbClr val="C0C0C0"/>
                  </a:outerShdw>
                </a:effectLst>
                <a:latin typeface="楷体_GB2312" pitchFamily="49" charset="-122"/>
                <a:ea typeface="楷体_GB2312" pitchFamily="49" charset="-122"/>
              </a:rPr>
              <a:t>          </a:t>
            </a:r>
            <a:r>
              <a:rPr lang="en-US" altLang="zh-CN" b="1" noProof="1">
                <a:effectLst>
                  <a:outerShdw blurRad="38100" dist="38100" dir="2700000">
                    <a:srgbClr val="C0C0C0"/>
                  </a:outerShdw>
                </a:effectLst>
                <a:latin typeface="Arial" panose="020B0604020202020204" pitchFamily="34" charset="0"/>
                <a:ea typeface="楷体_GB2312" pitchFamily="49" charset="-122"/>
              </a:rPr>
              <a:t>——</a:t>
            </a:r>
            <a:r>
              <a:rPr lang="en-US" altLang="zh-CN" b="1" noProof="1">
                <a:effectLst>
                  <a:outerShdw blurRad="38100" dist="38100" dir="2700000">
                    <a:srgbClr val="C0C0C0"/>
                  </a:outerShdw>
                </a:effectLst>
                <a:latin typeface="楷体_GB2312" pitchFamily="49" charset="-122"/>
                <a:ea typeface="楷体_GB2312" pitchFamily="49" charset="-122"/>
              </a:rPr>
              <a:t> </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对数据进行</a:t>
            </a:r>
            <a:r>
              <a:rPr lang="zh-CN" altLang="en-US" b="1" noProof="1">
                <a:solidFill>
                  <a:srgbClr val="800000"/>
                </a:solidFill>
                <a:effectLst>
                  <a:outerShdw blurRad="38100" dist="38100" dir="2700000">
                    <a:srgbClr val="C0C0C0"/>
                  </a:outerShdw>
                </a:effectLst>
                <a:latin typeface="楷体_GB2312" pitchFamily="49" charset="-122"/>
                <a:ea typeface="楷体_GB2312" pitchFamily="49" charset="-122"/>
              </a:rPr>
              <a:t>收集、存储、</a:t>
            </a:r>
            <a:r>
              <a:rPr lang="zh-CN" altLang="en-US" b="1" noProof="1">
                <a:effectLst>
                  <a:outerShdw blurRad="38100" dist="38100" dir="2700000">
                    <a:srgbClr val="C0C0C0"/>
                  </a:outerShdw>
                </a:effectLst>
                <a:latin typeface="楷体_GB2312" pitchFamily="49" charset="-122"/>
                <a:ea typeface="楷体_GB2312" pitchFamily="49" charset="-122"/>
              </a:rPr>
              <a:t>加工</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和</a:t>
            </a:r>
            <a:r>
              <a:rPr lang="zh-CN" altLang="en-US" b="1" noProof="1">
                <a:solidFill>
                  <a:srgbClr val="006666"/>
                </a:solidFill>
                <a:effectLst>
                  <a:outerShdw blurRad="38100" dist="38100" dir="2700000">
                    <a:srgbClr val="C0C0C0"/>
                  </a:outerShdw>
                </a:effectLst>
                <a:latin typeface="楷体_GB2312" pitchFamily="49" charset="-122"/>
                <a:ea typeface="楷体_GB2312" pitchFamily="49" charset="-122"/>
              </a:rPr>
              <a:t>传播</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的一系列活动的总和。</a:t>
            </a:r>
          </a:p>
        </p:txBody>
      </p:sp>
      <p:sp>
        <p:nvSpPr>
          <p:cNvPr id="697349" name="标题 697348">
            <a:extLst>
              <a:ext uri="{FF2B5EF4-FFF2-40B4-BE49-F238E27FC236}">
                <a16:creationId xmlns:a16="http://schemas.microsoft.com/office/drawing/2014/main" id="{D711BD3B-A35A-48A9-96F9-76FE06CD0F26}"/>
              </a:ext>
            </a:extLst>
          </p:cNvPr>
          <p:cNvSpPr>
            <a:spLocks noGrp="1"/>
          </p:cNvSpPr>
          <p:nvPr>
            <p:ph type="title"/>
          </p:nvPr>
        </p:nvSpPr>
        <p:spPr/>
        <p:txBody>
          <a:bodyPr/>
          <a:lstStyle/>
          <a:p>
            <a:r>
              <a:rPr lang="zh-CN" altLang="en-US" sz="3600" b="1" noProof="1">
                <a:effectLst>
                  <a:outerShdw blurRad="38100" dist="38100" dir="2700000">
                    <a:srgbClr val="C0C0C0"/>
                  </a:outerShdw>
                </a:effectLst>
                <a:ea typeface="幼圆" panose="02010509060101010101" pitchFamily="49" charset="-122"/>
              </a:rPr>
              <a:t>二、数据管理技术的发展</a:t>
            </a:r>
          </a:p>
        </p:txBody>
      </p:sp>
    </p:spTree>
    <p:custDataLst>
      <p:tags r:id="rId1"/>
    </p:custDataLst>
  </p:cSld>
  <p:clrMapOvr>
    <a:masterClrMapping/>
  </p:clrMapOvr>
  <p:transition advTm="36019"/>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7347">
                                            <p:txEl>
                                              <p:pRg st="0" end="0"/>
                                            </p:txEl>
                                          </p:spTgt>
                                        </p:tgtEl>
                                        <p:attrNameLst>
                                          <p:attrName>style.visibility</p:attrName>
                                        </p:attrNameLst>
                                      </p:cBhvr>
                                      <p:to>
                                        <p:strVal val="visible"/>
                                      </p:to>
                                    </p:set>
                                    <p:animEffect transition="in" filter="wipe(left)">
                                      <p:cBhvr>
                                        <p:cTn id="7" dur="1000"/>
                                        <p:tgtEl>
                                          <p:spTgt spid="697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97347">
                                            <p:txEl>
                                              <p:pRg st="1" end="1"/>
                                            </p:txEl>
                                          </p:spTgt>
                                        </p:tgtEl>
                                        <p:attrNameLst>
                                          <p:attrName>style.visibility</p:attrName>
                                        </p:attrNameLst>
                                      </p:cBhvr>
                                      <p:to>
                                        <p:strVal val="visible"/>
                                      </p:to>
                                    </p:set>
                                    <p:animEffect transition="in" filter="wipe(left)">
                                      <p:cBhvr>
                                        <p:cTn id="12" dur="1000"/>
                                        <p:tgtEl>
                                          <p:spTgt spid="697347">
                                            <p:txEl>
                                              <p:pRg st="1" end="1"/>
                                            </p:txEl>
                                          </p:spTgt>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697347">
                                            <p:txEl>
                                              <p:pRg st="2" end="2"/>
                                            </p:txEl>
                                          </p:spTgt>
                                        </p:tgtEl>
                                        <p:attrNameLst>
                                          <p:attrName>style.visibility</p:attrName>
                                        </p:attrNameLst>
                                      </p:cBhvr>
                                      <p:to>
                                        <p:strVal val="visible"/>
                                      </p:to>
                                    </p:set>
                                    <p:animEffect transition="in" filter="wipe(left)">
                                      <p:cBhvr>
                                        <p:cTn id="16" dur="1000"/>
                                        <p:tgtEl>
                                          <p:spTgt spid="69734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97347">
                                            <p:txEl>
                                              <p:pRg st="3" end="3"/>
                                            </p:txEl>
                                          </p:spTgt>
                                        </p:tgtEl>
                                        <p:attrNameLst>
                                          <p:attrName>style.visibility</p:attrName>
                                        </p:attrNameLst>
                                      </p:cBhvr>
                                      <p:to>
                                        <p:strVal val="visible"/>
                                      </p:to>
                                    </p:set>
                                    <p:animEffect transition="in" filter="wipe(left)">
                                      <p:cBhvr>
                                        <p:cTn id="21" dur="1000"/>
                                        <p:tgtEl>
                                          <p:spTgt spid="697347">
                                            <p:txEl>
                                              <p:pRg st="3" end="3"/>
                                            </p:txEl>
                                          </p:spTgt>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697347">
                                            <p:txEl>
                                              <p:pRg st="4" end="4"/>
                                            </p:txEl>
                                          </p:spTgt>
                                        </p:tgtEl>
                                        <p:attrNameLst>
                                          <p:attrName>style.visibility</p:attrName>
                                        </p:attrNameLst>
                                      </p:cBhvr>
                                      <p:to>
                                        <p:strVal val="visible"/>
                                      </p:to>
                                    </p:set>
                                    <p:animEffect transition="in" filter="wipe(left)">
                                      <p:cBhvr>
                                        <p:cTn id="25" dur="1000"/>
                                        <p:tgtEl>
                                          <p:spTgt spid="6973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7"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a:extLst>
              <a:ext uri="{FF2B5EF4-FFF2-40B4-BE49-F238E27FC236}">
                <a16:creationId xmlns:a16="http://schemas.microsoft.com/office/drawing/2014/main" id="{94BDDC3C-F189-4F20-AEC8-05C3FE249B0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8ADA809-E31B-407A-8578-334B3B9FD136}" type="slidenum">
              <a:rPr lang="zh-CN" altLang="en-US"/>
              <a:pPr/>
              <a:t>14</a:t>
            </a:fld>
            <a:endParaRPr lang="zh-CN" altLang="en-US">
              <a:latin typeface="Times New Roman" panose="02020603050405020304" pitchFamily="18" charset="0"/>
            </a:endParaRPr>
          </a:p>
        </p:txBody>
      </p:sp>
      <p:sp>
        <p:nvSpPr>
          <p:cNvPr id="788485" name="矩形 788484">
            <a:extLst>
              <a:ext uri="{FF2B5EF4-FFF2-40B4-BE49-F238E27FC236}">
                <a16:creationId xmlns:a16="http://schemas.microsoft.com/office/drawing/2014/main" id="{DB0478A3-4082-43FD-B44F-B425D62A633D}"/>
              </a:ext>
            </a:extLst>
          </p:cNvPr>
          <p:cNvSpPr/>
          <p:nvPr/>
        </p:nvSpPr>
        <p:spPr>
          <a:xfrm>
            <a:off x="468313" y="1158875"/>
            <a:ext cx="8207375" cy="533876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en-US" altLang="zh-CN" noProof="1">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ea typeface="华文新魏" panose="02010800040101010101" pitchFamily="2" charset="-122"/>
              </a:rPr>
              <a:t>1</a:t>
            </a:r>
            <a:r>
              <a:rPr lang="zh-CN" altLang="en-US" sz="3000" b="1" noProof="1">
                <a:solidFill>
                  <a:srgbClr val="660033"/>
                </a:solidFill>
                <a:effectLst>
                  <a:outerShdw blurRad="38100" dist="38100" dir="2700000">
                    <a:srgbClr val="C0C0C0"/>
                  </a:outerShdw>
                </a:effectLst>
                <a:ea typeface="华文新魏" panose="02010800040101010101" pitchFamily="2" charset="-122"/>
              </a:rPr>
              <a:t>、数据管理与数据处理</a:t>
            </a:r>
          </a:p>
          <a:p>
            <a:pPr>
              <a:lnSpc>
                <a:spcPct val="140000"/>
              </a:lnSpc>
            </a:pPr>
            <a:r>
              <a:rPr lang="zh-CN" altLang="en-US" noProof="1"/>
              <a:t>          </a:t>
            </a:r>
            <a:r>
              <a:rPr lang="zh-CN" altLang="en-US" b="1" noProof="1">
                <a:solidFill>
                  <a:srgbClr val="800000"/>
                </a:solidFill>
                <a:ea typeface="华文中宋" panose="02010600040101010101" pitchFamily="2" charset="-122"/>
              </a:rPr>
              <a:t>数据管理与数据处理的联系：</a:t>
            </a:r>
          </a:p>
          <a:p>
            <a:pPr>
              <a:lnSpc>
                <a:spcPct val="140000"/>
              </a:lnSpc>
            </a:pPr>
            <a:r>
              <a:rPr lang="zh-CN" altLang="en-US" noProof="1"/>
              <a:t>          </a:t>
            </a:r>
            <a:r>
              <a:rPr lang="zh-CN" altLang="en-US" b="1" noProof="1">
                <a:effectLst>
                  <a:outerShdw blurRad="38100" dist="38100" dir="2700000">
                    <a:srgbClr val="C0C0C0"/>
                  </a:outerShdw>
                </a:effectLst>
                <a:latin typeface="楷体_GB2312" pitchFamily="49" charset="-122"/>
                <a:ea typeface="楷体_GB2312" pitchFamily="49" charset="-122"/>
              </a:rPr>
              <a:t>数据管理是数据处理业务中必不可少的共有部分；</a:t>
            </a:r>
            <a:endParaRPr lang="en-US" altLang="zh-CN" b="1" noProof="1">
              <a:effectLst>
                <a:outerShdw blurRad="38100" dist="38100" dir="2700000">
                  <a:srgbClr val="C0C0C0"/>
                </a:outerShdw>
              </a:effectLst>
              <a:latin typeface="楷体_GB2312" pitchFamily="49" charset="-122"/>
              <a:ea typeface="楷体_GB2312" pitchFamily="49" charset="-122"/>
            </a:endParaRPr>
          </a:p>
          <a:p>
            <a:pPr>
              <a:lnSpc>
                <a:spcPct val="140000"/>
              </a:lnSpc>
            </a:pPr>
            <a:r>
              <a:rPr lang="zh-CN" altLang="en-US" b="1" noProof="1">
                <a:effectLst>
                  <a:outerShdw blurRad="38100" dist="38100" dir="2700000">
                    <a:srgbClr val="C0C0C0"/>
                  </a:outerShdw>
                </a:effectLst>
                <a:latin typeface="楷体_GB2312" pitchFamily="49" charset="-122"/>
                <a:ea typeface="楷体_GB2312" pitchFamily="49" charset="-122"/>
              </a:rPr>
              <a:t>      </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而且，</a:t>
            </a:r>
            <a:r>
              <a:rPr lang="zh-CN" altLang="en-US" b="1" noProof="1">
                <a:effectLst>
                  <a:outerShdw blurRad="38100" dist="38100" dir="2700000">
                    <a:srgbClr val="C0C0C0"/>
                  </a:outerShdw>
                </a:effectLst>
                <a:latin typeface="楷体_GB2312" pitchFamily="49" charset="-122"/>
                <a:ea typeface="楷体_GB2312" pitchFamily="49" charset="-122"/>
              </a:rPr>
              <a:t>数据管理技术的优劣直接影响数据处理的效率。</a:t>
            </a:r>
          </a:p>
          <a:p>
            <a:pPr>
              <a:lnSpc>
                <a:spcPct val="140000"/>
              </a:lnSpc>
            </a:pPr>
            <a:r>
              <a:rPr lang="zh-CN" altLang="en-US" noProof="1"/>
              <a:t>                                                                      </a:t>
            </a:r>
          </a:p>
        </p:txBody>
      </p:sp>
      <p:sp>
        <p:nvSpPr>
          <p:cNvPr id="788486" name="矩形 788485">
            <a:extLst>
              <a:ext uri="{FF2B5EF4-FFF2-40B4-BE49-F238E27FC236}">
                <a16:creationId xmlns:a16="http://schemas.microsoft.com/office/drawing/2014/main" id="{1113A654-1223-434A-980E-3975224A61E4}"/>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二、数据管理技术的发展</a:t>
            </a:r>
          </a:p>
        </p:txBody>
      </p:sp>
    </p:spTree>
  </p:cSld>
  <p:clrMapOvr>
    <a:masterClrMapping/>
  </p:clrMapOvr>
  <mc:AlternateContent xmlns:mc="http://schemas.openxmlformats.org/markup-compatibility/2006" xmlns:p14="http://schemas.microsoft.com/office/powerpoint/2010/main">
    <mc:Choice Requires="p14">
      <p:transition spd="slow" p14:dur="2000" advTm="22745"/>
    </mc:Choice>
    <mc:Fallback xmlns="">
      <p:transition spd="slow" advTm="2274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8485">
                                            <p:txEl>
                                              <p:pRg st="1" end="1"/>
                                            </p:txEl>
                                          </p:spTgt>
                                        </p:tgtEl>
                                        <p:attrNameLst>
                                          <p:attrName>style.visibility</p:attrName>
                                        </p:attrNameLst>
                                      </p:cBhvr>
                                      <p:to>
                                        <p:strVal val="visible"/>
                                      </p:to>
                                    </p:set>
                                    <p:animEffect transition="in" filter="wipe(left)">
                                      <p:cBhvr>
                                        <p:cTn id="7" dur="1000"/>
                                        <p:tgtEl>
                                          <p:spTgt spid="788485">
                                            <p:txEl>
                                              <p:pRg st="1" end="1"/>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88485">
                                            <p:txEl>
                                              <p:pRg st="2" end="2"/>
                                            </p:txEl>
                                          </p:spTgt>
                                        </p:tgtEl>
                                        <p:attrNameLst>
                                          <p:attrName>style.visibility</p:attrName>
                                        </p:attrNameLst>
                                      </p:cBhvr>
                                      <p:to>
                                        <p:strVal val="visible"/>
                                      </p:to>
                                    </p:set>
                                    <p:animEffect transition="in" filter="wipe(left)">
                                      <p:cBhvr>
                                        <p:cTn id="11" dur="1000"/>
                                        <p:tgtEl>
                                          <p:spTgt spid="788485">
                                            <p:txEl>
                                              <p:pRg st="2" end="2"/>
                                            </p:txEl>
                                          </p:spTgt>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788485">
                                            <p:txEl>
                                              <p:pRg st="3" end="3"/>
                                            </p:txEl>
                                          </p:spTgt>
                                        </p:tgtEl>
                                        <p:attrNameLst>
                                          <p:attrName>style.visibility</p:attrName>
                                        </p:attrNameLst>
                                      </p:cBhvr>
                                      <p:to>
                                        <p:strVal val="visible"/>
                                      </p:to>
                                    </p:set>
                                    <p:animEffect transition="in" filter="wipe(left)">
                                      <p:cBhvr>
                                        <p:cTn id="15" dur="1000"/>
                                        <p:tgtEl>
                                          <p:spTgt spid="788485">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88485">
                                            <p:txEl>
                                              <p:pRg st="4" end="4"/>
                                            </p:txEl>
                                          </p:spTgt>
                                        </p:tgtEl>
                                        <p:attrNameLst>
                                          <p:attrName>style.visibility</p:attrName>
                                        </p:attrNameLst>
                                      </p:cBhvr>
                                      <p:to>
                                        <p:strVal val="visible"/>
                                      </p:to>
                                    </p:set>
                                    <p:animEffect transition="in" filter="wipe(left)">
                                      <p:cBhvr>
                                        <p:cTn id="18" dur="1000"/>
                                        <p:tgtEl>
                                          <p:spTgt spid="78848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1">
            <a:extLst>
              <a:ext uri="{FF2B5EF4-FFF2-40B4-BE49-F238E27FC236}">
                <a16:creationId xmlns:a16="http://schemas.microsoft.com/office/drawing/2014/main" id="{80BF286C-B2DF-4FFC-BC9C-60220CD46C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96B870B-2A62-49FC-AD03-E5ADCB23DCDB}" type="slidenum">
              <a:rPr lang="zh-CN" altLang="en-US"/>
              <a:pPr/>
              <a:t>15</a:t>
            </a:fld>
            <a:endParaRPr lang="zh-CN" altLang="en-US">
              <a:latin typeface="Times New Roman" panose="02020603050405020304" pitchFamily="18" charset="0"/>
            </a:endParaRPr>
          </a:p>
        </p:txBody>
      </p:sp>
      <p:sp>
        <p:nvSpPr>
          <p:cNvPr id="907268" name="矩形 907267">
            <a:extLst>
              <a:ext uri="{FF2B5EF4-FFF2-40B4-BE49-F238E27FC236}">
                <a16:creationId xmlns:a16="http://schemas.microsoft.com/office/drawing/2014/main" id="{AD06B6A3-4433-4087-A5E8-E78D3E57B16A}"/>
              </a:ext>
            </a:extLst>
          </p:cNvPr>
          <p:cNvSpPr/>
          <p:nvPr/>
        </p:nvSpPr>
        <p:spPr>
          <a:xfrm>
            <a:off x="468313" y="1158875"/>
            <a:ext cx="8207375"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en-US" altLang="zh-CN" sz="2800" dirty="0">
                <a:latin typeface="黑体" panose="02010609060101010101" pitchFamily="49" charset="-122"/>
                <a:ea typeface="黑体" panose="02010609060101010101" pitchFamily="49" charset="-122"/>
              </a:rPr>
              <a:t>      </a:t>
            </a:r>
            <a:r>
              <a:rPr lang="en-US" altLang="zh-CN" sz="3000" b="1" dirty="0">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000" b="1" dirty="0">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、数据管理技术的发展</a:t>
            </a:r>
          </a:p>
          <a:p>
            <a:pPr>
              <a:lnSpc>
                <a:spcPct val="140000"/>
              </a:lnSpc>
              <a:spcBef>
                <a:spcPct val="20000"/>
              </a:spcBef>
              <a:buClr>
                <a:schemeClr val="folHlink"/>
              </a:buClr>
            </a:pPr>
            <a:r>
              <a:rPr lang="zh-CN" altLang="en-US" sz="2800" dirty="0">
                <a:latin typeface="Tahoma" panose="020B0604030504040204" pitchFamily="34" charset="0"/>
                <a:ea typeface="宋体" panose="02010600030101010101" pitchFamily="2" charset="-122"/>
              </a:rPr>
              <a:t>      </a:t>
            </a:r>
            <a:r>
              <a:rPr lang="en-US" altLang="zh-CN" sz="2800" b="1" dirty="0">
                <a:effectLst>
                  <a:outerShdw blurRad="38100" dist="38100" dir="2700000" algn="tl">
                    <a:srgbClr val="C0C0C0"/>
                  </a:outerShdw>
                </a:effectLst>
                <a:latin typeface="楷体_GB2312" pitchFamily="49" charset="-122"/>
              </a:rPr>
              <a:t>1</a:t>
            </a:r>
            <a:r>
              <a:rPr lang="zh-CN" altLang="en-US" sz="2800" b="1" dirty="0">
                <a:effectLst>
                  <a:outerShdw blurRad="38100" dist="38100" dir="2700000" algn="tl">
                    <a:srgbClr val="C0C0C0"/>
                  </a:outerShdw>
                </a:effectLst>
                <a:latin typeface="楷体_GB2312" pitchFamily="49" charset="-122"/>
              </a:rPr>
              <a:t>）人工管理阶段 </a:t>
            </a:r>
            <a:endParaRPr lang="en-US" altLang="zh-CN" sz="2800" b="1" dirty="0">
              <a:effectLst>
                <a:outerShdw blurRad="38100" dist="38100" dir="2700000" algn="tl">
                  <a:srgbClr val="C0C0C0"/>
                </a:outerShdw>
              </a:effectLst>
              <a:latin typeface="楷体_GB2312" pitchFamily="49" charset="-122"/>
            </a:endParaRPr>
          </a:p>
          <a:p>
            <a:pPr>
              <a:lnSpc>
                <a:spcPct val="140000"/>
              </a:lnSpc>
              <a:spcBef>
                <a:spcPct val="20000"/>
              </a:spcBef>
              <a:buClr>
                <a:schemeClr val="folHlink"/>
              </a:buClr>
            </a:pPr>
            <a:r>
              <a:rPr lang="zh-CN" altLang="en-US" sz="2800" b="1" dirty="0">
                <a:effectLst>
                  <a:outerShdw blurRad="38100" dist="38100" dir="2700000" algn="tl">
                    <a:srgbClr val="C0C0C0"/>
                  </a:outerShdw>
                </a:effectLst>
                <a:latin typeface="楷体_GB2312" pitchFamily="49" charset="-122"/>
              </a:rPr>
              <a:t>      </a:t>
            </a:r>
            <a:r>
              <a:rPr lang="en-US" altLang="zh-CN" sz="2800" b="1" dirty="0">
                <a:effectLst>
                  <a:outerShdw blurRad="38100" dist="38100" dir="2700000" algn="tl">
                    <a:srgbClr val="C0C0C0"/>
                  </a:outerShdw>
                </a:effectLst>
                <a:latin typeface="楷体_GB2312" pitchFamily="49" charset="-122"/>
              </a:rPr>
              <a:t>2</a:t>
            </a:r>
            <a:r>
              <a:rPr lang="zh-CN" altLang="en-US" sz="2800" b="1" dirty="0">
                <a:effectLst>
                  <a:outerShdw blurRad="38100" dist="38100" dir="2700000" algn="tl">
                    <a:srgbClr val="C0C0C0"/>
                  </a:outerShdw>
                </a:effectLst>
                <a:latin typeface="楷体_GB2312" pitchFamily="49" charset="-122"/>
              </a:rPr>
              <a:t>）文件管理阶段 </a:t>
            </a:r>
          </a:p>
          <a:p>
            <a:pPr>
              <a:lnSpc>
                <a:spcPct val="140000"/>
              </a:lnSpc>
              <a:spcBef>
                <a:spcPct val="20000"/>
              </a:spcBef>
              <a:buClr>
                <a:schemeClr val="folHlink"/>
              </a:buClr>
            </a:pPr>
            <a:r>
              <a:rPr lang="zh-CN" altLang="en-US" sz="2800" b="1" dirty="0">
                <a:effectLst>
                  <a:outerShdw blurRad="38100" dist="38100" dir="2700000" algn="tl">
                    <a:srgbClr val="C0C0C0"/>
                  </a:outerShdw>
                </a:effectLst>
                <a:latin typeface="楷体_GB2312" pitchFamily="49" charset="-122"/>
              </a:rPr>
              <a:t>      </a:t>
            </a:r>
            <a:r>
              <a:rPr lang="en-US" altLang="zh-CN" sz="2800" b="1" dirty="0">
                <a:effectLst>
                  <a:outerShdw blurRad="38100" dist="38100" dir="2700000" algn="tl">
                    <a:srgbClr val="C0C0C0"/>
                  </a:outerShdw>
                </a:effectLst>
                <a:latin typeface="楷体_GB2312" pitchFamily="49" charset="-122"/>
              </a:rPr>
              <a:t>3</a:t>
            </a:r>
            <a:r>
              <a:rPr lang="zh-CN" altLang="en-US" sz="2800" b="1" dirty="0">
                <a:effectLst>
                  <a:outerShdw blurRad="38100" dist="38100" dir="2700000" algn="tl">
                    <a:srgbClr val="C0C0C0"/>
                  </a:outerShdw>
                </a:effectLst>
                <a:latin typeface="楷体_GB2312" pitchFamily="49" charset="-122"/>
              </a:rPr>
              <a:t>）数据库管理阶段</a:t>
            </a:r>
            <a:endParaRPr lang="en-US" altLang="zh-CN" sz="2800" b="1" dirty="0">
              <a:effectLst>
                <a:outerShdw blurRad="38100" dist="38100" dir="2700000" algn="tl">
                  <a:srgbClr val="C0C0C0"/>
                </a:outerShdw>
              </a:effectLst>
              <a:latin typeface="楷体_GB2312" pitchFamily="49" charset="-122"/>
            </a:endParaRPr>
          </a:p>
          <a:p>
            <a:pPr>
              <a:lnSpc>
                <a:spcPct val="140000"/>
              </a:lnSpc>
              <a:spcBef>
                <a:spcPct val="20000"/>
              </a:spcBef>
              <a:buClr>
                <a:schemeClr val="folHlink"/>
              </a:buClr>
            </a:pPr>
            <a:endParaRPr lang="en-US" altLang="zh-CN" sz="2800" b="1" dirty="0">
              <a:effectLst>
                <a:outerShdw blurRad="38100" dist="38100" dir="2700000" algn="tl">
                  <a:srgbClr val="C0C0C0"/>
                </a:outerShdw>
              </a:effectLst>
              <a:latin typeface="楷体_GB2312" pitchFamily="49" charset="-122"/>
            </a:endParaRPr>
          </a:p>
          <a:p>
            <a:pPr>
              <a:lnSpc>
                <a:spcPct val="140000"/>
              </a:lnSpc>
              <a:spcBef>
                <a:spcPct val="20000"/>
              </a:spcBef>
              <a:buClr>
                <a:schemeClr val="folHlink"/>
              </a:buClr>
            </a:pPr>
            <a:r>
              <a:rPr lang="en-US" altLang="zh-CN" sz="2800" dirty="0">
                <a:latin typeface="Tahoma" panose="020B0604030504040204" pitchFamily="34" charset="0"/>
                <a:ea typeface="宋体" panose="02010600030101010101" pitchFamily="2" charset="-122"/>
              </a:rPr>
              <a:t>                                                    </a:t>
            </a:r>
            <a:r>
              <a:rPr lang="en-US" altLang="zh-CN" sz="2800" dirty="0">
                <a:solidFill>
                  <a:srgbClr val="CCCCFF"/>
                </a:solidFill>
                <a:latin typeface="Tahoma" panose="020B0604030504040204" pitchFamily="34" charset="0"/>
                <a:ea typeface="宋体" panose="02010600030101010101" pitchFamily="2" charset="-122"/>
              </a:rPr>
              <a:t># #</a:t>
            </a:r>
            <a:r>
              <a:rPr lang="zh-CN" altLang="en-US" sz="2800" dirty="0">
                <a:latin typeface="Tahoma" panose="020B0604030504040204" pitchFamily="34" charset="0"/>
                <a:ea typeface="宋体" panose="02010600030101010101" pitchFamily="2" charset="-122"/>
              </a:rPr>
              <a:t> </a:t>
            </a:r>
          </a:p>
        </p:txBody>
      </p:sp>
      <p:sp>
        <p:nvSpPr>
          <p:cNvPr id="907269" name="矩形 907268">
            <a:extLst>
              <a:ext uri="{FF2B5EF4-FFF2-40B4-BE49-F238E27FC236}">
                <a16:creationId xmlns:a16="http://schemas.microsoft.com/office/drawing/2014/main" id="{61EC90A3-CE1F-4B2A-A195-606AF125FF30}"/>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二、数据管理技术的发展</a:t>
            </a:r>
          </a:p>
        </p:txBody>
      </p:sp>
    </p:spTree>
  </p:cSld>
  <p:clrMapOvr>
    <a:masterClrMapping/>
  </p:clrMapOvr>
  <mc:AlternateContent xmlns:mc="http://schemas.openxmlformats.org/markup-compatibility/2006" xmlns:p14="http://schemas.microsoft.com/office/powerpoint/2010/main">
    <mc:Choice Requires="p14">
      <p:transition spd="slow" p14:dur="2000" advTm="10663"/>
    </mc:Choice>
    <mc:Fallback xmlns="">
      <p:transition spd="slow" advTm="1066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07268">
                                            <p:txEl>
                                              <p:pRg st="1" end="1"/>
                                            </p:txEl>
                                          </p:spTgt>
                                        </p:tgtEl>
                                        <p:attrNameLst>
                                          <p:attrName>style.visibility</p:attrName>
                                        </p:attrNameLst>
                                      </p:cBhvr>
                                      <p:to>
                                        <p:strVal val="visible"/>
                                      </p:to>
                                    </p:set>
                                    <p:animEffect transition="in" filter="wipe(left)">
                                      <p:cBhvr>
                                        <p:cTn id="7" dur="1000"/>
                                        <p:tgtEl>
                                          <p:spTgt spid="907268">
                                            <p:txEl>
                                              <p:pRg st="1" end="1"/>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907268">
                                            <p:txEl>
                                              <p:pRg st="2" end="2"/>
                                            </p:txEl>
                                          </p:spTgt>
                                        </p:tgtEl>
                                        <p:attrNameLst>
                                          <p:attrName>style.visibility</p:attrName>
                                        </p:attrNameLst>
                                      </p:cBhvr>
                                      <p:to>
                                        <p:strVal val="visible"/>
                                      </p:to>
                                    </p:set>
                                    <p:animEffect transition="in" filter="wipe(left)">
                                      <p:cBhvr>
                                        <p:cTn id="11" dur="1000"/>
                                        <p:tgtEl>
                                          <p:spTgt spid="907268">
                                            <p:txEl>
                                              <p:pRg st="2" end="2"/>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07268">
                                            <p:txEl>
                                              <p:pRg st="3" end="3"/>
                                            </p:txEl>
                                          </p:spTgt>
                                        </p:tgtEl>
                                        <p:attrNameLst>
                                          <p:attrName>style.visibility</p:attrName>
                                        </p:attrNameLst>
                                      </p:cBhvr>
                                      <p:to>
                                        <p:strVal val="visible"/>
                                      </p:to>
                                    </p:set>
                                    <p:animEffect transition="in" filter="wipe(left)">
                                      <p:cBhvr>
                                        <p:cTn id="14" dur="1000"/>
                                        <p:tgtEl>
                                          <p:spTgt spid="907268">
                                            <p:txEl>
                                              <p:pRg st="3" end="3"/>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907268">
                                            <p:txEl>
                                              <p:pRg st="5" end="5"/>
                                            </p:txEl>
                                          </p:spTgt>
                                        </p:tgtEl>
                                        <p:attrNameLst>
                                          <p:attrName>style.visibility</p:attrName>
                                        </p:attrNameLst>
                                      </p:cBhvr>
                                      <p:to>
                                        <p:strVal val="visible"/>
                                      </p:to>
                                    </p:set>
                                    <p:animEffect transition="in" filter="wipe(left)">
                                      <p:cBhvr>
                                        <p:cTn id="17" dur="1000"/>
                                        <p:tgtEl>
                                          <p:spTgt spid="9072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7268"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1" name="灯片编号占位符 1">
            <a:extLst>
              <a:ext uri="{FF2B5EF4-FFF2-40B4-BE49-F238E27FC236}">
                <a16:creationId xmlns:a16="http://schemas.microsoft.com/office/drawing/2014/main" id="{80FD541D-3C38-46FA-8240-C637813053D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0B87A28-FB9E-4B94-8F46-CAB2F0604E50}" type="slidenum">
              <a:rPr lang="zh-CN" altLang="en-US"/>
              <a:pPr/>
              <a:t>16</a:t>
            </a:fld>
            <a:endParaRPr lang="zh-CN" altLang="en-US">
              <a:latin typeface="Times New Roman" panose="02020603050405020304" pitchFamily="18" charset="0"/>
            </a:endParaRPr>
          </a:p>
        </p:txBody>
      </p:sp>
      <p:sp>
        <p:nvSpPr>
          <p:cNvPr id="908290" name="标题 908289">
            <a:extLst>
              <a:ext uri="{FF2B5EF4-FFF2-40B4-BE49-F238E27FC236}">
                <a16:creationId xmlns:a16="http://schemas.microsoft.com/office/drawing/2014/main" id="{7B2598C9-6176-4D5D-9B55-A85CCF4C4A77}"/>
              </a:ext>
            </a:extLst>
          </p:cNvPr>
          <p:cNvSpPr>
            <a:spLocks noGrp="1"/>
          </p:cNvSpPr>
          <p:nvPr>
            <p:ph type="ctrTitle"/>
          </p:nvPr>
        </p:nvSpPr>
        <p:spPr>
          <a:xfrm>
            <a:off x="1908175" y="1303338"/>
            <a:ext cx="6192838" cy="1462087"/>
          </a:xfrm>
        </p:spPr>
        <p:txBody>
          <a:bodyPr/>
          <a:lstStyle/>
          <a:p>
            <a:r>
              <a:rPr lang="en-US" altLang="zh-CN" sz="4600" b="1" noProof="1">
                <a:effectLst>
                  <a:outerShdw blurRad="38100" dist="38100" dir="2700000">
                    <a:srgbClr val="C0C0C0"/>
                  </a:outerShdw>
                </a:effectLst>
                <a:ea typeface="隶书" panose="02010509060101010101" pitchFamily="49" charset="-122"/>
              </a:rPr>
              <a:t>1.2 </a:t>
            </a:r>
            <a:r>
              <a:rPr lang="zh-CN" altLang="en-US" sz="4600" b="1" noProof="1">
                <a:effectLst>
                  <a:outerShdw blurRad="38100" dist="38100" dir="2700000">
                    <a:srgbClr val="C0C0C0"/>
                  </a:outerShdw>
                </a:effectLst>
                <a:ea typeface="隶书" panose="02010509060101010101" pitchFamily="49" charset="-122"/>
              </a:rPr>
              <a:t> 数据库系统组成</a:t>
            </a:r>
            <a:r>
              <a:rPr lang="zh-CN" altLang="en-US" noProof="1"/>
              <a:t> </a:t>
            </a:r>
          </a:p>
        </p:txBody>
      </p:sp>
      <p:sp>
        <p:nvSpPr>
          <p:cNvPr id="908291" name="矩形 908290">
            <a:extLst>
              <a:ext uri="{FF2B5EF4-FFF2-40B4-BE49-F238E27FC236}">
                <a16:creationId xmlns:a16="http://schemas.microsoft.com/office/drawing/2014/main" id="{0CD82DD5-57E3-4C1B-98E5-27FD38202028}"/>
              </a:ext>
            </a:extLst>
          </p:cNvPr>
          <p:cNvSpPr/>
          <p:nvPr/>
        </p:nvSpPr>
        <p:spPr>
          <a:xfrm>
            <a:off x="71438" y="95250"/>
            <a:ext cx="38528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noProof="1">
                <a:solidFill>
                  <a:srgbClr val="993300"/>
                </a:solidFill>
                <a:effectLst>
                  <a:outerShdw blurRad="38100" dist="38100" dir="2700000">
                    <a:srgbClr val="000000"/>
                  </a:outerShdw>
                </a:effectLst>
                <a:ea typeface="隶书" panose="02010509060101010101" pitchFamily="49" charset="-122"/>
              </a:rPr>
              <a:t>第</a:t>
            </a:r>
            <a:r>
              <a:rPr lang="en-US" altLang="zh-CN" sz="2600" b="1" noProof="1">
                <a:solidFill>
                  <a:srgbClr val="993300"/>
                </a:solidFill>
                <a:effectLst>
                  <a:outerShdw blurRad="38100" dist="38100" dir="2700000">
                    <a:srgbClr val="000000"/>
                  </a:outerShdw>
                </a:effectLst>
                <a:ea typeface="隶书" panose="02010509060101010101" pitchFamily="49" charset="-122"/>
              </a:rPr>
              <a:t>1</a:t>
            </a:r>
            <a:r>
              <a:rPr lang="zh-CN" altLang="en-US" sz="2600" b="1" noProof="1">
                <a:solidFill>
                  <a:srgbClr val="993300"/>
                </a:solidFill>
                <a:effectLst>
                  <a:outerShdw blurRad="38100" dist="38100" dir="2700000">
                    <a:srgbClr val="000000"/>
                  </a:outerShdw>
                </a:effectLst>
                <a:ea typeface="隶书" panose="02010509060101010101" pitchFamily="49" charset="-122"/>
              </a:rPr>
              <a:t>章  数据库系统概述</a:t>
            </a:r>
          </a:p>
        </p:txBody>
      </p:sp>
    </p:spTree>
  </p:cSld>
  <p:clrMapOvr>
    <a:masterClrMapping/>
  </p:clrMapOvr>
  <p:transition advTm="7765"/>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908290"/>
                                        </p:tgtEl>
                                        <p:attrNameLst>
                                          <p:attrName>style.visibility</p:attrName>
                                        </p:attrNameLst>
                                      </p:cBhvr>
                                      <p:to>
                                        <p:strVal val="visible"/>
                                      </p:to>
                                    </p:set>
                                    <p:animEffect transition="in" filter="plus(in)">
                                      <p:cBhvr>
                                        <p:cTn id="7" dur="1000"/>
                                        <p:tgtEl>
                                          <p:spTgt spid="908290"/>
                                        </p:tgtEl>
                                      </p:cBhvr>
                                    </p:animEffect>
                                  </p:childTnLst>
                                </p:cTn>
                              </p:par>
                            </p:childTnLst>
                          </p:cTn>
                        </p:par>
                        <p:par>
                          <p:cTn id="8" fill="hold" nodeType="afterGroup">
                            <p:stCondLst>
                              <p:cond delay="1000"/>
                            </p:stCondLst>
                            <p:childTnLst>
                              <p:par>
                                <p:cTn id="9" presetID="4" presetClass="entr" presetSubtype="32" fill="hold" grpId="0" nodeType="afterEffect">
                                  <p:stCondLst>
                                    <p:cond delay="0"/>
                                  </p:stCondLst>
                                  <p:childTnLst>
                                    <p:set>
                                      <p:cBhvr>
                                        <p:cTn id="10" dur="1" fill="hold">
                                          <p:stCondLst>
                                            <p:cond delay="0"/>
                                          </p:stCondLst>
                                        </p:cTn>
                                        <p:tgtEl>
                                          <p:spTgt spid="908291"/>
                                        </p:tgtEl>
                                        <p:attrNameLst>
                                          <p:attrName>style.visibility</p:attrName>
                                        </p:attrNameLst>
                                      </p:cBhvr>
                                      <p:to>
                                        <p:strVal val="visible"/>
                                      </p:to>
                                    </p:set>
                                    <p:animEffect transition="in" filter="box(out)">
                                      <p:cBhvr>
                                        <p:cTn id="11" dur="1000"/>
                                        <p:tgtEl>
                                          <p:spTgt spid="908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8290" grpId="0"/>
      <p:bldP spid="90829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a:extLst>
              <a:ext uri="{FF2B5EF4-FFF2-40B4-BE49-F238E27FC236}">
                <a16:creationId xmlns:a16="http://schemas.microsoft.com/office/drawing/2014/main" id="{63CB96D0-2157-485C-9ECA-28E34F410FD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4B432EA-CC17-474C-A18F-A11763C772DC}" type="slidenum">
              <a:rPr lang="zh-CN" altLang="en-US"/>
              <a:pPr/>
              <a:t>17</a:t>
            </a:fld>
            <a:endParaRPr lang="zh-CN" altLang="en-US">
              <a:latin typeface="Times New Roman" panose="02020603050405020304" pitchFamily="18" charset="0"/>
            </a:endParaRPr>
          </a:p>
        </p:txBody>
      </p:sp>
      <p:sp>
        <p:nvSpPr>
          <p:cNvPr id="26626" name="文本框 900113">
            <a:extLst>
              <a:ext uri="{FF2B5EF4-FFF2-40B4-BE49-F238E27FC236}">
                <a16:creationId xmlns:a16="http://schemas.microsoft.com/office/drawing/2014/main" id="{48DB990F-05BC-4E29-BB84-041B86EBAB84}"/>
              </a:ext>
            </a:extLst>
          </p:cNvPr>
          <p:cNvSpPr txBox="1">
            <a:spLocks noChangeArrowheads="1"/>
          </p:cNvSpPr>
          <p:nvPr/>
        </p:nvSpPr>
        <p:spPr bwMode="auto">
          <a:xfrm>
            <a:off x="63500" y="76200"/>
            <a:ext cx="8893175" cy="160496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endParaRPr lang="zh-CN" altLang="en-US"/>
          </a:p>
          <a:p>
            <a:pPr>
              <a:spcBef>
                <a:spcPct val="50000"/>
              </a:spcBef>
            </a:pPr>
            <a:endParaRPr lang="zh-CN" altLang="en-US"/>
          </a:p>
          <a:p>
            <a:pPr>
              <a:spcBef>
                <a:spcPct val="50000"/>
              </a:spcBef>
            </a:pPr>
            <a:endParaRPr lang="zh-CN" altLang="en-US"/>
          </a:p>
          <a:p>
            <a:pPr>
              <a:spcBef>
                <a:spcPct val="50000"/>
              </a:spcBef>
            </a:pPr>
            <a:endParaRPr lang="zh-CN" altLang="en-US"/>
          </a:p>
        </p:txBody>
      </p:sp>
      <p:sp>
        <p:nvSpPr>
          <p:cNvPr id="900101" name="矩形 900100">
            <a:extLst>
              <a:ext uri="{FF2B5EF4-FFF2-40B4-BE49-F238E27FC236}">
                <a16:creationId xmlns:a16="http://schemas.microsoft.com/office/drawing/2014/main" id="{A291C0B1-0CF1-4B82-B478-BCBE6A9F1284}"/>
              </a:ext>
            </a:extLst>
          </p:cNvPr>
          <p:cNvSpPr/>
          <p:nvPr/>
        </p:nvSpPr>
        <p:spPr>
          <a:xfrm>
            <a:off x="468313" y="1052513"/>
            <a:ext cx="8207375" cy="15113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35000"/>
              </a:lnSpc>
            </a:pPr>
            <a:r>
              <a:rPr lang="en-US" altLang="zh-CN" noProof="1">
                <a:latin typeface="黑体" panose="02010609060101010101" pitchFamily="2" charset="-122"/>
                <a:ea typeface="黑体" panose="02010609060101010101" pitchFamily="2" charset="-122"/>
              </a:rPr>
              <a:t>      </a:t>
            </a:r>
            <a:r>
              <a:rPr lang="zh-CN" altLang="en-US" b="1" noProof="1">
                <a:solidFill>
                  <a:srgbClr val="660033"/>
                </a:solidFill>
                <a:effectLst>
                  <a:outerShdw blurRad="38100" dist="38100" dir="2700000">
                    <a:srgbClr val="C0C0C0"/>
                  </a:outerShdw>
                </a:effectLst>
                <a:ea typeface="楷体_GB2312" pitchFamily="49" charset="-122"/>
              </a:rPr>
              <a:t>数据库系统的组成涉及到数据库管理系统、数据库应用系统和数据库三个层次的问题。</a:t>
            </a:r>
          </a:p>
        </p:txBody>
      </p:sp>
      <p:grpSp>
        <p:nvGrpSpPr>
          <p:cNvPr id="900102" name="组合 900101">
            <a:extLst>
              <a:ext uri="{FF2B5EF4-FFF2-40B4-BE49-F238E27FC236}">
                <a16:creationId xmlns:a16="http://schemas.microsoft.com/office/drawing/2014/main" id="{6E3467D9-4E38-46DA-9C32-127BCE10CFC2}"/>
              </a:ext>
            </a:extLst>
          </p:cNvPr>
          <p:cNvGrpSpPr>
            <a:grpSpLocks/>
          </p:cNvGrpSpPr>
          <p:nvPr/>
        </p:nvGrpSpPr>
        <p:grpSpPr bwMode="auto">
          <a:xfrm>
            <a:off x="900113" y="2636838"/>
            <a:ext cx="7416800" cy="3168650"/>
            <a:chOff x="2697" y="1788"/>
            <a:chExt cx="6120" cy="3162"/>
          </a:xfrm>
        </p:grpSpPr>
        <p:sp>
          <p:nvSpPr>
            <p:cNvPr id="26629" name="文本框 900102">
              <a:extLst>
                <a:ext uri="{FF2B5EF4-FFF2-40B4-BE49-F238E27FC236}">
                  <a16:creationId xmlns:a16="http://schemas.microsoft.com/office/drawing/2014/main" id="{06A3D426-FF17-42FE-9FA3-7FA1FA29C503}"/>
                </a:ext>
              </a:extLst>
            </p:cNvPr>
            <p:cNvSpPr txBox="1">
              <a:spLocks noChangeArrowheads="1"/>
            </p:cNvSpPr>
            <p:nvPr/>
          </p:nvSpPr>
          <p:spPr bwMode="auto">
            <a:xfrm>
              <a:off x="2697" y="1788"/>
              <a:ext cx="1928" cy="522"/>
            </a:xfrm>
            <a:prstGeom prst="rect">
              <a:avLst/>
            </a:prstGeom>
            <a:solidFill>
              <a:srgbClr val="FFFFFF"/>
            </a:solidFill>
            <a:ln w="9525">
              <a:solidFill>
                <a:srgbClr val="000000"/>
              </a:solidFill>
              <a:miter lim="800000"/>
              <a:headEnd/>
              <a:tailEnd/>
            </a:ln>
          </p:spPr>
          <p:txBody>
            <a:bodyPr anchor="ctr"/>
            <a:lstStyle/>
            <a:p>
              <a:pPr algn="ctr"/>
              <a:r>
                <a:rPr lang="zh-CN" altLang="en-US" sz="2000" b="1">
                  <a:solidFill>
                    <a:srgbClr val="003366"/>
                  </a:solidFill>
                  <a:latin typeface="华文中宋" panose="02010600040101010101" pitchFamily="2" charset="-122"/>
                  <a:ea typeface="华文中宋" panose="02010600040101010101" pitchFamily="2" charset="-122"/>
                </a:rPr>
                <a:t>数据库应用系统</a:t>
              </a:r>
              <a:r>
                <a:rPr lang="en-US" altLang="zh-CN" sz="2000" b="1">
                  <a:solidFill>
                    <a:srgbClr val="003366"/>
                  </a:solidFill>
                  <a:latin typeface="华文中宋" panose="02010600040101010101" pitchFamily="2" charset="-122"/>
                  <a:ea typeface="华文中宋" panose="02010600040101010101" pitchFamily="2" charset="-122"/>
                </a:rPr>
                <a:t>1</a:t>
              </a:r>
            </a:p>
          </p:txBody>
        </p:sp>
        <p:sp>
          <p:nvSpPr>
            <p:cNvPr id="26630" name="文本框 900103">
              <a:extLst>
                <a:ext uri="{FF2B5EF4-FFF2-40B4-BE49-F238E27FC236}">
                  <a16:creationId xmlns:a16="http://schemas.microsoft.com/office/drawing/2014/main" id="{DED71CDF-809A-445A-9E35-E64CE4B42FF9}"/>
                </a:ext>
              </a:extLst>
            </p:cNvPr>
            <p:cNvSpPr txBox="1">
              <a:spLocks noChangeArrowheads="1"/>
            </p:cNvSpPr>
            <p:nvPr/>
          </p:nvSpPr>
          <p:spPr bwMode="auto">
            <a:xfrm>
              <a:off x="6889" y="1788"/>
              <a:ext cx="1928" cy="522"/>
            </a:xfrm>
            <a:prstGeom prst="rect">
              <a:avLst/>
            </a:prstGeom>
            <a:solidFill>
              <a:srgbClr val="FFFFFF"/>
            </a:solidFill>
            <a:ln w="9525">
              <a:solidFill>
                <a:srgbClr val="000000"/>
              </a:solidFill>
              <a:miter lim="800000"/>
              <a:headEnd/>
              <a:tailEnd/>
            </a:ln>
          </p:spPr>
          <p:txBody>
            <a:bodyPr anchor="ctr"/>
            <a:lstStyle/>
            <a:p>
              <a:pPr algn="ctr"/>
              <a:r>
                <a:rPr lang="zh-CN" altLang="en-US" sz="2000" b="1">
                  <a:solidFill>
                    <a:srgbClr val="003366"/>
                  </a:solidFill>
                  <a:latin typeface="华文中宋" panose="02010600040101010101" pitchFamily="2" charset="-122"/>
                  <a:ea typeface="华文中宋" panose="02010600040101010101" pitchFamily="2" charset="-122"/>
                </a:rPr>
                <a:t>数据库应用系统</a:t>
              </a:r>
              <a:r>
                <a:rPr lang="en-US" altLang="zh-CN" sz="2000" b="1">
                  <a:solidFill>
                    <a:srgbClr val="003366"/>
                  </a:solidFill>
                  <a:latin typeface="华文中宋" panose="02010600040101010101" pitchFamily="2" charset="-122"/>
                  <a:ea typeface="华文中宋" panose="02010600040101010101" pitchFamily="2" charset="-122"/>
                </a:rPr>
                <a:t>3</a:t>
              </a:r>
            </a:p>
          </p:txBody>
        </p:sp>
        <p:sp>
          <p:nvSpPr>
            <p:cNvPr id="26631" name="文本框 900104">
              <a:extLst>
                <a:ext uri="{FF2B5EF4-FFF2-40B4-BE49-F238E27FC236}">
                  <a16:creationId xmlns:a16="http://schemas.microsoft.com/office/drawing/2014/main" id="{005D69B2-3E07-4180-A426-682B375EF6B4}"/>
                </a:ext>
              </a:extLst>
            </p:cNvPr>
            <p:cNvSpPr txBox="1">
              <a:spLocks noChangeArrowheads="1"/>
            </p:cNvSpPr>
            <p:nvPr/>
          </p:nvSpPr>
          <p:spPr bwMode="auto">
            <a:xfrm>
              <a:off x="4857" y="3006"/>
              <a:ext cx="1814" cy="522"/>
            </a:xfrm>
            <a:prstGeom prst="rect">
              <a:avLst/>
            </a:prstGeom>
            <a:solidFill>
              <a:srgbClr val="FFFFFF"/>
            </a:solidFill>
            <a:ln w="9525">
              <a:solidFill>
                <a:srgbClr val="000000"/>
              </a:solidFill>
              <a:miter lim="800000"/>
              <a:headEnd/>
              <a:tailEnd/>
            </a:ln>
          </p:spPr>
          <p:txBody>
            <a:bodyPr anchor="ctr"/>
            <a:lstStyle/>
            <a:p>
              <a:pPr algn="ctr"/>
              <a:r>
                <a:rPr lang="zh-CN" altLang="en-US" sz="2000" b="1">
                  <a:solidFill>
                    <a:srgbClr val="003366"/>
                  </a:solidFill>
                  <a:latin typeface="华文中宋" panose="02010600040101010101" pitchFamily="2" charset="-122"/>
                  <a:ea typeface="华文中宋" panose="02010600040101010101" pitchFamily="2" charset="-122"/>
                </a:rPr>
                <a:t>数据库管理系统</a:t>
              </a:r>
            </a:p>
          </p:txBody>
        </p:sp>
        <p:grpSp>
          <p:nvGrpSpPr>
            <p:cNvPr id="26632" name="组合 900105">
              <a:extLst>
                <a:ext uri="{FF2B5EF4-FFF2-40B4-BE49-F238E27FC236}">
                  <a16:creationId xmlns:a16="http://schemas.microsoft.com/office/drawing/2014/main" id="{8D674F39-ED11-40E2-B8BD-AC65672BADCF}"/>
                </a:ext>
              </a:extLst>
            </p:cNvPr>
            <p:cNvGrpSpPr>
              <a:grpSpLocks/>
            </p:cNvGrpSpPr>
            <p:nvPr/>
          </p:nvGrpSpPr>
          <p:grpSpPr bwMode="auto">
            <a:xfrm>
              <a:off x="5127" y="4254"/>
              <a:ext cx="1260" cy="696"/>
              <a:chOff x="5037" y="4050"/>
              <a:chExt cx="1260" cy="696"/>
            </a:xfrm>
          </p:grpSpPr>
          <p:sp>
            <p:nvSpPr>
              <p:cNvPr id="26633" name="圆柱形 900106">
                <a:extLst>
                  <a:ext uri="{FF2B5EF4-FFF2-40B4-BE49-F238E27FC236}">
                    <a16:creationId xmlns:a16="http://schemas.microsoft.com/office/drawing/2014/main" id="{36B2F2F2-31D9-4DED-B37D-AA33A173F1C1}"/>
                  </a:ext>
                </a:extLst>
              </p:cNvPr>
              <p:cNvSpPr>
                <a:spLocks noChangeArrowheads="1"/>
              </p:cNvSpPr>
              <p:nvPr/>
            </p:nvSpPr>
            <p:spPr bwMode="auto">
              <a:xfrm>
                <a:off x="5037" y="4050"/>
                <a:ext cx="1260" cy="696"/>
              </a:xfrm>
              <a:prstGeom prst="can">
                <a:avLst>
                  <a:gd name="adj" fmla="val 25000"/>
                </a:avLst>
              </a:prstGeom>
              <a:solidFill>
                <a:srgbClr val="FFFFFF"/>
              </a:solidFill>
              <a:ln w="9525">
                <a:solidFill>
                  <a:srgbClr val="000000"/>
                </a:solidFill>
                <a:round/>
                <a:headEnd/>
                <a:tailEnd/>
              </a:ln>
            </p:spPr>
            <p:txBody>
              <a:bodyPr/>
              <a:lstStyle/>
              <a:p>
                <a:endParaRPr lang="zh-CN" altLang="en-US"/>
              </a:p>
            </p:txBody>
          </p:sp>
          <p:sp>
            <p:nvSpPr>
              <p:cNvPr id="26634" name="文本框 900107">
                <a:extLst>
                  <a:ext uri="{FF2B5EF4-FFF2-40B4-BE49-F238E27FC236}">
                    <a16:creationId xmlns:a16="http://schemas.microsoft.com/office/drawing/2014/main" id="{63742421-63F8-4B77-829E-C476273B1BEC}"/>
                  </a:ext>
                </a:extLst>
              </p:cNvPr>
              <p:cNvSpPr txBox="1">
                <a:spLocks noChangeArrowheads="1"/>
              </p:cNvSpPr>
              <p:nvPr/>
            </p:nvSpPr>
            <p:spPr bwMode="auto">
              <a:xfrm>
                <a:off x="5337" y="4299"/>
                <a:ext cx="720"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lnSpc>
                    <a:spcPct val="96000"/>
                  </a:lnSpc>
                </a:pPr>
                <a:r>
                  <a:rPr lang="en-US" altLang="zh-CN" sz="2000" b="1">
                    <a:solidFill>
                      <a:srgbClr val="003366"/>
                    </a:solidFill>
                    <a:latin typeface="华文中宋" panose="02010600040101010101" pitchFamily="2" charset="-122"/>
                    <a:ea typeface="华文中宋" panose="02010600040101010101" pitchFamily="2" charset="-122"/>
                  </a:rPr>
                  <a:t>DB</a:t>
                </a:r>
              </a:p>
            </p:txBody>
          </p:sp>
        </p:grpSp>
        <p:sp>
          <p:nvSpPr>
            <p:cNvPr id="26635" name="直接连接符 900108">
              <a:extLst>
                <a:ext uri="{FF2B5EF4-FFF2-40B4-BE49-F238E27FC236}">
                  <a16:creationId xmlns:a16="http://schemas.microsoft.com/office/drawing/2014/main" id="{DE3FCBF2-686C-4CBB-B832-BB0127F2F490}"/>
                </a:ext>
              </a:extLst>
            </p:cNvPr>
            <p:cNvSpPr>
              <a:spLocks noChangeShapeType="1"/>
            </p:cNvSpPr>
            <p:nvPr/>
          </p:nvSpPr>
          <p:spPr bwMode="auto">
            <a:xfrm>
              <a:off x="3597" y="2310"/>
              <a:ext cx="1620" cy="69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6" name="直接连接符 900109">
              <a:extLst>
                <a:ext uri="{FF2B5EF4-FFF2-40B4-BE49-F238E27FC236}">
                  <a16:creationId xmlns:a16="http://schemas.microsoft.com/office/drawing/2014/main" id="{88102D17-4AA3-44E6-9462-A44DFBDFB386}"/>
                </a:ext>
              </a:extLst>
            </p:cNvPr>
            <p:cNvSpPr>
              <a:spLocks noChangeShapeType="1"/>
            </p:cNvSpPr>
            <p:nvPr/>
          </p:nvSpPr>
          <p:spPr bwMode="auto">
            <a:xfrm flipH="1">
              <a:off x="6297" y="2310"/>
              <a:ext cx="1621" cy="69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7" name="文本框 900110">
              <a:extLst>
                <a:ext uri="{FF2B5EF4-FFF2-40B4-BE49-F238E27FC236}">
                  <a16:creationId xmlns:a16="http://schemas.microsoft.com/office/drawing/2014/main" id="{BC983692-C19E-4A7F-925C-DDC54530036C}"/>
                </a:ext>
              </a:extLst>
            </p:cNvPr>
            <p:cNvSpPr txBox="1">
              <a:spLocks noChangeArrowheads="1"/>
            </p:cNvSpPr>
            <p:nvPr/>
          </p:nvSpPr>
          <p:spPr bwMode="auto">
            <a:xfrm>
              <a:off x="4797" y="1788"/>
              <a:ext cx="1928" cy="522"/>
            </a:xfrm>
            <a:prstGeom prst="rect">
              <a:avLst/>
            </a:prstGeom>
            <a:solidFill>
              <a:srgbClr val="FFFFFF"/>
            </a:solidFill>
            <a:ln w="9525">
              <a:solidFill>
                <a:srgbClr val="000000"/>
              </a:solidFill>
              <a:miter lim="800000"/>
              <a:headEnd/>
              <a:tailEnd/>
            </a:ln>
          </p:spPr>
          <p:txBody>
            <a:bodyPr anchor="ctr"/>
            <a:lstStyle/>
            <a:p>
              <a:pPr algn="ctr"/>
              <a:r>
                <a:rPr lang="zh-CN" altLang="en-US" sz="2000" b="1">
                  <a:solidFill>
                    <a:srgbClr val="003366"/>
                  </a:solidFill>
                  <a:latin typeface="华文中宋" panose="02010600040101010101" pitchFamily="2" charset="-122"/>
                  <a:ea typeface="华文中宋" panose="02010600040101010101" pitchFamily="2" charset="-122"/>
                </a:rPr>
                <a:t>数据库应用系统</a:t>
              </a:r>
              <a:r>
                <a:rPr lang="en-US" altLang="zh-CN" sz="2000" b="1">
                  <a:solidFill>
                    <a:srgbClr val="003366"/>
                  </a:solidFill>
                  <a:latin typeface="华文中宋" panose="02010600040101010101" pitchFamily="2" charset="-122"/>
                  <a:ea typeface="华文中宋" panose="02010600040101010101" pitchFamily="2" charset="-122"/>
                </a:rPr>
                <a:t>2</a:t>
              </a:r>
            </a:p>
          </p:txBody>
        </p:sp>
        <p:sp>
          <p:nvSpPr>
            <p:cNvPr id="26638" name="直接连接符 900111">
              <a:extLst>
                <a:ext uri="{FF2B5EF4-FFF2-40B4-BE49-F238E27FC236}">
                  <a16:creationId xmlns:a16="http://schemas.microsoft.com/office/drawing/2014/main" id="{91736B63-C488-4592-97DB-06C950BE0E4A}"/>
                </a:ext>
              </a:extLst>
            </p:cNvPr>
            <p:cNvSpPr>
              <a:spLocks noChangeShapeType="1"/>
            </p:cNvSpPr>
            <p:nvPr/>
          </p:nvSpPr>
          <p:spPr bwMode="auto">
            <a:xfrm>
              <a:off x="5757" y="2310"/>
              <a:ext cx="0" cy="69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9" name="上下箭头 900112">
              <a:extLst>
                <a:ext uri="{FF2B5EF4-FFF2-40B4-BE49-F238E27FC236}">
                  <a16:creationId xmlns:a16="http://schemas.microsoft.com/office/drawing/2014/main" id="{E0F89154-D457-4FEF-9498-C9BC2704EF13}"/>
                </a:ext>
              </a:extLst>
            </p:cNvPr>
            <p:cNvSpPr>
              <a:spLocks noChangeArrowheads="1"/>
            </p:cNvSpPr>
            <p:nvPr/>
          </p:nvSpPr>
          <p:spPr bwMode="auto">
            <a:xfrm>
              <a:off x="5577" y="3543"/>
              <a:ext cx="360" cy="696"/>
            </a:xfrm>
            <a:prstGeom prst="upDownArrow">
              <a:avLst>
                <a:gd name="adj1" fmla="val 50000"/>
                <a:gd name="adj2" fmla="val 38658"/>
              </a:avLst>
            </a:prstGeom>
            <a:solidFill>
              <a:srgbClr val="FFFFFF"/>
            </a:solidFill>
            <a:ln w="9525">
              <a:solidFill>
                <a:srgbClr val="000000"/>
              </a:solidFill>
              <a:miter lim="800000"/>
              <a:headEnd/>
              <a:tailEnd/>
            </a:ln>
          </p:spPr>
          <p:txBody>
            <a:bodyPr/>
            <a:lstStyle/>
            <a:p>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3538"/>
    </mc:Choice>
    <mc:Fallback xmlns="">
      <p:transition spd="slow" advTm="6353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8" presetClass="entr" presetSubtype="32" fill="hold" grpId="0" nodeType="afterEffect">
                                  <p:stCondLst>
                                    <p:cond delay="0"/>
                                  </p:stCondLst>
                                  <p:childTnLst>
                                    <p:set>
                                      <p:cBhvr>
                                        <p:cTn id="6" dur="1" fill="hold">
                                          <p:stCondLst>
                                            <p:cond delay="0"/>
                                          </p:stCondLst>
                                        </p:cTn>
                                        <p:tgtEl>
                                          <p:spTgt spid="900101"/>
                                        </p:tgtEl>
                                        <p:attrNameLst>
                                          <p:attrName>style.visibility</p:attrName>
                                        </p:attrNameLst>
                                      </p:cBhvr>
                                      <p:to>
                                        <p:strVal val="visible"/>
                                      </p:to>
                                    </p:set>
                                    <p:animEffect transition="in" filter="diamond(out)">
                                      <p:cBhvr>
                                        <p:cTn id="7" dur="1000"/>
                                        <p:tgtEl>
                                          <p:spTgt spid="9001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32" fill="hold" nodeType="clickEffect">
                                  <p:stCondLst>
                                    <p:cond delay="0"/>
                                  </p:stCondLst>
                                  <p:childTnLst>
                                    <p:set>
                                      <p:cBhvr>
                                        <p:cTn id="11" dur="1" fill="hold">
                                          <p:stCondLst>
                                            <p:cond delay="0"/>
                                          </p:stCondLst>
                                        </p:cTn>
                                        <p:tgtEl>
                                          <p:spTgt spid="900102"/>
                                        </p:tgtEl>
                                        <p:attrNameLst>
                                          <p:attrName>style.visibility</p:attrName>
                                        </p:attrNameLst>
                                      </p:cBhvr>
                                      <p:to>
                                        <p:strVal val="visible"/>
                                      </p:to>
                                    </p:set>
                                    <p:animEffect transition="in" filter="diamond(out)">
                                      <p:cBhvr>
                                        <p:cTn id="12" dur="1000"/>
                                        <p:tgtEl>
                                          <p:spTgt spid="900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0101"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灯片编号占位符 1">
            <a:extLst>
              <a:ext uri="{FF2B5EF4-FFF2-40B4-BE49-F238E27FC236}">
                <a16:creationId xmlns:a16="http://schemas.microsoft.com/office/drawing/2014/main" id="{432F1895-69D0-4213-A590-AE7EFBB156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8C1D8D2-F8EC-43B5-A70F-CD521683850E}" type="slidenum">
              <a:rPr lang="zh-CN" altLang="en-US"/>
              <a:pPr/>
              <a:t>18</a:t>
            </a:fld>
            <a:endParaRPr lang="zh-CN" altLang="en-US">
              <a:latin typeface="Times New Roman" panose="02020603050405020304" pitchFamily="18" charset="0"/>
            </a:endParaRPr>
          </a:p>
        </p:txBody>
      </p:sp>
      <p:sp>
        <p:nvSpPr>
          <p:cNvPr id="119818" name="文本占位符 119817">
            <a:extLst>
              <a:ext uri="{FF2B5EF4-FFF2-40B4-BE49-F238E27FC236}">
                <a16:creationId xmlns:a16="http://schemas.microsoft.com/office/drawing/2014/main" id="{CDFB19BA-49E1-4FF3-851F-20A6B58764D6}"/>
              </a:ext>
            </a:extLst>
          </p:cNvPr>
          <p:cNvSpPr>
            <a:spLocks noGrp="1"/>
          </p:cNvSpPr>
          <p:nvPr>
            <p:ph type="body" idx="1"/>
          </p:nvPr>
        </p:nvSpPr>
        <p:spPr>
          <a:xfrm>
            <a:off x="468313" y="1146175"/>
            <a:ext cx="8207375" cy="5338763"/>
          </a:xfrm>
        </p:spPr>
        <p:txBody>
          <a:bodyPr/>
          <a:lstStyle/>
          <a:p>
            <a:pPr>
              <a:lnSpc>
                <a:spcPct val="150000"/>
              </a:lnSpc>
              <a:spcBef>
                <a:spcPct val="40000"/>
              </a:spcBef>
            </a:pPr>
            <a:r>
              <a:rPr lang="en-US" altLang="zh-CN" sz="3000" noProof="1">
                <a:solidFill>
                  <a:srgbClr val="660033"/>
                </a:solidFill>
                <a:ea typeface="华文新魏" panose="0201080004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      1.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数据库的</a:t>
            </a:r>
            <a:r>
              <a:rPr lang="zh-CN" altLang="en-US" sz="3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概念</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及含义</a:t>
            </a:r>
          </a:p>
          <a:p>
            <a:pPr>
              <a:lnSpc>
                <a:spcPct val="150000"/>
              </a:lnSpc>
              <a:spcBef>
                <a:spcPct val="0"/>
              </a:spcBef>
            </a:pPr>
            <a:r>
              <a:rPr lang="zh-CN" altLang="en-US" noProof="1">
                <a:solidFill>
                  <a:srgbClr val="CC0000"/>
                </a:solidFill>
                <a:ea typeface="黑体" panose="02010609060101010101" pitchFamily="2" charset="-122"/>
              </a:rPr>
              <a:t>         </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数据库（ </a:t>
            </a:r>
            <a:r>
              <a:rPr lang="en-US" altLang="zh-CN" b="1" noProof="1">
                <a:solidFill>
                  <a:srgbClr val="660033"/>
                </a:solidFill>
                <a:effectLst>
                  <a:outerShdw blurRad="38100" dist="38100" dir="2700000">
                    <a:srgbClr val="C0C0C0"/>
                  </a:outerShdw>
                </a:effectLst>
                <a:latin typeface="楷体_GB2312" pitchFamily="49" charset="-122"/>
                <a:ea typeface="楷体_GB2312" pitchFamily="49" charset="-122"/>
              </a:rPr>
              <a:t>Data Base</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，简称</a:t>
            </a:r>
            <a:r>
              <a:rPr lang="en-US" altLang="zh-CN" b="1" noProof="1">
                <a:solidFill>
                  <a:srgbClr val="660033"/>
                </a:solidFill>
                <a:effectLst>
                  <a:outerShdw blurRad="38100" dist="38100" dir="2700000">
                    <a:srgbClr val="C0C0C0"/>
                  </a:outerShdw>
                </a:effectLst>
                <a:latin typeface="楷体_GB2312" pitchFamily="49" charset="-122"/>
                <a:ea typeface="楷体_GB2312" pitchFamily="49" charset="-122"/>
              </a:rPr>
              <a:t>DB</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a:t>
            </a:r>
            <a:r>
              <a:rPr lang="zh-CN" altLang="en-US" b="1" noProof="1">
                <a:effectLst>
                  <a:outerShdw blurRad="38100" dist="38100" dir="2700000">
                    <a:srgbClr val="C0C0C0"/>
                  </a:outerShdw>
                </a:effectLst>
                <a:latin typeface="楷体_GB2312" pitchFamily="49" charset="-122"/>
                <a:ea typeface="楷体_GB2312" pitchFamily="49" charset="-122"/>
              </a:rPr>
              <a:t>是在计算机存储设备上按一定的组织方式存储在一起的，相关的数据集合。</a:t>
            </a:r>
            <a:r>
              <a:rPr lang="en-US" altLang="zh-CN" sz="3000" noProof="1">
                <a:solidFill>
                  <a:srgbClr val="660066"/>
                </a:solidFill>
                <a:latin typeface="华文中宋" panose="02010600040101010101" pitchFamily="2" charset="-122"/>
                <a:ea typeface="华文中宋" panose="02010600040101010101" pitchFamily="2" charset="-122"/>
              </a:rPr>
              <a:t>      </a:t>
            </a:r>
            <a:endParaRPr lang="zh-CN" altLang="en-US" noProof="1"/>
          </a:p>
        </p:txBody>
      </p:sp>
      <p:sp>
        <p:nvSpPr>
          <p:cNvPr id="119833" name="直接连接符 119832">
            <a:extLst>
              <a:ext uri="{FF2B5EF4-FFF2-40B4-BE49-F238E27FC236}">
                <a16:creationId xmlns:a16="http://schemas.microsoft.com/office/drawing/2014/main" id="{7C85857E-5C6B-4DEC-A7F0-E6CBAB623FF7}"/>
              </a:ext>
            </a:extLst>
          </p:cNvPr>
          <p:cNvSpPr>
            <a:spLocks noChangeShapeType="1"/>
          </p:cNvSpPr>
          <p:nvPr/>
        </p:nvSpPr>
        <p:spPr bwMode="auto">
          <a:xfrm>
            <a:off x="1620838" y="2609850"/>
            <a:ext cx="1511300" cy="0"/>
          </a:xfrm>
          <a:prstGeom prst="line">
            <a:avLst/>
          </a:prstGeom>
          <a:noFill/>
          <a:ln w="28575" cap="sq">
            <a:solidFill>
              <a:srgbClr val="D60093"/>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119834" name="直接连接符 119833">
            <a:extLst>
              <a:ext uri="{FF2B5EF4-FFF2-40B4-BE49-F238E27FC236}">
                <a16:creationId xmlns:a16="http://schemas.microsoft.com/office/drawing/2014/main" id="{3F008CF9-1B50-4C90-99ED-1EF5C572B983}"/>
              </a:ext>
            </a:extLst>
          </p:cNvPr>
          <p:cNvSpPr>
            <a:spLocks noChangeShapeType="1"/>
          </p:cNvSpPr>
          <p:nvPr/>
        </p:nvSpPr>
        <p:spPr bwMode="auto">
          <a:xfrm>
            <a:off x="3636963" y="2593975"/>
            <a:ext cx="2590800" cy="0"/>
          </a:xfrm>
          <a:prstGeom prst="line">
            <a:avLst/>
          </a:prstGeom>
          <a:noFill/>
          <a:ln w="28575" cap="sq">
            <a:solidFill>
              <a:srgbClr val="D60093"/>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119835" name="直接连接符 119834">
            <a:extLst>
              <a:ext uri="{FF2B5EF4-FFF2-40B4-BE49-F238E27FC236}">
                <a16:creationId xmlns:a16="http://schemas.microsoft.com/office/drawing/2014/main" id="{A6993753-8D93-4877-817F-103A77B9C5DF}"/>
              </a:ext>
            </a:extLst>
          </p:cNvPr>
          <p:cNvSpPr>
            <a:spLocks noChangeShapeType="1"/>
          </p:cNvSpPr>
          <p:nvPr/>
        </p:nvSpPr>
        <p:spPr bwMode="auto">
          <a:xfrm>
            <a:off x="1042988" y="3257550"/>
            <a:ext cx="2232025" cy="0"/>
          </a:xfrm>
          <a:prstGeom prst="line">
            <a:avLst/>
          </a:prstGeom>
          <a:noFill/>
          <a:ln w="28575" cap="sq">
            <a:solidFill>
              <a:srgbClr val="D60093"/>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119843" name="组合 119842">
            <a:extLst>
              <a:ext uri="{FF2B5EF4-FFF2-40B4-BE49-F238E27FC236}">
                <a16:creationId xmlns:a16="http://schemas.microsoft.com/office/drawing/2014/main" id="{88198F8E-F38D-4A20-9B99-760115DA96FB}"/>
              </a:ext>
            </a:extLst>
          </p:cNvPr>
          <p:cNvGrpSpPr>
            <a:grpSpLocks/>
          </p:cNvGrpSpPr>
          <p:nvPr/>
        </p:nvGrpSpPr>
        <p:grpSpPr bwMode="auto">
          <a:xfrm>
            <a:off x="3132138" y="4292600"/>
            <a:ext cx="2592387" cy="1506538"/>
            <a:chOff x="1973" y="2491"/>
            <a:chExt cx="1633" cy="949"/>
          </a:xfrm>
        </p:grpSpPr>
        <p:pic>
          <p:nvPicPr>
            <p:cNvPr id="27655" name="图片 119839">
              <a:extLst>
                <a:ext uri="{FF2B5EF4-FFF2-40B4-BE49-F238E27FC236}">
                  <a16:creationId xmlns:a16="http://schemas.microsoft.com/office/drawing/2014/main" id="{64B4D4AA-476D-40EE-B0C5-49502E4953D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3" y="2491"/>
              <a:ext cx="1633"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矩形 119840">
              <a:extLst>
                <a:ext uri="{FF2B5EF4-FFF2-40B4-BE49-F238E27FC236}">
                  <a16:creationId xmlns:a16="http://schemas.microsoft.com/office/drawing/2014/main" id="{1B5DD229-4D5B-41EA-93A1-03F1ED2ACA93}"/>
                </a:ext>
              </a:extLst>
            </p:cNvPr>
            <p:cNvSpPr>
              <a:spLocks noChangeArrowheads="1"/>
            </p:cNvSpPr>
            <p:nvPr/>
          </p:nvSpPr>
          <p:spPr bwMode="auto">
            <a:xfrm>
              <a:off x="2071" y="2831"/>
              <a:ext cx="142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eaLnBrk="0" hangingPunct="0"/>
              <a:r>
                <a:rPr lang="en-US" altLang="zh-TW" sz="2400">
                  <a:latin typeface="Times New Roman" panose="02020603050405020304" pitchFamily="18" charset="0"/>
                  <a:ea typeface="PMingLiU" panose="020B0604030504040204" pitchFamily="18" charset="-120"/>
                </a:rPr>
                <a:t>Data</a:t>
              </a:r>
              <a:endParaRPr lang="en-US" altLang="zh-CN" sz="2400">
                <a:latin typeface="Times New Roman" panose="02020603050405020304" pitchFamily="18" charset="0"/>
                <a:ea typeface="PMingLiU" panose="020B0604030504040204" pitchFamily="18" charset="-120"/>
              </a:endParaRPr>
            </a:p>
            <a:p>
              <a:pPr algn="ctr" eaLnBrk="0" hangingPunct="0"/>
              <a:r>
                <a:rPr lang="en-US" altLang="zh-CN" sz="2400">
                  <a:latin typeface="Times New Roman" panose="02020603050405020304" pitchFamily="18" charset="0"/>
                  <a:ea typeface="PMingLiU" panose="020B0604030504040204" pitchFamily="18" charset="-120"/>
                </a:rPr>
                <a:t>Base</a:t>
              </a:r>
              <a:endParaRPr lang="en-US" altLang="zh-TW" sz="2400">
                <a:latin typeface="Times New Roman" panose="02020603050405020304" pitchFamily="18" charset="0"/>
                <a:ea typeface="PMingLiU" panose="020B0604030504040204" pitchFamily="18" charset="-120"/>
              </a:endParaRPr>
            </a:p>
          </p:txBody>
        </p:sp>
      </p:grpSp>
      <p:sp>
        <p:nvSpPr>
          <p:cNvPr id="119846" name="矩形 119845">
            <a:extLst>
              <a:ext uri="{FF2B5EF4-FFF2-40B4-BE49-F238E27FC236}">
                <a16:creationId xmlns:a16="http://schemas.microsoft.com/office/drawing/2014/main" id="{B6FB758D-015C-4828-9E0D-EACD055BD3D0}"/>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ustDataLst>
      <p:tags r:id="rId1"/>
    </p:custDataLst>
  </p:cSld>
  <p:clrMapOvr>
    <a:masterClrMapping/>
  </p:clrMapOvr>
  <p:transition advTm="1591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9818">
                                            <p:txEl>
                                              <p:pRg st="0" end="0"/>
                                            </p:txEl>
                                          </p:spTgt>
                                        </p:tgtEl>
                                        <p:attrNameLst>
                                          <p:attrName>style.visibility</p:attrName>
                                        </p:attrNameLst>
                                      </p:cBhvr>
                                      <p:to>
                                        <p:strVal val="visible"/>
                                      </p:to>
                                    </p:set>
                                    <p:animEffect transition="in" filter="wipe(left)">
                                      <p:cBhvr>
                                        <p:cTn id="7" dur="1000"/>
                                        <p:tgtEl>
                                          <p:spTgt spid="119818">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19818">
                                            <p:txEl>
                                              <p:pRg st="1" end="1"/>
                                            </p:txEl>
                                          </p:spTgt>
                                        </p:tgtEl>
                                        <p:attrNameLst>
                                          <p:attrName>style.visibility</p:attrName>
                                        </p:attrNameLst>
                                      </p:cBhvr>
                                      <p:to>
                                        <p:strVal val="visible"/>
                                      </p:to>
                                    </p:set>
                                    <p:animEffect transition="in" filter="wipe(up)">
                                      <p:cBhvr>
                                        <p:cTn id="11" dur="1000"/>
                                        <p:tgtEl>
                                          <p:spTgt spid="119818">
                                            <p:txEl>
                                              <p:pRg st="1" end="1"/>
                                            </p:txEl>
                                          </p:spTgt>
                                        </p:tgtEl>
                                      </p:cBhvr>
                                    </p:animEffect>
                                  </p:childTnLst>
                                </p:cTn>
                              </p:par>
                            </p:childTnLst>
                          </p:cTn>
                        </p:par>
                        <p:par>
                          <p:cTn id="12" fill="hold" nodeType="afterGroup">
                            <p:stCondLst>
                              <p:cond delay="2000"/>
                            </p:stCondLst>
                            <p:childTnLst>
                              <p:par>
                                <p:cTn id="13" presetID="8" presetClass="entr" presetSubtype="32" fill="hold" nodeType="afterEffect">
                                  <p:stCondLst>
                                    <p:cond delay="0"/>
                                  </p:stCondLst>
                                  <p:childTnLst>
                                    <p:set>
                                      <p:cBhvr>
                                        <p:cTn id="14" dur="1" fill="hold">
                                          <p:stCondLst>
                                            <p:cond delay="0"/>
                                          </p:stCondLst>
                                        </p:cTn>
                                        <p:tgtEl>
                                          <p:spTgt spid="119843"/>
                                        </p:tgtEl>
                                        <p:attrNameLst>
                                          <p:attrName>style.visibility</p:attrName>
                                        </p:attrNameLst>
                                      </p:cBhvr>
                                      <p:to>
                                        <p:strVal val="visible"/>
                                      </p:to>
                                    </p:set>
                                    <p:animEffect transition="in" filter="diamond(out)">
                                      <p:cBhvr>
                                        <p:cTn id="15" dur="1000"/>
                                        <p:tgtEl>
                                          <p:spTgt spid="119843"/>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119833"/>
                                        </p:tgtEl>
                                        <p:attrNameLst>
                                          <p:attrName>style.visibility</p:attrName>
                                        </p:attrNameLst>
                                      </p:cBhvr>
                                      <p:to>
                                        <p:strVal val="visible"/>
                                      </p:to>
                                    </p:set>
                                    <p:animEffect transition="in" filter="wipe(left)">
                                      <p:cBhvr>
                                        <p:cTn id="19" dur="2000"/>
                                        <p:tgtEl>
                                          <p:spTgt spid="119833"/>
                                        </p:tgtEl>
                                      </p:cBhvr>
                                    </p:animEffect>
                                  </p:childTnLst>
                                </p:cTn>
                              </p:par>
                            </p:childTnLst>
                          </p:cTn>
                        </p:par>
                        <p:par>
                          <p:cTn id="20" fill="hold" nodeType="afterGroup">
                            <p:stCondLst>
                              <p:cond delay="5000"/>
                            </p:stCondLst>
                            <p:childTnLst>
                              <p:par>
                                <p:cTn id="21" presetID="22" presetClass="entr" presetSubtype="8" fill="hold" nodeType="afterEffect">
                                  <p:stCondLst>
                                    <p:cond delay="0"/>
                                  </p:stCondLst>
                                  <p:childTnLst>
                                    <p:set>
                                      <p:cBhvr>
                                        <p:cTn id="22" dur="1" fill="hold">
                                          <p:stCondLst>
                                            <p:cond delay="0"/>
                                          </p:stCondLst>
                                        </p:cTn>
                                        <p:tgtEl>
                                          <p:spTgt spid="119834"/>
                                        </p:tgtEl>
                                        <p:attrNameLst>
                                          <p:attrName>style.visibility</p:attrName>
                                        </p:attrNameLst>
                                      </p:cBhvr>
                                      <p:to>
                                        <p:strVal val="visible"/>
                                      </p:to>
                                    </p:set>
                                    <p:animEffect transition="in" filter="wipe(left)">
                                      <p:cBhvr>
                                        <p:cTn id="23" dur="2000"/>
                                        <p:tgtEl>
                                          <p:spTgt spid="119834"/>
                                        </p:tgtEl>
                                      </p:cBhvr>
                                    </p:animEffect>
                                  </p:childTnLst>
                                </p:cTn>
                              </p:par>
                            </p:childTnLst>
                          </p:cTn>
                        </p:par>
                        <p:par>
                          <p:cTn id="24" fill="hold" nodeType="afterGroup">
                            <p:stCondLst>
                              <p:cond delay="7000"/>
                            </p:stCondLst>
                            <p:childTnLst>
                              <p:par>
                                <p:cTn id="25" presetID="22" presetClass="entr" presetSubtype="8" fill="hold" nodeType="afterEffect">
                                  <p:stCondLst>
                                    <p:cond delay="0"/>
                                  </p:stCondLst>
                                  <p:childTnLst>
                                    <p:set>
                                      <p:cBhvr>
                                        <p:cTn id="26" dur="1" fill="hold">
                                          <p:stCondLst>
                                            <p:cond delay="0"/>
                                          </p:stCondLst>
                                        </p:cTn>
                                        <p:tgtEl>
                                          <p:spTgt spid="119835"/>
                                        </p:tgtEl>
                                        <p:attrNameLst>
                                          <p:attrName>style.visibility</p:attrName>
                                        </p:attrNameLst>
                                      </p:cBhvr>
                                      <p:to>
                                        <p:strVal val="visible"/>
                                      </p:to>
                                    </p:set>
                                    <p:animEffect transition="in" filter="wipe(left)">
                                      <p:cBhvr>
                                        <p:cTn id="27" dur="2000"/>
                                        <p:tgtEl>
                                          <p:spTgt spid="119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a:extLst>
              <a:ext uri="{FF2B5EF4-FFF2-40B4-BE49-F238E27FC236}">
                <a16:creationId xmlns:a16="http://schemas.microsoft.com/office/drawing/2014/main" id="{C9E1C51F-5EE6-48B8-AB3C-7C543D199B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CA8D842-0BD2-451E-B1A2-CD014BDCB543}" type="slidenum">
              <a:rPr lang="zh-CN" altLang="en-US"/>
              <a:pPr/>
              <a:t>19</a:t>
            </a:fld>
            <a:endParaRPr lang="zh-CN" altLang="en-US">
              <a:latin typeface="Times New Roman" panose="02020603050405020304" pitchFamily="18" charset="0"/>
            </a:endParaRPr>
          </a:p>
        </p:txBody>
      </p:sp>
      <p:sp>
        <p:nvSpPr>
          <p:cNvPr id="789509" name="矩形 789508">
            <a:extLst>
              <a:ext uri="{FF2B5EF4-FFF2-40B4-BE49-F238E27FC236}">
                <a16:creationId xmlns:a16="http://schemas.microsoft.com/office/drawing/2014/main" id="{98EBAEC9-007A-41FE-BD5A-9FF5F4C148DC}"/>
              </a:ext>
            </a:extLst>
          </p:cNvPr>
          <p:cNvSpPr/>
          <p:nvPr/>
        </p:nvSpPr>
        <p:spPr>
          <a:xfrm>
            <a:off x="452438" y="1147763"/>
            <a:ext cx="8207375" cy="533876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zh-CN" altLang="en-US" sz="3000" noProof="1">
                <a:solidFill>
                  <a:srgbClr val="CC0000"/>
                </a:solidFill>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1.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数据库的概念及</a:t>
            </a:r>
            <a:r>
              <a:rPr lang="zh-CN" altLang="en-US" sz="3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含义</a:t>
            </a:r>
            <a:endParaRPr lang="en-US" altLang="zh-CN" sz="3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a:lnSpc>
                <a:spcPct val="150000"/>
              </a:lnSpc>
            </a:pPr>
            <a:r>
              <a:rPr lang="en-US" altLang="zh-CN" sz="2600" b="1" noProof="1">
                <a:latin typeface="华文中宋" panose="02010600040101010101" pitchFamily="2" charset="-122"/>
                <a:ea typeface="华文中宋" panose="02010600040101010101" pitchFamily="2" charset="-122"/>
              </a:rPr>
              <a:t>          </a:t>
            </a:r>
            <a:r>
              <a:rPr lang="zh-CN" altLang="en-US" b="1" noProof="1">
                <a:effectLst>
                  <a:outerShdw blurRad="38100" dist="38100" dir="2700000">
                    <a:srgbClr val="C0C0C0"/>
                  </a:outerShdw>
                </a:effectLst>
                <a:latin typeface="楷体_GB2312" pitchFamily="49" charset="-122"/>
                <a:ea typeface="楷体_GB2312" pitchFamily="49" charset="-122"/>
              </a:rPr>
              <a:t>（</a:t>
            </a:r>
            <a:r>
              <a:rPr lang="en-US" altLang="zh-CN" b="1" noProof="1">
                <a:effectLst>
                  <a:outerShdw blurRad="38100" dist="38100" dir="2700000">
                    <a:srgbClr val="C0C0C0"/>
                  </a:outerShdw>
                </a:effectLst>
                <a:latin typeface="楷体_GB2312" pitchFamily="49" charset="-122"/>
                <a:ea typeface="楷体_GB2312" pitchFamily="49" charset="-122"/>
              </a:rPr>
              <a:t>1</a:t>
            </a:r>
            <a:r>
              <a:rPr lang="zh-CN" altLang="en-US" b="1" noProof="1">
                <a:effectLst>
                  <a:outerShdw blurRad="38100" dist="38100" dir="2700000">
                    <a:srgbClr val="C0C0C0"/>
                  </a:outerShdw>
                </a:effectLst>
                <a:latin typeface="楷体_GB2312" pitchFamily="49" charset="-122"/>
                <a:ea typeface="楷体_GB2312" pitchFamily="49" charset="-122"/>
              </a:rPr>
              <a:t>）</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数据库是存储在计算机存储设备上的</a:t>
            </a:r>
            <a:r>
              <a:rPr lang="en-US" altLang="zh-CN" b="1" noProof="1">
                <a:solidFill>
                  <a:srgbClr val="660033"/>
                </a:solidFill>
                <a:effectLst>
                  <a:outerShdw blurRad="38100" dist="38100" dir="2700000">
                    <a:srgbClr val="C0C0C0"/>
                  </a:outerShdw>
                </a:effectLst>
                <a:latin typeface="楷体_GB2312" pitchFamily="49" charset="-122"/>
                <a:ea typeface="楷体_GB2312" pitchFamily="49" charset="-122"/>
              </a:rPr>
              <a:t>:</a:t>
            </a:r>
            <a:r>
              <a:rPr lang="en-US" altLang="zh-CN" b="1" noProof="1">
                <a:effectLst>
                  <a:outerShdw blurRad="38100" dist="38100" dir="2700000">
                    <a:srgbClr val="C0C0C0"/>
                  </a:outerShdw>
                </a:effectLst>
                <a:latin typeface="楷体_GB2312" pitchFamily="49" charset="-122"/>
                <a:ea typeface="楷体_GB2312" pitchFamily="49" charset="-122"/>
              </a:rPr>
              <a:t>      </a:t>
            </a:r>
            <a:r>
              <a:rPr lang="zh-CN" altLang="en-US" b="1" noProof="1">
                <a:effectLst>
                  <a:outerShdw blurRad="38100" dist="38100" dir="2700000">
                    <a:srgbClr val="C0C0C0"/>
                  </a:outerShdw>
                </a:effectLst>
                <a:latin typeface="楷体_GB2312" pitchFamily="49" charset="-122"/>
                <a:ea typeface="楷体_GB2312" pitchFamily="49" charset="-122"/>
              </a:rPr>
              <a:t>数据库是存在于计算机存储设备上的一个或多个</a:t>
            </a:r>
            <a:r>
              <a:rPr lang="en-US" altLang="zh-CN" b="1" noProof="1">
                <a:effectLst>
                  <a:outerShdw blurRad="38100" dist="38100" dir="2700000">
                    <a:srgbClr val="C0C0C0"/>
                  </a:outerShdw>
                </a:effectLst>
                <a:latin typeface="楷体_GB2312" pitchFamily="49" charset="-122"/>
                <a:ea typeface="楷体_GB2312" pitchFamily="49" charset="-122"/>
              </a:rPr>
              <a:t>(</a:t>
            </a:r>
            <a:r>
              <a:rPr lang="zh-CN" altLang="en-US" b="1" noProof="1">
                <a:effectLst>
                  <a:outerShdw blurRad="38100" dist="38100" dir="2700000">
                    <a:srgbClr val="C0C0C0"/>
                  </a:outerShdw>
                </a:effectLst>
                <a:latin typeface="楷体_GB2312" pitchFamily="49" charset="-122"/>
                <a:ea typeface="楷体_GB2312" pitchFamily="49" charset="-122"/>
              </a:rPr>
              <a:t>数据库</a:t>
            </a:r>
            <a:r>
              <a:rPr lang="en-US" altLang="zh-CN" b="1" noProof="1">
                <a:effectLst>
                  <a:outerShdw blurRad="38100" dist="38100" dir="2700000">
                    <a:srgbClr val="C0C0C0"/>
                  </a:outerShdw>
                </a:effectLst>
                <a:latin typeface="楷体_GB2312" pitchFamily="49" charset="-122"/>
                <a:ea typeface="楷体_GB2312" pitchFamily="49" charset="-122"/>
              </a:rPr>
              <a:t>)</a:t>
            </a:r>
            <a:r>
              <a:rPr lang="zh-CN" altLang="en-US" b="1" noProof="1">
                <a:effectLst>
                  <a:outerShdw blurRad="38100" dist="38100" dir="2700000">
                    <a:srgbClr val="C0C0C0"/>
                  </a:outerShdw>
                </a:effectLst>
                <a:latin typeface="楷体_GB2312" pitchFamily="49" charset="-122"/>
                <a:ea typeface="楷体_GB2312" pitchFamily="49" charset="-122"/>
              </a:rPr>
              <a:t>文件组成的统一体，是可感知的数据库形体。    </a:t>
            </a:r>
          </a:p>
        </p:txBody>
      </p:sp>
      <p:grpSp>
        <p:nvGrpSpPr>
          <p:cNvPr id="29699" name="组合 789509">
            <a:extLst>
              <a:ext uri="{FF2B5EF4-FFF2-40B4-BE49-F238E27FC236}">
                <a16:creationId xmlns:a16="http://schemas.microsoft.com/office/drawing/2014/main" id="{F1F35FD3-2AA0-4353-8D99-C66A37D794EF}"/>
              </a:ext>
            </a:extLst>
          </p:cNvPr>
          <p:cNvGrpSpPr>
            <a:grpSpLocks/>
          </p:cNvGrpSpPr>
          <p:nvPr/>
        </p:nvGrpSpPr>
        <p:grpSpPr bwMode="auto">
          <a:xfrm>
            <a:off x="3132138" y="4514850"/>
            <a:ext cx="2592387" cy="1506538"/>
            <a:chOff x="1973" y="2491"/>
            <a:chExt cx="1633" cy="949"/>
          </a:xfrm>
        </p:grpSpPr>
        <p:pic>
          <p:nvPicPr>
            <p:cNvPr id="29700" name="图片 789510">
              <a:extLst>
                <a:ext uri="{FF2B5EF4-FFF2-40B4-BE49-F238E27FC236}">
                  <a16:creationId xmlns:a16="http://schemas.microsoft.com/office/drawing/2014/main" id="{CA177BB6-546E-4FEE-82A7-DE1DE4D6D33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 y="2491"/>
              <a:ext cx="1633"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矩形 789511">
              <a:extLst>
                <a:ext uri="{FF2B5EF4-FFF2-40B4-BE49-F238E27FC236}">
                  <a16:creationId xmlns:a16="http://schemas.microsoft.com/office/drawing/2014/main" id="{E79B7F28-827C-4860-B4BB-E0DB360B5004}"/>
                </a:ext>
              </a:extLst>
            </p:cNvPr>
            <p:cNvSpPr>
              <a:spLocks noChangeArrowheads="1"/>
            </p:cNvSpPr>
            <p:nvPr/>
          </p:nvSpPr>
          <p:spPr bwMode="auto">
            <a:xfrm>
              <a:off x="2071" y="2831"/>
              <a:ext cx="142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eaLnBrk="0" hangingPunct="0"/>
              <a:r>
                <a:rPr lang="en-US" altLang="zh-TW" sz="2400">
                  <a:latin typeface="Times New Roman" panose="02020603050405020304" pitchFamily="18" charset="0"/>
                  <a:ea typeface="PMingLiU" panose="020B0604030504040204" pitchFamily="18" charset="-120"/>
                </a:rPr>
                <a:t>Data</a:t>
              </a:r>
              <a:endParaRPr lang="en-US" altLang="zh-CN" sz="2400">
                <a:latin typeface="Times New Roman" panose="02020603050405020304" pitchFamily="18" charset="0"/>
                <a:ea typeface="PMingLiU" panose="020B0604030504040204" pitchFamily="18" charset="-120"/>
              </a:endParaRPr>
            </a:p>
            <a:p>
              <a:pPr algn="ctr" eaLnBrk="0" hangingPunct="0"/>
              <a:r>
                <a:rPr lang="en-US" altLang="zh-CN" sz="2400">
                  <a:latin typeface="Times New Roman" panose="02020603050405020304" pitchFamily="18" charset="0"/>
                  <a:ea typeface="PMingLiU" panose="020B0604030504040204" pitchFamily="18" charset="-120"/>
                </a:rPr>
                <a:t>Base</a:t>
              </a:r>
              <a:endParaRPr lang="en-US" altLang="zh-TW" sz="2400">
                <a:latin typeface="Times New Roman" panose="02020603050405020304" pitchFamily="18" charset="0"/>
                <a:ea typeface="PMingLiU" panose="020B0604030504040204" pitchFamily="18" charset="-120"/>
              </a:endParaRPr>
            </a:p>
          </p:txBody>
        </p:sp>
      </p:grpSp>
      <p:sp>
        <p:nvSpPr>
          <p:cNvPr id="789514" name="矩形 789513">
            <a:extLst>
              <a:ext uri="{FF2B5EF4-FFF2-40B4-BE49-F238E27FC236}">
                <a16:creationId xmlns:a16="http://schemas.microsoft.com/office/drawing/2014/main" id="{0DD243AE-CAB3-43BC-AA74-3EAB3481B2D5}"/>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Sld>
  <p:clrMapOvr>
    <a:masterClrMapping/>
  </p:clrMapOvr>
  <mc:AlternateContent xmlns:mc="http://schemas.openxmlformats.org/markup-compatibility/2006" xmlns:p14="http://schemas.microsoft.com/office/powerpoint/2010/main">
    <mc:Choice Requires="p14">
      <p:transition spd="slow" p14:dur="2000" advTm="43916"/>
    </mc:Choice>
    <mc:Fallback xmlns="">
      <p:transition spd="slow" advTm="4391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9509">
                                            <p:txEl>
                                              <p:pRg st="1" end="1"/>
                                            </p:txEl>
                                          </p:spTgt>
                                        </p:tgtEl>
                                        <p:attrNameLst>
                                          <p:attrName>style.visibility</p:attrName>
                                        </p:attrNameLst>
                                      </p:cBhvr>
                                      <p:to>
                                        <p:strVal val="visible"/>
                                      </p:to>
                                    </p:set>
                                    <p:animEffect transition="in" filter="wipe(left)">
                                      <p:cBhvr>
                                        <p:cTn id="7" dur="1000"/>
                                        <p:tgtEl>
                                          <p:spTgt spid="78950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a:extLst>
              <a:ext uri="{FF2B5EF4-FFF2-40B4-BE49-F238E27FC236}">
                <a16:creationId xmlns:a16="http://schemas.microsoft.com/office/drawing/2014/main" id="{C7E255DD-5B66-4B55-86C6-180038AD57C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69DAB88-5A02-4AAF-8ACC-DAD181D5AEB0}" type="slidenum">
              <a:rPr lang="zh-CN" altLang="en-US"/>
              <a:pPr/>
              <a:t>20</a:t>
            </a:fld>
            <a:endParaRPr lang="zh-CN" altLang="en-US">
              <a:latin typeface="Times New Roman" panose="02020603050405020304" pitchFamily="18" charset="0"/>
            </a:endParaRPr>
          </a:p>
        </p:txBody>
      </p:sp>
      <p:sp>
        <p:nvSpPr>
          <p:cNvPr id="879621" name="矩形 879620">
            <a:extLst>
              <a:ext uri="{FF2B5EF4-FFF2-40B4-BE49-F238E27FC236}">
                <a16:creationId xmlns:a16="http://schemas.microsoft.com/office/drawing/2014/main" id="{46764C1C-D026-494E-AA64-8656C637EE5B}"/>
              </a:ext>
            </a:extLst>
          </p:cNvPr>
          <p:cNvSpPr/>
          <p:nvPr/>
        </p:nvSpPr>
        <p:spPr>
          <a:xfrm>
            <a:off x="336550" y="1125538"/>
            <a:ext cx="8207375" cy="533876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zh-CN" altLang="en-US" sz="3000" noProof="1">
                <a:solidFill>
                  <a:srgbClr val="CC0000"/>
                </a:solidFill>
                <a:ea typeface="黑体" panose="02010609060101010101" pitchFamily="2" charset="-122"/>
              </a:rPr>
              <a:t>          </a:t>
            </a:r>
            <a:r>
              <a:rPr lang="en-US" altLang="zh-CN" sz="3000" noProof="1">
                <a:solidFill>
                  <a:srgbClr val="CC0000"/>
                </a:solidFill>
                <a:ea typeface="黑体" panose="02010609060101010101" pitchFamily="2" charset="-122"/>
              </a:rPr>
              <a:t> </a:t>
            </a:r>
            <a:r>
              <a:rPr lang="en-US" altLang="zh-CN" sz="3000" b="1" noProof="1">
                <a:solidFill>
                  <a:srgbClr val="660033"/>
                </a:solidFill>
                <a:latin typeface="华文新魏" panose="02010800040101010101" pitchFamily="2" charset="-122"/>
                <a:ea typeface="华文新魏" panose="02010800040101010101" pitchFamily="2" charset="-122"/>
              </a:rPr>
              <a:t>1.   </a:t>
            </a:r>
            <a:r>
              <a:rPr lang="zh-CN" altLang="en-US" sz="3000" b="1" noProof="1">
                <a:solidFill>
                  <a:srgbClr val="660033"/>
                </a:solidFill>
                <a:latin typeface="华文新魏" panose="02010800040101010101" pitchFamily="2" charset="-122"/>
                <a:ea typeface="华文新魏" panose="02010800040101010101" pitchFamily="2" charset="-122"/>
              </a:rPr>
              <a:t>数据库的概念及</a:t>
            </a:r>
            <a:r>
              <a:rPr lang="zh-CN" altLang="en-US" sz="3000" b="1" noProof="1">
                <a:solidFill>
                  <a:srgbClr val="003366"/>
                </a:solidFill>
                <a:latin typeface="华文新魏" panose="02010800040101010101" pitchFamily="2" charset="-122"/>
                <a:ea typeface="华文新魏" panose="02010800040101010101" pitchFamily="2" charset="-122"/>
              </a:rPr>
              <a:t>含义</a:t>
            </a:r>
            <a:endParaRPr lang="en-US" altLang="zh-CN" sz="3000" b="1" noProof="1">
              <a:solidFill>
                <a:srgbClr val="CC0000"/>
              </a:solidFill>
              <a:latin typeface="华文新魏" panose="02010800040101010101" pitchFamily="2" charset="-122"/>
              <a:ea typeface="华文新魏" panose="02010800040101010101" pitchFamily="2" charset="-122"/>
            </a:endParaRPr>
          </a:p>
          <a:p>
            <a:pPr>
              <a:lnSpc>
                <a:spcPct val="150000"/>
              </a:lnSpc>
            </a:pPr>
            <a:r>
              <a:rPr lang="en-US" altLang="zh-CN" sz="2600" b="1" noProof="1">
                <a:latin typeface="华文中宋" panose="02010600040101010101" pitchFamily="2" charset="-122"/>
                <a:ea typeface="华文中宋" panose="02010600040101010101" pitchFamily="2" charset="-122"/>
              </a:rPr>
              <a:t>           </a:t>
            </a:r>
            <a:r>
              <a:rPr lang="zh-CN" altLang="en-US" b="1" noProof="1">
                <a:effectLst>
                  <a:outerShdw blurRad="38100" dist="38100" dir="2700000">
                    <a:srgbClr val="C0C0C0"/>
                  </a:outerShdw>
                </a:effectLst>
                <a:latin typeface="楷体_GB2312" pitchFamily="49" charset="-122"/>
                <a:ea typeface="楷体_GB2312" pitchFamily="49" charset="-122"/>
              </a:rPr>
              <a:t>（</a:t>
            </a:r>
            <a:r>
              <a:rPr lang="en-US" altLang="zh-CN" b="1" noProof="1">
                <a:effectLst>
                  <a:outerShdw blurRad="38100" dist="38100" dir="2700000">
                    <a:srgbClr val="C0C0C0"/>
                  </a:outerShdw>
                </a:effectLst>
                <a:latin typeface="楷体_GB2312" pitchFamily="49" charset="-122"/>
                <a:ea typeface="楷体_GB2312" pitchFamily="49" charset="-122"/>
              </a:rPr>
              <a:t>2</a:t>
            </a:r>
            <a:r>
              <a:rPr lang="zh-CN" altLang="en-US" b="1" noProof="1">
                <a:effectLst>
                  <a:outerShdw blurRad="38100" dist="38100" dir="2700000">
                    <a:srgbClr val="C0C0C0"/>
                  </a:outerShdw>
                </a:effectLst>
                <a:latin typeface="楷体_GB2312" pitchFamily="49" charset="-122"/>
                <a:ea typeface="楷体_GB2312" pitchFamily="49" charset="-122"/>
              </a:rPr>
              <a:t>）</a:t>
            </a:r>
            <a:r>
              <a:rPr lang="zh-CN" altLang="en-US" b="1" noProof="1">
                <a:solidFill>
                  <a:srgbClr val="660033"/>
                </a:solidFill>
                <a:effectLst>
                  <a:outerShdw blurRad="38100" dist="38100" dir="2700000">
                    <a:srgbClr val="C0C0C0"/>
                  </a:outerShdw>
                </a:effectLst>
                <a:latin typeface="楷体_GB2312" pitchFamily="49" charset="-122"/>
                <a:ea typeface="楷体_GB2312" pitchFamily="49" charset="-122"/>
              </a:rPr>
              <a:t>数据库是按一定的组织方式存储在一起的：</a:t>
            </a:r>
            <a:r>
              <a:rPr lang="zh-CN" altLang="en-US" b="1" noProof="1">
                <a:effectLst>
                  <a:outerShdw blurRad="38100" dist="38100" dir="2700000">
                    <a:srgbClr val="C0C0C0"/>
                  </a:outerShdw>
                </a:effectLst>
                <a:latin typeface="楷体_GB2312" pitchFamily="49" charset="-122"/>
                <a:ea typeface="楷体_GB2312" pitchFamily="49" charset="-122"/>
              </a:rPr>
              <a:t>数据库中的数据是以结构化的形式存储的，这种结构化形式实质上就是数据库的数据模型，是不可感知的数据库形体。</a:t>
            </a:r>
          </a:p>
        </p:txBody>
      </p:sp>
      <p:grpSp>
        <p:nvGrpSpPr>
          <p:cNvPr id="30723" name="组合 879621">
            <a:extLst>
              <a:ext uri="{FF2B5EF4-FFF2-40B4-BE49-F238E27FC236}">
                <a16:creationId xmlns:a16="http://schemas.microsoft.com/office/drawing/2014/main" id="{18DCCAFF-2365-4D33-A21D-E2B6F75CC5AC}"/>
              </a:ext>
            </a:extLst>
          </p:cNvPr>
          <p:cNvGrpSpPr>
            <a:grpSpLocks/>
          </p:cNvGrpSpPr>
          <p:nvPr/>
        </p:nvGrpSpPr>
        <p:grpSpPr bwMode="auto">
          <a:xfrm>
            <a:off x="3132138" y="4586288"/>
            <a:ext cx="2592387" cy="1506537"/>
            <a:chOff x="1973" y="2491"/>
            <a:chExt cx="1633" cy="949"/>
          </a:xfrm>
        </p:grpSpPr>
        <p:pic>
          <p:nvPicPr>
            <p:cNvPr id="30724" name="图片 879622">
              <a:extLst>
                <a:ext uri="{FF2B5EF4-FFF2-40B4-BE49-F238E27FC236}">
                  <a16:creationId xmlns:a16="http://schemas.microsoft.com/office/drawing/2014/main" id="{1ABF6E51-29EB-4B8B-B8CF-C6B15ACB76C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 y="2491"/>
              <a:ext cx="1633"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矩形 879623">
              <a:extLst>
                <a:ext uri="{FF2B5EF4-FFF2-40B4-BE49-F238E27FC236}">
                  <a16:creationId xmlns:a16="http://schemas.microsoft.com/office/drawing/2014/main" id="{3F14160C-37C5-4CA3-8F47-C4FFF429CC2D}"/>
                </a:ext>
              </a:extLst>
            </p:cNvPr>
            <p:cNvSpPr>
              <a:spLocks noChangeArrowheads="1"/>
            </p:cNvSpPr>
            <p:nvPr/>
          </p:nvSpPr>
          <p:spPr bwMode="auto">
            <a:xfrm>
              <a:off x="2071" y="2831"/>
              <a:ext cx="142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eaLnBrk="0" hangingPunct="0"/>
              <a:r>
                <a:rPr lang="en-US" altLang="zh-TW" sz="2400">
                  <a:latin typeface="Times New Roman" panose="02020603050405020304" pitchFamily="18" charset="0"/>
                  <a:ea typeface="PMingLiU" panose="020B0604030504040204" pitchFamily="18" charset="-120"/>
                </a:rPr>
                <a:t>Data</a:t>
              </a:r>
              <a:endParaRPr lang="en-US" altLang="zh-CN" sz="2400">
                <a:latin typeface="Times New Roman" panose="02020603050405020304" pitchFamily="18" charset="0"/>
                <a:ea typeface="PMingLiU" panose="020B0604030504040204" pitchFamily="18" charset="-120"/>
              </a:endParaRPr>
            </a:p>
            <a:p>
              <a:pPr algn="ctr" eaLnBrk="0" hangingPunct="0"/>
              <a:r>
                <a:rPr lang="en-US" altLang="zh-CN" sz="2400">
                  <a:latin typeface="Times New Roman" panose="02020603050405020304" pitchFamily="18" charset="0"/>
                  <a:ea typeface="PMingLiU" panose="020B0604030504040204" pitchFamily="18" charset="-120"/>
                </a:rPr>
                <a:t>Base</a:t>
              </a:r>
              <a:endParaRPr lang="en-US" altLang="zh-TW" sz="2400">
                <a:latin typeface="Times New Roman" panose="02020603050405020304" pitchFamily="18" charset="0"/>
                <a:ea typeface="PMingLiU" panose="020B0604030504040204" pitchFamily="18" charset="-120"/>
              </a:endParaRPr>
            </a:p>
          </p:txBody>
        </p:sp>
      </p:grpSp>
      <p:sp>
        <p:nvSpPr>
          <p:cNvPr id="879626" name="矩形 879625">
            <a:extLst>
              <a:ext uri="{FF2B5EF4-FFF2-40B4-BE49-F238E27FC236}">
                <a16:creationId xmlns:a16="http://schemas.microsoft.com/office/drawing/2014/main" id="{6BB3EC0C-142A-4129-B960-954EF0AE6910}"/>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Sld>
  <p:clrMapOvr>
    <a:masterClrMapping/>
  </p:clrMapOvr>
  <mc:AlternateContent xmlns:mc="http://schemas.openxmlformats.org/markup-compatibility/2006" xmlns:p14="http://schemas.microsoft.com/office/powerpoint/2010/main">
    <mc:Choice Requires="p14">
      <p:transition spd="slow" p14:dur="2000" advTm="45886"/>
    </mc:Choice>
    <mc:Fallback xmlns="">
      <p:transition spd="slow" advTm="4588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9621">
                                            <p:txEl>
                                              <p:pRg st="1" end="1"/>
                                            </p:txEl>
                                          </p:spTgt>
                                        </p:tgtEl>
                                        <p:attrNameLst>
                                          <p:attrName>style.visibility</p:attrName>
                                        </p:attrNameLst>
                                      </p:cBhvr>
                                      <p:to>
                                        <p:strVal val="visible"/>
                                      </p:to>
                                    </p:set>
                                    <p:animEffect transition="in" filter="wipe(left)">
                                      <p:cBhvr>
                                        <p:cTn id="7" dur="1000"/>
                                        <p:tgtEl>
                                          <p:spTgt spid="8796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2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a:extLst>
              <a:ext uri="{FF2B5EF4-FFF2-40B4-BE49-F238E27FC236}">
                <a16:creationId xmlns:a16="http://schemas.microsoft.com/office/drawing/2014/main" id="{0C26968F-2117-4F60-8CBC-6B5FACAE8F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82BEF04-6BBA-41F5-A6BE-648866EA4952}" type="slidenum">
              <a:rPr lang="zh-CN" altLang="en-US"/>
              <a:pPr/>
              <a:t>21</a:t>
            </a:fld>
            <a:endParaRPr lang="zh-CN" altLang="en-US">
              <a:latin typeface="Times New Roman" panose="02020603050405020304" pitchFamily="18" charset="0"/>
            </a:endParaRPr>
          </a:p>
        </p:txBody>
      </p:sp>
      <p:sp>
        <p:nvSpPr>
          <p:cNvPr id="790533" name="矩形 790532">
            <a:extLst>
              <a:ext uri="{FF2B5EF4-FFF2-40B4-BE49-F238E27FC236}">
                <a16:creationId xmlns:a16="http://schemas.microsoft.com/office/drawing/2014/main" id="{6F64FDFA-10DC-4135-8AB7-3034E4AD5817}"/>
              </a:ext>
            </a:extLst>
          </p:cNvPr>
          <p:cNvSpPr/>
          <p:nvPr/>
        </p:nvSpPr>
        <p:spPr>
          <a:xfrm>
            <a:off x="442913" y="1163638"/>
            <a:ext cx="8207375" cy="5338762"/>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zh-CN" altLang="en-US" sz="3000" b="1">
                <a:solidFill>
                  <a:srgbClr val="CC0000"/>
                </a:solidFill>
                <a:latin typeface="华文新魏" panose="02010800040101010101" pitchFamily="2" charset="-122"/>
                <a:ea typeface="华文新魏" panose="02010800040101010101" pitchFamily="2" charset="-122"/>
              </a:rPr>
              <a:t>          </a:t>
            </a:r>
            <a:r>
              <a:rPr lang="en-US" altLang="zh-CN" sz="3000" b="1">
                <a:solidFill>
                  <a:srgbClr val="660033"/>
                </a:solidFill>
                <a:latin typeface="华文新魏" panose="02010800040101010101" pitchFamily="2" charset="-122"/>
                <a:ea typeface="华文新魏" panose="02010800040101010101" pitchFamily="2" charset="-122"/>
              </a:rPr>
              <a:t>1.   </a:t>
            </a:r>
            <a:r>
              <a:rPr lang="zh-CN" altLang="en-US" sz="3000" b="1">
                <a:solidFill>
                  <a:srgbClr val="660033"/>
                </a:solidFill>
                <a:latin typeface="华文新魏" panose="02010800040101010101" pitchFamily="2" charset="-122"/>
                <a:ea typeface="华文新魏" panose="02010800040101010101" pitchFamily="2" charset="-122"/>
              </a:rPr>
              <a:t>数据库的概念及</a:t>
            </a:r>
            <a:r>
              <a:rPr lang="zh-CN" altLang="en-US" sz="3000" b="1">
                <a:solidFill>
                  <a:srgbClr val="003366"/>
                </a:solidFill>
                <a:latin typeface="华文新魏" panose="02010800040101010101" pitchFamily="2" charset="-122"/>
                <a:ea typeface="华文新魏" panose="02010800040101010101" pitchFamily="2" charset="-122"/>
              </a:rPr>
              <a:t>含义</a:t>
            </a:r>
            <a:endParaRPr lang="en-US" altLang="zh-CN" sz="3000" b="1">
              <a:solidFill>
                <a:srgbClr val="CC0000"/>
              </a:solidFill>
              <a:latin typeface="华文新魏" panose="02010800040101010101" pitchFamily="2" charset="-122"/>
              <a:ea typeface="华文新魏" panose="02010800040101010101" pitchFamily="2" charset="-122"/>
            </a:endParaRPr>
          </a:p>
          <a:p>
            <a:pPr>
              <a:lnSpc>
                <a:spcPct val="150000"/>
              </a:lnSpc>
              <a:spcBef>
                <a:spcPct val="20000"/>
              </a:spcBef>
              <a:buClr>
                <a:schemeClr val="folHlink"/>
              </a:buClr>
            </a:pPr>
            <a:r>
              <a:rPr lang="en-US" altLang="zh-CN" sz="2600" b="1">
                <a:latin typeface="华文中宋" panose="02010600040101010101" pitchFamily="2" charset="-122"/>
                <a:ea typeface="华文中宋" panose="02010600040101010101" pitchFamily="2" charset="-122"/>
              </a:rPr>
              <a:t>          </a:t>
            </a:r>
            <a:r>
              <a:rPr lang="zh-CN" altLang="en-US" sz="2800" b="1">
                <a:effectLst>
                  <a:outerShdw blurRad="38100" dist="38100" dir="2700000" algn="tl">
                    <a:srgbClr val="C0C0C0"/>
                  </a:outerShdw>
                </a:effectLst>
                <a:latin typeface="楷体_GB2312" pitchFamily="49" charset="-122"/>
              </a:rPr>
              <a:t>（</a:t>
            </a:r>
            <a:r>
              <a:rPr lang="en-US" altLang="zh-CN" sz="2800" b="1">
                <a:effectLst>
                  <a:outerShdw blurRad="38100" dist="38100" dir="2700000" algn="tl">
                    <a:srgbClr val="C0C0C0"/>
                  </a:outerShdw>
                </a:effectLst>
                <a:latin typeface="楷体_GB2312" pitchFamily="49" charset="-122"/>
              </a:rPr>
              <a:t>3</a:t>
            </a:r>
            <a:r>
              <a:rPr lang="zh-CN" altLang="en-US" sz="2800" b="1">
                <a:effectLst>
                  <a:outerShdw blurRad="38100" dist="38100" dir="2700000" algn="tl">
                    <a:srgbClr val="C0C0C0"/>
                  </a:outerShdw>
                </a:effectLst>
                <a:latin typeface="楷体_GB2312" pitchFamily="49" charset="-122"/>
              </a:rPr>
              <a:t>）</a:t>
            </a:r>
            <a:r>
              <a:rPr lang="zh-CN" altLang="en-US" sz="2800" b="1">
                <a:solidFill>
                  <a:srgbClr val="660033"/>
                </a:solidFill>
                <a:effectLst>
                  <a:outerShdw blurRad="38100" dist="38100" dir="2700000" algn="tl">
                    <a:srgbClr val="C0C0C0"/>
                  </a:outerShdw>
                </a:effectLst>
                <a:latin typeface="楷体_GB2312" pitchFamily="49" charset="-122"/>
              </a:rPr>
              <a:t>数据库是相关的数据集合</a:t>
            </a:r>
            <a:r>
              <a:rPr lang="zh-CN" altLang="en-US" sz="2800" b="1">
                <a:effectLst>
                  <a:outerShdw blurRad="38100" dist="38100" dir="2700000" algn="tl">
                    <a:srgbClr val="C0C0C0"/>
                  </a:outerShdw>
                </a:effectLst>
                <a:latin typeface="楷体_GB2312" pitchFamily="49" charset="-122"/>
              </a:rPr>
              <a:t>：数据库中的数据既有某特定应用领域涉及的各种基本数据，也有反映这些数据之间联系的数据，也是不可感知的数据库形体之一。</a:t>
            </a:r>
            <a:r>
              <a:rPr lang="zh-CN" altLang="en-US" sz="2600" b="1">
                <a:effectLst>
                  <a:outerShdw blurRad="38100" dist="38100" dir="2700000" algn="tl">
                    <a:srgbClr val="C0C0C0"/>
                  </a:outerShdw>
                </a:effectLst>
                <a:latin typeface="楷体_GB2312" pitchFamily="49" charset="-122"/>
              </a:rPr>
              <a:t> </a:t>
            </a:r>
          </a:p>
          <a:p>
            <a:pPr>
              <a:lnSpc>
                <a:spcPct val="150000"/>
              </a:lnSpc>
              <a:spcBef>
                <a:spcPct val="20000"/>
              </a:spcBef>
              <a:buClr>
                <a:schemeClr val="folHlink"/>
              </a:buClr>
            </a:pPr>
            <a:r>
              <a:rPr lang="zh-CN" altLang="en-US" sz="2600">
                <a:latin typeface="华文中宋" panose="02010600040101010101" pitchFamily="2" charset="-122"/>
                <a:ea typeface="华文中宋" panose="02010600040101010101" pitchFamily="2" charset="-122"/>
              </a:rPr>
              <a:t>                                                                    </a:t>
            </a:r>
            <a:r>
              <a:rPr lang="en-US" altLang="zh-CN" sz="2800">
                <a:solidFill>
                  <a:srgbClr val="CCCCFF"/>
                </a:solidFill>
                <a:latin typeface="Tahoma" panose="020B0604030504040204" pitchFamily="34" charset="0"/>
                <a:ea typeface="宋体" panose="02010600030101010101" pitchFamily="2" charset="-122"/>
              </a:rPr>
              <a:t># #</a:t>
            </a:r>
            <a:endParaRPr lang="zh-CN" altLang="en-US" sz="2800">
              <a:solidFill>
                <a:srgbClr val="CCCCFF"/>
              </a:solidFill>
              <a:latin typeface="Tahoma" panose="020B0604030504040204" pitchFamily="34" charset="0"/>
              <a:cs typeface="Tahoma" panose="020B0604030504040204" pitchFamily="34" charset="0"/>
            </a:endParaRPr>
          </a:p>
        </p:txBody>
      </p:sp>
      <p:grpSp>
        <p:nvGrpSpPr>
          <p:cNvPr id="31747" name="组合 790533">
            <a:extLst>
              <a:ext uri="{FF2B5EF4-FFF2-40B4-BE49-F238E27FC236}">
                <a16:creationId xmlns:a16="http://schemas.microsoft.com/office/drawing/2014/main" id="{42D75AEA-7051-4A13-B205-F5DD0A285EDD}"/>
              </a:ext>
            </a:extLst>
          </p:cNvPr>
          <p:cNvGrpSpPr>
            <a:grpSpLocks/>
          </p:cNvGrpSpPr>
          <p:nvPr/>
        </p:nvGrpSpPr>
        <p:grpSpPr bwMode="auto">
          <a:xfrm>
            <a:off x="3132138" y="4508500"/>
            <a:ext cx="2592387" cy="1506538"/>
            <a:chOff x="1973" y="2491"/>
            <a:chExt cx="1633" cy="949"/>
          </a:xfrm>
        </p:grpSpPr>
        <p:pic>
          <p:nvPicPr>
            <p:cNvPr id="31748" name="图片 790534">
              <a:extLst>
                <a:ext uri="{FF2B5EF4-FFF2-40B4-BE49-F238E27FC236}">
                  <a16:creationId xmlns:a16="http://schemas.microsoft.com/office/drawing/2014/main" id="{6CA7FECA-73C3-448B-8393-E9E77F6EEBD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 y="2491"/>
              <a:ext cx="1633"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矩形 790535">
              <a:extLst>
                <a:ext uri="{FF2B5EF4-FFF2-40B4-BE49-F238E27FC236}">
                  <a16:creationId xmlns:a16="http://schemas.microsoft.com/office/drawing/2014/main" id="{BC9FF478-5B68-4DCA-AC11-AB50CEE29464}"/>
                </a:ext>
              </a:extLst>
            </p:cNvPr>
            <p:cNvSpPr>
              <a:spLocks noChangeArrowheads="1"/>
            </p:cNvSpPr>
            <p:nvPr/>
          </p:nvSpPr>
          <p:spPr bwMode="auto">
            <a:xfrm>
              <a:off x="2071" y="2831"/>
              <a:ext cx="142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eaLnBrk="0" hangingPunct="0"/>
              <a:r>
                <a:rPr lang="en-US" altLang="zh-TW" sz="2400">
                  <a:latin typeface="Times New Roman" panose="02020603050405020304" pitchFamily="18" charset="0"/>
                  <a:ea typeface="PMingLiU" panose="020B0604030504040204" pitchFamily="18" charset="-120"/>
                </a:rPr>
                <a:t>Data</a:t>
              </a:r>
              <a:endParaRPr lang="en-US" altLang="zh-CN" sz="2400">
                <a:latin typeface="Times New Roman" panose="02020603050405020304" pitchFamily="18" charset="0"/>
                <a:ea typeface="PMingLiU" panose="020B0604030504040204" pitchFamily="18" charset="-120"/>
              </a:endParaRPr>
            </a:p>
            <a:p>
              <a:pPr algn="ctr" eaLnBrk="0" hangingPunct="0"/>
              <a:r>
                <a:rPr lang="en-US" altLang="zh-CN" sz="2400">
                  <a:latin typeface="Times New Roman" panose="02020603050405020304" pitchFamily="18" charset="0"/>
                  <a:ea typeface="PMingLiU" panose="020B0604030504040204" pitchFamily="18" charset="-120"/>
                </a:rPr>
                <a:t>Base</a:t>
              </a:r>
              <a:endParaRPr lang="en-US" altLang="zh-TW" sz="2400">
                <a:latin typeface="Times New Roman" panose="02020603050405020304" pitchFamily="18" charset="0"/>
                <a:ea typeface="PMingLiU" panose="020B0604030504040204" pitchFamily="18" charset="-120"/>
              </a:endParaRPr>
            </a:p>
          </p:txBody>
        </p:sp>
      </p:grpSp>
      <p:sp>
        <p:nvSpPr>
          <p:cNvPr id="790538" name="矩形 790537">
            <a:extLst>
              <a:ext uri="{FF2B5EF4-FFF2-40B4-BE49-F238E27FC236}">
                <a16:creationId xmlns:a16="http://schemas.microsoft.com/office/drawing/2014/main" id="{1CFEB8AF-B76D-49C3-A0EA-AFE3B433274D}"/>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Sld>
  <p:clrMapOvr>
    <a:masterClrMapping/>
  </p:clrMapOvr>
  <mc:AlternateContent xmlns:mc="http://schemas.openxmlformats.org/markup-compatibility/2006" xmlns:p14="http://schemas.microsoft.com/office/powerpoint/2010/main">
    <mc:Choice Requires="p14">
      <p:transition spd="slow" p14:dur="2000" advTm="37322"/>
    </mc:Choice>
    <mc:Fallback xmlns="">
      <p:transition spd="slow" advTm="3732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90533">
                                            <p:txEl>
                                              <p:pRg st="1" end="1"/>
                                            </p:txEl>
                                          </p:spTgt>
                                        </p:tgtEl>
                                        <p:attrNameLst>
                                          <p:attrName>style.visibility</p:attrName>
                                        </p:attrNameLst>
                                      </p:cBhvr>
                                      <p:to>
                                        <p:strVal val="visible"/>
                                      </p:to>
                                    </p:set>
                                    <p:animEffect transition="in" filter="wipe(up)">
                                      <p:cBhvr>
                                        <p:cTn id="7" dur="1000"/>
                                        <p:tgtEl>
                                          <p:spTgt spid="7905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a:extLst>
              <a:ext uri="{FF2B5EF4-FFF2-40B4-BE49-F238E27FC236}">
                <a16:creationId xmlns:a16="http://schemas.microsoft.com/office/drawing/2014/main" id="{EBE90EFD-5564-45BA-A8AF-337D7EF6F0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102D0BE-F1FD-45E1-9A3C-1E37041D3C89}" type="slidenum">
              <a:rPr lang="zh-CN" altLang="en-US"/>
              <a:pPr/>
              <a:t>22</a:t>
            </a:fld>
            <a:endParaRPr lang="zh-CN" altLang="en-US">
              <a:latin typeface="Times New Roman" panose="02020603050405020304" pitchFamily="18" charset="0"/>
            </a:endParaRPr>
          </a:p>
        </p:txBody>
      </p:sp>
      <p:sp>
        <p:nvSpPr>
          <p:cNvPr id="903173" name="矩形 903172">
            <a:extLst>
              <a:ext uri="{FF2B5EF4-FFF2-40B4-BE49-F238E27FC236}">
                <a16:creationId xmlns:a16="http://schemas.microsoft.com/office/drawing/2014/main" id="{F511D795-172B-4E2A-8FEC-BC11172DDF58}"/>
              </a:ext>
            </a:extLst>
          </p:cNvPr>
          <p:cNvSpPr/>
          <p:nvPr/>
        </p:nvSpPr>
        <p:spPr>
          <a:xfrm>
            <a:off x="468313" y="1052513"/>
            <a:ext cx="8207375" cy="757237"/>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50000"/>
              </a:lnSpc>
              <a:spcBef>
                <a:spcPct val="40000"/>
              </a:spcBef>
            </a:pPr>
            <a:r>
              <a:rPr lang="en-US" altLang="zh-CN" sz="3000" noProof="1">
                <a:solidFill>
                  <a:srgbClr val="660033"/>
                </a:solidFill>
                <a:ea typeface="华文新魏" panose="0201080004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数据库与文件系统的区别</a:t>
            </a:r>
            <a:r>
              <a:rPr lang="en-US" altLang="zh-CN" sz="3000" noProof="1">
                <a:solidFill>
                  <a:srgbClr val="660066"/>
                </a:solidFill>
                <a:latin typeface="华文中宋" panose="02010600040101010101" pitchFamily="2" charset="-122"/>
                <a:ea typeface="华文中宋" panose="02010600040101010101" pitchFamily="2" charset="-122"/>
              </a:rPr>
              <a:t>    </a:t>
            </a:r>
            <a:endParaRPr lang="zh-CN" altLang="en-US" noProof="1"/>
          </a:p>
        </p:txBody>
      </p:sp>
      <p:sp>
        <p:nvSpPr>
          <p:cNvPr id="903174" name="矩形 903173">
            <a:extLst>
              <a:ext uri="{FF2B5EF4-FFF2-40B4-BE49-F238E27FC236}">
                <a16:creationId xmlns:a16="http://schemas.microsoft.com/office/drawing/2014/main" id="{9B8DC2D9-46EC-4077-BAA9-047609D16665}"/>
              </a:ext>
            </a:extLst>
          </p:cNvPr>
          <p:cNvSpPr/>
          <p:nvPr/>
        </p:nvSpPr>
        <p:spPr>
          <a:xfrm>
            <a:off x="539750" y="1819275"/>
            <a:ext cx="8234363" cy="1208088"/>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zh-CN" altLang="en-US" noProof="1"/>
              <a:t>          </a:t>
            </a:r>
            <a:r>
              <a:rPr lang="zh-CN" altLang="en-US" b="1" noProof="1">
                <a:effectLst>
                  <a:outerShdw blurRad="38100" dist="38100" dir="2700000">
                    <a:srgbClr val="C0C0C0"/>
                  </a:outerShdw>
                </a:effectLst>
                <a:ea typeface="楷体_GB2312" pitchFamily="49" charset="-122"/>
              </a:rPr>
              <a:t>文件系统是通过把它所管理的程序和数据组织成一系列文件来实现对程序和数据的管理的。</a:t>
            </a:r>
          </a:p>
        </p:txBody>
      </p:sp>
      <p:grpSp>
        <p:nvGrpSpPr>
          <p:cNvPr id="903196" name="组合 903195">
            <a:extLst>
              <a:ext uri="{FF2B5EF4-FFF2-40B4-BE49-F238E27FC236}">
                <a16:creationId xmlns:a16="http://schemas.microsoft.com/office/drawing/2014/main" id="{AE9CC8AA-0B2A-4397-94DE-A01A04B45E83}"/>
              </a:ext>
            </a:extLst>
          </p:cNvPr>
          <p:cNvGrpSpPr>
            <a:grpSpLocks/>
          </p:cNvGrpSpPr>
          <p:nvPr/>
        </p:nvGrpSpPr>
        <p:grpSpPr bwMode="auto">
          <a:xfrm>
            <a:off x="1042988" y="3030538"/>
            <a:ext cx="7345362" cy="3454400"/>
            <a:chOff x="657" y="1909"/>
            <a:chExt cx="4627" cy="2176"/>
          </a:xfrm>
        </p:grpSpPr>
        <p:grpSp>
          <p:nvGrpSpPr>
            <p:cNvPr id="32773" name="组合 903174">
              <a:extLst>
                <a:ext uri="{FF2B5EF4-FFF2-40B4-BE49-F238E27FC236}">
                  <a16:creationId xmlns:a16="http://schemas.microsoft.com/office/drawing/2014/main" id="{19F473D8-B1AF-4901-AC69-872B91E58CEF}"/>
                </a:ext>
              </a:extLst>
            </p:cNvPr>
            <p:cNvGrpSpPr>
              <a:grpSpLocks/>
            </p:cNvGrpSpPr>
            <p:nvPr/>
          </p:nvGrpSpPr>
          <p:grpSpPr bwMode="auto">
            <a:xfrm>
              <a:off x="657" y="1909"/>
              <a:ext cx="4627" cy="2176"/>
              <a:chOff x="476" y="1117"/>
              <a:chExt cx="4627" cy="2176"/>
            </a:xfrm>
          </p:grpSpPr>
          <p:sp>
            <p:nvSpPr>
              <p:cNvPr id="903176" name="流程图: 文档 903175">
                <a:extLst>
                  <a:ext uri="{FF2B5EF4-FFF2-40B4-BE49-F238E27FC236}">
                    <a16:creationId xmlns:a16="http://schemas.microsoft.com/office/drawing/2014/main" id="{497943AB-05E8-4414-AA77-6F06DAB20A7A}"/>
                  </a:ext>
                </a:extLst>
              </p:cNvPr>
              <p:cNvSpPr/>
              <p:nvPr/>
            </p:nvSpPr>
            <p:spPr>
              <a:xfrm>
                <a:off x="476" y="1570"/>
                <a:ext cx="1179" cy="363"/>
              </a:xfrm>
              <a:prstGeom prst="flowChartDocument">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学生信息</a:t>
                </a:r>
              </a:p>
            </p:txBody>
          </p:sp>
          <p:sp>
            <p:nvSpPr>
              <p:cNvPr id="903177" name="流程图: 文档 903176">
                <a:extLst>
                  <a:ext uri="{FF2B5EF4-FFF2-40B4-BE49-F238E27FC236}">
                    <a16:creationId xmlns:a16="http://schemas.microsoft.com/office/drawing/2014/main" id="{14519595-9092-44C7-B643-C12FCEC800DC}"/>
                  </a:ext>
                </a:extLst>
              </p:cNvPr>
              <p:cNvSpPr/>
              <p:nvPr/>
            </p:nvSpPr>
            <p:spPr>
              <a:xfrm>
                <a:off x="476" y="2205"/>
                <a:ext cx="1179" cy="363"/>
              </a:xfrm>
              <a:prstGeom prst="flowChartDocument">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成绩信息</a:t>
                </a:r>
              </a:p>
            </p:txBody>
          </p:sp>
          <p:sp>
            <p:nvSpPr>
              <p:cNvPr id="903178" name="流程图: 文档 903177">
                <a:extLst>
                  <a:ext uri="{FF2B5EF4-FFF2-40B4-BE49-F238E27FC236}">
                    <a16:creationId xmlns:a16="http://schemas.microsoft.com/office/drawing/2014/main" id="{DF62BBF9-83E1-4901-91E2-EB08F72B4E8E}"/>
                  </a:ext>
                </a:extLst>
              </p:cNvPr>
              <p:cNvSpPr/>
              <p:nvPr/>
            </p:nvSpPr>
            <p:spPr>
              <a:xfrm>
                <a:off x="476" y="2840"/>
                <a:ext cx="1179" cy="363"/>
              </a:xfrm>
              <a:prstGeom prst="flowChartDocument">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课程信息</a:t>
                </a:r>
              </a:p>
            </p:txBody>
          </p:sp>
          <p:sp>
            <p:nvSpPr>
              <p:cNvPr id="32777" name="直接连接符 903178">
                <a:extLst>
                  <a:ext uri="{FF2B5EF4-FFF2-40B4-BE49-F238E27FC236}">
                    <a16:creationId xmlns:a16="http://schemas.microsoft.com/office/drawing/2014/main" id="{06266286-4D7F-4647-AF1B-B61957F80AF8}"/>
                  </a:ext>
                </a:extLst>
              </p:cNvPr>
              <p:cNvSpPr>
                <a:spLocks noChangeShapeType="1"/>
              </p:cNvSpPr>
              <p:nvPr/>
            </p:nvSpPr>
            <p:spPr bwMode="auto">
              <a:xfrm>
                <a:off x="1655" y="1706"/>
                <a:ext cx="108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3180" name="矩形 903179">
                <a:extLst>
                  <a:ext uri="{FF2B5EF4-FFF2-40B4-BE49-F238E27FC236}">
                    <a16:creationId xmlns:a16="http://schemas.microsoft.com/office/drawing/2014/main" id="{4C91AE1D-29C1-4E41-B158-D138B893E158}"/>
                  </a:ext>
                </a:extLst>
              </p:cNvPr>
              <p:cNvSpPr/>
              <p:nvPr/>
            </p:nvSpPr>
            <p:spPr>
              <a:xfrm>
                <a:off x="2744" y="1525"/>
                <a:ext cx="1180" cy="363"/>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学生信息查询</a:t>
                </a:r>
              </a:p>
            </p:txBody>
          </p:sp>
          <p:sp>
            <p:nvSpPr>
              <p:cNvPr id="32779" name="直接连接符 903180">
                <a:extLst>
                  <a:ext uri="{FF2B5EF4-FFF2-40B4-BE49-F238E27FC236}">
                    <a16:creationId xmlns:a16="http://schemas.microsoft.com/office/drawing/2014/main" id="{D6B423E5-304C-4A27-BD04-5D301E77F36A}"/>
                  </a:ext>
                </a:extLst>
              </p:cNvPr>
              <p:cNvSpPr>
                <a:spLocks noChangeShapeType="1"/>
              </p:cNvSpPr>
              <p:nvPr/>
            </p:nvSpPr>
            <p:spPr bwMode="auto">
              <a:xfrm>
                <a:off x="1655" y="2341"/>
                <a:ext cx="108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3182" name="矩形 903181">
                <a:extLst>
                  <a:ext uri="{FF2B5EF4-FFF2-40B4-BE49-F238E27FC236}">
                    <a16:creationId xmlns:a16="http://schemas.microsoft.com/office/drawing/2014/main" id="{EF73B478-611B-4257-AE0A-954C2530975C}"/>
                  </a:ext>
                </a:extLst>
              </p:cNvPr>
              <p:cNvSpPr/>
              <p:nvPr/>
            </p:nvSpPr>
            <p:spPr>
              <a:xfrm>
                <a:off x="2744" y="2205"/>
                <a:ext cx="1179" cy="409"/>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学生成绩查询</a:t>
                </a:r>
              </a:p>
            </p:txBody>
          </p:sp>
          <p:sp>
            <p:nvSpPr>
              <p:cNvPr id="32781" name="直接连接符 903182">
                <a:extLst>
                  <a:ext uri="{FF2B5EF4-FFF2-40B4-BE49-F238E27FC236}">
                    <a16:creationId xmlns:a16="http://schemas.microsoft.com/office/drawing/2014/main" id="{A85F9998-0211-4E30-9A03-417768282DC0}"/>
                  </a:ext>
                </a:extLst>
              </p:cNvPr>
              <p:cNvSpPr>
                <a:spLocks noChangeShapeType="1"/>
              </p:cNvSpPr>
              <p:nvPr/>
            </p:nvSpPr>
            <p:spPr bwMode="auto">
              <a:xfrm>
                <a:off x="1655" y="2976"/>
                <a:ext cx="1044"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3184" name="矩形 903183">
                <a:extLst>
                  <a:ext uri="{FF2B5EF4-FFF2-40B4-BE49-F238E27FC236}">
                    <a16:creationId xmlns:a16="http://schemas.microsoft.com/office/drawing/2014/main" id="{BB80DC92-5D0E-42BB-997E-2D3F08B333FF}"/>
                  </a:ext>
                </a:extLst>
              </p:cNvPr>
              <p:cNvSpPr/>
              <p:nvPr/>
            </p:nvSpPr>
            <p:spPr>
              <a:xfrm>
                <a:off x="2699" y="2795"/>
                <a:ext cx="1224" cy="408"/>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课程信息查询</a:t>
                </a:r>
              </a:p>
            </p:txBody>
          </p:sp>
          <p:sp>
            <p:nvSpPr>
              <p:cNvPr id="32783" name="直接连接符 903184">
                <a:extLst>
                  <a:ext uri="{FF2B5EF4-FFF2-40B4-BE49-F238E27FC236}">
                    <a16:creationId xmlns:a16="http://schemas.microsoft.com/office/drawing/2014/main" id="{C1A4CDB0-8049-487E-A028-7A07DA4D6BCB}"/>
                  </a:ext>
                </a:extLst>
              </p:cNvPr>
              <p:cNvSpPr>
                <a:spLocks noChangeShapeType="1"/>
              </p:cNvSpPr>
              <p:nvPr/>
            </p:nvSpPr>
            <p:spPr bwMode="auto">
              <a:xfrm>
                <a:off x="3923" y="1706"/>
                <a:ext cx="49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3186" name="Document">
                <a:extLst>
                  <a:ext uri="{FF2B5EF4-FFF2-40B4-BE49-F238E27FC236}">
                    <a16:creationId xmlns:a16="http://schemas.microsoft.com/office/drawing/2014/main" id="{EC153C24-1B51-4B66-90DA-99C59A0CAF96}"/>
                  </a:ext>
                </a:extLst>
              </p:cNvPr>
              <p:cNvSpPr>
                <a:spLocks noEditPoints="1"/>
              </p:cNvSpPr>
              <p:nvPr/>
            </p:nvSpPr>
            <p:spPr>
              <a:xfrm>
                <a:off x="4422" y="148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2785" name="直接连接符 903186">
                <a:extLst>
                  <a:ext uri="{FF2B5EF4-FFF2-40B4-BE49-F238E27FC236}">
                    <a16:creationId xmlns:a16="http://schemas.microsoft.com/office/drawing/2014/main" id="{AA2D326C-CA0D-4A1F-9879-819A7E95E3A6}"/>
                  </a:ext>
                </a:extLst>
              </p:cNvPr>
              <p:cNvSpPr>
                <a:spLocks noChangeShapeType="1"/>
              </p:cNvSpPr>
              <p:nvPr/>
            </p:nvSpPr>
            <p:spPr bwMode="auto">
              <a:xfrm>
                <a:off x="3923" y="2387"/>
                <a:ext cx="49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3188" name="Document">
                <a:extLst>
                  <a:ext uri="{FF2B5EF4-FFF2-40B4-BE49-F238E27FC236}">
                    <a16:creationId xmlns:a16="http://schemas.microsoft.com/office/drawing/2014/main" id="{2E0AF346-BE97-44D9-AB88-C970DBDDA08D}"/>
                  </a:ext>
                </a:extLst>
              </p:cNvPr>
              <p:cNvSpPr>
                <a:spLocks noEditPoints="1"/>
              </p:cNvSpPr>
              <p:nvPr/>
            </p:nvSpPr>
            <p:spPr>
              <a:xfrm>
                <a:off x="4422" y="2205"/>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2787" name="直接连接符 903188">
                <a:extLst>
                  <a:ext uri="{FF2B5EF4-FFF2-40B4-BE49-F238E27FC236}">
                    <a16:creationId xmlns:a16="http://schemas.microsoft.com/office/drawing/2014/main" id="{E53E2CD2-76F8-4C51-AD4D-92AF73E7103A}"/>
                  </a:ext>
                </a:extLst>
              </p:cNvPr>
              <p:cNvSpPr>
                <a:spLocks noChangeShapeType="1"/>
              </p:cNvSpPr>
              <p:nvPr/>
            </p:nvSpPr>
            <p:spPr bwMode="auto">
              <a:xfrm>
                <a:off x="3923" y="2976"/>
                <a:ext cx="49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3190" name="Document">
                <a:extLst>
                  <a:ext uri="{FF2B5EF4-FFF2-40B4-BE49-F238E27FC236}">
                    <a16:creationId xmlns:a16="http://schemas.microsoft.com/office/drawing/2014/main" id="{8F6CD105-4F50-4D9C-86BA-F3ED7564A0D2}"/>
                  </a:ext>
                </a:extLst>
              </p:cNvPr>
              <p:cNvSpPr>
                <a:spLocks noEditPoints="1"/>
              </p:cNvSpPr>
              <p:nvPr/>
            </p:nvSpPr>
            <p:spPr>
              <a:xfrm>
                <a:off x="4422" y="284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2789" name="文本框 903190">
                <a:extLst>
                  <a:ext uri="{FF2B5EF4-FFF2-40B4-BE49-F238E27FC236}">
                    <a16:creationId xmlns:a16="http://schemas.microsoft.com/office/drawing/2014/main" id="{3D59A66E-6FE1-4A76-BBDB-42F6908A2465}"/>
                  </a:ext>
                </a:extLst>
              </p:cNvPr>
              <p:cNvSpPr txBox="1">
                <a:spLocks noChangeArrowheads="1"/>
              </p:cNvSpPr>
              <p:nvPr/>
            </p:nvSpPr>
            <p:spPr bwMode="auto">
              <a:xfrm>
                <a:off x="748" y="1162"/>
                <a:ext cx="907" cy="2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文件</a:t>
                </a:r>
              </a:p>
            </p:txBody>
          </p:sp>
          <p:sp>
            <p:nvSpPr>
              <p:cNvPr id="32790" name="文本框 903191">
                <a:extLst>
                  <a:ext uri="{FF2B5EF4-FFF2-40B4-BE49-F238E27FC236}">
                    <a16:creationId xmlns:a16="http://schemas.microsoft.com/office/drawing/2014/main" id="{2E773825-A42F-4FF9-BED1-F65D9EB2D0E7}"/>
                  </a:ext>
                </a:extLst>
              </p:cNvPr>
              <p:cNvSpPr txBox="1">
                <a:spLocks noChangeArrowheads="1"/>
              </p:cNvSpPr>
              <p:nvPr/>
            </p:nvSpPr>
            <p:spPr bwMode="auto">
              <a:xfrm>
                <a:off x="2925" y="1117"/>
                <a:ext cx="1043" cy="2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应用程序</a:t>
                </a:r>
              </a:p>
            </p:txBody>
          </p:sp>
          <p:sp>
            <p:nvSpPr>
              <p:cNvPr id="32791" name="文本框 903192">
                <a:extLst>
                  <a:ext uri="{FF2B5EF4-FFF2-40B4-BE49-F238E27FC236}">
                    <a16:creationId xmlns:a16="http://schemas.microsoft.com/office/drawing/2014/main" id="{BEB34EE6-8A0D-4DE5-8951-DAF347EFFC32}"/>
                  </a:ext>
                </a:extLst>
              </p:cNvPr>
              <p:cNvSpPr txBox="1">
                <a:spLocks noChangeArrowheads="1"/>
              </p:cNvSpPr>
              <p:nvPr/>
            </p:nvSpPr>
            <p:spPr bwMode="auto">
              <a:xfrm>
                <a:off x="4513" y="1117"/>
                <a:ext cx="590" cy="2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用户</a:t>
                </a:r>
              </a:p>
            </p:txBody>
          </p:sp>
        </p:grpSp>
        <p:sp>
          <p:nvSpPr>
            <p:cNvPr id="903194" name="椭圆 903193">
              <a:extLst>
                <a:ext uri="{FF2B5EF4-FFF2-40B4-BE49-F238E27FC236}">
                  <a16:creationId xmlns:a16="http://schemas.microsoft.com/office/drawing/2014/main" id="{7A91C5F9-F793-404F-9F4E-239392360834}"/>
                </a:ext>
              </a:extLst>
            </p:cNvPr>
            <p:cNvSpPr/>
            <p:nvPr/>
          </p:nvSpPr>
          <p:spPr>
            <a:xfrm>
              <a:off x="2108" y="2341"/>
              <a:ext cx="499" cy="1678"/>
            </a:xfrm>
            <a:prstGeom prst="ellipse">
              <a:avLst/>
            </a:prstGeom>
            <a:solidFill>
              <a:srgbClr val="CCECFF"/>
            </a:solidFill>
            <a:ln w="9525" cap="flat" cmpd="sng">
              <a:solidFill>
                <a:srgbClr val="000000"/>
              </a:solidFill>
              <a:prstDash val="solid"/>
              <a:miter/>
              <a:headEnd type="none" w="med" len="med"/>
              <a:tailEnd type="none" w="med" len="med"/>
            </a:ln>
            <a:effectLst>
              <a:outerShdw dist="3592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文</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件</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系</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统</a:t>
              </a:r>
            </a:p>
          </p:txBody>
        </p:sp>
      </p:grpSp>
      <p:sp>
        <p:nvSpPr>
          <p:cNvPr id="903195" name="矩形 903194">
            <a:extLst>
              <a:ext uri="{FF2B5EF4-FFF2-40B4-BE49-F238E27FC236}">
                <a16:creationId xmlns:a16="http://schemas.microsoft.com/office/drawing/2014/main" id="{37779466-8816-4EEA-B24A-22D2A8E8DD38}"/>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1755"/>
    </mc:Choice>
    <mc:Fallback xmlns="">
      <p:transition spd="slow" advTm="5175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3174">
                                            <p:txEl>
                                              <p:pRg st="0" end="0"/>
                                            </p:txEl>
                                          </p:spTgt>
                                        </p:tgtEl>
                                        <p:attrNameLst>
                                          <p:attrName>style.visibility</p:attrName>
                                        </p:attrNameLst>
                                      </p:cBhvr>
                                      <p:to>
                                        <p:strVal val="visible"/>
                                      </p:to>
                                    </p:set>
                                    <p:animEffect transition="in" filter="wipe(left)">
                                      <p:cBhvr>
                                        <p:cTn id="7" dur="1000"/>
                                        <p:tgtEl>
                                          <p:spTgt spid="903174">
                                            <p:txEl>
                                              <p:pRg st="0" end="0"/>
                                            </p:txEl>
                                          </p:spTgt>
                                        </p:tgtEl>
                                      </p:cBhvr>
                                    </p:animEffect>
                                  </p:childTnLst>
                                </p:cTn>
                              </p:par>
                            </p:childTnLst>
                          </p:cTn>
                        </p:par>
                        <p:par>
                          <p:cTn id="8" fill="hold" nodeType="afterGroup">
                            <p:stCondLst>
                              <p:cond delay="1000"/>
                            </p:stCondLst>
                            <p:childTnLst>
                              <p:par>
                                <p:cTn id="9" presetID="4" presetClass="entr" presetSubtype="16" fill="hold" nodeType="afterEffect">
                                  <p:stCondLst>
                                    <p:cond delay="0"/>
                                  </p:stCondLst>
                                  <p:childTnLst>
                                    <p:set>
                                      <p:cBhvr>
                                        <p:cTn id="10" dur="1" fill="hold">
                                          <p:stCondLst>
                                            <p:cond delay="0"/>
                                          </p:stCondLst>
                                        </p:cTn>
                                        <p:tgtEl>
                                          <p:spTgt spid="903196"/>
                                        </p:tgtEl>
                                        <p:attrNameLst>
                                          <p:attrName>style.visibility</p:attrName>
                                        </p:attrNameLst>
                                      </p:cBhvr>
                                      <p:to>
                                        <p:strVal val="visible"/>
                                      </p:to>
                                    </p:set>
                                    <p:animEffect transition="in" filter="box(in)">
                                      <p:cBhvr>
                                        <p:cTn id="11" dur="2000"/>
                                        <p:tgtEl>
                                          <p:spTgt spid="903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7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a:extLst>
              <a:ext uri="{FF2B5EF4-FFF2-40B4-BE49-F238E27FC236}">
                <a16:creationId xmlns:a16="http://schemas.microsoft.com/office/drawing/2014/main" id="{01926BFB-AB35-48A6-BFA6-39E3A78D6B1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7B97BAD-A30B-45BB-9AA2-2BE77476CE2A}" type="slidenum">
              <a:rPr lang="zh-CN" altLang="en-US"/>
              <a:pPr/>
              <a:t>23</a:t>
            </a:fld>
            <a:endParaRPr lang="zh-CN" altLang="en-US">
              <a:latin typeface="Times New Roman" panose="02020603050405020304" pitchFamily="18" charset="0"/>
            </a:endParaRPr>
          </a:p>
        </p:txBody>
      </p:sp>
      <p:sp>
        <p:nvSpPr>
          <p:cNvPr id="904198" name="矩形 904197">
            <a:extLst>
              <a:ext uri="{FF2B5EF4-FFF2-40B4-BE49-F238E27FC236}">
                <a16:creationId xmlns:a16="http://schemas.microsoft.com/office/drawing/2014/main" id="{295C33DA-78CB-4653-962A-32ABFEDC2DED}"/>
              </a:ext>
            </a:extLst>
          </p:cNvPr>
          <p:cNvSpPr/>
          <p:nvPr/>
        </p:nvSpPr>
        <p:spPr>
          <a:xfrm>
            <a:off x="611188" y="1690688"/>
            <a:ext cx="7993062" cy="202565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10000"/>
              </a:lnSpc>
              <a:spcBef>
                <a:spcPct val="5000"/>
              </a:spcBef>
              <a:buFont typeface="Wingdings" panose="05000000000000000000" pitchFamily="2" charset="2"/>
              <a:buChar char="n"/>
            </a:pPr>
            <a:r>
              <a:rPr lang="zh-CN" altLang="en-US" sz="2600" b="1" noProof="1">
                <a:effectLst>
                  <a:outerShdw blurRad="38100" dist="38100" dir="2700000">
                    <a:srgbClr val="C0C0C0"/>
                  </a:outerShdw>
                </a:effectLst>
                <a:ea typeface="楷体_GB2312" pitchFamily="49" charset="-122"/>
              </a:rPr>
              <a:t>文件系统中的数据是非结构化或半结构化的；</a:t>
            </a:r>
            <a:endParaRPr lang="en-US" altLang="zh-CN" sz="2600" b="1" noProof="1">
              <a:effectLst>
                <a:outerShdw blurRad="38100" dist="38100" dir="2700000">
                  <a:srgbClr val="C0C0C0"/>
                </a:outerShdw>
              </a:effectLst>
              <a:ea typeface="楷体_GB2312" pitchFamily="49" charset="-122"/>
            </a:endParaRPr>
          </a:p>
          <a:p>
            <a:pPr>
              <a:lnSpc>
                <a:spcPct val="110000"/>
              </a:lnSpc>
              <a:spcBef>
                <a:spcPct val="5000"/>
              </a:spcBef>
              <a:buFont typeface="Wingdings" panose="05000000000000000000" pitchFamily="2" charset="2"/>
              <a:buChar char="n"/>
            </a:pPr>
            <a:r>
              <a:rPr lang="zh-CN" altLang="en-US" sz="2600" b="1" noProof="1">
                <a:solidFill>
                  <a:srgbClr val="003366"/>
                </a:solidFill>
                <a:effectLst>
                  <a:outerShdw blurRad="38100" dist="38100" dir="2700000">
                    <a:srgbClr val="C0C0C0"/>
                  </a:outerShdw>
                </a:effectLst>
                <a:ea typeface="楷体_GB2312" pitchFamily="49" charset="-122"/>
              </a:rPr>
              <a:t>文件系统中的数据</a:t>
            </a:r>
            <a:r>
              <a:rPr lang="zh-CN" altLang="en-US" sz="2600" b="1" noProof="1">
                <a:effectLst>
                  <a:outerShdw blurRad="38100" dist="38100" dir="2700000">
                    <a:srgbClr val="C0C0C0"/>
                  </a:outerShdw>
                </a:effectLst>
                <a:ea typeface="楷体_GB2312" pitchFamily="49" charset="-122"/>
              </a:rPr>
              <a:t>是面向某一专门程序和个别应用的，大多没有提供多个用户共享的机制；</a:t>
            </a:r>
          </a:p>
          <a:p>
            <a:pPr>
              <a:lnSpc>
                <a:spcPct val="110000"/>
              </a:lnSpc>
              <a:spcBef>
                <a:spcPct val="5000"/>
              </a:spcBef>
              <a:buFont typeface="Wingdings" panose="05000000000000000000" pitchFamily="2" charset="2"/>
              <a:buChar char="n"/>
            </a:pPr>
            <a:r>
              <a:rPr lang="zh-CN" altLang="en-US" sz="2600" b="1" noProof="1">
                <a:solidFill>
                  <a:srgbClr val="006666"/>
                </a:solidFill>
                <a:effectLst>
                  <a:outerShdw blurRad="38100" dist="38100" dir="2700000">
                    <a:srgbClr val="C0C0C0"/>
                  </a:outerShdw>
                </a:effectLst>
                <a:ea typeface="楷体_GB2312" pitchFamily="49" charset="-122"/>
              </a:rPr>
              <a:t>文件系统中的数据</a:t>
            </a:r>
            <a:r>
              <a:rPr lang="zh-CN" altLang="en-US" sz="2600" b="1" noProof="1">
                <a:effectLst>
                  <a:outerShdw blurRad="38100" dist="38100" dir="2700000">
                    <a:srgbClr val="C0C0C0"/>
                  </a:outerShdw>
                </a:effectLst>
                <a:ea typeface="楷体_GB2312" pitchFamily="49" charset="-122"/>
              </a:rPr>
              <a:t>是分离的、独立的、可重复的。</a:t>
            </a:r>
          </a:p>
        </p:txBody>
      </p:sp>
      <p:grpSp>
        <p:nvGrpSpPr>
          <p:cNvPr id="33795" name="组合 904198">
            <a:extLst>
              <a:ext uri="{FF2B5EF4-FFF2-40B4-BE49-F238E27FC236}">
                <a16:creationId xmlns:a16="http://schemas.microsoft.com/office/drawing/2014/main" id="{E0834F6A-C5E2-44F1-8BFD-D42DC3F947AC}"/>
              </a:ext>
            </a:extLst>
          </p:cNvPr>
          <p:cNvGrpSpPr>
            <a:grpSpLocks/>
          </p:cNvGrpSpPr>
          <p:nvPr/>
        </p:nvGrpSpPr>
        <p:grpSpPr bwMode="auto">
          <a:xfrm>
            <a:off x="1042988" y="3502025"/>
            <a:ext cx="7345362" cy="3022600"/>
            <a:chOff x="657" y="1933"/>
            <a:chExt cx="4627" cy="2176"/>
          </a:xfrm>
        </p:grpSpPr>
        <p:grpSp>
          <p:nvGrpSpPr>
            <p:cNvPr id="33796" name="组合 904199">
              <a:extLst>
                <a:ext uri="{FF2B5EF4-FFF2-40B4-BE49-F238E27FC236}">
                  <a16:creationId xmlns:a16="http://schemas.microsoft.com/office/drawing/2014/main" id="{1C40009C-E36F-467C-8941-A7802F557B01}"/>
                </a:ext>
              </a:extLst>
            </p:cNvPr>
            <p:cNvGrpSpPr>
              <a:grpSpLocks/>
            </p:cNvGrpSpPr>
            <p:nvPr/>
          </p:nvGrpSpPr>
          <p:grpSpPr bwMode="auto">
            <a:xfrm>
              <a:off x="657" y="1933"/>
              <a:ext cx="4627" cy="2176"/>
              <a:chOff x="476" y="1117"/>
              <a:chExt cx="4627" cy="2176"/>
            </a:xfrm>
          </p:grpSpPr>
          <p:sp>
            <p:nvSpPr>
              <p:cNvPr id="904201" name="流程图: 文档 904200">
                <a:extLst>
                  <a:ext uri="{FF2B5EF4-FFF2-40B4-BE49-F238E27FC236}">
                    <a16:creationId xmlns:a16="http://schemas.microsoft.com/office/drawing/2014/main" id="{B00CFEA7-C5FC-425D-89D7-7872A3A266DC}"/>
                  </a:ext>
                </a:extLst>
              </p:cNvPr>
              <p:cNvSpPr/>
              <p:nvPr/>
            </p:nvSpPr>
            <p:spPr>
              <a:xfrm>
                <a:off x="476" y="1570"/>
                <a:ext cx="1179" cy="363"/>
              </a:xfrm>
              <a:prstGeom prst="flowChartDocument">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学生信息</a:t>
                </a:r>
              </a:p>
            </p:txBody>
          </p:sp>
          <p:sp>
            <p:nvSpPr>
              <p:cNvPr id="904202" name="流程图: 文档 904201">
                <a:extLst>
                  <a:ext uri="{FF2B5EF4-FFF2-40B4-BE49-F238E27FC236}">
                    <a16:creationId xmlns:a16="http://schemas.microsoft.com/office/drawing/2014/main" id="{25D7A034-ACDF-4843-8DA0-38786CE0D94B}"/>
                  </a:ext>
                </a:extLst>
              </p:cNvPr>
              <p:cNvSpPr/>
              <p:nvPr/>
            </p:nvSpPr>
            <p:spPr>
              <a:xfrm>
                <a:off x="476" y="2205"/>
                <a:ext cx="1179" cy="363"/>
              </a:xfrm>
              <a:prstGeom prst="flowChartDocument">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成绩信息</a:t>
                </a:r>
              </a:p>
            </p:txBody>
          </p:sp>
          <p:sp>
            <p:nvSpPr>
              <p:cNvPr id="904203" name="流程图: 文档 904202">
                <a:extLst>
                  <a:ext uri="{FF2B5EF4-FFF2-40B4-BE49-F238E27FC236}">
                    <a16:creationId xmlns:a16="http://schemas.microsoft.com/office/drawing/2014/main" id="{719B9FE4-4050-4E7D-A70C-47F751104CF4}"/>
                  </a:ext>
                </a:extLst>
              </p:cNvPr>
              <p:cNvSpPr/>
              <p:nvPr/>
            </p:nvSpPr>
            <p:spPr>
              <a:xfrm>
                <a:off x="476" y="2840"/>
                <a:ext cx="1179" cy="362"/>
              </a:xfrm>
              <a:prstGeom prst="flowChartDocument">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课程信息</a:t>
                </a:r>
              </a:p>
            </p:txBody>
          </p:sp>
          <p:sp>
            <p:nvSpPr>
              <p:cNvPr id="33800" name="直接连接符 904203">
                <a:extLst>
                  <a:ext uri="{FF2B5EF4-FFF2-40B4-BE49-F238E27FC236}">
                    <a16:creationId xmlns:a16="http://schemas.microsoft.com/office/drawing/2014/main" id="{9A9EA521-65FE-4000-BA23-AC794BCABB8C}"/>
                  </a:ext>
                </a:extLst>
              </p:cNvPr>
              <p:cNvSpPr>
                <a:spLocks noChangeShapeType="1"/>
              </p:cNvSpPr>
              <p:nvPr/>
            </p:nvSpPr>
            <p:spPr bwMode="auto">
              <a:xfrm>
                <a:off x="1655" y="1706"/>
                <a:ext cx="108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4205" name="矩形 904204">
                <a:extLst>
                  <a:ext uri="{FF2B5EF4-FFF2-40B4-BE49-F238E27FC236}">
                    <a16:creationId xmlns:a16="http://schemas.microsoft.com/office/drawing/2014/main" id="{BF689944-BABF-4651-B427-60C1F211B89D}"/>
                  </a:ext>
                </a:extLst>
              </p:cNvPr>
              <p:cNvSpPr/>
              <p:nvPr/>
            </p:nvSpPr>
            <p:spPr>
              <a:xfrm>
                <a:off x="2744" y="1525"/>
                <a:ext cx="1180" cy="363"/>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学生信息查询</a:t>
                </a:r>
              </a:p>
            </p:txBody>
          </p:sp>
          <p:sp>
            <p:nvSpPr>
              <p:cNvPr id="33802" name="直接连接符 904205">
                <a:extLst>
                  <a:ext uri="{FF2B5EF4-FFF2-40B4-BE49-F238E27FC236}">
                    <a16:creationId xmlns:a16="http://schemas.microsoft.com/office/drawing/2014/main" id="{77757809-C193-436F-869A-77A5FDDFEE62}"/>
                  </a:ext>
                </a:extLst>
              </p:cNvPr>
              <p:cNvSpPr>
                <a:spLocks noChangeShapeType="1"/>
              </p:cNvSpPr>
              <p:nvPr/>
            </p:nvSpPr>
            <p:spPr bwMode="auto">
              <a:xfrm>
                <a:off x="1655" y="2341"/>
                <a:ext cx="108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4207" name="矩形 904206">
                <a:extLst>
                  <a:ext uri="{FF2B5EF4-FFF2-40B4-BE49-F238E27FC236}">
                    <a16:creationId xmlns:a16="http://schemas.microsoft.com/office/drawing/2014/main" id="{42C9AB6B-7BF7-4387-B2A6-748A91369D6E}"/>
                  </a:ext>
                </a:extLst>
              </p:cNvPr>
              <p:cNvSpPr/>
              <p:nvPr/>
            </p:nvSpPr>
            <p:spPr>
              <a:xfrm>
                <a:off x="2744" y="2205"/>
                <a:ext cx="1179" cy="409"/>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学生成绩查询</a:t>
                </a:r>
              </a:p>
            </p:txBody>
          </p:sp>
          <p:sp>
            <p:nvSpPr>
              <p:cNvPr id="33804" name="直接连接符 904207">
                <a:extLst>
                  <a:ext uri="{FF2B5EF4-FFF2-40B4-BE49-F238E27FC236}">
                    <a16:creationId xmlns:a16="http://schemas.microsoft.com/office/drawing/2014/main" id="{DC8835C0-7741-445F-A6DC-AC9BF1982ED4}"/>
                  </a:ext>
                </a:extLst>
              </p:cNvPr>
              <p:cNvSpPr>
                <a:spLocks noChangeShapeType="1"/>
              </p:cNvSpPr>
              <p:nvPr/>
            </p:nvSpPr>
            <p:spPr bwMode="auto">
              <a:xfrm>
                <a:off x="1655" y="2976"/>
                <a:ext cx="1044"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4209" name="矩形 904208">
                <a:extLst>
                  <a:ext uri="{FF2B5EF4-FFF2-40B4-BE49-F238E27FC236}">
                    <a16:creationId xmlns:a16="http://schemas.microsoft.com/office/drawing/2014/main" id="{1F0AE87B-8593-4E2E-A103-CD1DDFD4261C}"/>
                  </a:ext>
                </a:extLst>
              </p:cNvPr>
              <p:cNvSpPr/>
              <p:nvPr/>
            </p:nvSpPr>
            <p:spPr>
              <a:xfrm>
                <a:off x="2699" y="2795"/>
                <a:ext cx="1224" cy="408"/>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课程信息查询</a:t>
                </a:r>
              </a:p>
            </p:txBody>
          </p:sp>
          <p:sp>
            <p:nvSpPr>
              <p:cNvPr id="33806" name="直接连接符 904209">
                <a:extLst>
                  <a:ext uri="{FF2B5EF4-FFF2-40B4-BE49-F238E27FC236}">
                    <a16:creationId xmlns:a16="http://schemas.microsoft.com/office/drawing/2014/main" id="{EB42AD2F-BB24-4F6C-85DC-5265F7DECE17}"/>
                  </a:ext>
                </a:extLst>
              </p:cNvPr>
              <p:cNvSpPr>
                <a:spLocks noChangeShapeType="1"/>
              </p:cNvSpPr>
              <p:nvPr/>
            </p:nvSpPr>
            <p:spPr bwMode="auto">
              <a:xfrm>
                <a:off x="3923" y="1706"/>
                <a:ext cx="49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4211" name="Document">
                <a:extLst>
                  <a:ext uri="{FF2B5EF4-FFF2-40B4-BE49-F238E27FC236}">
                    <a16:creationId xmlns:a16="http://schemas.microsoft.com/office/drawing/2014/main" id="{463CDE09-D92A-4F46-8E44-1F69FCE32E7E}"/>
                  </a:ext>
                </a:extLst>
              </p:cNvPr>
              <p:cNvSpPr>
                <a:spLocks noEditPoints="1"/>
              </p:cNvSpPr>
              <p:nvPr/>
            </p:nvSpPr>
            <p:spPr>
              <a:xfrm>
                <a:off x="4422" y="148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3808" name="直接连接符 904211">
                <a:extLst>
                  <a:ext uri="{FF2B5EF4-FFF2-40B4-BE49-F238E27FC236}">
                    <a16:creationId xmlns:a16="http://schemas.microsoft.com/office/drawing/2014/main" id="{E373E384-3D56-4E0E-A560-EB52B85002B1}"/>
                  </a:ext>
                </a:extLst>
              </p:cNvPr>
              <p:cNvSpPr>
                <a:spLocks noChangeShapeType="1"/>
              </p:cNvSpPr>
              <p:nvPr/>
            </p:nvSpPr>
            <p:spPr bwMode="auto">
              <a:xfrm>
                <a:off x="3923" y="2387"/>
                <a:ext cx="49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4213" name="Document">
                <a:extLst>
                  <a:ext uri="{FF2B5EF4-FFF2-40B4-BE49-F238E27FC236}">
                    <a16:creationId xmlns:a16="http://schemas.microsoft.com/office/drawing/2014/main" id="{0B564BFD-9D8B-4582-B8E1-03EB065229C4}"/>
                  </a:ext>
                </a:extLst>
              </p:cNvPr>
              <p:cNvSpPr>
                <a:spLocks noEditPoints="1"/>
              </p:cNvSpPr>
              <p:nvPr/>
            </p:nvSpPr>
            <p:spPr>
              <a:xfrm>
                <a:off x="4422" y="2205"/>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3810" name="直接连接符 904213">
                <a:extLst>
                  <a:ext uri="{FF2B5EF4-FFF2-40B4-BE49-F238E27FC236}">
                    <a16:creationId xmlns:a16="http://schemas.microsoft.com/office/drawing/2014/main" id="{EAE3AA2D-3AF0-4146-91A2-AF92ED980222}"/>
                  </a:ext>
                </a:extLst>
              </p:cNvPr>
              <p:cNvSpPr>
                <a:spLocks noChangeShapeType="1"/>
              </p:cNvSpPr>
              <p:nvPr/>
            </p:nvSpPr>
            <p:spPr bwMode="auto">
              <a:xfrm>
                <a:off x="3923" y="2976"/>
                <a:ext cx="499"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4215" name="Document">
                <a:extLst>
                  <a:ext uri="{FF2B5EF4-FFF2-40B4-BE49-F238E27FC236}">
                    <a16:creationId xmlns:a16="http://schemas.microsoft.com/office/drawing/2014/main" id="{A44A52A9-695E-4551-8D2A-0AA689CA103C}"/>
                  </a:ext>
                </a:extLst>
              </p:cNvPr>
              <p:cNvSpPr>
                <a:spLocks noEditPoints="1"/>
              </p:cNvSpPr>
              <p:nvPr/>
            </p:nvSpPr>
            <p:spPr>
              <a:xfrm>
                <a:off x="4422" y="284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3812" name="文本框 904215">
                <a:extLst>
                  <a:ext uri="{FF2B5EF4-FFF2-40B4-BE49-F238E27FC236}">
                    <a16:creationId xmlns:a16="http://schemas.microsoft.com/office/drawing/2014/main" id="{AA9D40A7-109B-42C0-9E45-34388B7C2E9D}"/>
                  </a:ext>
                </a:extLst>
              </p:cNvPr>
              <p:cNvSpPr txBox="1">
                <a:spLocks noChangeArrowheads="1"/>
              </p:cNvSpPr>
              <p:nvPr/>
            </p:nvSpPr>
            <p:spPr bwMode="auto">
              <a:xfrm>
                <a:off x="748" y="1162"/>
                <a:ext cx="907" cy="32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文件</a:t>
                </a:r>
              </a:p>
            </p:txBody>
          </p:sp>
          <p:sp>
            <p:nvSpPr>
              <p:cNvPr id="33813" name="文本框 904216">
                <a:extLst>
                  <a:ext uri="{FF2B5EF4-FFF2-40B4-BE49-F238E27FC236}">
                    <a16:creationId xmlns:a16="http://schemas.microsoft.com/office/drawing/2014/main" id="{61426C2A-7554-4516-8BCA-71E4E2E994C6}"/>
                  </a:ext>
                </a:extLst>
              </p:cNvPr>
              <p:cNvSpPr txBox="1">
                <a:spLocks noChangeArrowheads="1"/>
              </p:cNvSpPr>
              <p:nvPr/>
            </p:nvSpPr>
            <p:spPr bwMode="auto">
              <a:xfrm>
                <a:off x="2925" y="1117"/>
                <a:ext cx="1043" cy="32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应用程序</a:t>
                </a:r>
              </a:p>
            </p:txBody>
          </p:sp>
          <p:sp>
            <p:nvSpPr>
              <p:cNvPr id="33814" name="文本框 904217">
                <a:extLst>
                  <a:ext uri="{FF2B5EF4-FFF2-40B4-BE49-F238E27FC236}">
                    <a16:creationId xmlns:a16="http://schemas.microsoft.com/office/drawing/2014/main" id="{D9C562A6-B4B8-4839-8838-A59C7ECEDE7F}"/>
                  </a:ext>
                </a:extLst>
              </p:cNvPr>
              <p:cNvSpPr txBox="1">
                <a:spLocks noChangeArrowheads="1"/>
              </p:cNvSpPr>
              <p:nvPr/>
            </p:nvSpPr>
            <p:spPr bwMode="auto">
              <a:xfrm>
                <a:off x="4513" y="1117"/>
                <a:ext cx="590" cy="32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用户</a:t>
                </a:r>
              </a:p>
            </p:txBody>
          </p:sp>
        </p:grpSp>
        <p:sp>
          <p:nvSpPr>
            <p:cNvPr id="904219" name="椭圆 904218">
              <a:extLst>
                <a:ext uri="{FF2B5EF4-FFF2-40B4-BE49-F238E27FC236}">
                  <a16:creationId xmlns:a16="http://schemas.microsoft.com/office/drawing/2014/main" id="{59B86B18-52EB-47D4-A770-190ACCFDF82C}"/>
                </a:ext>
              </a:extLst>
            </p:cNvPr>
            <p:cNvSpPr/>
            <p:nvPr/>
          </p:nvSpPr>
          <p:spPr>
            <a:xfrm>
              <a:off x="2108" y="2160"/>
              <a:ext cx="499" cy="1678"/>
            </a:xfrm>
            <a:prstGeom prst="ellipse">
              <a:avLst/>
            </a:prstGeom>
            <a:solidFill>
              <a:srgbClr val="CCECFF"/>
            </a:solidFill>
            <a:ln w="9525" cap="flat" cmpd="sng">
              <a:solidFill>
                <a:srgbClr val="000000"/>
              </a:solidFill>
              <a:prstDash val="solid"/>
              <a:miter/>
              <a:headEnd type="none" w="med" len="med"/>
              <a:tailEnd type="none" w="med" len="med"/>
            </a:ln>
            <a:effectLst>
              <a:outerShdw dist="3592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文</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件</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系</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统</a:t>
              </a:r>
            </a:p>
          </p:txBody>
        </p:sp>
      </p:grpSp>
      <p:sp>
        <p:nvSpPr>
          <p:cNvPr id="904220" name="矩形 904219">
            <a:extLst>
              <a:ext uri="{FF2B5EF4-FFF2-40B4-BE49-F238E27FC236}">
                <a16:creationId xmlns:a16="http://schemas.microsoft.com/office/drawing/2014/main" id="{4C59579D-B764-4139-8BDA-5D024AE1CD79}"/>
              </a:ext>
            </a:extLst>
          </p:cNvPr>
          <p:cNvSpPr/>
          <p:nvPr/>
        </p:nvSpPr>
        <p:spPr>
          <a:xfrm>
            <a:off x="468313" y="1052513"/>
            <a:ext cx="8207375" cy="757237"/>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50000"/>
              </a:lnSpc>
              <a:spcBef>
                <a:spcPct val="40000"/>
              </a:spcBef>
            </a:pPr>
            <a:r>
              <a:rPr lang="en-US" altLang="zh-CN" sz="3000" noProof="1">
                <a:solidFill>
                  <a:srgbClr val="660033"/>
                </a:solidFill>
                <a:ea typeface="华文新魏" panose="0201080004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数据库与文件系统的区别</a:t>
            </a:r>
            <a:r>
              <a:rPr lang="en-US" altLang="zh-CN" sz="3000" noProof="1">
                <a:solidFill>
                  <a:srgbClr val="660066"/>
                </a:solidFill>
                <a:latin typeface="华文中宋" panose="02010600040101010101" pitchFamily="2" charset="-122"/>
                <a:ea typeface="华文中宋" panose="02010600040101010101" pitchFamily="2" charset="-122"/>
              </a:rPr>
              <a:t>    </a:t>
            </a:r>
            <a:endParaRPr lang="zh-CN" altLang="en-US" noProof="1"/>
          </a:p>
        </p:txBody>
      </p:sp>
      <p:sp>
        <p:nvSpPr>
          <p:cNvPr id="904221" name="矩形 904220">
            <a:extLst>
              <a:ext uri="{FF2B5EF4-FFF2-40B4-BE49-F238E27FC236}">
                <a16:creationId xmlns:a16="http://schemas.microsoft.com/office/drawing/2014/main" id="{732E7AA7-8D8F-45A3-B9C9-BD85AD538B52}"/>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127"/>
    </mc:Choice>
    <mc:Fallback xmlns="">
      <p:transition spd="slow" advTm="3912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04198">
                                            <p:txEl>
                                              <p:pRg st="0" end="0"/>
                                            </p:txEl>
                                          </p:spTgt>
                                        </p:tgtEl>
                                        <p:attrNameLst>
                                          <p:attrName>style.visibility</p:attrName>
                                        </p:attrNameLst>
                                      </p:cBhvr>
                                      <p:to>
                                        <p:strVal val="visible"/>
                                      </p:to>
                                    </p:set>
                                    <p:animEffect transition="in" filter="wipe(left)">
                                      <p:cBhvr>
                                        <p:cTn id="7" dur="1000"/>
                                        <p:tgtEl>
                                          <p:spTgt spid="9041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4198">
                                            <p:txEl>
                                              <p:pRg st="1" end="1"/>
                                            </p:txEl>
                                          </p:spTgt>
                                        </p:tgtEl>
                                        <p:attrNameLst>
                                          <p:attrName>style.visibility</p:attrName>
                                        </p:attrNameLst>
                                      </p:cBhvr>
                                      <p:to>
                                        <p:strVal val="visible"/>
                                      </p:to>
                                    </p:set>
                                    <p:animEffect transition="in" filter="wipe(left)">
                                      <p:cBhvr>
                                        <p:cTn id="12" dur="1000"/>
                                        <p:tgtEl>
                                          <p:spTgt spid="9041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4198">
                                            <p:txEl>
                                              <p:pRg st="2" end="2"/>
                                            </p:txEl>
                                          </p:spTgt>
                                        </p:tgtEl>
                                        <p:attrNameLst>
                                          <p:attrName>style.visibility</p:attrName>
                                        </p:attrNameLst>
                                      </p:cBhvr>
                                      <p:to>
                                        <p:strVal val="visible"/>
                                      </p:to>
                                    </p:set>
                                    <p:animEffect transition="in" filter="wipe(left)">
                                      <p:cBhvr>
                                        <p:cTn id="17" dur="1000"/>
                                        <p:tgtEl>
                                          <p:spTgt spid="9041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19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a:extLst>
              <a:ext uri="{FF2B5EF4-FFF2-40B4-BE49-F238E27FC236}">
                <a16:creationId xmlns:a16="http://schemas.microsoft.com/office/drawing/2014/main" id="{BF3651A6-EC3B-4F17-976A-2FDAAB6E298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FEFEF4B-BB33-4E5D-AE32-90C99DECE255}" type="slidenum">
              <a:rPr lang="zh-CN" altLang="en-US"/>
              <a:pPr/>
              <a:t>24</a:t>
            </a:fld>
            <a:endParaRPr lang="zh-CN" altLang="en-US">
              <a:latin typeface="Times New Roman" panose="02020603050405020304" pitchFamily="18" charset="0"/>
            </a:endParaRPr>
          </a:p>
        </p:txBody>
      </p:sp>
      <p:sp>
        <p:nvSpPr>
          <p:cNvPr id="905222" name="矩形 905221">
            <a:extLst>
              <a:ext uri="{FF2B5EF4-FFF2-40B4-BE49-F238E27FC236}">
                <a16:creationId xmlns:a16="http://schemas.microsoft.com/office/drawing/2014/main" id="{C2B46937-D239-4D11-9558-6467B522DF79}"/>
              </a:ext>
            </a:extLst>
          </p:cNvPr>
          <p:cNvSpPr/>
          <p:nvPr/>
        </p:nvSpPr>
        <p:spPr>
          <a:xfrm>
            <a:off x="611188" y="1698625"/>
            <a:ext cx="7993062" cy="195421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spcBef>
                <a:spcPct val="0"/>
              </a:spcBef>
              <a:buClrTx/>
              <a:buFontTx/>
              <a:buNone/>
            </a:pPr>
            <a:r>
              <a:rPr lang="zh-CN" altLang="en-US" sz="2400" noProof="1"/>
              <a:t>          </a:t>
            </a:r>
            <a:r>
              <a:rPr lang="zh-CN" altLang="en-US" sz="2500" b="1" noProof="1">
                <a:effectLst>
                  <a:outerShdw blurRad="38100" dist="38100" dir="2700000">
                    <a:srgbClr val="C0C0C0"/>
                  </a:outerShdw>
                </a:effectLst>
                <a:latin typeface="楷体_GB2312" pitchFamily="49" charset="-122"/>
                <a:ea typeface="楷体_GB2312" pitchFamily="49" charset="-122"/>
              </a:rPr>
              <a:t>数据库是借助数据库管理系统软件的支持，对数据库中的数据进行管理和操纵的。</a:t>
            </a:r>
          </a:p>
          <a:p>
            <a:pPr>
              <a:spcBef>
                <a:spcPct val="0"/>
              </a:spcBef>
              <a:buClrTx/>
              <a:buFontTx/>
              <a:buNone/>
            </a:pPr>
            <a:r>
              <a:rPr lang="zh-CN" altLang="en-US" sz="2500" b="1" noProof="1">
                <a:effectLst>
                  <a:outerShdw blurRad="38100" dist="38100" dir="2700000">
                    <a:srgbClr val="C0C0C0"/>
                  </a:outerShdw>
                </a:effectLst>
                <a:latin typeface="楷体_GB2312" pitchFamily="49" charset="-122"/>
                <a:ea typeface="楷体_GB2312" pitchFamily="49" charset="-122"/>
              </a:rPr>
              <a:t>      </a:t>
            </a:r>
            <a:r>
              <a:rPr lang="zh-CN" altLang="en-US" sz="2500" b="1" noProof="1">
                <a:solidFill>
                  <a:srgbClr val="800000"/>
                </a:solidFill>
                <a:effectLst>
                  <a:outerShdw blurRad="38100" dist="38100" dir="2700000">
                    <a:srgbClr val="C0C0C0"/>
                  </a:outerShdw>
                </a:effectLst>
                <a:latin typeface="楷体_GB2312" pitchFamily="49" charset="-122"/>
                <a:ea typeface="楷体_GB2312" pitchFamily="49" charset="-122"/>
              </a:rPr>
              <a:t>对数据库的操纵包括：</a:t>
            </a:r>
            <a:r>
              <a:rPr lang="zh-CN" altLang="en-US" sz="2500" b="1" noProof="1">
                <a:solidFill>
                  <a:srgbClr val="003366"/>
                </a:solidFill>
                <a:effectLst>
                  <a:outerShdw blurRad="38100" dist="38100" dir="2700000">
                    <a:srgbClr val="C0C0C0"/>
                  </a:outerShdw>
                </a:effectLst>
                <a:latin typeface="楷体_GB2312" pitchFamily="49" charset="-122"/>
                <a:ea typeface="楷体_GB2312" pitchFamily="49" charset="-122"/>
              </a:rPr>
              <a:t>录入数据、更新数据、删除数据、查询数据等。</a:t>
            </a:r>
          </a:p>
        </p:txBody>
      </p:sp>
      <p:grpSp>
        <p:nvGrpSpPr>
          <p:cNvPr id="905223" name="组合 905222">
            <a:extLst>
              <a:ext uri="{FF2B5EF4-FFF2-40B4-BE49-F238E27FC236}">
                <a16:creationId xmlns:a16="http://schemas.microsoft.com/office/drawing/2014/main" id="{C9E45812-B4F9-481D-AEED-1A6A558E70AC}"/>
              </a:ext>
            </a:extLst>
          </p:cNvPr>
          <p:cNvGrpSpPr>
            <a:grpSpLocks/>
          </p:cNvGrpSpPr>
          <p:nvPr/>
        </p:nvGrpSpPr>
        <p:grpSpPr bwMode="auto">
          <a:xfrm>
            <a:off x="323850" y="3573463"/>
            <a:ext cx="8281988" cy="3024187"/>
            <a:chOff x="249" y="1117"/>
            <a:chExt cx="5217" cy="2177"/>
          </a:xfrm>
        </p:grpSpPr>
        <p:sp>
          <p:nvSpPr>
            <p:cNvPr id="905224" name="椭圆 905223">
              <a:extLst>
                <a:ext uri="{FF2B5EF4-FFF2-40B4-BE49-F238E27FC236}">
                  <a16:creationId xmlns:a16="http://schemas.microsoft.com/office/drawing/2014/main" id="{62585393-B0FE-4CC6-B715-049496446476}"/>
                </a:ext>
              </a:extLst>
            </p:cNvPr>
            <p:cNvSpPr/>
            <p:nvPr/>
          </p:nvSpPr>
          <p:spPr>
            <a:xfrm>
              <a:off x="2200" y="1389"/>
              <a:ext cx="499" cy="1905"/>
            </a:xfrm>
            <a:prstGeom prst="ellipse">
              <a:avLst/>
            </a:prstGeom>
            <a:solidFill>
              <a:srgbClr val="CCECFF"/>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数</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据</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库</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管</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理</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系</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统</a:t>
              </a:r>
            </a:p>
          </p:txBody>
        </p:sp>
        <p:sp>
          <p:nvSpPr>
            <p:cNvPr id="34821" name="直接连接符 905224">
              <a:extLst>
                <a:ext uri="{FF2B5EF4-FFF2-40B4-BE49-F238E27FC236}">
                  <a16:creationId xmlns:a16="http://schemas.microsoft.com/office/drawing/2014/main" id="{B86B10CF-DD9E-4064-A8EC-2B1041D31C7E}"/>
                </a:ext>
              </a:extLst>
            </p:cNvPr>
            <p:cNvSpPr>
              <a:spLocks noChangeShapeType="1"/>
            </p:cNvSpPr>
            <p:nvPr/>
          </p:nvSpPr>
          <p:spPr bwMode="auto">
            <a:xfrm>
              <a:off x="2653" y="1706"/>
              <a:ext cx="590"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5226" name="矩形 905225">
              <a:extLst>
                <a:ext uri="{FF2B5EF4-FFF2-40B4-BE49-F238E27FC236}">
                  <a16:creationId xmlns:a16="http://schemas.microsoft.com/office/drawing/2014/main" id="{C6945C75-0DDD-4DCF-AB16-FC8C9EF2865E}"/>
                </a:ext>
              </a:extLst>
            </p:cNvPr>
            <p:cNvSpPr/>
            <p:nvPr/>
          </p:nvSpPr>
          <p:spPr>
            <a:xfrm>
              <a:off x="3243" y="1480"/>
              <a:ext cx="1225" cy="408"/>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学生信息查询</a:t>
              </a:r>
            </a:p>
          </p:txBody>
        </p:sp>
        <p:sp>
          <p:nvSpPr>
            <p:cNvPr id="34823" name="直接连接符 905226">
              <a:extLst>
                <a:ext uri="{FF2B5EF4-FFF2-40B4-BE49-F238E27FC236}">
                  <a16:creationId xmlns:a16="http://schemas.microsoft.com/office/drawing/2014/main" id="{972B1138-D95B-426B-B69A-2508774954A2}"/>
                </a:ext>
              </a:extLst>
            </p:cNvPr>
            <p:cNvSpPr>
              <a:spLocks noChangeShapeType="1"/>
            </p:cNvSpPr>
            <p:nvPr/>
          </p:nvSpPr>
          <p:spPr bwMode="auto">
            <a:xfrm>
              <a:off x="1655" y="2341"/>
              <a:ext cx="545"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24" name="直接连接符 905227">
              <a:extLst>
                <a:ext uri="{FF2B5EF4-FFF2-40B4-BE49-F238E27FC236}">
                  <a16:creationId xmlns:a16="http://schemas.microsoft.com/office/drawing/2014/main" id="{166E0A41-A587-4B8E-8A52-76E8280C5017}"/>
                </a:ext>
              </a:extLst>
            </p:cNvPr>
            <p:cNvSpPr>
              <a:spLocks noChangeShapeType="1"/>
            </p:cNvSpPr>
            <p:nvPr/>
          </p:nvSpPr>
          <p:spPr bwMode="auto">
            <a:xfrm>
              <a:off x="2699" y="2341"/>
              <a:ext cx="544"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5229" name="矩形 905228">
              <a:extLst>
                <a:ext uri="{FF2B5EF4-FFF2-40B4-BE49-F238E27FC236}">
                  <a16:creationId xmlns:a16="http://schemas.microsoft.com/office/drawing/2014/main" id="{B131AAD8-C11E-4726-8CF0-2968FCF8406F}"/>
                </a:ext>
              </a:extLst>
            </p:cNvPr>
            <p:cNvSpPr/>
            <p:nvPr/>
          </p:nvSpPr>
          <p:spPr>
            <a:xfrm>
              <a:off x="3243" y="2160"/>
              <a:ext cx="1225" cy="408"/>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学生成绩查询</a:t>
              </a:r>
            </a:p>
          </p:txBody>
        </p:sp>
        <p:sp>
          <p:nvSpPr>
            <p:cNvPr id="34826" name="直接连接符 905229">
              <a:extLst>
                <a:ext uri="{FF2B5EF4-FFF2-40B4-BE49-F238E27FC236}">
                  <a16:creationId xmlns:a16="http://schemas.microsoft.com/office/drawing/2014/main" id="{220F1520-CB03-46CE-9014-7C4D76169006}"/>
                </a:ext>
              </a:extLst>
            </p:cNvPr>
            <p:cNvSpPr>
              <a:spLocks noChangeShapeType="1"/>
            </p:cNvSpPr>
            <p:nvPr/>
          </p:nvSpPr>
          <p:spPr bwMode="auto">
            <a:xfrm>
              <a:off x="2653" y="2976"/>
              <a:ext cx="635"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5231" name="矩形 905230">
              <a:extLst>
                <a:ext uri="{FF2B5EF4-FFF2-40B4-BE49-F238E27FC236}">
                  <a16:creationId xmlns:a16="http://schemas.microsoft.com/office/drawing/2014/main" id="{3F6E3D8D-ABD4-4D78-B0D5-672A37CCA52B}"/>
                </a:ext>
              </a:extLst>
            </p:cNvPr>
            <p:cNvSpPr/>
            <p:nvPr/>
          </p:nvSpPr>
          <p:spPr>
            <a:xfrm>
              <a:off x="3288" y="2795"/>
              <a:ext cx="1180" cy="455"/>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课程信息查询</a:t>
              </a:r>
            </a:p>
          </p:txBody>
        </p:sp>
        <p:sp>
          <p:nvSpPr>
            <p:cNvPr id="34828" name="直接连接符 905231">
              <a:extLst>
                <a:ext uri="{FF2B5EF4-FFF2-40B4-BE49-F238E27FC236}">
                  <a16:creationId xmlns:a16="http://schemas.microsoft.com/office/drawing/2014/main" id="{F09D36E3-63E7-4A69-8520-B8AAB3644FE5}"/>
                </a:ext>
              </a:extLst>
            </p:cNvPr>
            <p:cNvSpPr>
              <a:spLocks noChangeShapeType="1"/>
            </p:cNvSpPr>
            <p:nvPr/>
          </p:nvSpPr>
          <p:spPr bwMode="auto">
            <a:xfrm>
              <a:off x="4468" y="1661"/>
              <a:ext cx="362"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5233" name="Document">
              <a:extLst>
                <a:ext uri="{FF2B5EF4-FFF2-40B4-BE49-F238E27FC236}">
                  <a16:creationId xmlns:a16="http://schemas.microsoft.com/office/drawing/2014/main" id="{9BB675C4-6F29-4F66-9533-C33B7FF83923}"/>
                </a:ext>
              </a:extLst>
            </p:cNvPr>
            <p:cNvSpPr>
              <a:spLocks noEditPoints="1"/>
            </p:cNvSpPr>
            <p:nvPr/>
          </p:nvSpPr>
          <p:spPr>
            <a:xfrm>
              <a:off x="4830" y="148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4830" name="直接连接符 905233">
              <a:extLst>
                <a:ext uri="{FF2B5EF4-FFF2-40B4-BE49-F238E27FC236}">
                  <a16:creationId xmlns:a16="http://schemas.microsoft.com/office/drawing/2014/main" id="{FFFFD5A1-6903-4526-9A34-99669AAB8DC1}"/>
                </a:ext>
              </a:extLst>
            </p:cNvPr>
            <p:cNvSpPr>
              <a:spLocks noChangeShapeType="1"/>
            </p:cNvSpPr>
            <p:nvPr/>
          </p:nvSpPr>
          <p:spPr bwMode="auto">
            <a:xfrm>
              <a:off x="4468" y="2341"/>
              <a:ext cx="362"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5235" name="Document">
              <a:extLst>
                <a:ext uri="{FF2B5EF4-FFF2-40B4-BE49-F238E27FC236}">
                  <a16:creationId xmlns:a16="http://schemas.microsoft.com/office/drawing/2014/main" id="{D824F98E-D0FF-4FEB-B736-E7F41125EE01}"/>
                </a:ext>
              </a:extLst>
            </p:cNvPr>
            <p:cNvSpPr>
              <a:spLocks noEditPoints="1"/>
            </p:cNvSpPr>
            <p:nvPr/>
          </p:nvSpPr>
          <p:spPr>
            <a:xfrm>
              <a:off x="4830" y="2115"/>
              <a:ext cx="635" cy="454"/>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4832" name="直接连接符 905235">
              <a:extLst>
                <a:ext uri="{FF2B5EF4-FFF2-40B4-BE49-F238E27FC236}">
                  <a16:creationId xmlns:a16="http://schemas.microsoft.com/office/drawing/2014/main" id="{7F4CFA39-7FD2-45E3-9160-A6CF3DF6DB2B}"/>
                </a:ext>
              </a:extLst>
            </p:cNvPr>
            <p:cNvSpPr>
              <a:spLocks noChangeShapeType="1"/>
            </p:cNvSpPr>
            <p:nvPr/>
          </p:nvSpPr>
          <p:spPr bwMode="auto">
            <a:xfrm>
              <a:off x="4468" y="2976"/>
              <a:ext cx="317"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5237" name="Document">
              <a:extLst>
                <a:ext uri="{FF2B5EF4-FFF2-40B4-BE49-F238E27FC236}">
                  <a16:creationId xmlns:a16="http://schemas.microsoft.com/office/drawing/2014/main" id="{BDE49D35-DBA1-468D-A3E4-6E34D7BB9461}"/>
                </a:ext>
              </a:extLst>
            </p:cNvPr>
            <p:cNvSpPr>
              <a:spLocks noEditPoints="1"/>
            </p:cNvSpPr>
            <p:nvPr/>
          </p:nvSpPr>
          <p:spPr>
            <a:xfrm>
              <a:off x="4785" y="284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4834" name="文本框 905237">
              <a:extLst>
                <a:ext uri="{FF2B5EF4-FFF2-40B4-BE49-F238E27FC236}">
                  <a16:creationId xmlns:a16="http://schemas.microsoft.com/office/drawing/2014/main" id="{CE1469BC-8297-47F1-9810-3D6C0D11B812}"/>
                </a:ext>
              </a:extLst>
            </p:cNvPr>
            <p:cNvSpPr txBox="1">
              <a:spLocks noChangeArrowheads="1"/>
            </p:cNvSpPr>
            <p:nvPr/>
          </p:nvSpPr>
          <p:spPr bwMode="auto">
            <a:xfrm>
              <a:off x="748" y="1117"/>
              <a:ext cx="907" cy="32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数据库</a:t>
              </a:r>
            </a:p>
          </p:txBody>
        </p:sp>
        <p:sp>
          <p:nvSpPr>
            <p:cNvPr id="34835" name="文本框 905238">
              <a:extLst>
                <a:ext uri="{FF2B5EF4-FFF2-40B4-BE49-F238E27FC236}">
                  <a16:creationId xmlns:a16="http://schemas.microsoft.com/office/drawing/2014/main" id="{24DC7B88-E6D6-4673-8607-2AD070A113C2}"/>
                </a:ext>
              </a:extLst>
            </p:cNvPr>
            <p:cNvSpPr txBox="1">
              <a:spLocks noChangeArrowheads="1"/>
            </p:cNvSpPr>
            <p:nvPr/>
          </p:nvSpPr>
          <p:spPr bwMode="auto">
            <a:xfrm>
              <a:off x="3379" y="1117"/>
              <a:ext cx="1043" cy="32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应用程序</a:t>
              </a:r>
            </a:p>
          </p:txBody>
        </p:sp>
        <p:sp>
          <p:nvSpPr>
            <p:cNvPr id="34836" name="文本框 905239">
              <a:extLst>
                <a:ext uri="{FF2B5EF4-FFF2-40B4-BE49-F238E27FC236}">
                  <a16:creationId xmlns:a16="http://schemas.microsoft.com/office/drawing/2014/main" id="{890A6FD5-54F2-42EF-912F-63AED2BE5468}"/>
                </a:ext>
              </a:extLst>
            </p:cNvPr>
            <p:cNvSpPr txBox="1">
              <a:spLocks noChangeArrowheads="1"/>
            </p:cNvSpPr>
            <p:nvPr/>
          </p:nvSpPr>
          <p:spPr bwMode="auto">
            <a:xfrm>
              <a:off x="4876" y="1117"/>
              <a:ext cx="590" cy="32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用户</a:t>
              </a:r>
            </a:p>
          </p:txBody>
        </p:sp>
        <p:sp>
          <p:nvSpPr>
            <p:cNvPr id="905241" name="流程图: 磁盘 905240">
              <a:extLst>
                <a:ext uri="{FF2B5EF4-FFF2-40B4-BE49-F238E27FC236}">
                  <a16:creationId xmlns:a16="http://schemas.microsoft.com/office/drawing/2014/main" id="{BEC3D34F-AA8B-4A1F-9BD2-8FFD5B42EAC2}"/>
                </a:ext>
              </a:extLst>
            </p:cNvPr>
            <p:cNvSpPr/>
            <p:nvPr/>
          </p:nvSpPr>
          <p:spPr>
            <a:xfrm>
              <a:off x="249" y="1706"/>
              <a:ext cx="1406" cy="1225"/>
            </a:xfrm>
            <a:prstGeom prst="flowChartMagneticDisk">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学生数据</a:t>
              </a:r>
            </a:p>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成绩数据</a:t>
              </a:r>
            </a:p>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课程数据</a:t>
              </a:r>
            </a:p>
          </p:txBody>
        </p:sp>
        <p:sp>
          <p:nvSpPr>
            <p:cNvPr id="34838" name="文本框 905241">
              <a:extLst>
                <a:ext uri="{FF2B5EF4-FFF2-40B4-BE49-F238E27FC236}">
                  <a16:creationId xmlns:a16="http://schemas.microsoft.com/office/drawing/2014/main" id="{6A7ECA48-0EE3-470E-8506-0B84606A3CF5}"/>
                </a:ext>
              </a:extLst>
            </p:cNvPr>
            <p:cNvSpPr txBox="1">
              <a:spLocks noChangeArrowheads="1"/>
            </p:cNvSpPr>
            <p:nvPr/>
          </p:nvSpPr>
          <p:spPr bwMode="auto">
            <a:xfrm>
              <a:off x="2200" y="1117"/>
              <a:ext cx="589" cy="32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接口</a:t>
              </a:r>
            </a:p>
          </p:txBody>
        </p:sp>
      </p:grpSp>
      <p:sp>
        <p:nvSpPr>
          <p:cNvPr id="905243" name="矩形 905242">
            <a:extLst>
              <a:ext uri="{FF2B5EF4-FFF2-40B4-BE49-F238E27FC236}">
                <a16:creationId xmlns:a16="http://schemas.microsoft.com/office/drawing/2014/main" id="{DC3065F7-5D54-4B5A-A8C8-703E9B483393}"/>
              </a:ext>
            </a:extLst>
          </p:cNvPr>
          <p:cNvSpPr/>
          <p:nvPr/>
        </p:nvSpPr>
        <p:spPr>
          <a:xfrm>
            <a:off x="468313" y="1052513"/>
            <a:ext cx="8207375" cy="757237"/>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50000"/>
              </a:lnSpc>
              <a:spcBef>
                <a:spcPct val="40000"/>
              </a:spcBef>
            </a:pPr>
            <a:r>
              <a:rPr lang="en-US" altLang="zh-CN" sz="3000" noProof="1">
                <a:solidFill>
                  <a:srgbClr val="660033"/>
                </a:solidFill>
                <a:ea typeface="华文新魏" panose="0201080004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数据库与文件系统的区别</a:t>
            </a:r>
            <a:r>
              <a:rPr lang="en-US" altLang="zh-CN" sz="3000" noProof="1">
                <a:solidFill>
                  <a:srgbClr val="660066"/>
                </a:solidFill>
                <a:latin typeface="华文中宋" panose="02010600040101010101" pitchFamily="2" charset="-122"/>
                <a:ea typeface="华文中宋" panose="02010600040101010101" pitchFamily="2" charset="-122"/>
              </a:rPr>
              <a:t>    </a:t>
            </a:r>
            <a:endParaRPr lang="zh-CN" altLang="en-US" noProof="1"/>
          </a:p>
        </p:txBody>
      </p:sp>
      <p:sp>
        <p:nvSpPr>
          <p:cNvPr id="905244" name="矩形 905243">
            <a:extLst>
              <a:ext uri="{FF2B5EF4-FFF2-40B4-BE49-F238E27FC236}">
                <a16:creationId xmlns:a16="http://schemas.microsoft.com/office/drawing/2014/main" id="{D0B34321-6225-48E8-918F-24780DB71853}"/>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800"/>
    </mc:Choice>
    <mc:Fallback xmlns="">
      <p:transition spd="slow" advTm="4480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905223"/>
                                        </p:tgtEl>
                                        <p:attrNameLst>
                                          <p:attrName>style.visibility</p:attrName>
                                        </p:attrNameLst>
                                      </p:cBhvr>
                                      <p:to>
                                        <p:strVal val="visible"/>
                                      </p:to>
                                    </p:set>
                                    <p:animEffect transition="in" filter="box(out)">
                                      <p:cBhvr>
                                        <p:cTn id="7" dur="5000"/>
                                        <p:tgtEl>
                                          <p:spTgt spid="90522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05222">
                                            <p:txEl>
                                              <p:pRg st="0" end="0"/>
                                            </p:txEl>
                                          </p:spTgt>
                                        </p:tgtEl>
                                        <p:attrNameLst>
                                          <p:attrName>style.visibility</p:attrName>
                                        </p:attrNameLst>
                                      </p:cBhvr>
                                      <p:to>
                                        <p:strVal val="visible"/>
                                      </p:to>
                                    </p:set>
                                    <p:animEffect transition="in" filter="wipe(left)">
                                      <p:cBhvr>
                                        <p:cTn id="10" dur="1000"/>
                                        <p:tgtEl>
                                          <p:spTgt spid="905222">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905222">
                                            <p:txEl>
                                              <p:pRg st="1" end="1"/>
                                            </p:txEl>
                                          </p:spTgt>
                                        </p:tgtEl>
                                        <p:attrNameLst>
                                          <p:attrName>style.visibility</p:attrName>
                                        </p:attrNameLst>
                                      </p:cBhvr>
                                      <p:to>
                                        <p:strVal val="visible"/>
                                      </p:to>
                                    </p:set>
                                    <p:animEffect transition="in" filter="box(in)">
                                      <p:cBhvr>
                                        <p:cTn id="15" dur="1000"/>
                                        <p:tgtEl>
                                          <p:spTgt spid="9052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2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a:extLst>
              <a:ext uri="{FF2B5EF4-FFF2-40B4-BE49-F238E27FC236}">
                <a16:creationId xmlns:a16="http://schemas.microsoft.com/office/drawing/2014/main" id="{1551E41E-949E-48D2-B386-A88E3BFA276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B2E938E-6E23-4022-8102-E2AF89D15AAC}" type="slidenum">
              <a:rPr lang="zh-CN" altLang="en-US"/>
              <a:pPr/>
              <a:t>25</a:t>
            </a:fld>
            <a:endParaRPr lang="zh-CN" altLang="en-US">
              <a:latin typeface="Times New Roman" panose="02020603050405020304" pitchFamily="18" charset="0"/>
            </a:endParaRPr>
          </a:p>
        </p:txBody>
      </p:sp>
      <p:sp>
        <p:nvSpPr>
          <p:cNvPr id="906267" name="矩形 906266">
            <a:extLst>
              <a:ext uri="{FF2B5EF4-FFF2-40B4-BE49-F238E27FC236}">
                <a16:creationId xmlns:a16="http://schemas.microsoft.com/office/drawing/2014/main" id="{827AC0A4-20DE-445A-A7D7-317D162EEEFA}"/>
              </a:ext>
            </a:extLst>
          </p:cNvPr>
          <p:cNvSpPr/>
          <p:nvPr/>
        </p:nvSpPr>
        <p:spPr>
          <a:xfrm>
            <a:off x="611188" y="1800225"/>
            <a:ext cx="7993062" cy="1595438"/>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15000"/>
              </a:lnSpc>
              <a:spcBef>
                <a:spcPct val="10000"/>
              </a:spcBef>
              <a:buFont typeface="Wingdings" panose="05000000000000000000" pitchFamily="2" charset="2"/>
              <a:buChar char="n"/>
            </a:pPr>
            <a:r>
              <a:rPr lang="zh-CN" altLang="en-US" sz="2500" b="1" noProof="1">
                <a:effectLst>
                  <a:outerShdw blurRad="38100" dist="38100" dir="2700000">
                    <a:srgbClr val="C0C0C0"/>
                  </a:outerShdw>
                </a:effectLst>
                <a:ea typeface="楷体_GB2312" pitchFamily="49" charset="-122"/>
              </a:rPr>
              <a:t>数据库中的数据是结构化的；</a:t>
            </a:r>
            <a:r>
              <a:rPr lang="zh-CN" altLang="en-US" sz="2500" b="1" noProof="1">
                <a:solidFill>
                  <a:srgbClr val="006699"/>
                </a:solidFill>
                <a:effectLst>
                  <a:outerShdw blurRad="38100" dist="38100" dir="2700000">
                    <a:srgbClr val="C0C0C0"/>
                  </a:outerShdw>
                </a:effectLst>
                <a:ea typeface="楷体_GB2312" pitchFamily="49" charset="-122"/>
              </a:rPr>
              <a:t>是面向全组织和全系统的，因此可以被多个用户和多个应用共享。</a:t>
            </a:r>
          </a:p>
          <a:p>
            <a:pPr>
              <a:lnSpc>
                <a:spcPct val="115000"/>
              </a:lnSpc>
              <a:spcBef>
                <a:spcPct val="10000"/>
              </a:spcBef>
              <a:buFont typeface="Wingdings" panose="05000000000000000000" pitchFamily="2" charset="2"/>
              <a:buChar char="n"/>
            </a:pPr>
            <a:r>
              <a:rPr lang="zh-CN" altLang="en-US" sz="2500" b="1" noProof="1">
                <a:solidFill>
                  <a:srgbClr val="006666"/>
                </a:solidFill>
                <a:effectLst>
                  <a:outerShdw blurRad="38100" dist="38100" dir="2700000">
                    <a:srgbClr val="C0C0C0"/>
                  </a:outerShdw>
                </a:effectLst>
                <a:ea typeface="楷体_GB2312" pitchFamily="49" charset="-122"/>
              </a:rPr>
              <a:t>数据库中的数据具有非冗余性、一致性和相关性。</a:t>
            </a:r>
            <a:endParaRPr lang="zh-CN" altLang="en-US" sz="2400" b="1" noProof="1">
              <a:solidFill>
                <a:srgbClr val="006666"/>
              </a:solidFill>
              <a:effectLst>
                <a:outerShdw blurRad="38100" dist="38100" dir="2700000">
                  <a:srgbClr val="C0C0C0"/>
                </a:outerShdw>
              </a:effectLst>
              <a:ea typeface="楷体_GB2312" pitchFamily="49" charset="-122"/>
            </a:endParaRPr>
          </a:p>
        </p:txBody>
      </p:sp>
      <p:grpSp>
        <p:nvGrpSpPr>
          <p:cNvPr id="906268" name="组合 906267">
            <a:extLst>
              <a:ext uri="{FF2B5EF4-FFF2-40B4-BE49-F238E27FC236}">
                <a16:creationId xmlns:a16="http://schemas.microsoft.com/office/drawing/2014/main" id="{52890F6C-C8F6-4B8E-B87B-2FB83C6A0C6A}"/>
              </a:ext>
            </a:extLst>
          </p:cNvPr>
          <p:cNvGrpSpPr>
            <a:grpSpLocks/>
          </p:cNvGrpSpPr>
          <p:nvPr/>
        </p:nvGrpSpPr>
        <p:grpSpPr bwMode="auto">
          <a:xfrm>
            <a:off x="323850" y="3327400"/>
            <a:ext cx="8281988" cy="3168650"/>
            <a:chOff x="249" y="1117"/>
            <a:chExt cx="5217" cy="2177"/>
          </a:xfrm>
        </p:grpSpPr>
        <p:sp>
          <p:nvSpPr>
            <p:cNvPr id="906269" name="椭圆 906268">
              <a:extLst>
                <a:ext uri="{FF2B5EF4-FFF2-40B4-BE49-F238E27FC236}">
                  <a16:creationId xmlns:a16="http://schemas.microsoft.com/office/drawing/2014/main" id="{05936B8D-CAC9-46BE-A745-AF38AB724E13}"/>
                </a:ext>
              </a:extLst>
            </p:cNvPr>
            <p:cNvSpPr/>
            <p:nvPr/>
          </p:nvSpPr>
          <p:spPr>
            <a:xfrm>
              <a:off x="2200" y="1389"/>
              <a:ext cx="499" cy="1905"/>
            </a:xfrm>
            <a:prstGeom prst="ellipse">
              <a:avLst/>
            </a:prstGeom>
            <a:solidFill>
              <a:srgbClr val="CCECFF"/>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数</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据</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库</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管</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理</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系</a:t>
              </a:r>
            </a:p>
            <a:p>
              <a:pPr algn="ctr"/>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统</a:t>
              </a:r>
            </a:p>
          </p:txBody>
        </p:sp>
        <p:sp>
          <p:nvSpPr>
            <p:cNvPr id="35845" name="直接连接符 906269">
              <a:extLst>
                <a:ext uri="{FF2B5EF4-FFF2-40B4-BE49-F238E27FC236}">
                  <a16:creationId xmlns:a16="http://schemas.microsoft.com/office/drawing/2014/main" id="{70EF3A8E-38B9-47CF-97FD-3CB77B5140A4}"/>
                </a:ext>
              </a:extLst>
            </p:cNvPr>
            <p:cNvSpPr>
              <a:spLocks noChangeShapeType="1"/>
            </p:cNvSpPr>
            <p:nvPr/>
          </p:nvSpPr>
          <p:spPr bwMode="auto">
            <a:xfrm>
              <a:off x="2653" y="1706"/>
              <a:ext cx="590"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6271" name="矩形 906270">
              <a:extLst>
                <a:ext uri="{FF2B5EF4-FFF2-40B4-BE49-F238E27FC236}">
                  <a16:creationId xmlns:a16="http://schemas.microsoft.com/office/drawing/2014/main" id="{D08C5F96-4C44-41FB-A7F0-9F357285BA0F}"/>
                </a:ext>
              </a:extLst>
            </p:cNvPr>
            <p:cNvSpPr/>
            <p:nvPr/>
          </p:nvSpPr>
          <p:spPr>
            <a:xfrm>
              <a:off x="3243" y="1480"/>
              <a:ext cx="1225" cy="408"/>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学生信息查询</a:t>
              </a:r>
            </a:p>
          </p:txBody>
        </p:sp>
        <p:sp>
          <p:nvSpPr>
            <p:cNvPr id="35847" name="直接连接符 906271">
              <a:extLst>
                <a:ext uri="{FF2B5EF4-FFF2-40B4-BE49-F238E27FC236}">
                  <a16:creationId xmlns:a16="http://schemas.microsoft.com/office/drawing/2014/main" id="{EE274FDB-8EFF-4413-9BB7-296E475B271D}"/>
                </a:ext>
              </a:extLst>
            </p:cNvPr>
            <p:cNvSpPr>
              <a:spLocks noChangeShapeType="1"/>
            </p:cNvSpPr>
            <p:nvPr/>
          </p:nvSpPr>
          <p:spPr bwMode="auto">
            <a:xfrm>
              <a:off x="1655" y="2341"/>
              <a:ext cx="545"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35848" name="直接连接符 906272">
              <a:extLst>
                <a:ext uri="{FF2B5EF4-FFF2-40B4-BE49-F238E27FC236}">
                  <a16:creationId xmlns:a16="http://schemas.microsoft.com/office/drawing/2014/main" id="{D36263FE-1D10-4CA0-99CB-9996D7CCF293}"/>
                </a:ext>
              </a:extLst>
            </p:cNvPr>
            <p:cNvSpPr>
              <a:spLocks noChangeShapeType="1"/>
            </p:cNvSpPr>
            <p:nvPr/>
          </p:nvSpPr>
          <p:spPr bwMode="auto">
            <a:xfrm>
              <a:off x="2699" y="2341"/>
              <a:ext cx="544"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6274" name="矩形 906273">
              <a:extLst>
                <a:ext uri="{FF2B5EF4-FFF2-40B4-BE49-F238E27FC236}">
                  <a16:creationId xmlns:a16="http://schemas.microsoft.com/office/drawing/2014/main" id="{2BAA82AD-D418-4DF3-A9B3-C2AC2622DA6B}"/>
                </a:ext>
              </a:extLst>
            </p:cNvPr>
            <p:cNvSpPr/>
            <p:nvPr/>
          </p:nvSpPr>
          <p:spPr>
            <a:xfrm>
              <a:off x="3243" y="2160"/>
              <a:ext cx="1225" cy="408"/>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学生成绩查询</a:t>
              </a:r>
            </a:p>
          </p:txBody>
        </p:sp>
        <p:sp>
          <p:nvSpPr>
            <p:cNvPr id="35850" name="直接连接符 906274">
              <a:extLst>
                <a:ext uri="{FF2B5EF4-FFF2-40B4-BE49-F238E27FC236}">
                  <a16:creationId xmlns:a16="http://schemas.microsoft.com/office/drawing/2014/main" id="{00EA0595-67ED-41C7-B038-C803E3506990}"/>
                </a:ext>
              </a:extLst>
            </p:cNvPr>
            <p:cNvSpPr>
              <a:spLocks noChangeShapeType="1"/>
            </p:cNvSpPr>
            <p:nvPr/>
          </p:nvSpPr>
          <p:spPr bwMode="auto">
            <a:xfrm>
              <a:off x="2653" y="2976"/>
              <a:ext cx="635"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6276" name="矩形 906275">
              <a:extLst>
                <a:ext uri="{FF2B5EF4-FFF2-40B4-BE49-F238E27FC236}">
                  <a16:creationId xmlns:a16="http://schemas.microsoft.com/office/drawing/2014/main" id="{96395761-BAA3-4710-A457-0AE6520755C3}"/>
                </a:ext>
              </a:extLst>
            </p:cNvPr>
            <p:cNvSpPr/>
            <p:nvPr/>
          </p:nvSpPr>
          <p:spPr>
            <a:xfrm>
              <a:off x="3288" y="2794"/>
              <a:ext cx="1180" cy="455"/>
            </a:xfrm>
            <a:prstGeom prst="rect">
              <a:avLst/>
            </a:prstGeom>
            <a:solidFill>
              <a:srgbClr val="CCFFCC"/>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课程信息查询</a:t>
              </a:r>
            </a:p>
          </p:txBody>
        </p:sp>
        <p:sp>
          <p:nvSpPr>
            <p:cNvPr id="35852" name="直接连接符 906276">
              <a:extLst>
                <a:ext uri="{FF2B5EF4-FFF2-40B4-BE49-F238E27FC236}">
                  <a16:creationId xmlns:a16="http://schemas.microsoft.com/office/drawing/2014/main" id="{2FEA3DDF-15C7-465C-AFDD-D99E3A345DE8}"/>
                </a:ext>
              </a:extLst>
            </p:cNvPr>
            <p:cNvSpPr>
              <a:spLocks noChangeShapeType="1"/>
            </p:cNvSpPr>
            <p:nvPr/>
          </p:nvSpPr>
          <p:spPr bwMode="auto">
            <a:xfrm>
              <a:off x="4468" y="1661"/>
              <a:ext cx="362"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6278" name="Document">
              <a:extLst>
                <a:ext uri="{FF2B5EF4-FFF2-40B4-BE49-F238E27FC236}">
                  <a16:creationId xmlns:a16="http://schemas.microsoft.com/office/drawing/2014/main" id="{FB207CCC-21B3-4748-A9B8-E77E8CC76DEB}"/>
                </a:ext>
              </a:extLst>
            </p:cNvPr>
            <p:cNvSpPr>
              <a:spLocks noEditPoints="1"/>
            </p:cNvSpPr>
            <p:nvPr/>
          </p:nvSpPr>
          <p:spPr>
            <a:xfrm>
              <a:off x="4830" y="148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5854" name="直接连接符 906278">
              <a:extLst>
                <a:ext uri="{FF2B5EF4-FFF2-40B4-BE49-F238E27FC236}">
                  <a16:creationId xmlns:a16="http://schemas.microsoft.com/office/drawing/2014/main" id="{7C9B797A-4CDA-42E0-A14F-E800F032F90D}"/>
                </a:ext>
              </a:extLst>
            </p:cNvPr>
            <p:cNvSpPr>
              <a:spLocks noChangeShapeType="1"/>
            </p:cNvSpPr>
            <p:nvPr/>
          </p:nvSpPr>
          <p:spPr bwMode="auto">
            <a:xfrm>
              <a:off x="4468" y="2341"/>
              <a:ext cx="362"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6280" name="Document">
              <a:extLst>
                <a:ext uri="{FF2B5EF4-FFF2-40B4-BE49-F238E27FC236}">
                  <a16:creationId xmlns:a16="http://schemas.microsoft.com/office/drawing/2014/main" id="{28110B9B-B8C1-4A37-88DB-3007B14854B2}"/>
                </a:ext>
              </a:extLst>
            </p:cNvPr>
            <p:cNvSpPr>
              <a:spLocks noEditPoints="1"/>
            </p:cNvSpPr>
            <p:nvPr/>
          </p:nvSpPr>
          <p:spPr>
            <a:xfrm>
              <a:off x="4830" y="2115"/>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5856" name="直接连接符 906280">
              <a:extLst>
                <a:ext uri="{FF2B5EF4-FFF2-40B4-BE49-F238E27FC236}">
                  <a16:creationId xmlns:a16="http://schemas.microsoft.com/office/drawing/2014/main" id="{123D61D7-895F-42E8-988A-8DEE26918A77}"/>
                </a:ext>
              </a:extLst>
            </p:cNvPr>
            <p:cNvSpPr>
              <a:spLocks noChangeShapeType="1"/>
            </p:cNvSpPr>
            <p:nvPr/>
          </p:nvSpPr>
          <p:spPr bwMode="auto">
            <a:xfrm>
              <a:off x="4468" y="2976"/>
              <a:ext cx="317" cy="0"/>
            </a:xfrm>
            <a:prstGeom prst="line">
              <a:avLst/>
            </a:prstGeom>
            <a:noFill/>
            <a:ln w="9525">
              <a:solidFill>
                <a:srgbClr val="000000"/>
              </a:solidFill>
              <a:miter lim="800000"/>
              <a:headEnd type="triangle" w="med" len="med"/>
              <a:tailEnd type="triangle" w="med" len="me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906282" name="Document">
              <a:extLst>
                <a:ext uri="{FF2B5EF4-FFF2-40B4-BE49-F238E27FC236}">
                  <a16:creationId xmlns:a16="http://schemas.microsoft.com/office/drawing/2014/main" id="{73FD9126-D8F7-4922-A784-D562A5D3967E}"/>
                </a:ext>
              </a:extLst>
            </p:cNvPr>
            <p:cNvSpPr>
              <a:spLocks noEditPoints="1"/>
            </p:cNvSpPr>
            <p:nvPr/>
          </p:nvSpPr>
          <p:spPr>
            <a:xfrm>
              <a:off x="4785" y="2840"/>
              <a:ext cx="635" cy="453"/>
            </a:xfrm>
            <a:custGeom>
              <a:avLst/>
              <a:gdLst>
                <a:gd name="txL" fmla="*/ 977 w 21600"/>
                <a:gd name="txT" fmla="*/ 818 h 21600"/>
                <a:gd name="txR" fmla="*/ 20622 w 21600"/>
                <a:gd name="txB" fmla="*/ 16429 h 21600"/>
              </a:gdLst>
              <a:ahLst/>
              <a:cxnLst>
                <a:cxn ang="0">
                  <a:pos x="10757" y="21632"/>
                </a:cxn>
                <a:cxn ang="0">
                  <a:pos x="85" y="10849"/>
                </a:cxn>
                <a:cxn ang="0">
                  <a:pos x="10757" y="81"/>
                </a:cxn>
                <a:cxn ang="0">
                  <a:pos x="21706" y="10652"/>
                </a:cxn>
                <a:cxn ang="0">
                  <a:pos x="10757" y="21632"/>
                </a:cxn>
                <a:cxn ang="0">
                  <a:pos x="0" y="0"/>
                </a:cxn>
                <a:cxn ang="0">
                  <a:pos x="21600" y="0"/>
                </a:cxn>
                <a:cxn ang="0">
                  <a:pos x="21600" y="21600"/>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a:headEnd type="none" w="med" len="med"/>
              <a:tailEnd type="none" w="med" len="med"/>
            </a:ln>
            <a:effectLst>
              <a:outerShdw dist="89803" dir="2699999" algn="ctr" rotWithShape="0">
                <a:schemeClr val="tx1"/>
              </a:outerShdw>
            </a:effectLst>
          </p:spPr>
          <p:txBody>
            <a:bodyPr/>
            <a:lstStyle/>
            <a:p>
              <a:r>
                <a:rPr lang="zh-CN" altLang="en-US" sz="24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报告</a:t>
              </a:r>
            </a:p>
          </p:txBody>
        </p:sp>
        <p:sp>
          <p:nvSpPr>
            <p:cNvPr id="35858" name="文本框 906282">
              <a:extLst>
                <a:ext uri="{FF2B5EF4-FFF2-40B4-BE49-F238E27FC236}">
                  <a16:creationId xmlns:a16="http://schemas.microsoft.com/office/drawing/2014/main" id="{7DAB3527-EC55-4426-8C49-A086C43F91A3}"/>
                </a:ext>
              </a:extLst>
            </p:cNvPr>
            <p:cNvSpPr txBox="1">
              <a:spLocks noChangeArrowheads="1"/>
            </p:cNvSpPr>
            <p:nvPr/>
          </p:nvSpPr>
          <p:spPr bwMode="auto">
            <a:xfrm>
              <a:off x="748" y="1117"/>
              <a:ext cx="907" cy="314"/>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数据库</a:t>
              </a:r>
            </a:p>
          </p:txBody>
        </p:sp>
        <p:sp>
          <p:nvSpPr>
            <p:cNvPr id="35859" name="文本框 906283">
              <a:extLst>
                <a:ext uri="{FF2B5EF4-FFF2-40B4-BE49-F238E27FC236}">
                  <a16:creationId xmlns:a16="http://schemas.microsoft.com/office/drawing/2014/main" id="{54EC9695-688F-4FF8-B769-BFACCBEFA98B}"/>
                </a:ext>
              </a:extLst>
            </p:cNvPr>
            <p:cNvSpPr txBox="1">
              <a:spLocks noChangeArrowheads="1"/>
            </p:cNvSpPr>
            <p:nvPr/>
          </p:nvSpPr>
          <p:spPr bwMode="auto">
            <a:xfrm>
              <a:off x="3379" y="1117"/>
              <a:ext cx="1043" cy="314"/>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应用程序</a:t>
              </a:r>
            </a:p>
          </p:txBody>
        </p:sp>
        <p:sp>
          <p:nvSpPr>
            <p:cNvPr id="35860" name="文本框 906284">
              <a:extLst>
                <a:ext uri="{FF2B5EF4-FFF2-40B4-BE49-F238E27FC236}">
                  <a16:creationId xmlns:a16="http://schemas.microsoft.com/office/drawing/2014/main" id="{67533476-3B7A-47A5-B5E9-AA65AEC2C7FE}"/>
                </a:ext>
              </a:extLst>
            </p:cNvPr>
            <p:cNvSpPr txBox="1">
              <a:spLocks noChangeArrowheads="1"/>
            </p:cNvSpPr>
            <p:nvPr/>
          </p:nvSpPr>
          <p:spPr bwMode="auto">
            <a:xfrm>
              <a:off x="4876" y="1117"/>
              <a:ext cx="590" cy="314"/>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用户</a:t>
              </a:r>
            </a:p>
          </p:txBody>
        </p:sp>
        <p:sp>
          <p:nvSpPr>
            <p:cNvPr id="906286" name="流程图: 磁盘 906285">
              <a:extLst>
                <a:ext uri="{FF2B5EF4-FFF2-40B4-BE49-F238E27FC236}">
                  <a16:creationId xmlns:a16="http://schemas.microsoft.com/office/drawing/2014/main" id="{690B7AEA-201D-486D-890D-D22A88B1B97C}"/>
                </a:ext>
              </a:extLst>
            </p:cNvPr>
            <p:cNvSpPr/>
            <p:nvPr/>
          </p:nvSpPr>
          <p:spPr>
            <a:xfrm>
              <a:off x="249" y="1706"/>
              <a:ext cx="1406" cy="1225"/>
            </a:xfrm>
            <a:prstGeom prst="flowChartMagneticDisk">
              <a:avLst/>
            </a:prstGeom>
            <a:solidFill>
              <a:srgbClr val="FFCC66"/>
            </a:solidFill>
            <a:ln w="9525" cap="flat" cmpd="sng">
              <a:solidFill>
                <a:srgbClr val="000000"/>
              </a:solidFill>
              <a:prstDash val="solid"/>
              <a:miter/>
              <a:headEnd type="none" w="med" len="med"/>
              <a:tailEnd type="none" w="med" len="med"/>
            </a:ln>
            <a:effectLst>
              <a:outerShdw dist="17961" dir="2699999" algn="ctr" rotWithShape="0">
                <a:schemeClr val="tx1"/>
              </a:outerShdw>
            </a:effectLst>
          </p:spPr>
          <p:txBody>
            <a:bodyPr wrap="none" anchor="ctr"/>
            <a:lstStyle/>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学生数据</a:t>
              </a:r>
            </a:p>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成绩数据</a:t>
              </a:r>
            </a:p>
            <a:p>
              <a:pPr algn="ctr"/>
              <a:r>
                <a:rPr lang="zh-CN" altLang="en-US" sz="2000" b="1" noProof="1">
                  <a:solidFill>
                    <a:srgbClr val="000000"/>
                  </a:solidFill>
                  <a:effectLst>
                    <a:outerShdw blurRad="38100" dist="38100" dir="2700000">
                      <a:srgbClr val="FFFFFF"/>
                    </a:outerShdw>
                  </a:effectLst>
                  <a:latin typeface="Comic Sans MS" panose="030F0702030302020204" pitchFamily="66" charset="0"/>
                  <a:ea typeface="宋体" panose="02010600030101010101" pitchFamily="2" charset="-122"/>
                </a:rPr>
                <a:t>课程数据</a:t>
              </a:r>
            </a:p>
          </p:txBody>
        </p:sp>
        <p:sp>
          <p:nvSpPr>
            <p:cNvPr id="35862" name="文本框 906286">
              <a:extLst>
                <a:ext uri="{FF2B5EF4-FFF2-40B4-BE49-F238E27FC236}">
                  <a16:creationId xmlns:a16="http://schemas.microsoft.com/office/drawing/2014/main" id="{21EC7571-3A92-475F-8E76-C5F0CE7531A1}"/>
                </a:ext>
              </a:extLst>
            </p:cNvPr>
            <p:cNvSpPr txBox="1">
              <a:spLocks noChangeArrowheads="1"/>
            </p:cNvSpPr>
            <p:nvPr/>
          </p:nvSpPr>
          <p:spPr bwMode="auto">
            <a:xfrm>
              <a:off x="2200" y="1117"/>
              <a:ext cx="589" cy="314"/>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000000"/>
                  </a:solidFill>
                  <a:latin typeface="Comic Sans MS" panose="030F0702030302020204" pitchFamily="66" charset="0"/>
                </a:rPr>
                <a:t>接口</a:t>
              </a:r>
            </a:p>
          </p:txBody>
        </p:sp>
      </p:grpSp>
      <p:sp>
        <p:nvSpPr>
          <p:cNvPr id="35863" name="矩形 906287">
            <a:extLst>
              <a:ext uri="{FF2B5EF4-FFF2-40B4-BE49-F238E27FC236}">
                <a16:creationId xmlns:a16="http://schemas.microsoft.com/office/drawing/2014/main" id="{5E3ECBC8-6D6F-4F08-BD40-F13F5D08FDE8}"/>
              </a:ext>
            </a:extLst>
          </p:cNvPr>
          <p:cNvSpPr>
            <a:spLocks noChangeArrowheads="1"/>
          </p:cNvSpPr>
          <p:nvPr/>
        </p:nvSpPr>
        <p:spPr bwMode="auto">
          <a:xfrm>
            <a:off x="468313" y="1052513"/>
            <a:ext cx="8207375"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50000"/>
              </a:lnSpc>
              <a:spcBef>
                <a:spcPct val="40000"/>
              </a:spcBef>
              <a:buClr>
                <a:schemeClr val="folHlink"/>
              </a:buClr>
            </a:pPr>
            <a:r>
              <a:rPr lang="en-US" altLang="zh-CN" sz="3000">
                <a:solidFill>
                  <a:srgbClr val="660033"/>
                </a:solidFill>
                <a:latin typeface="Tahoma" panose="020B0604030504040204" pitchFamily="34" charset="0"/>
                <a:ea typeface="华文新魏" panose="02010800040101010101" pitchFamily="2" charset="-122"/>
              </a:rPr>
              <a:t>          </a:t>
            </a:r>
            <a:r>
              <a:rPr lang="en-US" altLang="zh-CN" sz="3000" b="1">
                <a:solidFill>
                  <a:srgbClr val="660033"/>
                </a:solidFill>
                <a:latin typeface="华文新魏" panose="02010800040101010101" pitchFamily="2" charset="-122"/>
                <a:ea typeface="华文新魏" panose="02010800040101010101" pitchFamily="2" charset="-122"/>
              </a:rPr>
              <a:t>2.  </a:t>
            </a:r>
            <a:r>
              <a:rPr lang="zh-CN" altLang="en-US" sz="3000" b="1">
                <a:solidFill>
                  <a:srgbClr val="660033"/>
                </a:solidFill>
                <a:latin typeface="华文新魏" panose="02010800040101010101" pitchFamily="2" charset="-122"/>
                <a:ea typeface="华文新魏" panose="02010800040101010101" pitchFamily="2" charset="-122"/>
              </a:rPr>
              <a:t>数据库与文件系统的区别</a:t>
            </a:r>
            <a:r>
              <a:rPr lang="en-US" altLang="zh-CN" sz="3000">
                <a:solidFill>
                  <a:srgbClr val="660066"/>
                </a:solidFill>
                <a:latin typeface="华文中宋" panose="02010600040101010101" pitchFamily="2" charset="-122"/>
                <a:ea typeface="华文中宋" panose="02010600040101010101" pitchFamily="2" charset="-122"/>
              </a:rPr>
              <a:t>    </a:t>
            </a:r>
            <a:endParaRPr lang="zh-CN" altLang="en-US" sz="2800">
              <a:latin typeface="Tahoma" panose="020B0604030504040204" pitchFamily="34" charset="0"/>
              <a:ea typeface="宋体" panose="02010600030101010101" pitchFamily="2" charset="-122"/>
            </a:endParaRPr>
          </a:p>
        </p:txBody>
      </p:sp>
      <p:sp>
        <p:nvSpPr>
          <p:cNvPr id="906289" name="矩形 906288">
            <a:extLst>
              <a:ext uri="{FF2B5EF4-FFF2-40B4-BE49-F238E27FC236}">
                <a16:creationId xmlns:a16="http://schemas.microsoft.com/office/drawing/2014/main" id="{3B272468-88E9-4E7F-81BB-4D990EFAE83E}"/>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一、数据库</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2017"/>
    </mc:Choice>
    <mc:Fallback xmlns="">
      <p:transition spd="slow" advTm="7201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906268"/>
                                        </p:tgtEl>
                                        <p:attrNameLst>
                                          <p:attrName>style.visibility</p:attrName>
                                        </p:attrNameLst>
                                      </p:cBhvr>
                                      <p:to>
                                        <p:strVal val="visible"/>
                                      </p:to>
                                    </p:set>
                                    <p:animEffect transition="in" filter="box(out)">
                                      <p:cBhvr>
                                        <p:cTn id="7" dur="500"/>
                                        <p:tgtEl>
                                          <p:spTgt spid="90626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06267">
                                            <p:txEl>
                                              <p:pRg st="0" end="0"/>
                                            </p:txEl>
                                          </p:spTgt>
                                        </p:tgtEl>
                                        <p:attrNameLst>
                                          <p:attrName>style.visibility</p:attrName>
                                        </p:attrNameLst>
                                      </p:cBhvr>
                                      <p:to>
                                        <p:strVal val="visible"/>
                                      </p:to>
                                    </p:set>
                                    <p:animEffect transition="in" filter="wipe(left)">
                                      <p:cBhvr>
                                        <p:cTn id="11" dur="1000"/>
                                        <p:tgtEl>
                                          <p:spTgt spid="90626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06267">
                                            <p:txEl>
                                              <p:pRg st="1" end="1"/>
                                            </p:txEl>
                                          </p:spTgt>
                                        </p:tgtEl>
                                        <p:attrNameLst>
                                          <p:attrName>style.visibility</p:attrName>
                                        </p:attrNameLst>
                                      </p:cBhvr>
                                      <p:to>
                                        <p:strVal val="visible"/>
                                      </p:to>
                                    </p:set>
                                    <p:animEffect transition="in" filter="wipe(left)">
                                      <p:cBhvr>
                                        <p:cTn id="16" dur="1000"/>
                                        <p:tgtEl>
                                          <p:spTgt spid="9062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626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1">
            <a:extLst>
              <a:ext uri="{FF2B5EF4-FFF2-40B4-BE49-F238E27FC236}">
                <a16:creationId xmlns:a16="http://schemas.microsoft.com/office/drawing/2014/main" id="{9957EC20-1FE7-4755-9A70-0B4B31A43A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DEAD7D9-0397-4F58-89B6-7D6ABED65F65}" type="slidenum">
              <a:rPr lang="zh-CN" altLang="en-US"/>
              <a:pPr/>
              <a:t>26</a:t>
            </a:fld>
            <a:endParaRPr lang="zh-CN" altLang="en-US">
              <a:latin typeface="Times New Roman" panose="02020603050405020304" pitchFamily="18" charset="0"/>
            </a:endParaRPr>
          </a:p>
        </p:txBody>
      </p:sp>
      <p:sp>
        <p:nvSpPr>
          <p:cNvPr id="815109" name="矩形 815108">
            <a:extLst>
              <a:ext uri="{FF2B5EF4-FFF2-40B4-BE49-F238E27FC236}">
                <a16:creationId xmlns:a16="http://schemas.microsoft.com/office/drawing/2014/main" id="{3B59932B-8DB1-451C-8EF0-2069FB7E2EEA}"/>
              </a:ext>
            </a:extLst>
          </p:cNvPr>
          <p:cNvSpPr/>
          <p:nvPr/>
        </p:nvSpPr>
        <p:spPr>
          <a:xfrm>
            <a:off x="468313" y="1171575"/>
            <a:ext cx="8207375"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40000"/>
              </a:lnSpc>
              <a:spcBef>
                <a:spcPct val="20000"/>
              </a:spcBef>
              <a:buClr>
                <a:schemeClr val="folHlink"/>
              </a:buClr>
            </a:pPr>
            <a:r>
              <a:rPr lang="en-US" altLang="zh-CN" sz="3000">
                <a:solidFill>
                  <a:srgbClr val="660033"/>
                </a:solidFill>
                <a:latin typeface="Tahoma" panose="020B0604030504040204" pitchFamily="34" charset="0"/>
                <a:ea typeface="华文新魏" panose="02010800040101010101" pitchFamily="2" charset="-122"/>
              </a:rPr>
              <a:t>          </a:t>
            </a:r>
            <a:r>
              <a:rPr lang="en-US" altLang="zh-CN" sz="3000"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1.  </a:t>
            </a:r>
            <a:r>
              <a:rPr lang="zh-CN" altLang="en-US" sz="3000"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数据库管理系统的概念</a:t>
            </a:r>
          </a:p>
          <a:p>
            <a:pPr>
              <a:lnSpc>
                <a:spcPct val="140000"/>
              </a:lnSpc>
              <a:buClr>
                <a:schemeClr val="folHlink"/>
              </a:buClr>
            </a:pPr>
            <a:r>
              <a:rPr lang="en-US" altLang="zh-CN" sz="3200">
                <a:solidFill>
                  <a:srgbClr val="CC0000"/>
                </a:solidFill>
                <a:latin typeface="Tahoma" panose="020B0604030504040204" pitchFamily="34" charset="0"/>
                <a:ea typeface="宋体" panose="02010600030101010101" pitchFamily="2" charset="-122"/>
              </a:rPr>
              <a:t>         </a:t>
            </a:r>
            <a:r>
              <a:rPr lang="zh-CN" altLang="en-US" sz="3000"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数据库管理系统（</a:t>
            </a:r>
            <a:r>
              <a:rPr lang="en-US" altLang="zh-CN" sz="3000"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DBMS</a:t>
            </a:r>
            <a:r>
              <a:rPr lang="zh-CN" altLang="en-US" sz="3000"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a:t>
            </a:r>
            <a:r>
              <a:rPr lang="zh-CN" altLang="en-US" sz="2800" b="1">
                <a:effectLst>
                  <a:outerShdw blurRad="38100" dist="38100" dir="2700000" algn="tl">
                    <a:srgbClr val="C0C0C0"/>
                  </a:outerShdw>
                </a:effectLst>
                <a:latin typeface="楷体_GB2312" pitchFamily="49" charset="-122"/>
              </a:rPr>
              <a:t>是建立、管理和维护数据库的软件系统，是一种位于应用软件和操作系统之间，实现数据库管理</a:t>
            </a:r>
            <a:r>
              <a:rPr lang="zh-CN" altLang="en-US" sz="2800" b="1">
                <a:solidFill>
                  <a:srgbClr val="000099"/>
                </a:solidFill>
                <a:effectLst>
                  <a:outerShdw blurRad="38100" dist="38100" dir="2700000" algn="tl">
                    <a:srgbClr val="C0C0C0"/>
                  </a:outerShdw>
                </a:effectLst>
                <a:latin typeface="楷体_GB2312" pitchFamily="49" charset="-122"/>
              </a:rPr>
              <a:t>功能</a:t>
            </a:r>
            <a:r>
              <a:rPr lang="zh-CN" altLang="en-US" sz="2800" b="1">
                <a:effectLst>
                  <a:outerShdw blurRad="38100" dist="38100" dir="2700000" algn="tl">
                    <a:srgbClr val="C0C0C0"/>
                  </a:outerShdw>
                </a:effectLst>
                <a:latin typeface="楷体_GB2312" pitchFamily="49" charset="-122"/>
              </a:rPr>
              <a:t>的系统软件。 </a:t>
            </a:r>
          </a:p>
        </p:txBody>
      </p:sp>
      <p:sp>
        <p:nvSpPr>
          <p:cNvPr id="815110" name="直接连接符 815109">
            <a:extLst>
              <a:ext uri="{FF2B5EF4-FFF2-40B4-BE49-F238E27FC236}">
                <a16:creationId xmlns:a16="http://schemas.microsoft.com/office/drawing/2014/main" id="{6B247CD9-2F85-43F6-8223-3A61B692B2CD}"/>
              </a:ext>
            </a:extLst>
          </p:cNvPr>
          <p:cNvSpPr>
            <a:spLocks noChangeShapeType="1"/>
          </p:cNvSpPr>
          <p:nvPr/>
        </p:nvSpPr>
        <p:spPr bwMode="auto">
          <a:xfrm>
            <a:off x="6646863" y="2520950"/>
            <a:ext cx="1800225" cy="0"/>
          </a:xfrm>
          <a:prstGeom prst="line">
            <a:avLst/>
          </a:prstGeom>
          <a:noFill/>
          <a:ln w="28575" cap="sq">
            <a:solidFill>
              <a:srgbClr val="99CC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815111" name="直接连接符 815110">
            <a:extLst>
              <a:ext uri="{FF2B5EF4-FFF2-40B4-BE49-F238E27FC236}">
                <a16:creationId xmlns:a16="http://schemas.microsoft.com/office/drawing/2014/main" id="{1713BE23-2128-419A-AA4E-029E9D72983E}"/>
              </a:ext>
            </a:extLst>
          </p:cNvPr>
          <p:cNvSpPr>
            <a:spLocks noChangeShapeType="1"/>
          </p:cNvSpPr>
          <p:nvPr/>
        </p:nvSpPr>
        <p:spPr bwMode="auto">
          <a:xfrm>
            <a:off x="955675" y="3168650"/>
            <a:ext cx="4138613" cy="0"/>
          </a:xfrm>
          <a:prstGeom prst="line">
            <a:avLst/>
          </a:prstGeom>
          <a:noFill/>
          <a:ln w="28575" cap="sq">
            <a:solidFill>
              <a:srgbClr val="99CC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815133" name="直接连接符 815132">
            <a:extLst>
              <a:ext uri="{FF2B5EF4-FFF2-40B4-BE49-F238E27FC236}">
                <a16:creationId xmlns:a16="http://schemas.microsoft.com/office/drawing/2014/main" id="{0925F714-D04A-423F-ACC4-E8B91F59CFA3}"/>
              </a:ext>
            </a:extLst>
          </p:cNvPr>
          <p:cNvSpPr>
            <a:spLocks noChangeShapeType="1"/>
          </p:cNvSpPr>
          <p:nvPr/>
        </p:nvSpPr>
        <p:spPr bwMode="auto">
          <a:xfrm>
            <a:off x="4592638" y="3757613"/>
            <a:ext cx="2303462" cy="0"/>
          </a:xfrm>
          <a:prstGeom prst="line">
            <a:avLst/>
          </a:prstGeom>
          <a:noFill/>
          <a:ln w="28575" cap="sq">
            <a:solidFill>
              <a:srgbClr val="99CC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815134" name="直接连接符 815133">
            <a:extLst>
              <a:ext uri="{FF2B5EF4-FFF2-40B4-BE49-F238E27FC236}">
                <a16:creationId xmlns:a16="http://schemas.microsoft.com/office/drawing/2014/main" id="{B7D683EF-EC4E-4034-9B11-D327708F3328}"/>
              </a:ext>
            </a:extLst>
          </p:cNvPr>
          <p:cNvSpPr>
            <a:spLocks noChangeShapeType="1"/>
          </p:cNvSpPr>
          <p:nvPr/>
        </p:nvSpPr>
        <p:spPr bwMode="auto">
          <a:xfrm>
            <a:off x="7481888" y="3754438"/>
            <a:ext cx="935037" cy="0"/>
          </a:xfrm>
          <a:prstGeom prst="line">
            <a:avLst/>
          </a:prstGeom>
          <a:noFill/>
          <a:ln w="28575" cap="sq">
            <a:solidFill>
              <a:srgbClr val="99CC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815135" name="矩形 815134">
            <a:extLst>
              <a:ext uri="{FF2B5EF4-FFF2-40B4-BE49-F238E27FC236}">
                <a16:creationId xmlns:a16="http://schemas.microsoft.com/office/drawing/2014/main" id="{12A8DCD1-F78C-40B6-B155-754F6410885D}"/>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
        <p:nvSpPr>
          <p:cNvPr id="815137" name="直接连接符 815136">
            <a:extLst>
              <a:ext uri="{FF2B5EF4-FFF2-40B4-BE49-F238E27FC236}">
                <a16:creationId xmlns:a16="http://schemas.microsoft.com/office/drawing/2014/main" id="{3B6F9AA9-4E39-4FA5-B883-0035811E82CF}"/>
              </a:ext>
            </a:extLst>
          </p:cNvPr>
          <p:cNvSpPr>
            <a:spLocks noChangeShapeType="1"/>
          </p:cNvSpPr>
          <p:nvPr/>
        </p:nvSpPr>
        <p:spPr bwMode="auto">
          <a:xfrm>
            <a:off x="900113" y="4327525"/>
            <a:ext cx="504825" cy="0"/>
          </a:xfrm>
          <a:prstGeom prst="line">
            <a:avLst/>
          </a:prstGeom>
          <a:noFill/>
          <a:ln w="28575" cap="sq">
            <a:solidFill>
              <a:srgbClr val="99CC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1125"/>
    </mc:Choice>
    <mc:Fallback xmlns="">
      <p:transition spd="slow" advTm="5112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5109">
                                            <p:txEl>
                                              <p:pRg st="0" end="0"/>
                                            </p:txEl>
                                          </p:spTgt>
                                        </p:tgtEl>
                                        <p:attrNameLst>
                                          <p:attrName>style.visibility</p:attrName>
                                        </p:attrNameLst>
                                      </p:cBhvr>
                                      <p:to>
                                        <p:strVal val="visible"/>
                                      </p:to>
                                    </p:set>
                                    <p:animEffect transition="in" filter="wipe(left)">
                                      <p:cBhvr>
                                        <p:cTn id="7" dur="1000"/>
                                        <p:tgtEl>
                                          <p:spTgt spid="815109">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815109">
                                            <p:txEl>
                                              <p:pRg st="1" end="1"/>
                                            </p:txEl>
                                          </p:spTgt>
                                        </p:tgtEl>
                                        <p:attrNameLst>
                                          <p:attrName>style.visibility</p:attrName>
                                        </p:attrNameLst>
                                      </p:cBhvr>
                                      <p:to>
                                        <p:strVal val="visible"/>
                                      </p:to>
                                    </p:set>
                                    <p:animEffect transition="in" filter="wipe(up)">
                                      <p:cBhvr>
                                        <p:cTn id="11" dur="1000"/>
                                        <p:tgtEl>
                                          <p:spTgt spid="815109">
                                            <p:txEl>
                                              <p:pRg st="1" end="1"/>
                                            </p:txEl>
                                          </p:spTgt>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815110"/>
                                        </p:tgtEl>
                                        <p:attrNameLst>
                                          <p:attrName>style.visibility</p:attrName>
                                        </p:attrNameLst>
                                      </p:cBhvr>
                                      <p:to>
                                        <p:strVal val="visible"/>
                                      </p:to>
                                    </p:set>
                                    <p:animEffect transition="in" filter="wipe(left)">
                                      <p:cBhvr>
                                        <p:cTn id="15" dur="2000"/>
                                        <p:tgtEl>
                                          <p:spTgt spid="815110"/>
                                        </p:tgtEl>
                                      </p:cBhvr>
                                    </p:animEffect>
                                  </p:childTnLst>
                                </p:cTn>
                              </p:par>
                            </p:childTnLst>
                          </p:cTn>
                        </p:par>
                        <p:par>
                          <p:cTn id="16" fill="hold" nodeType="afterGroup">
                            <p:stCondLst>
                              <p:cond delay="4000"/>
                            </p:stCondLst>
                            <p:childTnLst>
                              <p:par>
                                <p:cTn id="17" presetID="22" presetClass="entr" presetSubtype="8" fill="hold" nodeType="afterEffect">
                                  <p:stCondLst>
                                    <p:cond delay="0"/>
                                  </p:stCondLst>
                                  <p:childTnLst>
                                    <p:set>
                                      <p:cBhvr>
                                        <p:cTn id="18" dur="1" fill="hold">
                                          <p:stCondLst>
                                            <p:cond delay="0"/>
                                          </p:stCondLst>
                                        </p:cTn>
                                        <p:tgtEl>
                                          <p:spTgt spid="815111"/>
                                        </p:tgtEl>
                                        <p:attrNameLst>
                                          <p:attrName>style.visibility</p:attrName>
                                        </p:attrNameLst>
                                      </p:cBhvr>
                                      <p:to>
                                        <p:strVal val="visible"/>
                                      </p:to>
                                    </p:set>
                                    <p:animEffect transition="in" filter="wipe(left)">
                                      <p:cBhvr>
                                        <p:cTn id="19" dur="2000"/>
                                        <p:tgtEl>
                                          <p:spTgt spid="815111"/>
                                        </p:tgtEl>
                                      </p:cBhvr>
                                    </p:animEffect>
                                  </p:childTnLst>
                                </p:cTn>
                              </p:par>
                            </p:childTnLst>
                          </p:cTn>
                        </p:par>
                        <p:par>
                          <p:cTn id="20" fill="hold" nodeType="afterGroup">
                            <p:stCondLst>
                              <p:cond delay="6000"/>
                            </p:stCondLst>
                            <p:childTnLst>
                              <p:par>
                                <p:cTn id="21" presetID="22" presetClass="entr" presetSubtype="8" fill="hold" nodeType="afterEffect">
                                  <p:stCondLst>
                                    <p:cond delay="0"/>
                                  </p:stCondLst>
                                  <p:childTnLst>
                                    <p:set>
                                      <p:cBhvr>
                                        <p:cTn id="22" dur="1" fill="hold">
                                          <p:stCondLst>
                                            <p:cond delay="0"/>
                                          </p:stCondLst>
                                        </p:cTn>
                                        <p:tgtEl>
                                          <p:spTgt spid="815133"/>
                                        </p:tgtEl>
                                        <p:attrNameLst>
                                          <p:attrName>style.visibility</p:attrName>
                                        </p:attrNameLst>
                                      </p:cBhvr>
                                      <p:to>
                                        <p:strVal val="visible"/>
                                      </p:to>
                                    </p:set>
                                    <p:animEffect transition="in" filter="wipe(left)">
                                      <p:cBhvr>
                                        <p:cTn id="23" dur="2000"/>
                                        <p:tgtEl>
                                          <p:spTgt spid="815133"/>
                                        </p:tgtEl>
                                      </p:cBhvr>
                                    </p:animEffect>
                                  </p:childTnLst>
                                </p:cTn>
                              </p:par>
                            </p:childTnLst>
                          </p:cTn>
                        </p:par>
                        <p:par>
                          <p:cTn id="24" fill="hold" nodeType="afterGroup">
                            <p:stCondLst>
                              <p:cond delay="8000"/>
                            </p:stCondLst>
                            <p:childTnLst>
                              <p:par>
                                <p:cTn id="25" presetID="22" presetClass="entr" presetSubtype="8" fill="hold" nodeType="afterEffect">
                                  <p:stCondLst>
                                    <p:cond delay="0"/>
                                  </p:stCondLst>
                                  <p:childTnLst>
                                    <p:set>
                                      <p:cBhvr>
                                        <p:cTn id="26" dur="1" fill="hold">
                                          <p:stCondLst>
                                            <p:cond delay="0"/>
                                          </p:stCondLst>
                                        </p:cTn>
                                        <p:tgtEl>
                                          <p:spTgt spid="815134"/>
                                        </p:tgtEl>
                                        <p:attrNameLst>
                                          <p:attrName>style.visibility</p:attrName>
                                        </p:attrNameLst>
                                      </p:cBhvr>
                                      <p:to>
                                        <p:strVal val="visible"/>
                                      </p:to>
                                    </p:set>
                                    <p:animEffect transition="in" filter="wipe(left)">
                                      <p:cBhvr>
                                        <p:cTn id="27" dur="2000"/>
                                        <p:tgtEl>
                                          <p:spTgt spid="815134"/>
                                        </p:tgtEl>
                                      </p:cBhvr>
                                    </p:animEffect>
                                  </p:childTnLst>
                                </p:cTn>
                              </p:par>
                            </p:childTnLst>
                          </p:cTn>
                        </p:par>
                        <p:par>
                          <p:cTn id="28" fill="hold" nodeType="afterGroup">
                            <p:stCondLst>
                              <p:cond delay="10000"/>
                            </p:stCondLst>
                            <p:childTnLst>
                              <p:par>
                                <p:cTn id="29" presetID="22" presetClass="entr" presetSubtype="8" fill="hold" nodeType="afterEffect">
                                  <p:stCondLst>
                                    <p:cond delay="0"/>
                                  </p:stCondLst>
                                  <p:childTnLst>
                                    <p:set>
                                      <p:cBhvr>
                                        <p:cTn id="30" dur="1" fill="hold">
                                          <p:stCondLst>
                                            <p:cond delay="0"/>
                                          </p:stCondLst>
                                        </p:cTn>
                                        <p:tgtEl>
                                          <p:spTgt spid="815137"/>
                                        </p:tgtEl>
                                        <p:attrNameLst>
                                          <p:attrName>style.visibility</p:attrName>
                                        </p:attrNameLst>
                                      </p:cBhvr>
                                      <p:to>
                                        <p:strVal val="visible"/>
                                      </p:to>
                                    </p:set>
                                    <p:animEffect transition="in" filter="wipe(left)">
                                      <p:cBhvr>
                                        <p:cTn id="31" dur="2000"/>
                                        <p:tgtEl>
                                          <p:spTgt spid="815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a:extLst>
              <a:ext uri="{FF2B5EF4-FFF2-40B4-BE49-F238E27FC236}">
                <a16:creationId xmlns:a16="http://schemas.microsoft.com/office/drawing/2014/main" id="{1596C767-19E2-4347-8A9B-93DE4972EE5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E268A72-39F6-43DC-AA13-2196D2BBB3A5}" type="slidenum">
              <a:rPr lang="zh-CN" altLang="en-US"/>
              <a:pPr/>
              <a:t>27</a:t>
            </a:fld>
            <a:endParaRPr lang="zh-CN" altLang="en-US">
              <a:latin typeface="Times New Roman" panose="02020603050405020304" pitchFamily="18" charset="0"/>
            </a:endParaRPr>
          </a:p>
        </p:txBody>
      </p:sp>
      <p:sp>
        <p:nvSpPr>
          <p:cNvPr id="37890" name="矩形 871428">
            <a:extLst>
              <a:ext uri="{FF2B5EF4-FFF2-40B4-BE49-F238E27FC236}">
                <a16:creationId xmlns:a16="http://schemas.microsoft.com/office/drawing/2014/main" id="{CC73F297-338F-4BB3-A607-F8EC08EEC74E}"/>
              </a:ext>
            </a:extLst>
          </p:cNvPr>
          <p:cNvSpPr>
            <a:spLocks noChangeArrowheads="1"/>
          </p:cNvSpPr>
          <p:nvPr/>
        </p:nvSpPr>
        <p:spPr bwMode="auto">
          <a:xfrm>
            <a:off x="468313" y="1196975"/>
            <a:ext cx="8207375"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en-US" altLang="zh-CN" sz="3200">
                <a:solidFill>
                  <a:srgbClr val="CC0000"/>
                </a:solidFill>
                <a:latin typeface="Tahoma" panose="020B0604030504040204" pitchFamily="34" charset="0"/>
                <a:ea typeface="宋体" panose="02010600030101010101" pitchFamily="2" charset="-122"/>
              </a:rPr>
              <a:t>          </a:t>
            </a:r>
            <a:endParaRPr lang="zh-CN" altLang="en-US" sz="2800">
              <a:latin typeface="Tahoma" panose="020B0604030504040204" pitchFamily="34" charset="0"/>
              <a:ea typeface="宋体" panose="02010600030101010101" pitchFamily="2" charset="-122"/>
            </a:endParaRPr>
          </a:p>
        </p:txBody>
      </p:sp>
      <p:sp>
        <p:nvSpPr>
          <p:cNvPr id="37891" name="矩形 871431">
            <a:extLst>
              <a:ext uri="{FF2B5EF4-FFF2-40B4-BE49-F238E27FC236}">
                <a16:creationId xmlns:a16="http://schemas.microsoft.com/office/drawing/2014/main" id="{5637313D-55FC-481C-A895-919321B00FDF}"/>
              </a:ext>
            </a:extLst>
          </p:cNvPr>
          <p:cNvSpPr>
            <a:spLocks noChangeArrowheads="1"/>
          </p:cNvSpPr>
          <p:nvPr/>
        </p:nvSpPr>
        <p:spPr bwMode="auto">
          <a:xfrm>
            <a:off x="1114425" y="3357563"/>
            <a:ext cx="2449513" cy="863600"/>
          </a:xfrm>
          <a:prstGeom prst="rect">
            <a:avLst/>
          </a:prstGeom>
          <a:gradFill rotWithShape="1">
            <a:gsLst>
              <a:gs pos="0">
                <a:schemeClr val="bg1"/>
              </a:gs>
              <a:gs pos="100000">
                <a:srgbClr val="FFCC99"/>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zh-CN" sz="2800" b="1"/>
              <a:t>DBMS</a:t>
            </a:r>
            <a:r>
              <a:rPr lang="zh-CN" altLang="en-US" sz="2800" b="1"/>
              <a:t>的功能</a:t>
            </a:r>
          </a:p>
        </p:txBody>
      </p:sp>
      <p:sp>
        <p:nvSpPr>
          <p:cNvPr id="871433" name="左大括号 871432">
            <a:extLst>
              <a:ext uri="{FF2B5EF4-FFF2-40B4-BE49-F238E27FC236}">
                <a16:creationId xmlns:a16="http://schemas.microsoft.com/office/drawing/2014/main" id="{9E0F8773-D39E-4891-8AA6-E5C6DE53D937}"/>
              </a:ext>
            </a:extLst>
          </p:cNvPr>
          <p:cNvSpPr>
            <a:spLocks/>
          </p:cNvSpPr>
          <p:nvPr/>
        </p:nvSpPr>
        <p:spPr bwMode="auto">
          <a:xfrm>
            <a:off x="3779838" y="2493963"/>
            <a:ext cx="360362" cy="2663825"/>
          </a:xfrm>
          <a:prstGeom prst="leftBrace">
            <a:avLst>
              <a:gd name="adj1" fmla="val 61566"/>
              <a:gd name="adj2" fmla="val 50000"/>
            </a:avLst>
          </a:prstGeom>
          <a:noFill/>
          <a:ln w="3175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1434" name="矩形 871433">
            <a:extLst>
              <a:ext uri="{FF2B5EF4-FFF2-40B4-BE49-F238E27FC236}">
                <a16:creationId xmlns:a16="http://schemas.microsoft.com/office/drawing/2014/main" id="{A154AFE6-3591-4C38-9F69-0B02CE7D5551}"/>
              </a:ext>
            </a:extLst>
          </p:cNvPr>
          <p:cNvSpPr>
            <a:spLocks noChangeArrowheads="1"/>
          </p:cNvSpPr>
          <p:nvPr/>
        </p:nvSpPr>
        <p:spPr bwMode="auto">
          <a:xfrm>
            <a:off x="4356100" y="22050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定义数据库</a:t>
            </a:r>
            <a:endParaRPr lang="zh-CN" altLang="en-US" sz="2400" b="1"/>
          </a:p>
        </p:txBody>
      </p:sp>
      <p:sp>
        <p:nvSpPr>
          <p:cNvPr id="871435" name="矩形 871434">
            <a:extLst>
              <a:ext uri="{FF2B5EF4-FFF2-40B4-BE49-F238E27FC236}">
                <a16:creationId xmlns:a16="http://schemas.microsoft.com/office/drawing/2014/main" id="{50A14D49-21CB-4462-9C53-C734B8E62493}"/>
              </a:ext>
            </a:extLst>
          </p:cNvPr>
          <p:cNvSpPr>
            <a:spLocks noChangeArrowheads="1"/>
          </p:cNvSpPr>
          <p:nvPr/>
        </p:nvSpPr>
        <p:spPr bwMode="auto">
          <a:xfrm>
            <a:off x="4356100" y="28527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操纵数据库</a:t>
            </a:r>
            <a:endParaRPr lang="zh-CN" altLang="en-US" sz="2400" b="1"/>
          </a:p>
        </p:txBody>
      </p:sp>
      <p:sp>
        <p:nvSpPr>
          <p:cNvPr id="871436" name="矩形 871435">
            <a:extLst>
              <a:ext uri="{FF2B5EF4-FFF2-40B4-BE49-F238E27FC236}">
                <a16:creationId xmlns:a16="http://schemas.microsoft.com/office/drawing/2014/main" id="{68CFECEB-6669-4048-AAD6-5D8898CBE962}"/>
              </a:ext>
            </a:extLst>
          </p:cNvPr>
          <p:cNvSpPr>
            <a:spLocks noChangeArrowheads="1"/>
          </p:cNvSpPr>
          <p:nvPr/>
        </p:nvSpPr>
        <p:spPr bwMode="auto">
          <a:xfrm>
            <a:off x="4356100" y="35004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控制数据库</a:t>
            </a:r>
            <a:endParaRPr lang="zh-CN" altLang="en-US" sz="2400" b="1"/>
          </a:p>
        </p:txBody>
      </p:sp>
      <p:sp>
        <p:nvSpPr>
          <p:cNvPr id="871437" name="矩形 871436">
            <a:extLst>
              <a:ext uri="{FF2B5EF4-FFF2-40B4-BE49-F238E27FC236}">
                <a16:creationId xmlns:a16="http://schemas.microsoft.com/office/drawing/2014/main" id="{D91CC2A9-932D-49A3-91FD-80B4E1E5CE66}"/>
              </a:ext>
            </a:extLst>
          </p:cNvPr>
          <p:cNvSpPr>
            <a:spLocks noChangeArrowheads="1"/>
          </p:cNvSpPr>
          <p:nvPr/>
        </p:nvSpPr>
        <p:spPr bwMode="auto">
          <a:xfrm>
            <a:off x="4356100" y="41481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维护数据库</a:t>
            </a:r>
            <a:endParaRPr lang="zh-CN" altLang="en-US" sz="2400" b="1"/>
          </a:p>
        </p:txBody>
      </p:sp>
      <p:sp>
        <p:nvSpPr>
          <p:cNvPr id="871438" name="矩形 871437">
            <a:extLst>
              <a:ext uri="{FF2B5EF4-FFF2-40B4-BE49-F238E27FC236}">
                <a16:creationId xmlns:a16="http://schemas.microsoft.com/office/drawing/2014/main" id="{AEF1EEB9-C221-4D8A-9621-C2B813BEBFB2}"/>
              </a:ext>
            </a:extLst>
          </p:cNvPr>
          <p:cNvSpPr>
            <a:spLocks noChangeArrowheads="1"/>
          </p:cNvSpPr>
          <p:nvPr/>
        </p:nvSpPr>
        <p:spPr bwMode="auto">
          <a:xfrm>
            <a:off x="4356100" y="4797425"/>
            <a:ext cx="2808288" cy="576263"/>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通信功能</a:t>
            </a:r>
            <a:endParaRPr lang="zh-CN" altLang="en-US" sz="2400" b="1"/>
          </a:p>
        </p:txBody>
      </p:sp>
      <p:sp>
        <p:nvSpPr>
          <p:cNvPr id="871440" name="矩形 871439">
            <a:extLst>
              <a:ext uri="{FF2B5EF4-FFF2-40B4-BE49-F238E27FC236}">
                <a16:creationId xmlns:a16="http://schemas.microsoft.com/office/drawing/2014/main" id="{D077F73F-5A73-4D9B-B411-41ED610A09CD}"/>
              </a:ext>
            </a:extLst>
          </p:cNvPr>
          <p:cNvSpPr/>
          <p:nvPr/>
        </p:nvSpPr>
        <p:spPr>
          <a:xfrm>
            <a:off x="468313" y="117316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数据库管理系统的主要功能</a:t>
            </a:r>
          </a:p>
        </p:txBody>
      </p:sp>
      <p:sp>
        <p:nvSpPr>
          <p:cNvPr id="871441" name="矩形 871440">
            <a:extLst>
              <a:ext uri="{FF2B5EF4-FFF2-40B4-BE49-F238E27FC236}">
                <a16:creationId xmlns:a16="http://schemas.microsoft.com/office/drawing/2014/main" id="{AD8CAFE0-579D-4E2C-B420-D642542CFB02}"/>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005"/>
    </mc:Choice>
    <mc:Fallback xmlns="">
      <p:transition spd="slow" advTm="1100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71433"/>
                                        </p:tgtEl>
                                        <p:attrNameLst>
                                          <p:attrName>style.visibility</p:attrName>
                                        </p:attrNameLst>
                                      </p:cBhvr>
                                      <p:to>
                                        <p:strVal val="visible"/>
                                      </p:to>
                                    </p:set>
                                    <p:animEffect transition="in" filter="wipe(left)">
                                      <p:cBhvr>
                                        <p:cTn id="7" dur="500"/>
                                        <p:tgtEl>
                                          <p:spTgt spid="87143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71434"/>
                                        </p:tgtEl>
                                        <p:attrNameLst>
                                          <p:attrName>style.visibility</p:attrName>
                                        </p:attrNameLst>
                                      </p:cBhvr>
                                      <p:to>
                                        <p:strVal val="visible"/>
                                      </p:to>
                                    </p:set>
                                    <p:animEffect transition="in" filter="wipe(left)">
                                      <p:cBhvr>
                                        <p:cTn id="11" dur="1000"/>
                                        <p:tgtEl>
                                          <p:spTgt spid="871434"/>
                                        </p:tgtEl>
                                      </p:cBhvr>
                                    </p:animEffect>
                                  </p:childTnLst>
                                </p:cTn>
                              </p:par>
                            </p:childTnLst>
                          </p:cTn>
                        </p:par>
                        <p:par>
                          <p:cTn id="12" fill="hold" nodeType="afterGroup">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871435"/>
                                        </p:tgtEl>
                                        <p:attrNameLst>
                                          <p:attrName>style.visibility</p:attrName>
                                        </p:attrNameLst>
                                      </p:cBhvr>
                                      <p:to>
                                        <p:strVal val="visible"/>
                                      </p:to>
                                    </p:set>
                                    <p:animEffect transition="in" filter="wipe(left)">
                                      <p:cBhvr>
                                        <p:cTn id="15" dur="2000"/>
                                        <p:tgtEl>
                                          <p:spTgt spid="871435"/>
                                        </p:tgtEl>
                                      </p:cBhvr>
                                    </p:animEffect>
                                  </p:childTnLst>
                                </p:cTn>
                              </p:par>
                            </p:childTnLst>
                          </p:cTn>
                        </p:par>
                        <p:par>
                          <p:cTn id="16" fill="hold" nodeType="afterGroup">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871436"/>
                                        </p:tgtEl>
                                        <p:attrNameLst>
                                          <p:attrName>style.visibility</p:attrName>
                                        </p:attrNameLst>
                                      </p:cBhvr>
                                      <p:to>
                                        <p:strVal val="visible"/>
                                      </p:to>
                                    </p:set>
                                    <p:animEffect transition="in" filter="wipe(left)">
                                      <p:cBhvr>
                                        <p:cTn id="19" dur="2000"/>
                                        <p:tgtEl>
                                          <p:spTgt spid="871436"/>
                                        </p:tgtEl>
                                      </p:cBhvr>
                                    </p:animEffect>
                                  </p:childTnLst>
                                </p:cTn>
                              </p:par>
                            </p:childTnLst>
                          </p:cTn>
                        </p:par>
                        <p:par>
                          <p:cTn id="20" fill="hold" nodeType="afterGroup">
                            <p:stCondLst>
                              <p:cond delay="5500"/>
                            </p:stCondLst>
                            <p:childTnLst>
                              <p:par>
                                <p:cTn id="21" presetID="22" presetClass="entr" presetSubtype="8" fill="hold" grpId="0" nodeType="afterEffect">
                                  <p:stCondLst>
                                    <p:cond delay="0"/>
                                  </p:stCondLst>
                                  <p:childTnLst>
                                    <p:set>
                                      <p:cBhvr>
                                        <p:cTn id="22" dur="1" fill="hold">
                                          <p:stCondLst>
                                            <p:cond delay="0"/>
                                          </p:stCondLst>
                                        </p:cTn>
                                        <p:tgtEl>
                                          <p:spTgt spid="871437"/>
                                        </p:tgtEl>
                                        <p:attrNameLst>
                                          <p:attrName>style.visibility</p:attrName>
                                        </p:attrNameLst>
                                      </p:cBhvr>
                                      <p:to>
                                        <p:strVal val="visible"/>
                                      </p:to>
                                    </p:set>
                                    <p:animEffect transition="in" filter="wipe(left)">
                                      <p:cBhvr>
                                        <p:cTn id="23" dur="2000"/>
                                        <p:tgtEl>
                                          <p:spTgt spid="871437"/>
                                        </p:tgtEl>
                                      </p:cBhvr>
                                    </p:animEffect>
                                  </p:childTnLst>
                                </p:cTn>
                              </p:par>
                            </p:childTnLst>
                          </p:cTn>
                        </p:par>
                        <p:par>
                          <p:cTn id="24" fill="hold" nodeType="afterGroup">
                            <p:stCondLst>
                              <p:cond delay="7500"/>
                            </p:stCondLst>
                            <p:childTnLst>
                              <p:par>
                                <p:cTn id="25" presetID="22" presetClass="entr" presetSubtype="8" fill="hold" grpId="0" nodeType="afterEffect">
                                  <p:stCondLst>
                                    <p:cond delay="0"/>
                                  </p:stCondLst>
                                  <p:childTnLst>
                                    <p:set>
                                      <p:cBhvr>
                                        <p:cTn id="26" dur="1" fill="hold">
                                          <p:stCondLst>
                                            <p:cond delay="0"/>
                                          </p:stCondLst>
                                        </p:cTn>
                                        <p:tgtEl>
                                          <p:spTgt spid="871438"/>
                                        </p:tgtEl>
                                        <p:attrNameLst>
                                          <p:attrName>style.visibility</p:attrName>
                                        </p:attrNameLst>
                                      </p:cBhvr>
                                      <p:to>
                                        <p:strVal val="visible"/>
                                      </p:to>
                                    </p:set>
                                    <p:animEffect transition="in" filter="wipe(left)">
                                      <p:cBhvr>
                                        <p:cTn id="27" dur="2000"/>
                                        <p:tgtEl>
                                          <p:spTgt spid="871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434" grpId="0" animBg="1"/>
      <p:bldP spid="871435" grpId="0" animBg="1"/>
      <p:bldP spid="871436" grpId="0" animBg="1"/>
      <p:bldP spid="871437" grpId="0" animBg="1"/>
      <p:bldP spid="87143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1">
            <a:extLst>
              <a:ext uri="{FF2B5EF4-FFF2-40B4-BE49-F238E27FC236}">
                <a16:creationId xmlns:a16="http://schemas.microsoft.com/office/drawing/2014/main" id="{D4318637-69CB-4D11-974F-5027329670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028E179-F738-4049-BEF9-10E7FF61B0B1}" type="slidenum">
              <a:rPr lang="zh-CN" altLang="en-US"/>
              <a:pPr/>
              <a:t>28</a:t>
            </a:fld>
            <a:endParaRPr lang="zh-CN" altLang="en-US">
              <a:latin typeface="Times New Roman" panose="02020603050405020304" pitchFamily="18" charset="0"/>
            </a:endParaRPr>
          </a:p>
        </p:txBody>
      </p:sp>
      <p:sp>
        <p:nvSpPr>
          <p:cNvPr id="880656" name="矩形 880655">
            <a:extLst>
              <a:ext uri="{FF2B5EF4-FFF2-40B4-BE49-F238E27FC236}">
                <a16:creationId xmlns:a16="http://schemas.microsoft.com/office/drawing/2014/main" id="{97F226E9-DCB9-43E5-A888-41C6FAF41FDE}"/>
              </a:ext>
            </a:extLst>
          </p:cNvPr>
          <p:cNvSpPr/>
          <p:nvPr/>
        </p:nvSpPr>
        <p:spPr>
          <a:xfrm>
            <a:off x="468313" y="117316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数据库管理系统的主要功能</a:t>
            </a:r>
          </a:p>
        </p:txBody>
      </p:sp>
      <p:sp>
        <p:nvSpPr>
          <p:cNvPr id="38915" name="矩形 880644">
            <a:extLst>
              <a:ext uri="{FF2B5EF4-FFF2-40B4-BE49-F238E27FC236}">
                <a16:creationId xmlns:a16="http://schemas.microsoft.com/office/drawing/2014/main" id="{39453BEE-9555-4CFD-85B3-C74E5A44BE27}"/>
              </a:ext>
            </a:extLst>
          </p:cNvPr>
          <p:cNvSpPr>
            <a:spLocks noChangeArrowheads="1"/>
          </p:cNvSpPr>
          <p:nvPr/>
        </p:nvSpPr>
        <p:spPr bwMode="auto">
          <a:xfrm>
            <a:off x="468313" y="1196975"/>
            <a:ext cx="8207375"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en-US" altLang="zh-CN" sz="3200">
                <a:solidFill>
                  <a:srgbClr val="CC0000"/>
                </a:solidFill>
                <a:latin typeface="Tahoma" panose="020B0604030504040204" pitchFamily="34" charset="0"/>
                <a:ea typeface="宋体" panose="02010600030101010101" pitchFamily="2" charset="-122"/>
              </a:rPr>
              <a:t>          </a:t>
            </a:r>
            <a:endParaRPr lang="zh-CN" altLang="en-US" sz="2800">
              <a:latin typeface="Tahoma" panose="020B0604030504040204" pitchFamily="34" charset="0"/>
              <a:ea typeface="宋体" panose="02010600030101010101" pitchFamily="2" charset="-122"/>
            </a:endParaRPr>
          </a:p>
        </p:txBody>
      </p:sp>
      <p:sp>
        <p:nvSpPr>
          <p:cNvPr id="38916" name="矩形 880645">
            <a:extLst>
              <a:ext uri="{FF2B5EF4-FFF2-40B4-BE49-F238E27FC236}">
                <a16:creationId xmlns:a16="http://schemas.microsoft.com/office/drawing/2014/main" id="{3CAE65B7-64EF-429C-A42F-60AF526F35C7}"/>
              </a:ext>
            </a:extLst>
          </p:cNvPr>
          <p:cNvSpPr>
            <a:spLocks noChangeArrowheads="1"/>
          </p:cNvSpPr>
          <p:nvPr/>
        </p:nvSpPr>
        <p:spPr bwMode="auto">
          <a:xfrm>
            <a:off x="1114425" y="3357563"/>
            <a:ext cx="2449513" cy="863600"/>
          </a:xfrm>
          <a:prstGeom prst="rect">
            <a:avLst/>
          </a:prstGeom>
          <a:gradFill rotWithShape="1">
            <a:gsLst>
              <a:gs pos="0">
                <a:schemeClr val="bg1"/>
              </a:gs>
              <a:gs pos="100000">
                <a:srgbClr val="FFCC99"/>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zh-CN" sz="2800" b="1"/>
              <a:t>DBMS</a:t>
            </a:r>
            <a:r>
              <a:rPr lang="zh-CN" altLang="en-US" sz="2800" b="1"/>
              <a:t>的功能</a:t>
            </a:r>
          </a:p>
        </p:txBody>
      </p:sp>
      <p:sp>
        <p:nvSpPr>
          <p:cNvPr id="38917" name="左大括号 880646">
            <a:extLst>
              <a:ext uri="{FF2B5EF4-FFF2-40B4-BE49-F238E27FC236}">
                <a16:creationId xmlns:a16="http://schemas.microsoft.com/office/drawing/2014/main" id="{E7A86F70-73B5-4AA2-8A28-CA8CCA3EC6A7}"/>
              </a:ext>
            </a:extLst>
          </p:cNvPr>
          <p:cNvSpPr>
            <a:spLocks/>
          </p:cNvSpPr>
          <p:nvPr/>
        </p:nvSpPr>
        <p:spPr bwMode="auto">
          <a:xfrm>
            <a:off x="3779838" y="2493963"/>
            <a:ext cx="360362" cy="2663825"/>
          </a:xfrm>
          <a:prstGeom prst="leftBrace">
            <a:avLst>
              <a:gd name="adj1" fmla="val 61566"/>
              <a:gd name="adj2" fmla="val 50000"/>
            </a:avLst>
          </a:prstGeom>
          <a:noFill/>
          <a:ln w="3175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18" name="矩形 880647">
            <a:extLst>
              <a:ext uri="{FF2B5EF4-FFF2-40B4-BE49-F238E27FC236}">
                <a16:creationId xmlns:a16="http://schemas.microsoft.com/office/drawing/2014/main" id="{67E42345-E888-4199-9C21-8F73BC97F2BF}"/>
              </a:ext>
            </a:extLst>
          </p:cNvPr>
          <p:cNvSpPr>
            <a:spLocks noChangeArrowheads="1"/>
          </p:cNvSpPr>
          <p:nvPr/>
        </p:nvSpPr>
        <p:spPr bwMode="auto">
          <a:xfrm>
            <a:off x="4356100" y="22050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定义数据库</a:t>
            </a:r>
            <a:endParaRPr lang="zh-CN" altLang="en-US" sz="2400" b="1"/>
          </a:p>
        </p:txBody>
      </p:sp>
      <p:sp>
        <p:nvSpPr>
          <p:cNvPr id="38919" name="矩形 880648">
            <a:extLst>
              <a:ext uri="{FF2B5EF4-FFF2-40B4-BE49-F238E27FC236}">
                <a16:creationId xmlns:a16="http://schemas.microsoft.com/office/drawing/2014/main" id="{ECCE27F1-3D7E-417B-9959-F626DC6FDA11}"/>
              </a:ext>
            </a:extLst>
          </p:cNvPr>
          <p:cNvSpPr>
            <a:spLocks noChangeArrowheads="1"/>
          </p:cNvSpPr>
          <p:nvPr/>
        </p:nvSpPr>
        <p:spPr bwMode="auto">
          <a:xfrm>
            <a:off x="4356100" y="28527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操纵数据库</a:t>
            </a:r>
            <a:endParaRPr lang="zh-CN" altLang="en-US" sz="2400" b="1"/>
          </a:p>
        </p:txBody>
      </p:sp>
      <p:sp>
        <p:nvSpPr>
          <p:cNvPr id="38920" name="矩形 880649">
            <a:extLst>
              <a:ext uri="{FF2B5EF4-FFF2-40B4-BE49-F238E27FC236}">
                <a16:creationId xmlns:a16="http://schemas.microsoft.com/office/drawing/2014/main" id="{8E9609FD-BD0B-4A86-B79C-2CFA22DB8183}"/>
              </a:ext>
            </a:extLst>
          </p:cNvPr>
          <p:cNvSpPr>
            <a:spLocks noChangeArrowheads="1"/>
          </p:cNvSpPr>
          <p:nvPr/>
        </p:nvSpPr>
        <p:spPr bwMode="auto">
          <a:xfrm>
            <a:off x="4356100" y="35004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控制数据库</a:t>
            </a:r>
            <a:endParaRPr lang="zh-CN" altLang="en-US" sz="2400" b="1"/>
          </a:p>
        </p:txBody>
      </p:sp>
      <p:sp>
        <p:nvSpPr>
          <p:cNvPr id="38921" name="矩形 880650">
            <a:extLst>
              <a:ext uri="{FF2B5EF4-FFF2-40B4-BE49-F238E27FC236}">
                <a16:creationId xmlns:a16="http://schemas.microsoft.com/office/drawing/2014/main" id="{30EF468D-28C1-4451-8AFC-C8D137906A79}"/>
              </a:ext>
            </a:extLst>
          </p:cNvPr>
          <p:cNvSpPr>
            <a:spLocks noChangeArrowheads="1"/>
          </p:cNvSpPr>
          <p:nvPr/>
        </p:nvSpPr>
        <p:spPr bwMode="auto">
          <a:xfrm>
            <a:off x="4356100" y="41481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维护数据库</a:t>
            </a:r>
            <a:endParaRPr lang="zh-CN" altLang="en-US" sz="2400" b="1"/>
          </a:p>
        </p:txBody>
      </p:sp>
      <p:sp>
        <p:nvSpPr>
          <p:cNvPr id="38922" name="矩形 880651">
            <a:extLst>
              <a:ext uri="{FF2B5EF4-FFF2-40B4-BE49-F238E27FC236}">
                <a16:creationId xmlns:a16="http://schemas.microsoft.com/office/drawing/2014/main" id="{577B9931-4CCB-4526-978C-9AA61C32CFC3}"/>
              </a:ext>
            </a:extLst>
          </p:cNvPr>
          <p:cNvSpPr>
            <a:spLocks noChangeArrowheads="1"/>
          </p:cNvSpPr>
          <p:nvPr/>
        </p:nvSpPr>
        <p:spPr bwMode="auto">
          <a:xfrm>
            <a:off x="4356100" y="4797425"/>
            <a:ext cx="2808288" cy="576263"/>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通信功能</a:t>
            </a:r>
            <a:endParaRPr lang="zh-CN" altLang="en-US" sz="2400" b="1"/>
          </a:p>
        </p:txBody>
      </p:sp>
      <p:sp>
        <p:nvSpPr>
          <p:cNvPr id="880653" name="圆角矩形标注 880652">
            <a:extLst>
              <a:ext uri="{FF2B5EF4-FFF2-40B4-BE49-F238E27FC236}">
                <a16:creationId xmlns:a16="http://schemas.microsoft.com/office/drawing/2014/main" id="{28EE7560-7407-47D1-ADB6-2BE52AA94FA0}"/>
              </a:ext>
            </a:extLst>
          </p:cNvPr>
          <p:cNvSpPr>
            <a:spLocks noChangeArrowheads="1"/>
          </p:cNvSpPr>
          <p:nvPr/>
        </p:nvSpPr>
        <p:spPr bwMode="auto">
          <a:xfrm>
            <a:off x="827088" y="1773238"/>
            <a:ext cx="3473450" cy="1800225"/>
          </a:xfrm>
          <a:prstGeom prst="wedgeRoundRectCallout">
            <a:avLst>
              <a:gd name="adj1" fmla="val 64944"/>
              <a:gd name="adj2" fmla="val 528"/>
              <a:gd name="adj3" fmla="val 16667"/>
            </a:avLst>
          </a:prstGeom>
          <a:solidFill>
            <a:srgbClr val="00FFCC"/>
          </a:solidFill>
          <a:ln w="9525">
            <a:solidFill>
              <a:schemeClr val="tx1"/>
            </a:solidFill>
            <a:miter lim="800000"/>
            <a:headEnd/>
            <a:tailEnd/>
          </a:ln>
        </p:spPr>
        <p:txBody>
          <a:bodyPr/>
          <a:lstStyle/>
          <a:p>
            <a:pPr>
              <a:lnSpc>
                <a:spcPct val="105000"/>
              </a:lnSpc>
            </a:pPr>
            <a:r>
              <a:rPr lang="zh-CN" altLang="en-US" b="1"/>
              <a:t>          </a:t>
            </a:r>
            <a:r>
              <a:rPr lang="zh-CN" altLang="en-US" sz="2500" b="1"/>
              <a:t>利用数据定义语言定义数据库的各种模式、数据的约束条件和访问规则等。</a:t>
            </a:r>
            <a:r>
              <a:rPr lang="zh-CN" altLang="en-US"/>
              <a:t> </a:t>
            </a:r>
          </a:p>
        </p:txBody>
      </p:sp>
      <p:sp>
        <p:nvSpPr>
          <p:cNvPr id="880657" name="矩形 880656">
            <a:extLst>
              <a:ext uri="{FF2B5EF4-FFF2-40B4-BE49-F238E27FC236}">
                <a16:creationId xmlns:a16="http://schemas.microsoft.com/office/drawing/2014/main" id="{405ED62F-BDD5-42F5-8EE4-77C4E4102CCD}"/>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Tree>
  </p:cSld>
  <p:clrMapOvr>
    <a:masterClrMapping/>
  </p:clrMapOvr>
  <mc:AlternateContent xmlns:mc="http://schemas.openxmlformats.org/markup-compatibility/2006" xmlns:p14="http://schemas.microsoft.com/office/powerpoint/2010/main">
    <mc:Choice Requires="p14">
      <p:transition spd="slow" p14:dur="2000" advTm="22856"/>
    </mc:Choice>
    <mc:Fallback xmlns="">
      <p:transition spd="slow" advTm="2285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80653"/>
                                        </p:tgtEl>
                                        <p:attrNameLst>
                                          <p:attrName>style.visibility</p:attrName>
                                        </p:attrNameLst>
                                      </p:cBhvr>
                                      <p:to>
                                        <p:strVal val="visible"/>
                                      </p:to>
                                    </p:set>
                                    <p:animEffect transition="in" filter="box(in)">
                                      <p:cBhvr>
                                        <p:cTn id="7" dur="500"/>
                                        <p:tgtEl>
                                          <p:spTgt spid="880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a:extLst>
              <a:ext uri="{FF2B5EF4-FFF2-40B4-BE49-F238E27FC236}">
                <a16:creationId xmlns:a16="http://schemas.microsoft.com/office/drawing/2014/main" id="{CD4C85DC-FC25-418A-A79D-16AF2AE95D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01341D4-955A-410D-869B-77A5E8C00ABF}" type="slidenum">
              <a:rPr lang="zh-CN" altLang="en-US"/>
              <a:pPr/>
              <a:t>29</a:t>
            </a:fld>
            <a:endParaRPr lang="zh-CN" altLang="en-US">
              <a:latin typeface="Times New Roman" panose="02020603050405020304" pitchFamily="18" charset="0"/>
            </a:endParaRPr>
          </a:p>
        </p:txBody>
      </p:sp>
      <p:sp>
        <p:nvSpPr>
          <p:cNvPr id="881680" name="矩形 881679">
            <a:extLst>
              <a:ext uri="{FF2B5EF4-FFF2-40B4-BE49-F238E27FC236}">
                <a16:creationId xmlns:a16="http://schemas.microsoft.com/office/drawing/2014/main" id="{7526FF05-81FE-41AC-A485-8353D4A640E6}"/>
              </a:ext>
            </a:extLst>
          </p:cNvPr>
          <p:cNvSpPr/>
          <p:nvPr/>
        </p:nvSpPr>
        <p:spPr>
          <a:xfrm>
            <a:off x="468313" y="117316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数据库管理系统的主要功能</a:t>
            </a:r>
          </a:p>
        </p:txBody>
      </p:sp>
      <p:sp>
        <p:nvSpPr>
          <p:cNvPr id="39939" name="矩形 881668">
            <a:extLst>
              <a:ext uri="{FF2B5EF4-FFF2-40B4-BE49-F238E27FC236}">
                <a16:creationId xmlns:a16="http://schemas.microsoft.com/office/drawing/2014/main" id="{A43E1CB6-9010-4F2A-A352-ACA2FF326EEC}"/>
              </a:ext>
            </a:extLst>
          </p:cNvPr>
          <p:cNvSpPr>
            <a:spLocks noChangeArrowheads="1"/>
          </p:cNvSpPr>
          <p:nvPr/>
        </p:nvSpPr>
        <p:spPr bwMode="auto">
          <a:xfrm>
            <a:off x="468313" y="1196975"/>
            <a:ext cx="8207375"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en-US" altLang="zh-CN" sz="3200">
                <a:solidFill>
                  <a:srgbClr val="CC0000"/>
                </a:solidFill>
                <a:latin typeface="Tahoma" panose="020B0604030504040204" pitchFamily="34" charset="0"/>
                <a:ea typeface="宋体" panose="02010600030101010101" pitchFamily="2" charset="-122"/>
              </a:rPr>
              <a:t>          </a:t>
            </a:r>
            <a:endParaRPr lang="zh-CN" altLang="en-US" sz="2800">
              <a:latin typeface="Tahoma" panose="020B0604030504040204" pitchFamily="34" charset="0"/>
              <a:ea typeface="宋体" panose="02010600030101010101" pitchFamily="2" charset="-122"/>
            </a:endParaRPr>
          </a:p>
        </p:txBody>
      </p:sp>
      <p:sp>
        <p:nvSpPr>
          <p:cNvPr id="39940" name="矩形 881669">
            <a:extLst>
              <a:ext uri="{FF2B5EF4-FFF2-40B4-BE49-F238E27FC236}">
                <a16:creationId xmlns:a16="http://schemas.microsoft.com/office/drawing/2014/main" id="{AD6E664D-0B5B-4D6D-80BC-78104E65C3D4}"/>
              </a:ext>
            </a:extLst>
          </p:cNvPr>
          <p:cNvSpPr>
            <a:spLocks noChangeArrowheads="1"/>
          </p:cNvSpPr>
          <p:nvPr/>
        </p:nvSpPr>
        <p:spPr bwMode="auto">
          <a:xfrm>
            <a:off x="1114425" y="3357563"/>
            <a:ext cx="2449513" cy="863600"/>
          </a:xfrm>
          <a:prstGeom prst="rect">
            <a:avLst/>
          </a:prstGeom>
          <a:gradFill rotWithShape="1">
            <a:gsLst>
              <a:gs pos="0">
                <a:schemeClr val="bg1"/>
              </a:gs>
              <a:gs pos="100000">
                <a:srgbClr val="FFCC99"/>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zh-CN" sz="2800" b="1"/>
              <a:t>DBMS</a:t>
            </a:r>
            <a:r>
              <a:rPr lang="zh-CN" altLang="en-US" sz="2800" b="1"/>
              <a:t>的功能</a:t>
            </a:r>
          </a:p>
        </p:txBody>
      </p:sp>
      <p:sp>
        <p:nvSpPr>
          <p:cNvPr id="39941" name="左大括号 881670">
            <a:extLst>
              <a:ext uri="{FF2B5EF4-FFF2-40B4-BE49-F238E27FC236}">
                <a16:creationId xmlns:a16="http://schemas.microsoft.com/office/drawing/2014/main" id="{03D8EAB8-2415-41F1-9B68-18FE47366412}"/>
              </a:ext>
            </a:extLst>
          </p:cNvPr>
          <p:cNvSpPr>
            <a:spLocks/>
          </p:cNvSpPr>
          <p:nvPr/>
        </p:nvSpPr>
        <p:spPr bwMode="auto">
          <a:xfrm>
            <a:off x="3779838" y="2493963"/>
            <a:ext cx="360362" cy="2663825"/>
          </a:xfrm>
          <a:prstGeom prst="leftBrace">
            <a:avLst>
              <a:gd name="adj1" fmla="val 61566"/>
              <a:gd name="adj2" fmla="val 50000"/>
            </a:avLst>
          </a:prstGeom>
          <a:noFill/>
          <a:ln w="3175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42" name="矩形 881671">
            <a:extLst>
              <a:ext uri="{FF2B5EF4-FFF2-40B4-BE49-F238E27FC236}">
                <a16:creationId xmlns:a16="http://schemas.microsoft.com/office/drawing/2014/main" id="{6F848FB3-6CCF-4DA9-B2AD-A0EFBA55B8D8}"/>
              </a:ext>
            </a:extLst>
          </p:cNvPr>
          <p:cNvSpPr>
            <a:spLocks noChangeArrowheads="1"/>
          </p:cNvSpPr>
          <p:nvPr/>
        </p:nvSpPr>
        <p:spPr bwMode="auto">
          <a:xfrm>
            <a:off x="4356100" y="22050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定义数据库</a:t>
            </a:r>
            <a:endParaRPr lang="zh-CN" altLang="en-US" sz="2400" b="1"/>
          </a:p>
        </p:txBody>
      </p:sp>
      <p:sp>
        <p:nvSpPr>
          <p:cNvPr id="39943" name="矩形 881672">
            <a:extLst>
              <a:ext uri="{FF2B5EF4-FFF2-40B4-BE49-F238E27FC236}">
                <a16:creationId xmlns:a16="http://schemas.microsoft.com/office/drawing/2014/main" id="{C89AB04D-14D9-45B4-AD61-D1E6CA180B13}"/>
              </a:ext>
            </a:extLst>
          </p:cNvPr>
          <p:cNvSpPr>
            <a:spLocks noChangeArrowheads="1"/>
          </p:cNvSpPr>
          <p:nvPr/>
        </p:nvSpPr>
        <p:spPr bwMode="auto">
          <a:xfrm>
            <a:off x="4356100" y="28527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操纵数据库</a:t>
            </a:r>
            <a:endParaRPr lang="zh-CN" altLang="en-US" sz="2400" b="1"/>
          </a:p>
        </p:txBody>
      </p:sp>
      <p:sp>
        <p:nvSpPr>
          <p:cNvPr id="39944" name="矩形 881673">
            <a:extLst>
              <a:ext uri="{FF2B5EF4-FFF2-40B4-BE49-F238E27FC236}">
                <a16:creationId xmlns:a16="http://schemas.microsoft.com/office/drawing/2014/main" id="{C50914AB-E66B-4550-B3BC-B3790DB26698}"/>
              </a:ext>
            </a:extLst>
          </p:cNvPr>
          <p:cNvSpPr>
            <a:spLocks noChangeArrowheads="1"/>
          </p:cNvSpPr>
          <p:nvPr/>
        </p:nvSpPr>
        <p:spPr bwMode="auto">
          <a:xfrm>
            <a:off x="4356100" y="35004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控制数据库</a:t>
            </a:r>
            <a:endParaRPr lang="zh-CN" altLang="en-US" sz="2400" b="1"/>
          </a:p>
        </p:txBody>
      </p:sp>
      <p:sp>
        <p:nvSpPr>
          <p:cNvPr id="39945" name="矩形 881674">
            <a:extLst>
              <a:ext uri="{FF2B5EF4-FFF2-40B4-BE49-F238E27FC236}">
                <a16:creationId xmlns:a16="http://schemas.microsoft.com/office/drawing/2014/main" id="{6F897B5A-9CDD-4C37-BC1E-142E0704CC55}"/>
              </a:ext>
            </a:extLst>
          </p:cNvPr>
          <p:cNvSpPr>
            <a:spLocks noChangeArrowheads="1"/>
          </p:cNvSpPr>
          <p:nvPr/>
        </p:nvSpPr>
        <p:spPr bwMode="auto">
          <a:xfrm>
            <a:off x="4356100" y="4148138"/>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维护数据库</a:t>
            </a:r>
            <a:endParaRPr lang="zh-CN" altLang="en-US" sz="2400" b="1"/>
          </a:p>
        </p:txBody>
      </p:sp>
      <p:sp>
        <p:nvSpPr>
          <p:cNvPr id="39946" name="矩形 881675">
            <a:extLst>
              <a:ext uri="{FF2B5EF4-FFF2-40B4-BE49-F238E27FC236}">
                <a16:creationId xmlns:a16="http://schemas.microsoft.com/office/drawing/2014/main" id="{B8C6DA04-6111-4770-B2FA-625E1CD6A9CA}"/>
              </a:ext>
            </a:extLst>
          </p:cNvPr>
          <p:cNvSpPr>
            <a:spLocks noChangeArrowheads="1"/>
          </p:cNvSpPr>
          <p:nvPr/>
        </p:nvSpPr>
        <p:spPr bwMode="auto">
          <a:xfrm>
            <a:off x="4356100" y="4797425"/>
            <a:ext cx="2808288" cy="576263"/>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通信功能</a:t>
            </a:r>
            <a:endParaRPr lang="zh-CN" altLang="en-US" sz="2400" b="1"/>
          </a:p>
        </p:txBody>
      </p:sp>
      <p:sp>
        <p:nvSpPr>
          <p:cNvPr id="881677" name="圆角矩形标注 881676">
            <a:extLst>
              <a:ext uri="{FF2B5EF4-FFF2-40B4-BE49-F238E27FC236}">
                <a16:creationId xmlns:a16="http://schemas.microsoft.com/office/drawing/2014/main" id="{58D72827-AD4E-40FF-AF44-B48557D3D562}"/>
              </a:ext>
            </a:extLst>
          </p:cNvPr>
          <p:cNvSpPr>
            <a:spLocks noChangeArrowheads="1"/>
          </p:cNvSpPr>
          <p:nvPr/>
        </p:nvSpPr>
        <p:spPr bwMode="auto">
          <a:xfrm>
            <a:off x="539750" y="1763713"/>
            <a:ext cx="3473450" cy="1800225"/>
          </a:xfrm>
          <a:prstGeom prst="wedgeRoundRectCallout">
            <a:avLst>
              <a:gd name="adj1" fmla="val 66454"/>
              <a:gd name="adj2" fmla="val 16667"/>
              <a:gd name="adj3" fmla="val 16667"/>
            </a:avLst>
          </a:prstGeom>
          <a:solidFill>
            <a:srgbClr val="00FFCC"/>
          </a:solidFill>
          <a:ln w="9525">
            <a:solidFill>
              <a:schemeClr val="tx1"/>
            </a:solidFill>
            <a:miter lim="800000"/>
            <a:headEnd/>
            <a:tailEnd/>
          </a:ln>
        </p:spPr>
        <p:txBody>
          <a:bodyPr/>
          <a:lstStyle/>
          <a:p>
            <a:pPr>
              <a:lnSpc>
                <a:spcPct val="105000"/>
              </a:lnSpc>
            </a:pPr>
            <a:r>
              <a:rPr lang="zh-CN" altLang="en-US" b="1"/>
              <a:t>          </a:t>
            </a:r>
            <a:r>
              <a:rPr lang="zh-CN" altLang="en-US" sz="2500" b="1"/>
              <a:t>利用数据操纵语言实现对数据库中的数据的查询、插入、删除、修改等操作。 </a:t>
            </a:r>
          </a:p>
        </p:txBody>
      </p:sp>
      <p:sp>
        <p:nvSpPr>
          <p:cNvPr id="881681" name="矩形 881680">
            <a:extLst>
              <a:ext uri="{FF2B5EF4-FFF2-40B4-BE49-F238E27FC236}">
                <a16:creationId xmlns:a16="http://schemas.microsoft.com/office/drawing/2014/main" id="{74462AD5-5865-47D5-B2E0-4D448EA68F16}"/>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Tree>
  </p:cSld>
  <p:clrMapOvr>
    <a:masterClrMapping/>
  </p:clrMapOvr>
  <mc:AlternateContent xmlns:mc="http://schemas.openxmlformats.org/markup-compatibility/2006" xmlns:p14="http://schemas.microsoft.com/office/powerpoint/2010/main">
    <mc:Choice Requires="p14">
      <p:transition spd="slow" p14:dur="2000" advTm="12452"/>
    </mc:Choice>
    <mc:Fallback xmlns="">
      <p:transition spd="slow" advTm="1245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81677"/>
                                        </p:tgtEl>
                                        <p:attrNameLst>
                                          <p:attrName>style.visibility</p:attrName>
                                        </p:attrNameLst>
                                      </p:cBhvr>
                                      <p:to>
                                        <p:strVal val="visible"/>
                                      </p:to>
                                    </p:set>
                                    <p:animEffect transition="in" filter="box(in)">
                                      <p:cBhvr>
                                        <p:cTn id="7" dur="500"/>
                                        <p:tgtEl>
                                          <p:spTgt spid="881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67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a:extLst>
              <a:ext uri="{FF2B5EF4-FFF2-40B4-BE49-F238E27FC236}">
                <a16:creationId xmlns:a16="http://schemas.microsoft.com/office/drawing/2014/main" id="{1390DF62-B072-41F0-B477-852B3F42EA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D408823-C9D0-4A4E-A191-D130A32DFD1E}" type="slidenum">
              <a:rPr lang="zh-CN" altLang="en-US"/>
              <a:pPr/>
              <a:t>30</a:t>
            </a:fld>
            <a:endParaRPr lang="zh-CN" altLang="en-US">
              <a:latin typeface="Times New Roman" panose="02020603050405020304" pitchFamily="18" charset="0"/>
            </a:endParaRPr>
          </a:p>
        </p:txBody>
      </p:sp>
      <p:sp>
        <p:nvSpPr>
          <p:cNvPr id="40962" name="矩形 882692">
            <a:extLst>
              <a:ext uri="{FF2B5EF4-FFF2-40B4-BE49-F238E27FC236}">
                <a16:creationId xmlns:a16="http://schemas.microsoft.com/office/drawing/2014/main" id="{51749F3F-7FD9-45C9-8EA9-DAFA4E527B6A}"/>
              </a:ext>
            </a:extLst>
          </p:cNvPr>
          <p:cNvSpPr>
            <a:spLocks noChangeArrowheads="1"/>
          </p:cNvSpPr>
          <p:nvPr/>
        </p:nvSpPr>
        <p:spPr bwMode="auto">
          <a:xfrm>
            <a:off x="468313" y="1196975"/>
            <a:ext cx="8207375"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en-US" altLang="zh-CN" sz="3200">
                <a:solidFill>
                  <a:srgbClr val="CC0000"/>
                </a:solidFill>
                <a:latin typeface="Tahoma" panose="020B0604030504040204" pitchFamily="34" charset="0"/>
                <a:ea typeface="宋体" panose="02010600030101010101" pitchFamily="2" charset="-122"/>
              </a:rPr>
              <a:t>          </a:t>
            </a:r>
            <a:endParaRPr lang="zh-CN" altLang="en-US" sz="2800">
              <a:latin typeface="Tahoma" panose="020B0604030504040204" pitchFamily="34" charset="0"/>
              <a:ea typeface="宋体" panose="02010600030101010101" pitchFamily="2" charset="-122"/>
            </a:endParaRPr>
          </a:p>
        </p:txBody>
      </p:sp>
      <p:sp>
        <p:nvSpPr>
          <p:cNvPr id="40963" name="矩形 882693">
            <a:extLst>
              <a:ext uri="{FF2B5EF4-FFF2-40B4-BE49-F238E27FC236}">
                <a16:creationId xmlns:a16="http://schemas.microsoft.com/office/drawing/2014/main" id="{3E552445-D6F4-4810-A025-717EC8CF1E85}"/>
              </a:ext>
            </a:extLst>
          </p:cNvPr>
          <p:cNvSpPr>
            <a:spLocks noChangeArrowheads="1"/>
          </p:cNvSpPr>
          <p:nvPr/>
        </p:nvSpPr>
        <p:spPr bwMode="auto">
          <a:xfrm>
            <a:off x="1114425" y="3068638"/>
            <a:ext cx="2449513" cy="863600"/>
          </a:xfrm>
          <a:prstGeom prst="rect">
            <a:avLst/>
          </a:prstGeom>
          <a:gradFill rotWithShape="1">
            <a:gsLst>
              <a:gs pos="0">
                <a:schemeClr val="bg1"/>
              </a:gs>
              <a:gs pos="100000">
                <a:srgbClr val="FFCC99"/>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zh-CN" sz="2800" b="1"/>
              <a:t>DBMS</a:t>
            </a:r>
            <a:r>
              <a:rPr lang="zh-CN" altLang="en-US" sz="2800" b="1"/>
              <a:t>的功能</a:t>
            </a:r>
          </a:p>
        </p:txBody>
      </p:sp>
      <p:sp>
        <p:nvSpPr>
          <p:cNvPr id="40964" name="左大括号 882694">
            <a:extLst>
              <a:ext uri="{FF2B5EF4-FFF2-40B4-BE49-F238E27FC236}">
                <a16:creationId xmlns:a16="http://schemas.microsoft.com/office/drawing/2014/main" id="{9B9D991F-032B-4C27-A91E-851D85D70A9C}"/>
              </a:ext>
            </a:extLst>
          </p:cNvPr>
          <p:cNvSpPr>
            <a:spLocks/>
          </p:cNvSpPr>
          <p:nvPr/>
        </p:nvSpPr>
        <p:spPr bwMode="auto">
          <a:xfrm>
            <a:off x="3779838" y="2205038"/>
            <a:ext cx="360362" cy="2663825"/>
          </a:xfrm>
          <a:prstGeom prst="leftBrace">
            <a:avLst>
              <a:gd name="adj1" fmla="val 61566"/>
              <a:gd name="adj2" fmla="val 50000"/>
            </a:avLst>
          </a:prstGeom>
          <a:noFill/>
          <a:ln w="3175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965" name="矩形 882695">
            <a:extLst>
              <a:ext uri="{FF2B5EF4-FFF2-40B4-BE49-F238E27FC236}">
                <a16:creationId xmlns:a16="http://schemas.microsoft.com/office/drawing/2014/main" id="{196500F9-18D6-42CC-A8F5-82EE7FA2929A}"/>
              </a:ext>
            </a:extLst>
          </p:cNvPr>
          <p:cNvSpPr>
            <a:spLocks noChangeArrowheads="1"/>
          </p:cNvSpPr>
          <p:nvPr/>
        </p:nvSpPr>
        <p:spPr bwMode="auto">
          <a:xfrm>
            <a:off x="4356100" y="19161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定义数据库</a:t>
            </a:r>
            <a:endParaRPr lang="zh-CN" altLang="en-US" sz="2400" b="1"/>
          </a:p>
        </p:txBody>
      </p:sp>
      <p:sp>
        <p:nvSpPr>
          <p:cNvPr id="40966" name="矩形 882696">
            <a:extLst>
              <a:ext uri="{FF2B5EF4-FFF2-40B4-BE49-F238E27FC236}">
                <a16:creationId xmlns:a16="http://schemas.microsoft.com/office/drawing/2014/main" id="{278B59A5-7E56-47BC-8FC3-4D77DBA2C04B}"/>
              </a:ext>
            </a:extLst>
          </p:cNvPr>
          <p:cNvSpPr>
            <a:spLocks noChangeArrowheads="1"/>
          </p:cNvSpPr>
          <p:nvPr/>
        </p:nvSpPr>
        <p:spPr bwMode="auto">
          <a:xfrm>
            <a:off x="4356100" y="25638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操纵数据库</a:t>
            </a:r>
            <a:endParaRPr lang="zh-CN" altLang="en-US" sz="2400" b="1"/>
          </a:p>
        </p:txBody>
      </p:sp>
      <p:sp>
        <p:nvSpPr>
          <p:cNvPr id="40967" name="矩形 882697">
            <a:extLst>
              <a:ext uri="{FF2B5EF4-FFF2-40B4-BE49-F238E27FC236}">
                <a16:creationId xmlns:a16="http://schemas.microsoft.com/office/drawing/2014/main" id="{FEE1EBF0-67A9-43E0-8480-5B5B62226022}"/>
              </a:ext>
            </a:extLst>
          </p:cNvPr>
          <p:cNvSpPr>
            <a:spLocks noChangeArrowheads="1"/>
          </p:cNvSpPr>
          <p:nvPr/>
        </p:nvSpPr>
        <p:spPr bwMode="auto">
          <a:xfrm>
            <a:off x="4356100" y="32115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控制数据库</a:t>
            </a:r>
            <a:endParaRPr lang="zh-CN" altLang="en-US" sz="2400" b="1"/>
          </a:p>
        </p:txBody>
      </p:sp>
      <p:sp>
        <p:nvSpPr>
          <p:cNvPr id="40968" name="矩形 882698">
            <a:extLst>
              <a:ext uri="{FF2B5EF4-FFF2-40B4-BE49-F238E27FC236}">
                <a16:creationId xmlns:a16="http://schemas.microsoft.com/office/drawing/2014/main" id="{52ABAB95-6C91-4822-8E98-AEDAA8980235}"/>
              </a:ext>
            </a:extLst>
          </p:cNvPr>
          <p:cNvSpPr>
            <a:spLocks noChangeArrowheads="1"/>
          </p:cNvSpPr>
          <p:nvPr/>
        </p:nvSpPr>
        <p:spPr bwMode="auto">
          <a:xfrm>
            <a:off x="4356100" y="38592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维护数据库</a:t>
            </a:r>
            <a:endParaRPr lang="zh-CN" altLang="en-US" sz="2400" b="1"/>
          </a:p>
        </p:txBody>
      </p:sp>
      <p:sp>
        <p:nvSpPr>
          <p:cNvPr id="40969" name="矩形 882699">
            <a:extLst>
              <a:ext uri="{FF2B5EF4-FFF2-40B4-BE49-F238E27FC236}">
                <a16:creationId xmlns:a16="http://schemas.microsoft.com/office/drawing/2014/main" id="{CB295BD3-6B58-4392-88DF-A050E628D01E}"/>
              </a:ext>
            </a:extLst>
          </p:cNvPr>
          <p:cNvSpPr>
            <a:spLocks noChangeArrowheads="1"/>
          </p:cNvSpPr>
          <p:nvPr/>
        </p:nvSpPr>
        <p:spPr bwMode="auto">
          <a:xfrm>
            <a:off x="4356100" y="4508500"/>
            <a:ext cx="2808288" cy="576263"/>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通信功能</a:t>
            </a:r>
            <a:endParaRPr lang="zh-CN" altLang="en-US" sz="2400" b="1"/>
          </a:p>
        </p:txBody>
      </p:sp>
      <p:sp>
        <p:nvSpPr>
          <p:cNvPr id="882701" name="圆角矩形标注 882700">
            <a:extLst>
              <a:ext uri="{FF2B5EF4-FFF2-40B4-BE49-F238E27FC236}">
                <a16:creationId xmlns:a16="http://schemas.microsoft.com/office/drawing/2014/main" id="{87F7E343-DFF8-4D43-A6CC-D5025F45236A}"/>
              </a:ext>
            </a:extLst>
          </p:cNvPr>
          <p:cNvSpPr>
            <a:spLocks noChangeArrowheads="1"/>
          </p:cNvSpPr>
          <p:nvPr/>
        </p:nvSpPr>
        <p:spPr bwMode="auto">
          <a:xfrm>
            <a:off x="250825" y="3789363"/>
            <a:ext cx="3978275" cy="1800225"/>
          </a:xfrm>
          <a:prstGeom prst="wedgeRoundRectCallout">
            <a:avLst>
              <a:gd name="adj1" fmla="val 61255"/>
              <a:gd name="adj2" fmla="val -64375"/>
              <a:gd name="adj3" fmla="val 16667"/>
            </a:avLst>
          </a:prstGeom>
          <a:solidFill>
            <a:srgbClr val="00FFCC"/>
          </a:solidFill>
          <a:ln w="9525">
            <a:solidFill>
              <a:schemeClr val="tx1"/>
            </a:solidFill>
            <a:miter lim="800000"/>
            <a:headEnd/>
            <a:tailEnd/>
          </a:ln>
        </p:spPr>
        <p:txBody>
          <a:bodyPr/>
          <a:lstStyle/>
          <a:p>
            <a:pPr>
              <a:lnSpc>
                <a:spcPct val="105000"/>
              </a:lnSpc>
            </a:pPr>
            <a:r>
              <a:rPr lang="zh-CN" altLang="en-US" b="1"/>
              <a:t>          </a:t>
            </a:r>
            <a:r>
              <a:rPr lang="zh-CN" altLang="en-US" sz="2500" b="1"/>
              <a:t>利用系统的控制机制，实现对数据库中数据的安全性、完整性和并发性等控制功能。  </a:t>
            </a:r>
          </a:p>
        </p:txBody>
      </p:sp>
      <p:sp>
        <p:nvSpPr>
          <p:cNvPr id="882704" name="矩形 882703">
            <a:extLst>
              <a:ext uri="{FF2B5EF4-FFF2-40B4-BE49-F238E27FC236}">
                <a16:creationId xmlns:a16="http://schemas.microsoft.com/office/drawing/2014/main" id="{CE327662-81F4-4AA5-9FD9-811D89045BE4}"/>
              </a:ext>
            </a:extLst>
          </p:cNvPr>
          <p:cNvSpPr/>
          <p:nvPr/>
        </p:nvSpPr>
        <p:spPr>
          <a:xfrm>
            <a:off x="468313" y="117316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数据库管理系统的主要功能</a:t>
            </a:r>
          </a:p>
        </p:txBody>
      </p:sp>
      <p:sp>
        <p:nvSpPr>
          <p:cNvPr id="882705" name="矩形 882704">
            <a:extLst>
              <a:ext uri="{FF2B5EF4-FFF2-40B4-BE49-F238E27FC236}">
                <a16:creationId xmlns:a16="http://schemas.microsoft.com/office/drawing/2014/main" id="{A6E48599-432F-4AE6-9AB1-7A791D78D51E}"/>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Tree>
  </p:cSld>
  <p:clrMapOvr>
    <a:masterClrMapping/>
  </p:clrMapOvr>
  <mc:AlternateContent xmlns:mc="http://schemas.openxmlformats.org/markup-compatibility/2006" xmlns:p14="http://schemas.microsoft.com/office/powerpoint/2010/main">
    <mc:Choice Requires="p14">
      <p:transition spd="slow" p14:dur="2000" advTm="18497"/>
    </mc:Choice>
    <mc:Fallback xmlns="">
      <p:transition spd="slow" advTm="1849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82701"/>
                                        </p:tgtEl>
                                        <p:attrNameLst>
                                          <p:attrName>style.visibility</p:attrName>
                                        </p:attrNameLst>
                                      </p:cBhvr>
                                      <p:to>
                                        <p:strVal val="visible"/>
                                      </p:to>
                                    </p:set>
                                    <p:animEffect transition="in" filter="box(in)">
                                      <p:cBhvr>
                                        <p:cTn id="7" dur="500"/>
                                        <p:tgtEl>
                                          <p:spTgt spid="882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270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a:extLst>
              <a:ext uri="{FF2B5EF4-FFF2-40B4-BE49-F238E27FC236}">
                <a16:creationId xmlns:a16="http://schemas.microsoft.com/office/drawing/2014/main" id="{23AB1717-60A5-4A74-8CBB-65C7A60174B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C019F30-C650-470D-91B0-2E0B05F1027F}" type="slidenum">
              <a:rPr lang="zh-CN" altLang="en-US"/>
              <a:pPr/>
              <a:t>31</a:t>
            </a:fld>
            <a:endParaRPr lang="zh-CN" altLang="en-US">
              <a:latin typeface="Times New Roman" panose="02020603050405020304" pitchFamily="18" charset="0"/>
            </a:endParaRPr>
          </a:p>
        </p:txBody>
      </p:sp>
      <p:sp>
        <p:nvSpPr>
          <p:cNvPr id="41986" name="矩形 883716">
            <a:extLst>
              <a:ext uri="{FF2B5EF4-FFF2-40B4-BE49-F238E27FC236}">
                <a16:creationId xmlns:a16="http://schemas.microsoft.com/office/drawing/2014/main" id="{1D61C1AA-3D4B-4760-9BE1-C85BC09F4C4B}"/>
              </a:ext>
            </a:extLst>
          </p:cNvPr>
          <p:cNvSpPr>
            <a:spLocks noChangeArrowheads="1"/>
          </p:cNvSpPr>
          <p:nvPr/>
        </p:nvSpPr>
        <p:spPr bwMode="auto">
          <a:xfrm>
            <a:off x="468313" y="1196975"/>
            <a:ext cx="8207375"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en-US" altLang="zh-CN" sz="3200">
                <a:solidFill>
                  <a:srgbClr val="CC0000"/>
                </a:solidFill>
                <a:latin typeface="Tahoma" panose="020B0604030504040204" pitchFamily="34" charset="0"/>
                <a:ea typeface="宋体" panose="02010600030101010101" pitchFamily="2" charset="-122"/>
              </a:rPr>
              <a:t>          </a:t>
            </a:r>
            <a:endParaRPr lang="zh-CN" altLang="en-US" sz="2800">
              <a:latin typeface="Tahoma" panose="020B0604030504040204" pitchFamily="34" charset="0"/>
              <a:ea typeface="宋体" panose="02010600030101010101" pitchFamily="2" charset="-122"/>
            </a:endParaRPr>
          </a:p>
        </p:txBody>
      </p:sp>
      <p:sp>
        <p:nvSpPr>
          <p:cNvPr id="41987" name="矩形 883717">
            <a:extLst>
              <a:ext uri="{FF2B5EF4-FFF2-40B4-BE49-F238E27FC236}">
                <a16:creationId xmlns:a16="http://schemas.microsoft.com/office/drawing/2014/main" id="{868B38F0-94C6-41F5-AE6B-DD807FD5B956}"/>
              </a:ext>
            </a:extLst>
          </p:cNvPr>
          <p:cNvSpPr>
            <a:spLocks noChangeArrowheads="1"/>
          </p:cNvSpPr>
          <p:nvPr/>
        </p:nvSpPr>
        <p:spPr bwMode="auto">
          <a:xfrm>
            <a:off x="1114425" y="3068638"/>
            <a:ext cx="2449513" cy="863600"/>
          </a:xfrm>
          <a:prstGeom prst="rect">
            <a:avLst/>
          </a:prstGeom>
          <a:gradFill rotWithShape="1">
            <a:gsLst>
              <a:gs pos="0">
                <a:schemeClr val="bg1"/>
              </a:gs>
              <a:gs pos="100000">
                <a:srgbClr val="FFCC99"/>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zh-CN" sz="2800" b="1"/>
              <a:t>DBMS</a:t>
            </a:r>
            <a:r>
              <a:rPr lang="zh-CN" altLang="en-US" sz="2800" b="1"/>
              <a:t>的功能</a:t>
            </a:r>
          </a:p>
        </p:txBody>
      </p:sp>
      <p:sp>
        <p:nvSpPr>
          <p:cNvPr id="41988" name="左大括号 883718">
            <a:extLst>
              <a:ext uri="{FF2B5EF4-FFF2-40B4-BE49-F238E27FC236}">
                <a16:creationId xmlns:a16="http://schemas.microsoft.com/office/drawing/2014/main" id="{890AAFD5-F809-42D1-BBB2-235BAB2844B5}"/>
              </a:ext>
            </a:extLst>
          </p:cNvPr>
          <p:cNvSpPr>
            <a:spLocks/>
          </p:cNvSpPr>
          <p:nvPr/>
        </p:nvSpPr>
        <p:spPr bwMode="auto">
          <a:xfrm>
            <a:off x="3779838" y="2205038"/>
            <a:ext cx="360362" cy="2663825"/>
          </a:xfrm>
          <a:prstGeom prst="leftBrace">
            <a:avLst>
              <a:gd name="adj1" fmla="val 61566"/>
              <a:gd name="adj2" fmla="val 50000"/>
            </a:avLst>
          </a:prstGeom>
          <a:noFill/>
          <a:ln w="3175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989" name="矩形 883719">
            <a:extLst>
              <a:ext uri="{FF2B5EF4-FFF2-40B4-BE49-F238E27FC236}">
                <a16:creationId xmlns:a16="http://schemas.microsoft.com/office/drawing/2014/main" id="{2EE3253B-4EE6-4187-8C9E-2761DDB1FCF4}"/>
              </a:ext>
            </a:extLst>
          </p:cNvPr>
          <p:cNvSpPr>
            <a:spLocks noChangeArrowheads="1"/>
          </p:cNvSpPr>
          <p:nvPr/>
        </p:nvSpPr>
        <p:spPr bwMode="auto">
          <a:xfrm>
            <a:off x="4356100" y="19161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定义数据库</a:t>
            </a:r>
            <a:endParaRPr lang="zh-CN" altLang="en-US" sz="2400" b="1"/>
          </a:p>
        </p:txBody>
      </p:sp>
      <p:sp>
        <p:nvSpPr>
          <p:cNvPr id="41990" name="矩形 883720">
            <a:extLst>
              <a:ext uri="{FF2B5EF4-FFF2-40B4-BE49-F238E27FC236}">
                <a16:creationId xmlns:a16="http://schemas.microsoft.com/office/drawing/2014/main" id="{E8B869D4-7052-4ED1-9897-EB022A7D693B}"/>
              </a:ext>
            </a:extLst>
          </p:cNvPr>
          <p:cNvSpPr>
            <a:spLocks noChangeArrowheads="1"/>
          </p:cNvSpPr>
          <p:nvPr/>
        </p:nvSpPr>
        <p:spPr bwMode="auto">
          <a:xfrm>
            <a:off x="4356100" y="25638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操纵数据库</a:t>
            </a:r>
            <a:endParaRPr lang="zh-CN" altLang="en-US" sz="2400" b="1"/>
          </a:p>
        </p:txBody>
      </p:sp>
      <p:sp>
        <p:nvSpPr>
          <p:cNvPr id="41991" name="矩形 883721">
            <a:extLst>
              <a:ext uri="{FF2B5EF4-FFF2-40B4-BE49-F238E27FC236}">
                <a16:creationId xmlns:a16="http://schemas.microsoft.com/office/drawing/2014/main" id="{06795210-8C2B-4B36-B85B-A8F9D2C8B890}"/>
              </a:ext>
            </a:extLst>
          </p:cNvPr>
          <p:cNvSpPr>
            <a:spLocks noChangeArrowheads="1"/>
          </p:cNvSpPr>
          <p:nvPr/>
        </p:nvSpPr>
        <p:spPr bwMode="auto">
          <a:xfrm>
            <a:off x="4356100" y="32115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控制数据库</a:t>
            </a:r>
            <a:endParaRPr lang="zh-CN" altLang="en-US" sz="2400" b="1"/>
          </a:p>
        </p:txBody>
      </p:sp>
      <p:sp>
        <p:nvSpPr>
          <p:cNvPr id="41992" name="矩形 883722">
            <a:extLst>
              <a:ext uri="{FF2B5EF4-FFF2-40B4-BE49-F238E27FC236}">
                <a16:creationId xmlns:a16="http://schemas.microsoft.com/office/drawing/2014/main" id="{702124DA-6281-44BD-BA35-01F78822C452}"/>
              </a:ext>
            </a:extLst>
          </p:cNvPr>
          <p:cNvSpPr>
            <a:spLocks noChangeArrowheads="1"/>
          </p:cNvSpPr>
          <p:nvPr/>
        </p:nvSpPr>
        <p:spPr bwMode="auto">
          <a:xfrm>
            <a:off x="4356100" y="38592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维护数据库</a:t>
            </a:r>
            <a:endParaRPr lang="zh-CN" altLang="en-US" sz="2400" b="1"/>
          </a:p>
        </p:txBody>
      </p:sp>
      <p:sp>
        <p:nvSpPr>
          <p:cNvPr id="41993" name="矩形 883723">
            <a:extLst>
              <a:ext uri="{FF2B5EF4-FFF2-40B4-BE49-F238E27FC236}">
                <a16:creationId xmlns:a16="http://schemas.microsoft.com/office/drawing/2014/main" id="{07B775F0-0C29-4CD5-90AA-734C01BB4648}"/>
              </a:ext>
            </a:extLst>
          </p:cNvPr>
          <p:cNvSpPr>
            <a:spLocks noChangeArrowheads="1"/>
          </p:cNvSpPr>
          <p:nvPr/>
        </p:nvSpPr>
        <p:spPr bwMode="auto">
          <a:xfrm>
            <a:off x="4356100" y="4508500"/>
            <a:ext cx="2808288" cy="576263"/>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通信功能</a:t>
            </a:r>
            <a:endParaRPr lang="zh-CN" altLang="en-US" sz="2400" b="1"/>
          </a:p>
        </p:txBody>
      </p:sp>
      <p:sp>
        <p:nvSpPr>
          <p:cNvPr id="883725" name="圆角矩形标注 883724">
            <a:extLst>
              <a:ext uri="{FF2B5EF4-FFF2-40B4-BE49-F238E27FC236}">
                <a16:creationId xmlns:a16="http://schemas.microsoft.com/office/drawing/2014/main" id="{B49EF7CB-0253-4349-B4F6-E1DC69B586DD}"/>
              </a:ext>
            </a:extLst>
          </p:cNvPr>
          <p:cNvSpPr>
            <a:spLocks noChangeArrowheads="1"/>
          </p:cNvSpPr>
          <p:nvPr/>
        </p:nvSpPr>
        <p:spPr bwMode="auto">
          <a:xfrm>
            <a:off x="179388" y="3789363"/>
            <a:ext cx="3978275" cy="1800225"/>
          </a:xfrm>
          <a:prstGeom prst="wedgeRoundRectCallout">
            <a:avLst>
              <a:gd name="adj1" fmla="val 69273"/>
              <a:gd name="adj2" fmla="val -26806"/>
              <a:gd name="adj3" fmla="val 16667"/>
            </a:avLst>
          </a:prstGeom>
          <a:solidFill>
            <a:srgbClr val="00FFCC"/>
          </a:solidFill>
          <a:ln w="9525">
            <a:solidFill>
              <a:schemeClr val="tx1"/>
            </a:solidFill>
            <a:miter lim="800000"/>
            <a:headEnd/>
            <a:tailEnd/>
          </a:ln>
        </p:spPr>
        <p:txBody>
          <a:bodyPr/>
          <a:lstStyle/>
          <a:p>
            <a:pPr>
              <a:lnSpc>
                <a:spcPct val="105000"/>
              </a:lnSpc>
            </a:pPr>
            <a:r>
              <a:rPr lang="zh-CN" altLang="en-US" b="1"/>
              <a:t>          </a:t>
            </a:r>
            <a:r>
              <a:rPr lang="zh-CN" altLang="en-US" sz="2500" b="1"/>
              <a:t>利用系统的维护机制，实现对数据库中数据的转储、恢复、重组和性能监控等。  </a:t>
            </a:r>
          </a:p>
        </p:txBody>
      </p:sp>
      <p:sp>
        <p:nvSpPr>
          <p:cNvPr id="883728" name="矩形 883727">
            <a:extLst>
              <a:ext uri="{FF2B5EF4-FFF2-40B4-BE49-F238E27FC236}">
                <a16:creationId xmlns:a16="http://schemas.microsoft.com/office/drawing/2014/main" id="{8DD68058-8916-4F4F-B844-A5B0CEE73D21}"/>
              </a:ext>
            </a:extLst>
          </p:cNvPr>
          <p:cNvSpPr/>
          <p:nvPr/>
        </p:nvSpPr>
        <p:spPr>
          <a:xfrm>
            <a:off x="468313" y="117316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数据库管理系统的主要功能</a:t>
            </a:r>
          </a:p>
        </p:txBody>
      </p:sp>
      <p:sp>
        <p:nvSpPr>
          <p:cNvPr id="883729" name="矩形 883728">
            <a:extLst>
              <a:ext uri="{FF2B5EF4-FFF2-40B4-BE49-F238E27FC236}">
                <a16:creationId xmlns:a16="http://schemas.microsoft.com/office/drawing/2014/main" id="{B44C9AD3-9574-4179-917F-53958D73DAAF}"/>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Tree>
  </p:cSld>
  <p:clrMapOvr>
    <a:masterClrMapping/>
  </p:clrMapOvr>
  <mc:AlternateContent xmlns:mc="http://schemas.openxmlformats.org/markup-compatibility/2006" xmlns:p14="http://schemas.microsoft.com/office/powerpoint/2010/main">
    <mc:Choice Requires="p14">
      <p:transition spd="slow" p14:dur="2000" advTm="20460"/>
    </mc:Choice>
    <mc:Fallback xmlns="">
      <p:transition spd="slow" advTm="2046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83725"/>
                                        </p:tgtEl>
                                        <p:attrNameLst>
                                          <p:attrName>style.visibility</p:attrName>
                                        </p:attrNameLst>
                                      </p:cBhvr>
                                      <p:to>
                                        <p:strVal val="visible"/>
                                      </p:to>
                                    </p:set>
                                    <p:animEffect transition="in" filter="box(in)">
                                      <p:cBhvr>
                                        <p:cTn id="7" dur="500"/>
                                        <p:tgtEl>
                                          <p:spTgt spid="883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2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a:extLst>
              <a:ext uri="{FF2B5EF4-FFF2-40B4-BE49-F238E27FC236}">
                <a16:creationId xmlns:a16="http://schemas.microsoft.com/office/drawing/2014/main" id="{62319018-8E38-47A4-A11A-CC2FF049F16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00B7C7A-AADE-4110-AFC5-EDB85A667DC6}" type="slidenum">
              <a:rPr lang="zh-CN" altLang="en-US"/>
              <a:pPr/>
              <a:t>32</a:t>
            </a:fld>
            <a:endParaRPr lang="zh-CN" altLang="en-US">
              <a:latin typeface="Times New Roman" panose="02020603050405020304" pitchFamily="18" charset="0"/>
            </a:endParaRPr>
          </a:p>
        </p:txBody>
      </p:sp>
      <p:sp>
        <p:nvSpPr>
          <p:cNvPr id="43010" name="矩形 884740">
            <a:extLst>
              <a:ext uri="{FF2B5EF4-FFF2-40B4-BE49-F238E27FC236}">
                <a16:creationId xmlns:a16="http://schemas.microsoft.com/office/drawing/2014/main" id="{12EB2276-7A4B-44DA-8FC8-D93835485EBD}"/>
              </a:ext>
            </a:extLst>
          </p:cNvPr>
          <p:cNvSpPr>
            <a:spLocks noChangeArrowheads="1"/>
          </p:cNvSpPr>
          <p:nvPr/>
        </p:nvSpPr>
        <p:spPr bwMode="auto">
          <a:xfrm>
            <a:off x="468313" y="1196975"/>
            <a:ext cx="8207375"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spcBef>
                <a:spcPct val="20000"/>
              </a:spcBef>
              <a:buClr>
                <a:schemeClr val="folHlink"/>
              </a:buClr>
            </a:pPr>
            <a:r>
              <a:rPr lang="en-US" altLang="zh-CN" sz="3200">
                <a:solidFill>
                  <a:srgbClr val="CC0000"/>
                </a:solidFill>
                <a:latin typeface="Tahoma" panose="020B0604030504040204" pitchFamily="34" charset="0"/>
                <a:ea typeface="宋体" panose="02010600030101010101" pitchFamily="2" charset="-122"/>
              </a:rPr>
              <a:t>          </a:t>
            </a:r>
            <a:endParaRPr lang="zh-CN" altLang="en-US" sz="2800">
              <a:latin typeface="Tahoma" panose="020B0604030504040204" pitchFamily="34" charset="0"/>
              <a:ea typeface="宋体" panose="02010600030101010101" pitchFamily="2" charset="-122"/>
            </a:endParaRPr>
          </a:p>
        </p:txBody>
      </p:sp>
      <p:sp>
        <p:nvSpPr>
          <p:cNvPr id="43011" name="矩形 884741">
            <a:extLst>
              <a:ext uri="{FF2B5EF4-FFF2-40B4-BE49-F238E27FC236}">
                <a16:creationId xmlns:a16="http://schemas.microsoft.com/office/drawing/2014/main" id="{71329A87-9185-4CA1-8435-0A6DA3D3DF74}"/>
              </a:ext>
            </a:extLst>
          </p:cNvPr>
          <p:cNvSpPr>
            <a:spLocks noChangeArrowheads="1"/>
          </p:cNvSpPr>
          <p:nvPr/>
        </p:nvSpPr>
        <p:spPr bwMode="auto">
          <a:xfrm>
            <a:off x="1114425" y="3068638"/>
            <a:ext cx="2449513" cy="863600"/>
          </a:xfrm>
          <a:prstGeom prst="rect">
            <a:avLst/>
          </a:prstGeom>
          <a:gradFill rotWithShape="1">
            <a:gsLst>
              <a:gs pos="0">
                <a:schemeClr val="bg1"/>
              </a:gs>
              <a:gs pos="100000">
                <a:srgbClr val="FFCC99"/>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zh-CN" sz="2800" b="1"/>
              <a:t>DBMS</a:t>
            </a:r>
            <a:r>
              <a:rPr lang="zh-CN" altLang="en-US" sz="2800" b="1"/>
              <a:t>的功能</a:t>
            </a:r>
          </a:p>
        </p:txBody>
      </p:sp>
      <p:sp>
        <p:nvSpPr>
          <p:cNvPr id="43012" name="左大括号 884742">
            <a:extLst>
              <a:ext uri="{FF2B5EF4-FFF2-40B4-BE49-F238E27FC236}">
                <a16:creationId xmlns:a16="http://schemas.microsoft.com/office/drawing/2014/main" id="{7D692267-4793-4CD2-82BD-19B757830423}"/>
              </a:ext>
            </a:extLst>
          </p:cNvPr>
          <p:cNvSpPr>
            <a:spLocks/>
          </p:cNvSpPr>
          <p:nvPr/>
        </p:nvSpPr>
        <p:spPr bwMode="auto">
          <a:xfrm>
            <a:off x="3779838" y="2205038"/>
            <a:ext cx="360362" cy="2663825"/>
          </a:xfrm>
          <a:prstGeom prst="leftBrace">
            <a:avLst>
              <a:gd name="adj1" fmla="val 61566"/>
              <a:gd name="adj2" fmla="val 50000"/>
            </a:avLst>
          </a:prstGeom>
          <a:noFill/>
          <a:ln w="3175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13" name="矩形 884743">
            <a:extLst>
              <a:ext uri="{FF2B5EF4-FFF2-40B4-BE49-F238E27FC236}">
                <a16:creationId xmlns:a16="http://schemas.microsoft.com/office/drawing/2014/main" id="{22EB6728-14F5-43B0-A945-EF6042FC58F9}"/>
              </a:ext>
            </a:extLst>
          </p:cNvPr>
          <p:cNvSpPr>
            <a:spLocks noChangeArrowheads="1"/>
          </p:cNvSpPr>
          <p:nvPr/>
        </p:nvSpPr>
        <p:spPr bwMode="auto">
          <a:xfrm>
            <a:off x="4356100" y="19161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定义数据库</a:t>
            </a:r>
            <a:endParaRPr lang="zh-CN" altLang="en-US" sz="2400" b="1"/>
          </a:p>
        </p:txBody>
      </p:sp>
      <p:sp>
        <p:nvSpPr>
          <p:cNvPr id="43014" name="矩形 884744">
            <a:extLst>
              <a:ext uri="{FF2B5EF4-FFF2-40B4-BE49-F238E27FC236}">
                <a16:creationId xmlns:a16="http://schemas.microsoft.com/office/drawing/2014/main" id="{0B1BA495-8D9E-46E0-97B1-B4599BFD457A}"/>
              </a:ext>
            </a:extLst>
          </p:cNvPr>
          <p:cNvSpPr>
            <a:spLocks noChangeArrowheads="1"/>
          </p:cNvSpPr>
          <p:nvPr/>
        </p:nvSpPr>
        <p:spPr bwMode="auto">
          <a:xfrm>
            <a:off x="4356100" y="25638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操纵数据库</a:t>
            </a:r>
            <a:endParaRPr lang="zh-CN" altLang="en-US" sz="2400" b="1"/>
          </a:p>
        </p:txBody>
      </p:sp>
      <p:sp>
        <p:nvSpPr>
          <p:cNvPr id="43015" name="矩形 884745">
            <a:extLst>
              <a:ext uri="{FF2B5EF4-FFF2-40B4-BE49-F238E27FC236}">
                <a16:creationId xmlns:a16="http://schemas.microsoft.com/office/drawing/2014/main" id="{A42CFC68-1E87-4153-941D-E79D771FF219}"/>
              </a:ext>
            </a:extLst>
          </p:cNvPr>
          <p:cNvSpPr>
            <a:spLocks noChangeArrowheads="1"/>
          </p:cNvSpPr>
          <p:nvPr/>
        </p:nvSpPr>
        <p:spPr bwMode="auto">
          <a:xfrm>
            <a:off x="4356100" y="32115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控制数据库</a:t>
            </a:r>
            <a:endParaRPr lang="zh-CN" altLang="en-US" sz="2400" b="1"/>
          </a:p>
        </p:txBody>
      </p:sp>
      <p:sp>
        <p:nvSpPr>
          <p:cNvPr id="43016" name="矩形 884746">
            <a:extLst>
              <a:ext uri="{FF2B5EF4-FFF2-40B4-BE49-F238E27FC236}">
                <a16:creationId xmlns:a16="http://schemas.microsoft.com/office/drawing/2014/main" id="{D7A7A342-2C31-4154-A18E-1291A3EC65CD}"/>
              </a:ext>
            </a:extLst>
          </p:cNvPr>
          <p:cNvSpPr>
            <a:spLocks noChangeArrowheads="1"/>
          </p:cNvSpPr>
          <p:nvPr/>
        </p:nvSpPr>
        <p:spPr bwMode="auto">
          <a:xfrm>
            <a:off x="4356100" y="3859213"/>
            <a:ext cx="2808288" cy="576262"/>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维护数据库</a:t>
            </a:r>
            <a:endParaRPr lang="zh-CN" altLang="en-US" sz="2400" b="1"/>
          </a:p>
        </p:txBody>
      </p:sp>
      <p:sp>
        <p:nvSpPr>
          <p:cNvPr id="43017" name="矩形 884747">
            <a:extLst>
              <a:ext uri="{FF2B5EF4-FFF2-40B4-BE49-F238E27FC236}">
                <a16:creationId xmlns:a16="http://schemas.microsoft.com/office/drawing/2014/main" id="{D78CC2BB-161A-4DDA-9C8A-FBD3331F1CC0}"/>
              </a:ext>
            </a:extLst>
          </p:cNvPr>
          <p:cNvSpPr>
            <a:spLocks noChangeArrowheads="1"/>
          </p:cNvSpPr>
          <p:nvPr/>
        </p:nvSpPr>
        <p:spPr bwMode="auto">
          <a:xfrm>
            <a:off x="4356100" y="4508500"/>
            <a:ext cx="2808288" cy="576263"/>
          </a:xfrm>
          <a:prstGeom prst="rect">
            <a:avLst/>
          </a:prstGeom>
          <a:gradFill rotWithShape="1">
            <a:gsLst>
              <a:gs pos="0">
                <a:schemeClr val="bg1"/>
              </a:gs>
              <a:gs pos="100000">
                <a:srgbClr val="00FFFF"/>
              </a:gs>
            </a:gsLst>
            <a:lin ang="189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nchor="ctr"/>
          <a:lstStyle/>
          <a:p>
            <a:pPr algn="ctr"/>
            <a:r>
              <a:rPr lang="en-US" altLang="en-US" sz="2400" b="1"/>
              <a:t>通信功能</a:t>
            </a:r>
            <a:endParaRPr lang="zh-CN" altLang="en-US" sz="2400" b="1"/>
          </a:p>
        </p:txBody>
      </p:sp>
      <p:sp>
        <p:nvSpPr>
          <p:cNvPr id="884749" name="圆角矩形标注 884748">
            <a:extLst>
              <a:ext uri="{FF2B5EF4-FFF2-40B4-BE49-F238E27FC236}">
                <a16:creationId xmlns:a16="http://schemas.microsoft.com/office/drawing/2014/main" id="{E9AB7575-F234-436B-9265-6D5CB7ECC379}"/>
              </a:ext>
            </a:extLst>
          </p:cNvPr>
          <p:cNvSpPr>
            <a:spLocks noChangeArrowheads="1"/>
          </p:cNvSpPr>
          <p:nvPr/>
        </p:nvSpPr>
        <p:spPr bwMode="auto">
          <a:xfrm>
            <a:off x="179388" y="4437063"/>
            <a:ext cx="3744912" cy="1800225"/>
          </a:xfrm>
          <a:prstGeom prst="wedgeRoundRectCallout">
            <a:avLst>
              <a:gd name="adj1" fmla="val 75856"/>
              <a:gd name="adj2" fmla="val -30333"/>
              <a:gd name="adj3" fmla="val 16667"/>
            </a:avLst>
          </a:prstGeom>
          <a:solidFill>
            <a:srgbClr val="00FFCC"/>
          </a:solidFill>
          <a:ln w="9525">
            <a:solidFill>
              <a:schemeClr val="tx1"/>
            </a:solidFill>
            <a:miter lim="800000"/>
            <a:headEnd/>
            <a:tailEnd/>
          </a:ln>
        </p:spPr>
        <p:txBody>
          <a:bodyPr/>
          <a:lstStyle/>
          <a:p>
            <a:pPr>
              <a:lnSpc>
                <a:spcPct val="105000"/>
              </a:lnSpc>
            </a:pPr>
            <a:r>
              <a:rPr lang="zh-CN" altLang="en-US" b="1"/>
              <a:t>           </a:t>
            </a:r>
            <a:r>
              <a:rPr lang="zh-CN" altLang="en-US" sz="2500" b="1"/>
              <a:t>提供与操作系统、各功能部件和逻辑模块之间的数据传输缓冲机制与通信功能 </a:t>
            </a:r>
          </a:p>
        </p:txBody>
      </p:sp>
      <p:sp>
        <p:nvSpPr>
          <p:cNvPr id="884750" name="矩形 884749">
            <a:extLst>
              <a:ext uri="{FF2B5EF4-FFF2-40B4-BE49-F238E27FC236}">
                <a16:creationId xmlns:a16="http://schemas.microsoft.com/office/drawing/2014/main" id="{F4A9E41F-628A-41AF-9DD5-CF8C2DE0F9A0}"/>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
        <p:nvSpPr>
          <p:cNvPr id="884752" name="矩形 884751">
            <a:extLst>
              <a:ext uri="{FF2B5EF4-FFF2-40B4-BE49-F238E27FC236}">
                <a16:creationId xmlns:a16="http://schemas.microsoft.com/office/drawing/2014/main" id="{16673C6C-EC8E-4F38-B942-68B12D59E274}"/>
              </a:ext>
            </a:extLst>
          </p:cNvPr>
          <p:cNvSpPr/>
          <p:nvPr/>
        </p:nvSpPr>
        <p:spPr>
          <a:xfrm>
            <a:off x="468313" y="117316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2.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数据库管理系统的主要功能</a:t>
            </a:r>
          </a:p>
        </p:txBody>
      </p:sp>
    </p:spTree>
  </p:cSld>
  <p:clrMapOvr>
    <a:masterClrMapping/>
  </p:clrMapOvr>
  <mc:AlternateContent xmlns:mc="http://schemas.openxmlformats.org/markup-compatibility/2006" xmlns:p14="http://schemas.microsoft.com/office/powerpoint/2010/main">
    <mc:Choice Requires="p14">
      <p:transition spd="slow" p14:dur="2000" advTm="16089"/>
    </mc:Choice>
    <mc:Fallback xmlns="">
      <p:transition spd="slow" advTm="1608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84749"/>
                                        </p:tgtEl>
                                        <p:attrNameLst>
                                          <p:attrName>style.visibility</p:attrName>
                                        </p:attrNameLst>
                                      </p:cBhvr>
                                      <p:to>
                                        <p:strVal val="visible"/>
                                      </p:to>
                                    </p:set>
                                    <p:animEffect transition="in" filter="box(in)">
                                      <p:cBhvr>
                                        <p:cTn id="7" dur="500"/>
                                        <p:tgtEl>
                                          <p:spTgt spid="884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4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a:extLst>
              <a:ext uri="{FF2B5EF4-FFF2-40B4-BE49-F238E27FC236}">
                <a16:creationId xmlns:a16="http://schemas.microsoft.com/office/drawing/2014/main" id="{250DD8AD-7F81-4A1A-9926-39B10FAEA7B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1EA3DB9-0A60-4208-8DC0-FD170FB9CED3}" type="slidenum">
              <a:rPr lang="zh-CN" altLang="en-US"/>
              <a:pPr/>
              <a:t>33</a:t>
            </a:fld>
            <a:endParaRPr lang="zh-CN" altLang="en-US">
              <a:latin typeface="Times New Roman" panose="02020603050405020304" pitchFamily="18" charset="0"/>
            </a:endParaRPr>
          </a:p>
        </p:txBody>
      </p:sp>
      <p:sp>
        <p:nvSpPr>
          <p:cNvPr id="920580" name="矩形 920579">
            <a:extLst>
              <a:ext uri="{FF2B5EF4-FFF2-40B4-BE49-F238E27FC236}">
                <a16:creationId xmlns:a16="http://schemas.microsoft.com/office/drawing/2014/main" id="{BA8989DD-A558-459C-B478-8F2B1CBFBED2}"/>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
        <p:nvSpPr>
          <p:cNvPr id="920581" name="矩形 920580">
            <a:extLst>
              <a:ext uri="{FF2B5EF4-FFF2-40B4-BE49-F238E27FC236}">
                <a16:creationId xmlns:a16="http://schemas.microsoft.com/office/drawing/2014/main" id="{2039B180-8BF7-4A19-AD61-D6671F50B8E8}"/>
              </a:ext>
            </a:extLst>
          </p:cNvPr>
          <p:cNvSpPr/>
          <p:nvPr/>
        </p:nvSpPr>
        <p:spPr>
          <a:xfrm>
            <a:off x="468313" y="105251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3.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典型的数据库管理系统软件</a:t>
            </a:r>
          </a:p>
        </p:txBody>
      </p:sp>
      <p:sp>
        <p:nvSpPr>
          <p:cNvPr id="920582" name="矩形 920581">
            <a:extLst>
              <a:ext uri="{FF2B5EF4-FFF2-40B4-BE49-F238E27FC236}">
                <a16:creationId xmlns:a16="http://schemas.microsoft.com/office/drawing/2014/main" id="{3C5C436C-9672-42DE-B448-A3C23087B279}"/>
              </a:ext>
            </a:extLst>
          </p:cNvPr>
          <p:cNvSpPr/>
          <p:nvPr/>
        </p:nvSpPr>
        <p:spPr>
          <a:xfrm>
            <a:off x="468313" y="1700213"/>
            <a:ext cx="6048375" cy="489585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en-US" altLang="zh-CN" sz="3200" noProof="1">
                <a:solidFill>
                  <a:srgbClr val="CC0000"/>
                </a:solidFill>
              </a:rPr>
              <a:t>ORACLE</a:t>
            </a:r>
            <a:r>
              <a:rPr lang="zh-CN" altLang="en-US" noProof="1"/>
              <a:t> </a:t>
            </a:r>
          </a:p>
          <a:p>
            <a:pPr>
              <a:lnSpc>
                <a:spcPct val="120000"/>
              </a:lnSpc>
              <a:spcBef>
                <a:spcPct val="0"/>
              </a:spcBef>
            </a:pPr>
            <a:r>
              <a:rPr lang="en-US" altLang="zh-CN" noProof="1"/>
              <a:t>          </a:t>
            </a:r>
            <a:r>
              <a:rPr lang="en-US" altLang="zh-CN" sz="2400" b="1" noProof="1">
                <a:effectLst>
                  <a:outerShdw blurRad="38100" dist="38100" dir="2700000">
                    <a:srgbClr val="C0C0C0"/>
                  </a:outerShdw>
                </a:effectLst>
                <a:latin typeface="楷体_GB2312" pitchFamily="49" charset="-122"/>
                <a:ea typeface="楷体_GB2312" pitchFamily="49" charset="-122"/>
              </a:rPr>
              <a:t>Oracle </a:t>
            </a:r>
            <a:r>
              <a:rPr lang="zh-CN" altLang="en-US" sz="2400" b="1" noProof="1">
                <a:effectLst>
                  <a:outerShdw blurRad="38100" dist="38100" dir="2700000">
                    <a:srgbClr val="C0C0C0"/>
                  </a:outerShdw>
                </a:effectLst>
                <a:latin typeface="楷体_GB2312" pitchFamily="49" charset="-122"/>
                <a:ea typeface="楷体_GB2312" pitchFamily="49" charset="-122"/>
              </a:rPr>
              <a:t>前身叫</a:t>
            </a:r>
            <a:r>
              <a:rPr lang="en-US" altLang="zh-CN" sz="2400" b="1" noProof="1">
                <a:effectLst>
                  <a:outerShdw blurRad="38100" dist="38100" dir="2700000">
                    <a:srgbClr val="C0C0C0"/>
                  </a:outerShdw>
                </a:effectLst>
                <a:latin typeface="楷体_GB2312" pitchFamily="49" charset="-122"/>
                <a:ea typeface="楷体_GB2312" pitchFamily="49" charset="-122"/>
              </a:rPr>
              <a:t>SDL</a:t>
            </a:r>
            <a:r>
              <a:rPr lang="zh-CN" altLang="en-US" sz="2400" b="1" noProof="1">
                <a:effectLst>
                  <a:outerShdw blurRad="38100" dist="38100" dir="2700000">
                    <a:srgbClr val="C0C0C0"/>
                  </a:outerShdw>
                </a:effectLst>
                <a:latin typeface="楷体_GB2312" pitchFamily="49" charset="-122"/>
                <a:ea typeface="楷体_GB2312" pitchFamily="49" charset="-122"/>
              </a:rPr>
              <a:t>，由</a:t>
            </a:r>
            <a:r>
              <a:rPr lang="en-US" altLang="zh-CN" sz="2400" b="1" noProof="1">
                <a:effectLst>
                  <a:outerShdw blurRad="38100" dist="38100" dir="2700000">
                    <a:srgbClr val="C0C0C0"/>
                  </a:outerShdw>
                </a:effectLst>
                <a:latin typeface="楷体_GB2312" pitchFamily="49" charset="-122"/>
                <a:ea typeface="楷体_GB2312" pitchFamily="49" charset="-122"/>
              </a:rPr>
              <a:t>Larry Ellison </a:t>
            </a:r>
            <a:r>
              <a:rPr lang="zh-CN" altLang="en-US" sz="2400" b="1" noProof="1">
                <a:effectLst>
                  <a:outerShdw blurRad="38100" dist="38100" dir="2700000">
                    <a:srgbClr val="C0C0C0"/>
                  </a:outerShdw>
                </a:effectLst>
                <a:latin typeface="楷体_GB2312" pitchFamily="49" charset="-122"/>
                <a:ea typeface="楷体_GB2312" pitchFamily="49" charset="-122"/>
              </a:rPr>
              <a:t>和另两个编程人员在</a:t>
            </a:r>
            <a:r>
              <a:rPr lang="en-US" altLang="zh-CN" sz="2400" b="1" noProof="1">
                <a:effectLst>
                  <a:outerShdw blurRad="38100" dist="38100" dir="2700000">
                    <a:srgbClr val="C0C0C0"/>
                  </a:outerShdw>
                </a:effectLst>
                <a:latin typeface="楷体_GB2312" pitchFamily="49" charset="-122"/>
                <a:ea typeface="楷体_GB2312" pitchFamily="49" charset="-122"/>
              </a:rPr>
              <a:t>1977</a:t>
            </a:r>
            <a:r>
              <a:rPr lang="zh-CN" altLang="en-US" sz="2400" b="1" noProof="1">
                <a:effectLst>
                  <a:outerShdw blurRad="38100" dist="38100" dir="2700000">
                    <a:srgbClr val="C0C0C0"/>
                  </a:outerShdw>
                </a:effectLst>
                <a:latin typeface="楷体_GB2312" pitchFamily="49" charset="-122"/>
                <a:ea typeface="楷体_GB2312" pitchFamily="49" charset="-122"/>
              </a:rPr>
              <a:t>创办，他们开发了自己的拳头产品，在市场上大量销售，</a:t>
            </a:r>
            <a:r>
              <a:rPr lang="en-US" altLang="zh-CN" sz="2400" b="1" noProof="1">
                <a:effectLst>
                  <a:outerShdw blurRad="38100" dist="38100" dir="2700000">
                    <a:srgbClr val="C0C0C0"/>
                  </a:outerShdw>
                </a:effectLst>
                <a:latin typeface="楷体_GB2312" pitchFamily="49" charset="-122"/>
                <a:ea typeface="楷体_GB2312" pitchFamily="49" charset="-122"/>
              </a:rPr>
              <a:t>1979 </a:t>
            </a:r>
            <a:r>
              <a:rPr lang="zh-CN" altLang="en-US" sz="2400" b="1" noProof="1">
                <a:effectLst>
                  <a:outerShdw blurRad="38100" dist="38100" dir="2700000">
                    <a:srgbClr val="C0C0C0"/>
                  </a:outerShdw>
                </a:effectLst>
                <a:latin typeface="楷体_GB2312" pitchFamily="49" charset="-122"/>
                <a:ea typeface="楷体_GB2312" pitchFamily="49" charset="-122"/>
              </a:rPr>
              <a:t>年，</a:t>
            </a:r>
            <a:r>
              <a:rPr lang="en-US" altLang="zh-CN" sz="2400" b="1" noProof="1">
                <a:effectLst>
                  <a:outerShdw blurRad="38100" dist="38100" dir="2700000">
                    <a:srgbClr val="C0C0C0"/>
                  </a:outerShdw>
                </a:effectLst>
                <a:latin typeface="楷体_GB2312" pitchFamily="49" charset="-122"/>
                <a:ea typeface="楷体_GB2312" pitchFamily="49" charset="-122"/>
              </a:rPr>
              <a:t>Oracle</a:t>
            </a:r>
            <a:r>
              <a:rPr lang="zh-CN" altLang="en-US" sz="2400" b="1" noProof="1">
                <a:effectLst>
                  <a:outerShdw blurRad="38100" dist="38100" dir="2700000">
                    <a:srgbClr val="C0C0C0"/>
                  </a:outerShdw>
                </a:effectLst>
                <a:latin typeface="楷体_GB2312" pitchFamily="49" charset="-122"/>
                <a:ea typeface="楷体_GB2312" pitchFamily="49" charset="-122"/>
              </a:rPr>
              <a:t>公司引入了第一个商用</a:t>
            </a:r>
            <a:r>
              <a:rPr lang="en-US" altLang="zh-CN" sz="2400" b="1" noProof="1">
                <a:effectLst>
                  <a:outerShdw blurRad="38100" dist="38100" dir="2700000">
                    <a:srgbClr val="C0C0C0"/>
                  </a:outerShdw>
                </a:effectLst>
                <a:latin typeface="楷体_GB2312" pitchFamily="49" charset="-122"/>
                <a:ea typeface="楷体_GB2312" pitchFamily="49" charset="-122"/>
              </a:rPr>
              <a:t>SQL </a:t>
            </a:r>
            <a:r>
              <a:rPr lang="zh-CN" altLang="en-US" sz="2400" b="1" noProof="1">
                <a:effectLst>
                  <a:outerShdw blurRad="38100" dist="38100" dir="2700000">
                    <a:srgbClr val="C0C0C0"/>
                  </a:outerShdw>
                </a:effectLst>
                <a:latin typeface="楷体_GB2312" pitchFamily="49" charset="-122"/>
                <a:ea typeface="楷体_GB2312" pitchFamily="49" charset="-122"/>
              </a:rPr>
              <a:t>关系数据库管理系统。</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Oracle</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公司是最早开发关系数据库的厂商之一，其产品支持最广泛的操作系统平台。目前</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Oracle</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关系数据库产品的市场占有率名列前茅。</a:t>
            </a:r>
          </a:p>
        </p:txBody>
      </p:sp>
      <p:pic>
        <p:nvPicPr>
          <p:cNvPr id="44037" name="图片 920582" descr="5af4d7ea195e01e1d439c967">
            <a:hlinkClick r:id="rId2"/>
            <a:extLst>
              <a:ext uri="{FF2B5EF4-FFF2-40B4-BE49-F238E27FC236}">
                <a16:creationId xmlns:a16="http://schemas.microsoft.com/office/drawing/2014/main" id="{F825A783-90DC-4322-8BA0-40DABF8347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7795"/>
          <a:stretch>
            <a:fillRect/>
          </a:stretch>
        </p:blipFill>
        <p:spPr bwMode="auto">
          <a:xfrm>
            <a:off x="6948488" y="1630363"/>
            <a:ext cx="1657350" cy="150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3147"/>
    </mc:Choice>
    <mc:Fallback xmlns="">
      <p:transition spd="slow" advTm="2314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0582">
                                            <p:txEl>
                                              <p:pRg st="0" end="0"/>
                                            </p:txEl>
                                          </p:spTgt>
                                        </p:tgtEl>
                                        <p:attrNameLst>
                                          <p:attrName>style.visibility</p:attrName>
                                        </p:attrNameLst>
                                      </p:cBhvr>
                                      <p:to>
                                        <p:strVal val="visible"/>
                                      </p:to>
                                    </p:set>
                                    <p:animEffect transition="in" filter="wipe(up)">
                                      <p:cBhvr>
                                        <p:cTn id="7" dur="3000"/>
                                        <p:tgtEl>
                                          <p:spTgt spid="920582">
                                            <p:txEl>
                                              <p:pRg st="0" end="0"/>
                                            </p:txEl>
                                          </p:spTgt>
                                        </p:tgtEl>
                                      </p:cBhvr>
                                    </p:animEffect>
                                  </p:childTnLst>
                                </p:cTn>
                              </p:par>
                            </p:childTnLst>
                          </p:cTn>
                        </p:par>
                        <p:par>
                          <p:cTn id="8" fill="hold" nodeType="afterGroup">
                            <p:stCondLst>
                              <p:cond delay="3000"/>
                            </p:stCondLst>
                            <p:childTnLst>
                              <p:par>
                                <p:cTn id="9" presetID="22" presetClass="entr" presetSubtype="1" fill="hold" grpId="0" nodeType="afterEffect">
                                  <p:stCondLst>
                                    <p:cond delay="0"/>
                                  </p:stCondLst>
                                  <p:childTnLst>
                                    <p:set>
                                      <p:cBhvr>
                                        <p:cTn id="10" dur="1" fill="hold">
                                          <p:stCondLst>
                                            <p:cond delay="0"/>
                                          </p:stCondLst>
                                        </p:cTn>
                                        <p:tgtEl>
                                          <p:spTgt spid="920582">
                                            <p:txEl>
                                              <p:pRg st="1" end="1"/>
                                            </p:txEl>
                                          </p:spTgt>
                                        </p:tgtEl>
                                        <p:attrNameLst>
                                          <p:attrName>style.visibility</p:attrName>
                                        </p:attrNameLst>
                                      </p:cBhvr>
                                      <p:to>
                                        <p:strVal val="visible"/>
                                      </p:to>
                                    </p:set>
                                    <p:animEffect transition="in" filter="wipe(up)">
                                      <p:cBhvr>
                                        <p:cTn id="11" dur="3000"/>
                                        <p:tgtEl>
                                          <p:spTgt spid="9205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8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a:extLst>
              <a:ext uri="{FF2B5EF4-FFF2-40B4-BE49-F238E27FC236}">
                <a16:creationId xmlns:a16="http://schemas.microsoft.com/office/drawing/2014/main" id="{07E77A59-0F92-4EA1-9893-0FA87819DCB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C425BD5-FF55-42E0-952A-F8F8F302275B}" type="slidenum">
              <a:rPr lang="zh-CN" altLang="en-US"/>
              <a:pPr/>
              <a:t>34</a:t>
            </a:fld>
            <a:endParaRPr lang="zh-CN" altLang="en-US">
              <a:latin typeface="Times New Roman" panose="02020603050405020304" pitchFamily="18" charset="0"/>
            </a:endParaRPr>
          </a:p>
        </p:txBody>
      </p:sp>
      <p:sp>
        <p:nvSpPr>
          <p:cNvPr id="921604" name="矩形 921603">
            <a:extLst>
              <a:ext uri="{FF2B5EF4-FFF2-40B4-BE49-F238E27FC236}">
                <a16:creationId xmlns:a16="http://schemas.microsoft.com/office/drawing/2014/main" id="{A2214689-8C3A-4F8C-B0A3-41A97D583BBB}"/>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
        <p:nvSpPr>
          <p:cNvPr id="921605" name="矩形 921604">
            <a:extLst>
              <a:ext uri="{FF2B5EF4-FFF2-40B4-BE49-F238E27FC236}">
                <a16:creationId xmlns:a16="http://schemas.microsoft.com/office/drawing/2014/main" id="{929EAF4E-76BB-4086-A3AC-4B88AA365F8B}"/>
              </a:ext>
            </a:extLst>
          </p:cNvPr>
          <p:cNvSpPr/>
          <p:nvPr/>
        </p:nvSpPr>
        <p:spPr>
          <a:xfrm>
            <a:off x="468313" y="105251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3.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典型的数据库管理系统软件</a:t>
            </a:r>
          </a:p>
        </p:txBody>
      </p:sp>
      <p:sp>
        <p:nvSpPr>
          <p:cNvPr id="921606" name="矩形 921605">
            <a:extLst>
              <a:ext uri="{FF2B5EF4-FFF2-40B4-BE49-F238E27FC236}">
                <a16:creationId xmlns:a16="http://schemas.microsoft.com/office/drawing/2014/main" id="{77FD6F22-8832-4B70-909B-8C857EF6341F}"/>
              </a:ext>
            </a:extLst>
          </p:cNvPr>
          <p:cNvSpPr/>
          <p:nvPr/>
        </p:nvSpPr>
        <p:spPr>
          <a:xfrm>
            <a:off x="468313" y="1773238"/>
            <a:ext cx="6048375" cy="489585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en-US" altLang="zh-CN" sz="3200" noProof="1">
                <a:solidFill>
                  <a:srgbClr val="CC0000"/>
                </a:solidFill>
              </a:rPr>
              <a:t>SQL Server</a:t>
            </a:r>
            <a:endParaRPr lang="zh-CN" altLang="en-US" noProof="1"/>
          </a:p>
          <a:p>
            <a:pPr>
              <a:lnSpc>
                <a:spcPct val="120000"/>
              </a:lnSpc>
            </a:pPr>
            <a:r>
              <a:rPr lang="en-US" altLang="zh-CN" noProof="1"/>
              <a:t>          </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1987 </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年，</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hlinkClick r:id="rId2"/>
              </a:rPr>
              <a:t>微软</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和</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IBM</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合作开发完成</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OS/2</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IBM </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在其销售的</a:t>
            </a:r>
            <a:r>
              <a:rPr lang="en-US" altLang="zh-CN" sz="2400" b="1" noProof="1">
                <a:solidFill>
                  <a:srgbClr val="006699"/>
                </a:solidFill>
                <a:effectLst>
                  <a:outerShdw blurRad="38100" dist="38100" dir="2700000">
                    <a:srgbClr val="C0C0C0"/>
                  </a:outerShdw>
                </a:effectLst>
                <a:latin typeface="楷体_GB2312" pitchFamily="49" charset="-122"/>
                <a:ea typeface="楷体_GB2312" pitchFamily="49" charset="-122"/>
              </a:rPr>
              <a:t>OS/2</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 Extended Edition </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系统中绑定了</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OS/2 Database Manager</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，而微软产品线中尚缺少数据库产品。为此，微软将目光投向</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Sybase</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，同</a:t>
            </a:r>
            <a:r>
              <a:rPr lang="en-US" altLang="zh-CN" sz="2400" b="1" noProof="1">
                <a:solidFill>
                  <a:srgbClr val="006699"/>
                </a:solidFill>
                <a:effectLst>
                  <a:outerShdw blurRad="38100" dist="38100" dir="2700000">
                    <a:srgbClr val="C0C0C0"/>
                  </a:outerShdw>
                </a:effectLst>
                <a:latin typeface="楷体_GB2312" pitchFamily="49" charset="-122"/>
                <a:ea typeface="楷体_GB2312" pitchFamily="49" charset="-122"/>
              </a:rPr>
              <a:t>Sybase</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 </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签订了合作协议，使用</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Sybase</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的技术开发基于</a:t>
            </a:r>
            <a:r>
              <a:rPr lang="en-US" altLang="zh-CN" sz="2400" b="1" noProof="1">
                <a:solidFill>
                  <a:srgbClr val="000000"/>
                </a:solidFill>
                <a:effectLst>
                  <a:outerShdw blurRad="38100" dist="38100" dir="2700000">
                    <a:srgbClr val="C0C0C0"/>
                  </a:outerShdw>
                </a:effectLst>
                <a:latin typeface="楷体_GB2312" pitchFamily="49" charset="-122"/>
                <a:ea typeface="楷体_GB2312" pitchFamily="49" charset="-122"/>
              </a:rPr>
              <a:t>OS/2</a:t>
            </a:r>
            <a:r>
              <a:rPr lang="zh-CN" altLang="en-US" sz="2400" b="1" noProof="1">
                <a:solidFill>
                  <a:srgbClr val="000000"/>
                </a:solidFill>
                <a:effectLst>
                  <a:outerShdw blurRad="38100" dist="38100" dir="2700000">
                    <a:srgbClr val="C0C0C0"/>
                  </a:outerShdw>
                </a:effectLst>
                <a:latin typeface="楷体_GB2312" pitchFamily="49" charset="-122"/>
                <a:ea typeface="楷体_GB2312" pitchFamily="49" charset="-122"/>
              </a:rPr>
              <a:t>平台的关系型数据库。</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1989</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年，微软发布了</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SQL Server 1.0 </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版。</a:t>
            </a:r>
          </a:p>
        </p:txBody>
      </p:sp>
      <p:pic>
        <p:nvPicPr>
          <p:cNvPr id="45061" name="图片 921606" descr="title_175015543">
            <a:hlinkClick r:id="rId3"/>
            <a:extLst>
              <a:ext uri="{FF2B5EF4-FFF2-40B4-BE49-F238E27FC236}">
                <a16:creationId xmlns:a16="http://schemas.microsoft.com/office/drawing/2014/main" id="{F7ADF6BC-897A-4E3D-956B-D3425578BF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25" y="3141663"/>
            <a:ext cx="1655763" cy="124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图片 921607" descr="20090505103040277">
            <a:extLst>
              <a:ext uri="{FF2B5EF4-FFF2-40B4-BE49-F238E27FC236}">
                <a16:creationId xmlns:a16="http://schemas.microsoft.com/office/drawing/2014/main" id="{1F4EEF12-8B2C-47BC-B0E1-A9CAEC35B8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4025" y="1628775"/>
            <a:ext cx="1584325" cy="1266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11993"/>
    </mc:Choice>
    <mc:Fallback xmlns="">
      <p:transition spd="slow" advTm="1199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1606">
                                            <p:txEl>
                                              <p:pRg st="0" end="0"/>
                                            </p:txEl>
                                          </p:spTgt>
                                        </p:tgtEl>
                                        <p:attrNameLst>
                                          <p:attrName>style.visibility</p:attrName>
                                        </p:attrNameLst>
                                      </p:cBhvr>
                                      <p:to>
                                        <p:strVal val="visible"/>
                                      </p:to>
                                    </p:set>
                                    <p:animEffect transition="in" filter="wipe(up)">
                                      <p:cBhvr>
                                        <p:cTn id="7" dur="3000"/>
                                        <p:tgtEl>
                                          <p:spTgt spid="921606">
                                            <p:txEl>
                                              <p:pRg st="0" end="0"/>
                                            </p:txEl>
                                          </p:spTgt>
                                        </p:tgtEl>
                                      </p:cBhvr>
                                    </p:animEffect>
                                  </p:childTnLst>
                                </p:cTn>
                              </p:par>
                            </p:childTnLst>
                          </p:cTn>
                        </p:par>
                        <p:par>
                          <p:cTn id="8" fill="hold" nodeType="afterGroup">
                            <p:stCondLst>
                              <p:cond delay="3000"/>
                            </p:stCondLst>
                            <p:childTnLst>
                              <p:par>
                                <p:cTn id="9" presetID="22" presetClass="entr" presetSubtype="1" fill="hold" grpId="0" nodeType="afterEffect">
                                  <p:stCondLst>
                                    <p:cond delay="0"/>
                                  </p:stCondLst>
                                  <p:childTnLst>
                                    <p:set>
                                      <p:cBhvr>
                                        <p:cTn id="10" dur="1" fill="hold">
                                          <p:stCondLst>
                                            <p:cond delay="0"/>
                                          </p:stCondLst>
                                        </p:cTn>
                                        <p:tgtEl>
                                          <p:spTgt spid="921606">
                                            <p:txEl>
                                              <p:pRg st="1" end="1"/>
                                            </p:txEl>
                                          </p:spTgt>
                                        </p:tgtEl>
                                        <p:attrNameLst>
                                          <p:attrName>style.visibility</p:attrName>
                                        </p:attrNameLst>
                                      </p:cBhvr>
                                      <p:to>
                                        <p:strVal val="visible"/>
                                      </p:to>
                                    </p:set>
                                    <p:animEffect transition="in" filter="wipe(up)">
                                      <p:cBhvr>
                                        <p:cTn id="11" dur="3000"/>
                                        <p:tgtEl>
                                          <p:spTgt spid="9216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06"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1">
            <a:extLst>
              <a:ext uri="{FF2B5EF4-FFF2-40B4-BE49-F238E27FC236}">
                <a16:creationId xmlns:a16="http://schemas.microsoft.com/office/drawing/2014/main" id="{98E9CE91-990B-41F7-BBDA-D21C3CC8A12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6568046-7D79-4B0B-9917-8396A84414C7}" type="slidenum">
              <a:rPr lang="zh-CN" altLang="en-US"/>
              <a:pPr/>
              <a:t>35</a:t>
            </a:fld>
            <a:endParaRPr lang="zh-CN" altLang="en-US">
              <a:latin typeface="Times New Roman" panose="02020603050405020304" pitchFamily="18" charset="0"/>
            </a:endParaRPr>
          </a:p>
        </p:txBody>
      </p:sp>
      <p:sp>
        <p:nvSpPr>
          <p:cNvPr id="922628" name="矩形 922627">
            <a:extLst>
              <a:ext uri="{FF2B5EF4-FFF2-40B4-BE49-F238E27FC236}">
                <a16:creationId xmlns:a16="http://schemas.microsoft.com/office/drawing/2014/main" id="{5F47ED47-58A9-466E-A9DA-9B1D3FB75D12}"/>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
        <p:nvSpPr>
          <p:cNvPr id="922629" name="矩形 922628">
            <a:extLst>
              <a:ext uri="{FF2B5EF4-FFF2-40B4-BE49-F238E27FC236}">
                <a16:creationId xmlns:a16="http://schemas.microsoft.com/office/drawing/2014/main" id="{5E8CDDCC-FB4E-4AB2-A1A5-5492F972F74F}"/>
              </a:ext>
            </a:extLst>
          </p:cNvPr>
          <p:cNvSpPr/>
          <p:nvPr/>
        </p:nvSpPr>
        <p:spPr>
          <a:xfrm>
            <a:off x="468313" y="1052513"/>
            <a:ext cx="8207375"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200" noProof="1">
                <a:solidFill>
                  <a:srgbClr val="003366"/>
                </a:solidFill>
                <a:latin typeface="黑体" panose="02010609060101010101" pitchFamily="2" charset="-122"/>
                <a:ea typeface="黑体" panose="0201060906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3.  </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典型的数据库管理系统软件</a:t>
            </a:r>
          </a:p>
        </p:txBody>
      </p:sp>
      <p:sp>
        <p:nvSpPr>
          <p:cNvPr id="922630" name="矩形 922629">
            <a:extLst>
              <a:ext uri="{FF2B5EF4-FFF2-40B4-BE49-F238E27FC236}">
                <a16:creationId xmlns:a16="http://schemas.microsoft.com/office/drawing/2014/main" id="{816E2EFD-38A4-468B-8C75-7C3C12C56618}"/>
              </a:ext>
            </a:extLst>
          </p:cNvPr>
          <p:cNvSpPr/>
          <p:nvPr/>
        </p:nvSpPr>
        <p:spPr>
          <a:xfrm>
            <a:off x="468313" y="1700213"/>
            <a:ext cx="6191250" cy="489585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r>
              <a:rPr lang="en-US" altLang="zh-CN" sz="3200" noProof="1">
                <a:solidFill>
                  <a:srgbClr val="CC0000"/>
                </a:solidFill>
              </a:rPr>
              <a:t>ACCESS</a:t>
            </a:r>
            <a:endParaRPr lang="zh-CN" altLang="en-US" noProof="1"/>
          </a:p>
          <a:p>
            <a:pPr>
              <a:lnSpc>
                <a:spcPct val="120000"/>
              </a:lnSpc>
            </a:pPr>
            <a:r>
              <a:rPr lang="zh-CN" altLang="en-US" noProof="1"/>
              <a:t>          </a:t>
            </a:r>
            <a:r>
              <a:rPr lang="en-US" altLang="zh-CN" b="1" noProof="1">
                <a:solidFill>
                  <a:srgbClr val="006666"/>
                </a:solidFill>
                <a:effectLst>
                  <a:outerShdw blurRad="38100" dist="38100" dir="2700000">
                    <a:srgbClr val="C0C0C0"/>
                  </a:outerShdw>
                </a:effectLst>
                <a:latin typeface="楷体_GB2312" pitchFamily="49" charset="-122"/>
                <a:ea typeface="楷体_GB2312" pitchFamily="49" charset="-122"/>
              </a:rPr>
              <a:t>Access</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美国</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Microsoft</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公司于</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1994</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年推出的微机型桌面数据库管理系统。</a:t>
            </a:r>
            <a:r>
              <a:rPr lang="zh-CN" altLang="en-US" sz="2400" b="1" noProof="1">
                <a:effectLst>
                  <a:outerShdw blurRad="38100" dist="38100" dir="2700000">
                    <a:srgbClr val="C0C0C0"/>
                  </a:outerShdw>
                </a:effectLst>
                <a:latin typeface="楷体_GB2312" pitchFamily="49" charset="-122"/>
                <a:ea typeface="楷体_GB2312" pitchFamily="49" charset="-122"/>
              </a:rPr>
              <a:t>它具有界面友好、易学易用、开发简单、接口灵活等特点，是典型的新一代桌面数据库管理系统。</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ACCESS</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是</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Office</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套件的一部分，可实现与</a:t>
            </a:r>
            <a:r>
              <a:rPr lang="en-US" altLang="zh-CN" sz="2400" b="1" noProof="1">
                <a:solidFill>
                  <a:srgbClr val="006666"/>
                </a:solidFill>
                <a:effectLst>
                  <a:outerShdw blurRad="38100" dist="38100" dir="2700000">
                    <a:srgbClr val="C0C0C0"/>
                  </a:outerShdw>
                </a:effectLst>
                <a:latin typeface="楷体_GB2312" pitchFamily="49" charset="-122"/>
                <a:ea typeface="楷体_GB2312" pitchFamily="49" charset="-122"/>
              </a:rPr>
              <a:t>Internet</a:t>
            </a:r>
            <a:r>
              <a:rPr lang="zh-CN" altLang="en-US" sz="2400" b="1" noProof="1">
                <a:solidFill>
                  <a:srgbClr val="006666"/>
                </a:solidFill>
                <a:effectLst>
                  <a:outerShdw blurRad="38100" dist="38100" dir="2700000">
                    <a:srgbClr val="C0C0C0"/>
                  </a:outerShdw>
                </a:effectLst>
                <a:latin typeface="楷体_GB2312" pitchFamily="49" charset="-122"/>
                <a:ea typeface="楷体_GB2312" pitchFamily="49" charset="-122"/>
              </a:rPr>
              <a:t>的连接，可方便地生成各种数据对象，可视性好。</a:t>
            </a:r>
            <a:r>
              <a:rPr lang="zh-CN" altLang="en-US" sz="2400" b="1" noProof="1">
                <a:effectLst>
                  <a:outerShdw blurRad="38100" dist="38100" dir="2700000">
                    <a:srgbClr val="C0C0C0"/>
                  </a:outerShdw>
                </a:effectLst>
                <a:latin typeface="楷体_GB2312" pitchFamily="49" charset="-122"/>
                <a:ea typeface="楷体_GB2312" pitchFamily="49" charset="-122"/>
              </a:rPr>
              <a:t> </a:t>
            </a:r>
            <a:r>
              <a:rPr lang="en-US" altLang="zh-CN" sz="2400" b="1" noProof="1">
                <a:effectLst>
                  <a:outerShdw blurRad="38100" dist="38100" dir="2700000">
                    <a:srgbClr val="C0C0C0"/>
                  </a:outerShdw>
                </a:effectLst>
                <a:latin typeface="楷体_GB2312" pitchFamily="49" charset="-122"/>
                <a:ea typeface="楷体_GB2312" pitchFamily="49" charset="-122"/>
              </a:rPr>
              <a:t>Access</a:t>
            </a:r>
            <a:r>
              <a:rPr lang="zh-CN" altLang="en-US" sz="2400" b="1" noProof="1">
                <a:effectLst>
                  <a:outerShdw blurRad="38100" dist="38100" dir="2700000">
                    <a:srgbClr val="C0C0C0"/>
                  </a:outerShdw>
                </a:effectLst>
                <a:latin typeface="楷体_GB2312" pitchFamily="49" charset="-122"/>
                <a:ea typeface="楷体_GB2312" pitchFamily="49" charset="-122"/>
              </a:rPr>
              <a:t>主要适用于中小型应用系统，或作为客户机</a:t>
            </a:r>
            <a:r>
              <a:rPr lang="en-US" altLang="zh-CN" sz="2400" b="1" noProof="1">
                <a:effectLst>
                  <a:outerShdw blurRad="38100" dist="38100" dir="2700000">
                    <a:srgbClr val="C0C0C0"/>
                  </a:outerShdw>
                </a:effectLst>
                <a:latin typeface="楷体_GB2312" pitchFamily="49" charset="-122"/>
                <a:ea typeface="楷体_GB2312" pitchFamily="49" charset="-122"/>
              </a:rPr>
              <a:t>/</a:t>
            </a:r>
            <a:r>
              <a:rPr lang="zh-CN" altLang="en-US" sz="2400" b="1" noProof="1">
                <a:effectLst>
                  <a:outerShdw blurRad="38100" dist="38100" dir="2700000">
                    <a:srgbClr val="C0C0C0"/>
                  </a:outerShdw>
                </a:effectLst>
                <a:latin typeface="楷体_GB2312" pitchFamily="49" charset="-122"/>
                <a:ea typeface="楷体_GB2312" pitchFamily="49" charset="-122"/>
              </a:rPr>
              <a:t>服务器系统中的客户端数据库。</a:t>
            </a:r>
          </a:p>
        </p:txBody>
      </p:sp>
      <p:pic>
        <p:nvPicPr>
          <p:cNvPr id="46085" name="图片 922630" descr="20090505103040277">
            <a:extLst>
              <a:ext uri="{FF2B5EF4-FFF2-40B4-BE49-F238E27FC236}">
                <a16:creationId xmlns:a16="http://schemas.microsoft.com/office/drawing/2014/main" id="{B2861533-3F3F-4612-9937-559DDBD0F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1874838"/>
            <a:ext cx="1584325" cy="1266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20293"/>
    </mc:Choice>
    <mc:Fallback xmlns="">
      <p:transition spd="slow" advTm="2029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2630">
                                            <p:txEl>
                                              <p:pRg st="0" end="0"/>
                                            </p:txEl>
                                          </p:spTgt>
                                        </p:tgtEl>
                                        <p:attrNameLst>
                                          <p:attrName>style.visibility</p:attrName>
                                        </p:attrNameLst>
                                      </p:cBhvr>
                                      <p:to>
                                        <p:strVal val="visible"/>
                                      </p:to>
                                    </p:set>
                                    <p:animEffect transition="in" filter="wipe(up)">
                                      <p:cBhvr>
                                        <p:cTn id="7" dur="3000"/>
                                        <p:tgtEl>
                                          <p:spTgt spid="922630">
                                            <p:txEl>
                                              <p:pRg st="0" end="0"/>
                                            </p:txEl>
                                          </p:spTgt>
                                        </p:tgtEl>
                                      </p:cBhvr>
                                    </p:animEffect>
                                  </p:childTnLst>
                                </p:cTn>
                              </p:par>
                            </p:childTnLst>
                          </p:cTn>
                        </p:par>
                        <p:par>
                          <p:cTn id="8" fill="hold" nodeType="afterGroup">
                            <p:stCondLst>
                              <p:cond delay="3000"/>
                            </p:stCondLst>
                            <p:childTnLst>
                              <p:par>
                                <p:cTn id="9" presetID="22" presetClass="entr" presetSubtype="1" fill="hold" grpId="0" nodeType="afterEffect">
                                  <p:stCondLst>
                                    <p:cond delay="500"/>
                                  </p:stCondLst>
                                  <p:childTnLst>
                                    <p:set>
                                      <p:cBhvr>
                                        <p:cTn id="10" dur="1" fill="hold">
                                          <p:stCondLst>
                                            <p:cond delay="0"/>
                                          </p:stCondLst>
                                        </p:cTn>
                                        <p:tgtEl>
                                          <p:spTgt spid="922630">
                                            <p:txEl>
                                              <p:pRg st="1" end="1"/>
                                            </p:txEl>
                                          </p:spTgt>
                                        </p:tgtEl>
                                        <p:attrNameLst>
                                          <p:attrName>style.visibility</p:attrName>
                                        </p:attrNameLst>
                                      </p:cBhvr>
                                      <p:to>
                                        <p:strVal val="visible"/>
                                      </p:to>
                                    </p:set>
                                    <p:animEffect transition="in" filter="wipe(up)">
                                      <p:cBhvr>
                                        <p:cTn id="11" dur="3000"/>
                                        <p:tgtEl>
                                          <p:spTgt spid="9226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30"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1">
            <a:extLst>
              <a:ext uri="{FF2B5EF4-FFF2-40B4-BE49-F238E27FC236}">
                <a16:creationId xmlns:a16="http://schemas.microsoft.com/office/drawing/2014/main" id="{E32AFB9C-ACBD-4088-BC2B-4307938B46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F68E251-8FFD-4C50-AE04-2A54F8366433}" type="slidenum">
              <a:rPr lang="zh-CN" altLang="en-US"/>
              <a:pPr/>
              <a:t>36</a:t>
            </a:fld>
            <a:endParaRPr lang="zh-CN" altLang="en-US">
              <a:latin typeface="Times New Roman" panose="02020603050405020304" pitchFamily="18" charset="0"/>
            </a:endParaRPr>
          </a:p>
        </p:txBody>
      </p:sp>
      <p:sp>
        <p:nvSpPr>
          <p:cNvPr id="901125" name="矩形 901124">
            <a:extLst>
              <a:ext uri="{FF2B5EF4-FFF2-40B4-BE49-F238E27FC236}">
                <a16:creationId xmlns:a16="http://schemas.microsoft.com/office/drawing/2014/main" id="{35949E24-921F-4394-9483-7405270F6EA4}"/>
              </a:ext>
            </a:extLst>
          </p:cNvPr>
          <p:cNvSpPr/>
          <p:nvPr/>
        </p:nvSpPr>
        <p:spPr>
          <a:xfrm>
            <a:off x="468313" y="1150938"/>
            <a:ext cx="8496300"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000" noProof="1">
                <a:solidFill>
                  <a:srgbClr val="660033"/>
                </a:solidFill>
                <a:ea typeface="华文新魏" panose="02010800040101010101" pitchFamily="2" charset="-122"/>
              </a:rPr>
              <a:t>         </a:t>
            </a:r>
            <a:r>
              <a:rPr lang="en-US" altLang="zh-CN" sz="3000" b="1" noProof="1">
                <a:solidFill>
                  <a:srgbClr val="660033"/>
                </a:solidFill>
                <a:effectLst>
                  <a:outerShdw blurRad="38100" dist="38100" dir="2700000">
                    <a:srgbClr val="C0C0C0"/>
                  </a:outerShdw>
                </a:effectLst>
                <a:latin typeface="楷体_GB2312" pitchFamily="49" charset="-122"/>
                <a:ea typeface="楷体_GB2312" pitchFamily="49" charset="-122"/>
              </a:rPr>
              <a:t>4.  DMBS</a:t>
            </a:r>
            <a:r>
              <a:rPr lang="zh-CN" altLang="en-US" sz="3000" b="1" noProof="1">
                <a:solidFill>
                  <a:srgbClr val="660033"/>
                </a:solidFill>
                <a:effectLst>
                  <a:outerShdw blurRad="38100" dist="38100" dir="2700000">
                    <a:srgbClr val="C0C0C0"/>
                  </a:outerShdw>
                </a:effectLst>
                <a:latin typeface="楷体_GB2312" pitchFamily="49" charset="-122"/>
                <a:ea typeface="楷体_GB2312" pitchFamily="49" charset="-122"/>
              </a:rPr>
              <a:t>与应用软件及</a:t>
            </a:r>
            <a:r>
              <a:rPr lang="en-US" altLang="zh-CN" sz="3000" b="1" noProof="1">
                <a:solidFill>
                  <a:srgbClr val="660033"/>
                </a:solidFill>
                <a:effectLst>
                  <a:outerShdw blurRad="38100" dist="38100" dir="2700000">
                    <a:srgbClr val="C0C0C0"/>
                  </a:outerShdw>
                </a:effectLst>
                <a:latin typeface="楷体_GB2312" pitchFamily="49" charset="-122"/>
                <a:ea typeface="楷体_GB2312" pitchFamily="49" charset="-122"/>
              </a:rPr>
              <a:t>OS</a:t>
            </a:r>
            <a:r>
              <a:rPr lang="zh-CN" altLang="en-US" sz="3000" b="1" noProof="1">
                <a:solidFill>
                  <a:srgbClr val="660033"/>
                </a:solidFill>
                <a:effectLst>
                  <a:outerShdw blurRad="38100" dist="38100" dir="2700000">
                    <a:srgbClr val="C0C0C0"/>
                  </a:outerShdw>
                </a:effectLst>
                <a:latin typeface="楷体_GB2312" pitchFamily="49" charset="-122"/>
                <a:ea typeface="楷体_GB2312" pitchFamily="49" charset="-122"/>
              </a:rPr>
              <a:t>的关系</a:t>
            </a:r>
          </a:p>
        </p:txBody>
      </p:sp>
      <p:sp>
        <p:nvSpPr>
          <p:cNvPr id="901126" name="矩形 901125">
            <a:extLst>
              <a:ext uri="{FF2B5EF4-FFF2-40B4-BE49-F238E27FC236}">
                <a16:creationId xmlns:a16="http://schemas.microsoft.com/office/drawing/2014/main" id="{D1184A42-7DD1-4ACF-BD72-D23190DF98B4}"/>
              </a:ext>
            </a:extLst>
          </p:cNvPr>
          <p:cNvSpPr/>
          <p:nvPr/>
        </p:nvSpPr>
        <p:spPr>
          <a:xfrm>
            <a:off x="468313" y="1917700"/>
            <a:ext cx="7993062" cy="446405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25000"/>
              </a:lnSpc>
              <a:spcBef>
                <a:spcPct val="0"/>
              </a:spcBef>
            </a:pPr>
            <a:r>
              <a:rPr lang="en-US" altLang="zh-CN" sz="3200" noProof="1">
                <a:solidFill>
                  <a:srgbClr val="660033"/>
                </a:solidFill>
                <a:ea typeface="黑体" panose="02010609060101010101" pitchFamily="2" charset="-122"/>
              </a:rPr>
              <a:t>         </a:t>
            </a:r>
            <a:r>
              <a:rPr lang="zh-CN" altLang="en-US" sz="3000" b="1" noProof="1">
                <a:solidFill>
                  <a:srgbClr val="006699"/>
                </a:solidFill>
                <a:effectLst>
                  <a:outerShdw blurRad="38100" dist="38100" dir="2700000">
                    <a:srgbClr val="C0C0C0"/>
                  </a:outerShdw>
                </a:effectLst>
                <a:latin typeface="楷体_GB2312" pitchFamily="49" charset="-122"/>
                <a:ea typeface="楷体_GB2312" pitchFamily="49" charset="-122"/>
              </a:rPr>
              <a:t>软件的分类与层次：</a:t>
            </a:r>
          </a:p>
          <a:p>
            <a:pPr>
              <a:lnSpc>
                <a:spcPct val="125000"/>
              </a:lnSpc>
              <a:spcBef>
                <a:spcPct val="0"/>
              </a:spcBef>
            </a:pPr>
            <a:r>
              <a:rPr lang="zh-CN" altLang="en-US" b="1" noProof="1">
                <a:solidFill>
                  <a:srgbClr val="000099"/>
                </a:solidFill>
                <a:effectLst>
                  <a:outerShdw blurRad="38100" dist="38100" dir="2700000">
                    <a:srgbClr val="C0C0C0"/>
                  </a:outerShdw>
                </a:effectLst>
                <a:latin typeface="楷体_GB2312" pitchFamily="49" charset="-122"/>
                <a:ea typeface="楷体_GB2312" pitchFamily="49" charset="-122"/>
              </a:rPr>
              <a:t>      </a:t>
            </a:r>
            <a:r>
              <a:rPr lang="en-US" altLang="zh-CN" b="1" noProof="1">
                <a:solidFill>
                  <a:srgbClr val="000099"/>
                </a:solidFill>
                <a:effectLst>
                  <a:outerShdw blurRad="38100" dist="38100" dir="2700000">
                    <a:srgbClr val="C0C0C0"/>
                  </a:outerShdw>
                </a:effectLst>
                <a:latin typeface="楷体_GB2312" pitchFamily="49" charset="-122"/>
                <a:ea typeface="楷体_GB2312" pitchFamily="49" charset="-122"/>
              </a:rPr>
              <a:t>1</a:t>
            </a:r>
            <a:r>
              <a:rPr lang="zh-CN" altLang="en-US" b="1" noProof="1">
                <a:solidFill>
                  <a:srgbClr val="000099"/>
                </a:solidFill>
                <a:effectLst>
                  <a:outerShdw blurRad="38100" dist="38100" dir="2700000">
                    <a:srgbClr val="C0C0C0"/>
                  </a:outerShdw>
                </a:effectLst>
                <a:latin typeface="楷体_GB2312" pitchFamily="49" charset="-122"/>
                <a:ea typeface="楷体_GB2312" pitchFamily="49" charset="-122"/>
              </a:rPr>
              <a:t>）系统软件</a:t>
            </a:r>
            <a:r>
              <a:rPr lang="zh-CN" altLang="en-US" b="1" noProof="1">
                <a:effectLst>
                  <a:outerShdw blurRad="38100" dist="38100" dir="2700000">
                    <a:srgbClr val="C0C0C0"/>
                  </a:outerShdw>
                </a:effectLst>
                <a:latin typeface="楷体_GB2312" pitchFamily="49" charset="-122"/>
                <a:ea typeface="楷体_GB2312" pitchFamily="49" charset="-122"/>
              </a:rPr>
              <a:t>：操作系统、</a:t>
            </a:r>
            <a:r>
              <a:rPr lang="en-US" altLang="zh-CN" b="1" noProof="1">
                <a:effectLst>
                  <a:outerShdw blurRad="38100" dist="38100" dir="2700000">
                    <a:srgbClr val="C0C0C0"/>
                  </a:outerShdw>
                </a:effectLst>
                <a:latin typeface="楷体_GB2312" pitchFamily="49" charset="-122"/>
                <a:ea typeface="楷体_GB2312" pitchFamily="49" charset="-122"/>
              </a:rPr>
              <a:t>DBMS</a:t>
            </a:r>
            <a:r>
              <a:rPr lang="zh-CN" altLang="en-US" b="1" noProof="1">
                <a:effectLst>
                  <a:outerShdw blurRad="38100" dist="38100" dir="2700000">
                    <a:srgbClr val="C0C0C0"/>
                  </a:outerShdw>
                </a:effectLst>
                <a:latin typeface="楷体_GB2312" pitchFamily="49" charset="-122"/>
                <a:ea typeface="楷体_GB2312" pitchFamily="49" charset="-122"/>
              </a:rPr>
              <a:t>、语言编译系统等。</a:t>
            </a:r>
            <a:r>
              <a:rPr lang="zh-CN" altLang="en-US" b="1" noProof="1">
                <a:solidFill>
                  <a:srgbClr val="800000"/>
                </a:solidFill>
                <a:effectLst>
                  <a:outerShdw blurRad="38100" dist="38100" dir="2700000">
                    <a:srgbClr val="C0C0C0"/>
                  </a:outerShdw>
                </a:effectLst>
                <a:latin typeface="楷体_GB2312" pitchFamily="49" charset="-122"/>
                <a:ea typeface="楷体_GB2312" pitchFamily="49" charset="-122"/>
              </a:rPr>
              <a:t>其中，</a:t>
            </a:r>
            <a:r>
              <a:rPr lang="zh-CN" altLang="en-US" b="1" noProof="1">
                <a:solidFill>
                  <a:srgbClr val="003366"/>
                </a:solidFill>
                <a:effectLst>
                  <a:outerShdw blurRad="38100" dist="38100" dir="2700000">
                    <a:srgbClr val="C0C0C0"/>
                  </a:outerShdw>
                </a:effectLst>
                <a:latin typeface="楷体_GB2312" pitchFamily="49" charset="-122"/>
                <a:ea typeface="楷体_GB2312" pitchFamily="49" charset="-122"/>
              </a:rPr>
              <a:t>操作系统是系统软件的核心和基础。</a:t>
            </a:r>
            <a:endParaRPr lang="en-US" altLang="zh-CN" sz="2600" b="1" noProof="1">
              <a:solidFill>
                <a:srgbClr val="003366"/>
              </a:solidFill>
              <a:effectLst>
                <a:outerShdw blurRad="38100" dist="38100" dir="2700000">
                  <a:srgbClr val="C0C0C0"/>
                </a:outerShdw>
              </a:effectLst>
              <a:latin typeface="楷体_GB2312" pitchFamily="49" charset="-122"/>
              <a:ea typeface="楷体_GB2312" pitchFamily="49" charset="-122"/>
            </a:endParaRPr>
          </a:p>
          <a:p>
            <a:pPr>
              <a:lnSpc>
                <a:spcPct val="125000"/>
              </a:lnSpc>
              <a:spcBef>
                <a:spcPct val="0"/>
              </a:spcBef>
            </a:pPr>
            <a:r>
              <a:rPr lang="zh-CN" altLang="en-US" b="1" noProof="1">
                <a:solidFill>
                  <a:srgbClr val="000099"/>
                </a:solidFill>
                <a:effectLst>
                  <a:outerShdw blurRad="38100" dist="38100" dir="2700000">
                    <a:srgbClr val="C0C0C0"/>
                  </a:outerShdw>
                </a:effectLst>
                <a:latin typeface="楷体_GB2312" pitchFamily="49" charset="-122"/>
                <a:ea typeface="楷体_GB2312" pitchFamily="49" charset="-122"/>
              </a:rPr>
              <a:t>      </a:t>
            </a:r>
            <a:r>
              <a:rPr lang="en-US" altLang="zh-CN" b="1" noProof="1">
                <a:solidFill>
                  <a:srgbClr val="000099"/>
                </a:solidFill>
                <a:effectLst>
                  <a:outerShdw blurRad="38100" dist="38100" dir="2700000">
                    <a:srgbClr val="C0C0C0"/>
                  </a:outerShdw>
                </a:effectLst>
                <a:latin typeface="楷体_GB2312" pitchFamily="49" charset="-122"/>
                <a:ea typeface="楷体_GB2312" pitchFamily="49" charset="-122"/>
              </a:rPr>
              <a:t>2</a:t>
            </a:r>
            <a:r>
              <a:rPr lang="zh-CN" altLang="en-US" b="1" noProof="1">
                <a:solidFill>
                  <a:srgbClr val="000099"/>
                </a:solidFill>
                <a:effectLst>
                  <a:outerShdw blurRad="38100" dist="38100" dir="2700000">
                    <a:srgbClr val="C0C0C0"/>
                  </a:outerShdw>
                </a:effectLst>
                <a:latin typeface="楷体_GB2312" pitchFamily="49" charset="-122"/>
                <a:ea typeface="楷体_GB2312" pitchFamily="49" charset="-122"/>
              </a:rPr>
              <a:t>）应用软件</a:t>
            </a:r>
            <a:r>
              <a:rPr lang="zh-CN" altLang="en-US" b="1" noProof="1">
                <a:effectLst>
                  <a:outerShdw blurRad="38100" dist="38100" dir="2700000">
                    <a:srgbClr val="C0C0C0"/>
                  </a:outerShdw>
                </a:effectLst>
                <a:latin typeface="楷体_GB2312" pitchFamily="49" charset="-122"/>
                <a:ea typeface="楷体_GB2312" pitchFamily="49" charset="-122"/>
              </a:rPr>
              <a:t>：各种文字处理软件、各种工具软件、用户针对应用需求设计的各种数据管理和数据处理软件。</a:t>
            </a:r>
            <a:r>
              <a:rPr lang="zh-CN" altLang="en-US" b="1" noProof="1">
                <a:solidFill>
                  <a:srgbClr val="006666"/>
                </a:solidFill>
                <a:effectLst>
                  <a:outerShdw blurRad="38100" dist="38100" dir="2700000">
                    <a:srgbClr val="C0C0C0"/>
                  </a:outerShdw>
                </a:effectLst>
                <a:latin typeface="楷体_GB2312" pitchFamily="49" charset="-122"/>
                <a:ea typeface="楷体_GB2312" pitchFamily="49" charset="-122"/>
              </a:rPr>
              <a:t>数据库应用系统是目前最具有代表性的应用软件之一。</a:t>
            </a:r>
          </a:p>
        </p:txBody>
      </p:sp>
      <p:sp>
        <p:nvSpPr>
          <p:cNvPr id="901127" name="矩形 901126">
            <a:extLst>
              <a:ext uri="{FF2B5EF4-FFF2-40B4-BE49-F238E27FC236}">
                <a16:creationId xmlns:a16="http://schemas.microsoft.com/office/drawing/2014/main" id="{1EE5AAD4-A0B2-4296-92C3-8A98D513948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654"/>
    </mc:Choice>
    <mc:Fallback xmlns="">
      <p:transition spd="slow" advTm="5865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01126">
                                            <p:txEl>
                                              <p:pRg st="0" end="0"/>
                                            </p:txEl>
                                          </p:spTgt>
                                        </p:tgtEl>
                                        <p:attrNameLst>
                                          <p:attrName>style.visibility</p:attrName>
                                        </p:attrNameLst>
                                      </p:cBhvr>
                                      <p:to>
                                        <p:strVal val="visible"/>
                                      </p:to>
                                    </p:set>
                                    <p:animEffect transition="in" filter="wipe(up)">
                                      <p:cBhvr>
                                        <p:cTn id="7" dur="500"/>
                                        <p:tgtEl>
                                          <p:spTgt spid="901126">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901126">
                                            <p:txEl>
                                              <p:pRg st="1" end="1"/>
                                            </p:txEl>
                                          </p:spTgt>
                                        </p:tgtEl>
                                        <p:attrNameLst>
                                          <p:attrName>style.visibility</p:attrName>
                                        </p:attrNameLst>
                                      </p:cBhvr>
                                      <p:to>
                                        <p:strVal val="visible"/>
                                      </p:to>
                                    </p:set>
                                    <p:animEffect transition="in" filter="wipe(up)">
                                      <p:cBhvr>
                                        <p:cTn id="11" dur="500"/>
                                        <p:tgtEl>
                                          <p:spTgt spid="901126">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901126">
                                            <p:txEl>
                                              <p:pRg st="2" end="2"/>
                                            </p:txEl>
                                          </p:spTgt>
                                        </p:tgtEl>
                                        <p:attrNameLst>
                                          <p:attrName>style.visibility</p:attrName>
                                        </p:attrNameLst>
                                      </p:cBhvr>
                                      <p:to>
                                        <p:strVal val="visible"/>
                                      </p:to>
                                    </p:set>
                                    <p:animEffect transition="in" filter="wipe(up)">
                                      <p:cBhvr>
                                        <p:cTn id="16" dur="500"/>
                                        <p:tgtEl>
                                          <p:spTgt spid="9011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a:extLst>
              <a:ext uri="{FF2B5EF4-FFF2-40B4-BE49-F238E27FC236}">
                <a16:creationId xmlns:a16="http://schemas.microsoft.com/office/drawing/2014/main" id="{AEFB2EF0-3676-4B13-A773-F791718EE7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B8F48AF-5DC1-4B90-83FB-EB1CD831AF73}" type="slidenum">
              <a:rPr lang="zh-CN" altLang="en-US"/>
              <a:pPr/>
              <a:t>37</a:t>
            </a:fld>
            <a:endParaRPr lang="zh-CN" altLang="en-US">
              <a:latin typeface="Times New Roman" panose="02020603050405020304" pitchFamily="18" charset="0"/>
            </a:endParaRPr>
          </a:p>
        </p:txBody>
      </p:sp>
      <p:grpSp>
        <p:nvGrpSpPr>
          <p:cNvPr id="48130" name="组合 902149">
            <a:extLst>
              <a:ext uri="{FF2B5EF4-FFF2-40B4-BE49-F238E27FC236}">
                <a16:creationId xmlns:a16="http://schemas.microsoft.com/office/drawing/2014/main" id="{9052CF0D-F628-4FF6-8978-CDF376E51B3B}"/>
              </a:ext>
            </a:extLst>
          </p:cNvPr>
          <p:cNvGrpSpPr>
            <a:grpSpLocks/>
          </p:cNvGrpSpPr>
          <p:nvPr/>
        </p:nvGrpSpPr>
        <p:grpSpPr bwMode="auto">
          <a:xfrm>
            <a:off x="1258888" y="2133600"/>
            <a:ext cx="7058025" cy="4248150"/>
            <a:chOff x="793" y="1389"/>
            <a:chExt cx="4446" cy="2676"/>
          </a:xfrm>
        </p:grpSpPr>
        <p:sp>
          <p:nvSpPr>
            <p:cNvPr id="48131" name="椭圆 902150">
              <a:extLst>
                <a:ext uri="{FF2B5EF4-FFF2-40B4-BE49-F238E27FC236}">
                  <a16:creationId xmlns:a16="http://schemas.microsoft.com/office/drawing/2014/main" id="{366D3FD7-F7F5-4413-B4ED-B957B7651F1B}"/>
                </a:ext>
              </a:extLst>
            </p:cNvPr>
            <p:cNvSpPr>
              <a:spLocks noChangeArrowheads="1"/>
            </p:cNvSpPr>
            <p:nvPr/>
          </p:nvSpPr>
          <p:spPr bwMode="auto">
            <a:xfrm>
              <a:off x="1123" y="1389"/>
              <a:ext cx="3021" cy="2676"/>
            </a:xfrm>
            <a:prstGeom prst="ellipse">
              <a:avLst/>
            </a:prstGeom>
            <a:solidFill>
              <a:srgbClr val="CCFFCC"/>
            </a:solidFill>
            <a:ln w="9525">
              <a:solidFill>
                <a:srgbClr val="000000"/>
              </a:solidFill>
              <a:round/>
              <a:headEnd/>
              <a:tailEnd/>
            </a:ln>
          </p:spPr>
          <p:txBody>
            <a:bodyPr/>
            <a:lstStyle/>
            <a:p>
              <a:endParaRPr lang="zh-CN" altLang="en-US"/>
            </a:p>
          </p:txBody>
        </p:sp>
        <p:sp>
          <p:nvSpPr>
            <p:cNvPr id="48132" name="椭圆 902151">
              <a:extLst>
                <a:ext uri="{FF2B5EF4-FFF2-40B4-BE49-F238E27FC236}">
                  <a16:creationId xmlns:a16="http://schemas.microsoft.com/office/drawing/2014/main" id="{8DAD9F0C-7E8B-424E-879B-C3C4A8D03F43}"/>
                </a:ext>
              </a:extLst>
            </p:cNvPr>
            <p:cNvSpPr>
              <a:spLocks noChangeArrowheads="1"/>
            </p:cNvSpPr>
            <p:nvPr/>
          </p:nvSpPr>
          <p:spPr bwMode="auto">
            <a:xfrm>
              <a:off x="1436" y="1666"/>
              <a:ext cx="2396" cy="2215"/>
            </a:xfrm>
            <a:prstGeom prst="ellipse">
              <a:avLst/>
            </a:prstGeom>
            <a:solidFill>
              <a:srgbClr val="CCFFCC"/>
            </a:solidFill>
            <a:ln w="9525">
              <a:solidFill>
                <a:srgbClr val="000000"/>
              </a:solidFill>
              <a:round/>
              <a:headEnd/>
              <a:tailEnd/>
            </a:ln>
          </p:spPr>
          <p:txBody>
            <a:bodyPr/>
            <a:lstStyle/>
            <a:p>
              <a:endParaRPr lang="zh-CN" altLang="en-US"/>
            </a:p>
          </p:txBody>
        </p:sp>
        <p:sp>
          <p:nvSpPr>
            <p:cNvPr id="48133" name="椭圆 902152">
              <a:extLst>
                <a:ext uri="{FF2B5EF4-FFF2-40B4-BE49-F238E27FC236}">
                  <a16:creationId xmlns:a16="http://schemas.microsoft.com/office/drawing/2014/main" id="{55F49841-A670-4DCA-AC93-CFCAC9C1F351}"/>
                </a:ext>
              </a:extLst>
            </p:cNvPr>
            <p:cNvSpPr>
              <a:spLocks noChangeArrowheads="1"/>
            </p:cNvSpPr>
            <p:nvPr/>
          </p:nvSpPr>
          <p:spPr bwMode="auto">
            <a:xfrm>
              <a:off x="1754" y="2044"/>
              <a:ext cx="1771" cy="1568"/>
            </a:xfrm>
            <a:prstGeom prst="ellipse">
              <a:avLst/>
            </a:prstGeom>
            <a:solidFill>
              <a:srgbClr val="CCFFCC"/>
            </a:solidFill>
            <a:ln w="9525">
              <a:solidFill>
                <a:srgbClr val="000000"/>
              </a:solidFill>
              <a:round/>
              <a:headEnd/>
              <a:tailEnd/>
            </a:ln>
          </p:spPr>
          <p:txBody>
            <a:bodyPr/>
            <a:lstStyle/>
            <a:p>
              <a:endParaRPr lang="zh-CN" altLang="en-US"/>
            </a:p>
          </p:txBody>
        </p:sp>
        <p:sp>
          <p:nvSpPr>
            <p:cNvPr id="48134" name="椭圆 902153">
              <a:extLst>
                <a:ext uri="{FF2B5EF4-FFF2-40B4-BE49-F238E27FC236}">
                  <a16:creationId xmlns:a16="http://schemas.microsoft.com/office/drawing/2014/main" id="{4E08B528-1D6F-48A1-9815-7D957F5C7B6D}"/>
                </a:ext>
              </a:extLst>
            </p:cNvPr>
            <p:cNvSpPr>
              <a:spLocks noChangeArrowheads="1"/>
            </p:cNvSpPr>
            <p:nvPr/>
          </p:nvSpPr>
          <p:spPr bwMode="auto">
            <a:xfrm>
              <a:off x="2038" y="2301"/>
              <a:ext cx="1250" cy="1107"/>
            </a:xfrm>
            <a:prstGeom prst="ellipse">
              <a:avLst/>
            </a:prstGeom>
            <a:solidFill>
              <a:srgbClr val="CCFFCC"/>
            </a:solidFill>
            <a:ln w="9525">
              <a:solidFill>
                <a:srgbClr val="000000"/>
              </a:solidFill>
              <a:round/>
              <a:headEnd/>
              <a:tailEnd/>
            </a:ln>
          </p:spPr>
          <p:txBody>
            <a:bodyPr/>
            <a:lstStyle/>
            <a:p>
              <a:endParaRPr lang="zh-CN" altLang="en-US"/>
            </a:p>
          </p:txBody>
        </p:sp>
        <p:sp>
          <p:nvSpPr>
            <p:cNvPr id="48135" name="椭圆 902154">
              <a:extLst>
                <a:ext uri="{FF2B5EF4-FFF2-40B4-BE49-F238E27FC236}">
                  <a16:creationId xmlns:a16="http://schemas.microsoft.com/office/drawing/2014/main" id="{F79A1A9C-39B3-47FF-ACA6-58B6417222FA}"/>
                </a:ext>
              </a:extLst>
            </p:cNvPr>
            <p:cNvSpPr>
              <a:spLocks noChangeArrowheads="1"/>
            </p:cNvSpPr>
            <p:nvPr/>
          </p:nvSpPr>
          <p:spPr bwMode="auto">
            <a:xfrm>
              <a:off x="2304" y="2589"/>
              <a:ext cx="695" cy="575"/>
            </a:xfrm>
            <a:prstGeom prst="ellipse">
              <a:avLst/>
            </a:prstGeom>
            <a:solidFill>
              <a:srgbClr val="CCFFCC"/>
            </a:solidFill>
            <a:ln w="9525">
              <a:solidFill>
                <a:srgbClr val="000000"/>
              </a:solidFill>
              <a:round/>
              <a:headEnd/>
              <a:tailEnd/>
            </a:ln>
          </p:spPr>
          <p:txBody>
            <a:bodyPr/>
            <a:lstStyle/>
            <a:p>
              <a:endParaRPr lang="zh-CN" altLang="en-US"/>
            </a:p>
          </p:txBody>
        </p:sp>
        <p:sp>
          <p:nvSpPr>
            <p:cNvPr id="48136" name="矩形 902155">
              <a:extLst>
                <a:ext uri="{FF2B5EF4-FFF2-40B4-BE49-F238E27FC236}">
                  <a16:creationId xmlns:a16="http://schemas.microsoft.com/office/drawing/2014/main" id="{6F3EF6DD-4319-4F27-A871-1D588AC1BFBD}"/>
                </a:ext>
              </a:extLst>
            </p:cNvPr>
            <p:cNvSpPr>
              <a:spLocks noChangeArrowheads="1" noChangeShapeType="1" noTextEdit="1"/>
            </p:cNvSpPr>
            <p:nvPr/>
          </p:nvSpPr>
          <p:spPr bwMode="auto">
            <a:xfrm>
              <a:off x="2373" y="1499"/>
              <a:ext cx="452" cy="208"/>
            </a:xfrm>
            <a:prstGeom prst="rect">
              <a:avLst/>
            </a:prstGeom>
          </p:spPr>
          <p:txBody>
            <a:bodyPr spcFirstLastPara="1" wrap="none" fromWordArt="1">
              <a:prstTxWarp prst="textArchUp">
                <a:avLst>
                  <a:gd name="adj" fmla="val 10800000"/>
                </a:avLst>
              </a:prstTxWarp>
            </a:bodyPr>
            <a:lstStyle/>
            <a:p>
              <a:pPr algn="ctr"/>
              <a:r>
                <a:rPr lang="zh-CN" altLang="en-US" sz="1000" b="1" kern="10">
                  <a:ln w="9525">
                    <a:solidFill>
                      <a:srgbClr val="000000"/>
                    </a:solidFill>
                    <a:round/>
                    <a:headEnd/>
                    <a:tailEnd/>
                  </a:ln>
                  <a:solidFill>
                    <a:srgbClr val="CCFFCC"/>
                  </a:solidFill>
                  <a:latin typeface="宋体" panose="02010600030101010101" pitchFamily="2" charset="-122"/>
                  <a:ea typeface="宋体" panose="02010600030101010101" pitchFamily="2" charset="-122"/>
                </a:rPr>
                <a:t>应用程序</a:t>
              </a:r>
            </a:p>
          </p:txBody>
        </p:sp>
        <p:sp>
          <p:nvSpPr>
            <p:cNvPr id="48137" name="矩形 902156">
              <a:extLst>
                <a:ext uri="{FF2B5EF4-FFF2-40B4-BE49-F238E27FC236}">
                  <a16:creationId xmlns:a16="http://schemas.microsoft.com/office/drawing/2014/main" id="{128AAE49-8A9A-4CA5-841C-9CF31A54A6E8}"/>
                </a:ext>
              </a:extLst>
            </p:cNvPr>
            <p:cNvSpPr>
              <a:spLocks noChangeArrowheads="1" noChangeShapeType="1" noTextEdit="1"/>
            </p:cNvSpPr>
            <p:nvPr/>
          </p:nvSpPr>
          <p:spPr bwMode="auto">
            <a:xfrm>
              <a:off x="2018" y="1843"/>
              <a:ext cx="1272" cy="499"/>
            </a:xfrm>
            <a:prstGeom prst="rect">
              <a:avLst/>
            </a:prstGeom>
          </p:spPr>
          <p:txBody>
            <a:bodyPr spcFirstLastPara="1" wrap="none" fromWordArt="1">
              <a:prstTxWarp prst="textArchUp">
                <a:avLst>
                  <a:gd name="adj" fmla="val 10800000"/>
                </a:avLst>
              </a:prstTxWarp>
            </a:bodyPr>
            <a:lstStyle/>
            <a:p>
              <a:pPr algn="ctr"/>
              <a:r>
                <a:rPr lang="zh-CN" altLang="en-US"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rPr>
                <a:t>应用软件包</a:t>
              </a:r>
              <a:r>
                <a:rPr lang="en-US" altLang="zh-CN"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rPr>
                <a:t>(</a:t>
              </a:r>
              <a:r>
                <a:rPr lang="zh-CN" altLang="en-US"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rPr>
                <a:t>用户接口</a:t>
              </a:r>
              <a:r>
                <a:rPr lang="en-US" altLang="zh-CN"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rPr>
                <a:t>)</a:t>
              </a:r>
              <a:endParaRPr lang="zh-CN" altLang="en-US"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endParaRPr>
            </a:p>
          </p:txBody>
        </p:sp>
        <p:sp>
          <p:nvSpPr>
            <p:cNvPr id="48138" name="矩形 902157">
              <a:extLst>
                <a:ext uri="{FF2B5EF4-FFF2-40B4-BE49-F238E27FC236}">
                  <a16:creationId xmlns:a16="http://schemas.microsoft.com/office/drawing/2014/main" id="{E10C985C-1511-48EE-B131-25E0E3EAAA6C}"/>
                </a:ext>
              </a:extLst>
            </p:cNvPr>
            <p:cNvSpPr>
              <a:spLocks noChangeArrowheads="1" noChangeShapeType="1" noTextEdit="1"/>
            </p:cNvSpPr>
            <p:nvPr/>
          </p:nvSpPr>
          <p:spPr bwMode="auto">
            <a:xfrm>
              <a:off x="2463" y="2160"/>
              <a:ext cx="291" cy="182"/>
            </a:xfrm>
            <a:prstGeom prst="rect">
              <a:avLst/>
            </a:prstGeom>
          </p:spPr>
          <p:txBody>
            <a:bodyPr spcFirstLastPara="1" wrap="none" fromWordArt="1">
              <a:prstTxWarp prst="textArchUp">
                <a:avLst>
                  <a:gd name="adj" fmla="val 10800000"/>
                </a:avLst>
              </a:prstTxWarp>
            </a:bodyPr>
            <a:lstStyle/>
            <a:p>
              <a:pPr algn="ctr"/>
              <a:r>
                <a:rPr lang="en-US" altLang="zh-CN"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rPr>
                <a:t>DBMS</a:t>
              </a:r>
              <a:endParaRPr lang="zh-CN" altLang="en-US"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endParaRPr>
            </a:p>
          </p:txBody>
        </p:sp>
        <p:sp>
          <p:nvSpPr>
            <p:cNvPr id="48139" name="矩形 902158">
              <a:extLst>
                <a:ext uri="{FF2B5EF4-FFF2-40B4-BE49-F238E27FC236}">
                  <a16:creationId xmlns:a16="http://schemas.microsoft.com/office/drawing/2014/main" id="{B2F4BAF5-1866-41E8-BBDA-76EBD695FDA2}"/>
                </a:ext>
              </a:extLst>
            </p:cNvPr>
            <p:cNvSpPr>
              <a:spLocks noChangeArrowheads="1" noChangeShapeType="1" noTextEdit="1"/>
            </p:cNvSpPr>
            <p:nvPr/>
          </p:nvSpPr>
          <p:spPr bwMode="auto">
            <a:xfrm>
              <a:off x="2263" y="2478"/>
              <a:ext cx="793" cy="317"/>
            </a:xfrm>
            <a:prstGeom prst="rect">
              <a:avLst/>
            </a:prstGeom>
          </p:spPr>
          <p:txBody>
            <a:bodyPr spcFirstLastPara="1" wrap="none" fromWordArt="1">
              <a:prstTxWarp prst="textArchUp">
                <a:avLst>
                  <a:gd name="adj" fmla="val 10800000"/>
                </a:avLst>
              </a:prstTxWarp>
            </a:bodyPr>
            <a:lstStyle/>
            <a:p>
              <a:pPr algn="ctr"/>
              <a:r>
                <a:rPr lang="zh-CN" altLang="en-US"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rPr>
                <a:t>操作系统</a:t>
              </a:r>
              <a:r>
                <a:rPr lang="en-US" altLang="zh-CN"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rPr>
                <a:t>(OS)</a:t>
              </a:r>
              <a:endParaRPr lang="zh-CN" altLang="en-US" sz="1000" kern="10">
                <a:ln w="9525">
                  <a:solidFill>
                    <a:srgbClr val="000000"/>
                  </a:solidFill>
                  <a:round/>
                  <a:headEnd/>
                  <a:tailEnd/>
                </a:ln>
                <a:solidFill>
                  <a:srgbClr val="CCFFCC"/>
                </a:solidFill>
                <a:latin typeface="宋体" panose="02010600030101010101" pitchFamily="2" charset="-122"/>
                <a:ea typeface="宋体" panose="02010600030101010101" pitchFamily="2" charset="-122"/>
              </a:endParaRPr>
            </a:p>
          </p:txBody>
        </p:sp>
        <p:sp>
          <p:nvSpPr>
            <p:cNvPr id="48140" name="直接连接符 902159">
              <a:extLst>
                <a:ext uri="{FF2B5EF4-FFF2-40B4-BE49-F238E27FC236}">
                  <a16:creationId xmlns:a16="http://schemas.microsoft.com/office/drawing/2014/main" id="{E1F266EE-7C4D-4F6F-BC8C-3D0EB90BFDE1}"/>
                </a:ext>
              </a:extLst>
            </p:cNvPr>
            <p:cNvSpPr>
              <a:spLocks noChangeShapeType="1"/>
            </p:cNvSpPr>
            <p:nvPr/>
          </p:nvSpPr>
          <p:spPr bwMode="auto">
            <a:xfrm>
              <a:off x="793" y="2301"/>
              <a:ext cx="3805" cy="1"/>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文本框 902160">
              <a:extLst>
                <a:ext uri="{FF2B5EF4-FFF2-40B4-BE49-F238E27FC236}">
                  <a16:creationId xmlns:a16="http://schemas.microsoft.com/office/drawing/2014/main" id="{B529D6AA-97CD-4C08-B2DF-F5C0921D96C6}"/>
                </a:ext>
              </a:extLst>
            </p:cNvPr>
            <p:cNvSpPr txBox="1">
              <a:spLocks noChangeArrowheads="1"/>
            </p:cNvSpPr>
            <p:nvPr/>
          </p:nvSpPr>
          <p:spPr bwMode="auto">
            <a:xfrm>
              <a:off x="2408" y="2678"/>
              <a:ext cx="487" cy="37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12000"/>
                </a:lnSpc>
                <a:spcBef>
                  <a:spcPct val="50000"/>
                </a:spcBef>
              </a:pPr>
              <a:r>
                <a:rPr lang="zh-CN" altLang="en-US" sz="2100" b="1">
                  <a:latin typeface="宋体" panose="02010600030101010101" pitchFamily="2" charset="-122"/>
                  <a:ea typeface="宋体" panose="02010600030101010101" pitchFamily="2" charset="-122"/>
                </a:rPr>
                <a:t>硬件</a:t>
              </a:r>
              <a:r>
                <a:rPr lang="en-US" altLang="zh-CN" sz="2100" b="1">
                  <a:latin typeface="宋体" panose="02010600030101010101" pitchFamily="2" charset="-122"/>
                  <a:ea typeface="宋体" panose="02010600030101010101" pitchFamily="2" charset="-122"/>
                </a:rPr>
                <a:t>(DB)</a:t>
              </a:r>
              <a:endParaRPr lang="en-US" altLang="zh-CN" sz="2100" b="1">
                <a:ea typeface="宋体" panose="02010600030101010101" pitchFamily="2" charset="-122"/>
              </a:endParaRPr>
            </a:p>
          </p:txBody>
        </p:sp>
        <p:sp>
          <p:nvSpPr>
            <p:cNvPr id="48142" name="文本框 902161">
              <a:extLst>
                <a:ext uri="{FF2B5EF4-FFF2-40B4-BE49-F238E27FC236}">
                  <a16:creationId xmlns:a16="http://schemas.microsoft.com/office/drawing/2014/main" id="{28C54222-FA69-423E-BBA5-0D8011611C96}"/>
                </a:ext>
              </a:extLst>
            </p:cNvPr>
            <p:cNvSpPr txBox="1">
              <a:spLocks noChangeArrowheads="1"/>
            </p:cNvSpPr>
            <p:nvPr/>
          </p:nvSpPr>
          <p:spPr bwMode="auto">
            <a:xfrm>
              <a:off x="4040" y="1943"/>
              <a:ext cx="119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50000"/>
                </a:spcBef>
              </a:pPr>
              <a:r>
                <a:rPr lang="zh-CN" altLang="en-US" sz="2100" b="1">
                  <a:latin typeface="Times New Roman" panose="02020603050405020304" pitchFamily="18" charset="0"/>
                  <a:ea typeface="宋体" panose="02010600030101010101" pitchFamily="2" charset="-122"/>
                </a:rPr>
                <a:t>存储</a:t>
              </a:r>
              <a:r>
                <a:rPr lang="zh-CN" altLang="en-US" sz="2100" b="1">
                  <a:latin typeface="宋体" panose="02010600030101010101" pitchFamily="2" charset="-122"/>
                  <a:ea typeface="宋体" panose="02010600030101010101" pitchFamily="2" charset="-122"/>
                </a:rPr>
                <a:t>记录接口</a:t>
              </a:r>
              <a:endParaRPr lang="zh-CN" altLang="en-US" sz="2100" b="1">
                <a:ea typeface="宋体" panose="02010600030101010101" pitchFamily="2" charset="-122"/>
              </a:endParaRPr>
            </a:p>
          </p:txBody>
        </p:sp>
      </p:grpSp>
      <p:sp>
        <p:nvSpPr>
          <p:cNvPr id="902163" name="矩形 902162">
            <a:extLst>
              <a:ext uri="{FF2B5EF4-FFF2-40B4-BE49-F238E27FC236}">
                <a16:creationId xmlns:a16="http://schemas.microsoft.com/office/drawing/2014/main" id="{03F36B7D-E8CD-42B7-905B-F32DC96FC274}"/>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r>
              <a:rPr lang="zh-CN" altLang="en-US" sz="3600" b="1" noProof="1">
                <a:effectLst>
                  <a:outerShdw blurRad="38100" dist="38100" dir="2700000">
                    <a:srgbClr val="C0C0C0"/>
                  </a:outerShdw>
                </a:effectLst>
                <a:ea typeface="幼圆" panose="02010509060101010101" pitchFamily="49" charset="-122"/>
              </a:rPr>
              <a:t>二、数据库管理系统</a:t>
            </a:r>
          </a:p>
        </p:txBody>
      </p:sp>
      <p:sp>
        <p:nvSpPr>
          <p:cNvPr id="902164" name="矩形 902163">
            <a:extLst>
              <a:ext uri="{FF2B5EF4-FFF2-40B4-BE49-F238E27FC236}">
                <a16:creationId xmlns:a16="http://schemas.microsoft.com/office/drawing/2014/main" id="{B3AFFA41-7CA6-419A-BF1F-E3F6A8296365}"/>
              </a:ext>
            </a:extLst>
          </p:cNvPr>
          <p:cNvSpPr/>
          <p:nvPr/>
        </p:nvSpPr>
        <p:spPr>
          <a:xfrm>
            <a:off x="468313" y="1150938"/>
            <a:ext cx="8496300" cy="8032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a:lnSpc>
                <a:spcPct val="140000"/>
              </a:lnSpc>
            </a:pPr>
            <a:r>
              <a:rPr lang="en-US" altLang="zh-CN" sz="3000" noProof="1">
                <a:solidFill>
                  <a:srgbClr val="660033"/>
                </a:solidFill>
                <a:ea typeface="华文新魏" panose="02010800040101010101" pitchFamily="2" charset="-122"/>
              </a:rPr>
              <a:t>         </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4.  DMBS</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与应用软件及</a:t>
            </a:r>
            <a:r>
              <a:rPr lang="en-US" altLang="zh-CN"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OS</a:t>
            </a:r>
            <a:r>
              <a:rPr lang="zh-CN" altLang="en-US" sz="3000" b="1" noProof="1">
                <a:solidFill>
                  <a:srgbClr val="660033"/>
                </a:solidFill>
                <a:effectLst>
                  <a:outerShdw blurRad="38100" dist="38100" dir="2700000">
                    <a:srgbClr val="C0C0C0"/>
                  </a:outerShdw>
                </a:effectLst>
                <a:latin typeface="华文新魏" panose="02010800040101010101" pitchFamily="2" charset="-122"/>
                <a:ea typeface="华文新魏" panose="02010800040101010101" pitchFamily="2" charset="-122"/>
              </a:rPr>
              <a:t>的关系</a:t>
            </a:r>
          </a:p>
        </p:txBody>
      </p:sp>
    </p:spTree>
  </p:cSld>
  <p:clrMapOvr>
    <a:masterClrMapping/>
  </p:clrMapOvr>
  <mc:AlternateContent xmlns:mc="http://schemas.openxmlformats.org/markup-compatibility/2006" xmlns:p14="http://schemas.microsoft.com/office/powerpoint/2010/main">
    <mc:Choice Requires="p14">
      <p:transition spd="slow" p14:dur="2000" advTm="73633"/>
    </mc:Choice>
    <mc:Fallback xmlns="">
      <p:transition spd="slow" advTm="73633"/>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3" name="灯片编号占位符 1">
            <a:extLst>
              <a:ext uri="{FF2B5EF4-FFF2-40B4-BE49-F238E27FC236}">
                <a16:creationId xmlns:a16="http://schemas.microsoft.com/office/drawing/2014/main" id="{D08F7C03-6FBA-45FE-89CD-45160C30FD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9CA83E8-442E-4103-BECF-ACBBDB25A640}" type="slidenum">
              <a:rPr lang="zh-CN" altLang="en-US"/>
              <a:pPr/>
              <a:t>38</a:t>
            </a:fld>
            <a:endParaRPr lang="zh-CN" altLang="en-US">
              <a:latin typeface="Times New Roman" panose="02020603050405020304" pitchFamily="18" charset="0"/>
            </a:endParaRPr>
          </a:p>
        </p:txBody>
      </p:sp>
      <p:sp>
        <p:nvSpPr>
          <p:cNvPr id="560134" name="文本占位符 560133">
            <a:extLst>
              <a:ext uri="{FF2B5EF4-FFF2-40B4-BE49-F238E27FC236}">
                <a16:creationId xmlns:a16="http://schemas.microsoft.com/office/drawing/2014/main" id="{8066B169-ABAA-413F-BA55-EBEEF4E0BC98}"/>
              </a:ext>
            </a:extLst>
          </p:cNvPr>
          <p:cNvSpPr>
            <a:spLocks noGrp="1"/>
          </p:cNvSpPr>
          <p:nvPr>
            <p:ph type="body" idx="1"/>
          </p:nvPr>
        </p:nvSpPr>
        <p:spPr>
          <a:xfrm>
            <a:off x="468313" y="1158875"/>
            <a:ext cx="8280400" cy="4791075"/>
          </a:xfrm>
        </p:spPr>
        <p:txBody>
          <a:bodyPr/>
          <a:lstStyle/>
          <a:p>
            <a:pPr>
              <a:lnSpc>
                <a:spcPct val="130000"/>
              </a:lnSpc>
              <a:spcBef>
                <a:spcPct val="30000"/>
              </a:spcBef>
            </a:pPr>
            <a:r>
              <a:rPr lang="en-US" altLang="zh-CN" sz="3000">
                <a:solidFill>
                  <a:srgbClr val="660033"/>
                </a:solidFill>
                <a:ea typeface="华文新魏" panose="02010800040101010101" pitchFamily="2" charset="-122"/>
              </a:rPr>
              <a:t>         </a:t>
            </a:r>
            <a:r>
              <a:rPr lang="en-US" altLang="zh-CN" sz="3000"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1.  </a:t>
            </a:r>
            <a:r>
              <a:rPr lang="zh-CN" altLang="en-US" sz="3000"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数据库应用系统的概念</a:t>
            </a:r>
          </a:p>
          <a:p>
            <a:pPr>
              <a:lnSpc>
                <a:spcPct val="130000"/>
              </a:lnSpc>
              <a:spcBef>
                <a:spcPct val="30000"/>
              </a:spcBef>
            </a:pPr>
            <a:r>
              <a:rPr lang="zh-CN" altLang="en-US">
                <a:solidFill>
                  <a:srgbClr val="CC0000"/>
                </a:solidFill>
              </a:rPr>
              <a:t>          </a:t>
            </a:r>
            <a:r>
              <a:rPr lang="zh-CN" altLang="en-US" b="1">
                <a:solidFill>
                  <a:srgbClr val="660033"/>
                </a:solidFill>
                <a:effectLst>
                  <a:outerShdw blurRad="38100" dist="38100" dir="2700000" algn="tl">
                    <a:srgbClr val="C0C0C0"/>
                  </a:outerShdw>
                </a:effectLst>
                <a:latin typeface="楷体_GB2312" pitchFamily="49" charset="-122"/>
                <a:ea typeface="楷体_GB2312" pitchFamily="49" charset="-122"/>
              </a:rPr>
              <a:t>数据库应用系统（</a:t>
            </a:r>
            <a:r>
              <a:rPr lang="en-US" altLang="zh-CN" b="1">
                <a:solidFill>
                  <a:srgbClr val="660033"/>
                </a:solidFill>
                <a:effectLst>
                  <a:outerShdw blurRad="38100" dist="38100" dir="2700000" algn="tl">
                    <a:srgbClr val="C0C0C0"/>
                  </a:outerShdw>
                </a:effectLst>
                <a:latin typeface="楷体_GB2312" pitchFamily="49" charset="-122"/>
                <a:ea typeface="楷体_GB2312" pitchFamily="49" charset="-122"/>
              </a:rPr>
              <a:t>DBAS</a:t>
            </a:r>
            <a:r>
              <a:rPr lang="zh-CN" altLang="en-US" b="1">
                <a:solidFill>
                  <a:srgbClr val="660033"/>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660033"/>
                </a:solidFill>
                <a:effectLst>
                  <a:outerShdw blurRad="38100" dist="38100" dir="2700000" algn="tl">
                    <a:srgbClr val="C0C0C0"/>
                  </a:outerShdw>
                </a:effectLst>
                <a:latin typeface="楷体_GB2312" pitchFamily="49" charset="-122"/>
                <a:ea typeface="楷体_GB2312" pitchFamily="49" charset="-122"/>
              </a:rPr>
              <a:t>DBS</a:t>
            </a:r>
            <a:r>
              <a:rPr lang="zh-CN" altLang="en-US" b="1">
                <a:solidFill>
                  <a:srgbClr val="660033"/>
                </a:solidFill>
                <a:effectLst>
                  <a:outerShdw blurRad="38100" dist="38100" dir="2700000" algn="tl">
                    <a:srgbClr val="C0C0C0"/>
                  </a:outerShdw>
                </a:effectLst>
                <a:latin typeface="楷体_GB2312" pitchFamily="49" charset="-122"/>
                <a:ea typeface="楷体_GB2312" pitchFamily="49" charset="-122"/>
              </a:rPr>
              <a:t>）</a:t>
            </a:r>
            <a:r>
              <a:rPr lang="zh-CN" altLang="en-US" b="1">
                <a:effectLst>
                  <a:outerShdw blurRad="38100" dist="38100" dir="2700000" algn="tl">
                    <a:srgbClr val="C0C0C0"/>
                  </a:outerShdw>
                </a:effectLst>
                <a:latin typeface="楷体_GB2312" pitchFamily="49" charset="-122"/>
                <a:ea typeface="楷体_GB2312" pitchFamily="49" charset="-122"/>
              </a:rPr>
              <a:t>是以计算机为开发和应用平台，以</a:t>
            </a:r>
            <a:r>
              <a:rPr lang="en-US" altLang="zh-CN" b="1">
                <a:effectLst>
                  <a:outerShdw blurRad="38100" dist="38100" dir="2700000" algn="tl">
                    <a:srgbClr val="C0C0C0"/>
                  </a:outerShdw>
                </a:effectLst>
                <a:latin typeface="楷体_GB2312" pitchFamily="49" charset="-122"/>
                <a:ea typeface="楷体_GB2312" pitchFamily="49" charset="-122"/>
              </a:rPr>
              <a:t>OS</a:t>
            </a:r>
            <a:r>
              <a:rPr lang="zh-CN" altLang="en-US" b="1">
                <a:effectLst>
                  <a:outerShdw blurRad="38100" dist="38100" dir="2700000" algn="tl">
                    <a:srgbClr val="C0C0C0"/>
                  </a:outerShdw>
                </a:effectLst>
                <a:latin typeface="楷体_GB2312" pitchFamily="49" charset="-122"/>
                <a:ea typeface="楷体_GB2312" pitchFamily="49" charset="-122"/>
              </a:rPr>
              <a:t>、</a:t>
            </a:r>
            <a:r>
              <a:rPr lang="en-US" altLang="zh-CN" b="1">
                <a:effectLst>
                  <a:outerShdw blurRad="38100" dist="38100" dir="2700000" algn="tl">
                    <a:srgbClr val="C0C0C0"/>
                  </a:outerShdw>
                </a:effectLst>
                <a:latin typeface="楷体_GB2312" pitchFamily="49" charset="-122"/>
                <a:ea typeface="楷体_GB2312" pitchFamily="49" charset="-122"/>
              </a:rPr>
              <a:t>DBMS</a:t>
            </a:r>
            <a:r>
              <a:rPr lang="zh-CN" altLang="en-US" b="1">
                <a:effectLst>
                  <a:outerShdw blurRad="38100" dist="38100" dir="2700000" algn="tl">
                    <a:srgbClr val="C0C0C0"/>
                  </a:outerShdw>
                </a:effectLst>
                <a:latin typeface="楷体_GB2312" pitchFamily="49" charset="-122"/>
                <a:ea typeface="楷体_GB2312" pitchFamily="49" charset="-122"/>
              </a:rPr>
              <a:t>、某种程序语言和实用程序等为软件环境，以某一应用领域的数据管理需求为应用背景，采用数据库设计技术建立的一个可实际运行的，按照数据库方法存储和维护数据的，并为用户提供数据支持和管理功能的应用软件系统。</a:t>
            </a:r>
            <a:r>
              <a:rPr lang="zh-CN" altLang="en-US">
                <a:latin typeface="楷体_GB2312" pitchFamily="49" charset="-122"/>
                <a:ea typeface="楷体_GB2312" pitchFamily="49" charset="-122"/>
              </a:rPr>
              <a:t> </a:t>
            </a:r>
          </a:p>
        </p:txBody>
      </p:sp>
      <p:sp>
        <p:nvSpPr>
          <p:cNvPr id="560141" name="标题 560140">
            <a:extLst>
              <a:ext uri="{FF2B5EF4-FFF2-40B4-BE49-F238E27FC236}">
                <a16:creationId xmlns:a16="http://schemas.microsoft.com/office/drawing/2014/main" id="{44762980-70BD-4651-8A53-BE4075F22B3E}"/>
              </a:ext>
            </a:extLst>
          </p:cNvPr>
          <p:cNvSpPr>
            <a:spLocks noGrp="1"/>
          </p:cNvSpPr>
          <p:nvPr>
            <p:ph type="title"/>
          </p:nvPr>
        </p:nvSpPr>
        <p:spPr/>
        <p:txBody>
          <a:bodyPr/>
          <a:lstStyle/>
          <a:p>
            <a:r>
              <a:rPr lang="zh-CN" altLang="en-US" sz="3600" b="1" noProof="1">
                <a:effectLst>
                  <a:outerShdw blurRad="38100" dist="38100" dir="2700000">
                    <a:srgbClr val="C0C0C0"/>
                  </a:outerShdw>
                </a:effectLst>
                <a:ea typeface="幼圆" panose="02010509060101010101" pitchFamily="49" charset="-122"/>
              </a:rPr>
              <a:t>三、数据库应用系统</a:t>
            </a:r>
          </a:p>
        </p:txBody>
      </p:sp>
    </p:spTree>
    <p:custDataLst>
      <p:tags r:id="rId1"/>
    </p:custDataLst>
  </p:cSld>
  <p:clrMapOvr>
    <a:masterClrMapping/>
  </p:clrMapOvr>
  <p:transition advTm="6091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60134">
                                            <p:txEl>
                                              <p:pRg st="0" end="0"/>
                                            </p:txEl>
                                          </p:spTgt>
                                        </p:tgtEl>
                                        <p:attrNameLst>
                                          <p:attrName>style.visibility</p:attrName>
                                        </p:attrNameLst>
                                      </p:cBhvr>
                                      <p:to>
                                        <p:strVal val="visible"/>
                                      </p:to>
                                    </p:set>
                                    <p:animEffect transition="in" filter="wipe(left)">
                                      <p:cBhvr>
                                        <p:cTn id="7" dur="1000"/>
                                        <p:tgtEl>
                                          <p:spTgt spid="560134">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60134">
                                            <p:txEl>
                                              <p:pRg st="1" end="1"/>
                                            </p:txEl>
                                          </p:spTgt>
                                        </p:tgtEl>
                                        <p:attrNameLst>
                                          <p:attrName>style.visibility</p:attrName>
                                        </p:attrNameLst>
                                      </p:cBhvr>
                                      <p:to>
                                        <p:strVal val="visible"/>
                                      </p:to>
                                    </p:set>
                                    <p:animEffect transition="in" filter="wipe(up)">
                                      <p:cBhvr>
                                        <p:cTn id="11" dur="1000"/>
                                        <p:tgtEl>
                                          <p:spTgt spid="5601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1" name="灯片编号占位符 1">
            <a:extLst>
              <a:ext uri="{FF2B5EF4-FFF2-40B4-BE49-F238E27FC236}">
                <a16:creationId xmlns:a16="http://schemas.microsoft.com/office/drawing/2014/main" id="{8AFBA255-415E-497D-AE3A-E2B7EF0A1FD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11762EE-8FD2-4F29-98CA-1EA8C94D2A4F}" type="slidenum">
              <a:rPr lang="zh-CN" altLang="en-US"/>
              <a:pPr/>
              <a:t>39</a:t>
            </a:fld>
            <a:endParaRPr lang="zh-CN" altLang="en-US">
              <a:latin typeface="Times New Roman" panose="02020603050405020304" pitchFamily="18" charset="0"/>
            </a:endParaRPr>
          </a:p>
        </p:txBody>
      </p:sp>
      <p:sp>
        <p:nvSpPr>
          <p:cNvPr id="711683" name="文本占位符 711682">
            <a:extLst>
              <a:ext uri="{FF2B5EF4-FFF2-40B4-BE49-F238E27FC236}">
                <a16:creationId xmlns:a16="http://schemas.microsoft.com/office/drawing/2014/main" id="{B477B818-D224-4D11-8CDF-747B4E0031C6}"/>
              </a:ext>
            </a:extLst>
          </p:cNvPr>
          <p:cNvSpPr>
            <a:spLocks noGrp="1"/>
          </p:cNvSpPr>
          <p:nvPr>
            <p:ph type="body" idx="1"/>
          </p:nvPr>
        </p:nvSpPr>
        <p:spPr>
          <a:xfrm>
            <a:off x="468313" y="1171575"/>
            <a:ext cx="8207375" cy="4921250"/>
          </a:xfrm>
        </p:spPr>
        <p:txBody>
          <a:bodyPr/>
          <a:lstStyle/>
          <a:p>
            <a:pPr>
              <a:spcBef>
                <a:spcPct val="0"/>
              </a:spcBef>
            </a:pPr>
            <a:r>
              <a:rPr lang="en-US" altLang="zh-CN">
                <a:solidFill>
                  <a:srgbClr val="003366"/>
                </a:solidFill>
                <a:latin typeface="黑体" panose="02010609060101010101" pitchFamily="49" charset="-122"/>
                <a:ea typeface="黑体" panose="02010609060101010101" pitchFamily="49" charset="-122"/>
              </a:rPr>
              <a:t>     </a:t>
            </a:r>
            <a:r>
              <a:rPr lang="en-US" altLang="zh-CN"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2.  </a:t>
            </a:r>
            <a:r>
              <a:rPr lang="zh-CN" altLang="en-US" b="1">
                <a:solidFill>
                  <a:srgbClr val="660033"/>
                </a:solidFill>
                <a:effectLst>
                  <a:outerShdw blurRad="38100" dist="38100" dir="2700000" algn="tl">
                    <a:srgbClr val="C0C0C0"/>
                  </a:outerShdw>
                </a:effectLst>
                <a:latin typeface="华文新魏" panose="02010800040101010101" pitchFamily="2" charset="-122"/>
                <a:ea typeface="华文新魏" panose="02010800040101010101" pitchFamily="2" charset="-122"/>
              </a:rPr>
              <a:t>数据库应用系统的三个基本要素</a:t>
            </a:r>
            <a:endParaRPr lang="zh-CN" altLang="en-US" b="1">
              <a:solidFill>
                <a:srgbClr val="003366"/>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nSpc>
                <a:spcPct val="125000"/>
              </a:lnSpc>
              <a:spcBef>
                <a:spcPct val="0"/>
              </a:spcBef>
            </a:pPr>
            <a:r>
              <a:rPr lang="zh-CN" altLang="en-US">
                <a:solidFill>
                  <a:srgbClr val="CC0000"/>
                </a:solidFill>
              </a:rPr>
              <a:t>        </a:t>
            </a:r>
            <a:r>
              <a:rPr lang="en-US" altLang="zh-CN" b="1">
                <a:solidFill>
                  <a:srgbClr val="000099"/>
                </a:solidFill>
                <a:effectLst>
                  <a:outerShdw blurRad="38100" dist="38100" dir="2700000" algn="tl">
                    <a:srgbClr val="C0C0C0"/>
                  </a:outerShdw>
                </a:effectLst>
                <a:latin typeface="楷体_GB2312" pitchFamily="49" charset="-122"/>
                <a:ea typeface="楷体_GB2312" pitchFamily="49" charset="-122"/>
              </a:rPr>
              <a:t>1</a:t>
            </a:r>
            <a:r>
              <a:rPr lang="zh-CN" altLang="en-US" b="1">
                <a:solidFill>
                  <a:srgbClr val="000099"/>
                </a:solidFill>
                <a:effectLst>
                  <a:outerShdw blurRad="38100" dist="38100" dir="2700000" algn="tl">
                    <a:srgbClr val="C0C0C0"/>
                  </a:outerShdw>
                </a:effectLst>
                <a:latin typeface="楷体_GB2312" pitchFamily="49" charset="-122"/>
                <a:ea typeface="楷体_GB2312" pitchFamily="49" charset="-122"/>
              </a:rPr>
              <a:t>）数据</a:t>
            </a:r>
            <a:r>
              <a:rPr lang="zh-CN" altLang="en-US" b="1">
                <a:effectLst>
                  <a:outerShdw blurRad="38100" dist="38100" dir="2700000" algn="tl">
                    <a:srgbClr val="C0C0C0"/>
                  </a:outerShdw>
                </a:effectLst>
                <a:latin typeface="楷体_GB2312" pitchFamily="49" charset="-122"/>
                <a:ea typeface="楷体_GB2312" pitchFamily="49" charset="-122"/>
              </a:rPr>
              <a:t>：是数据库系统的操作对象，包括数据本身和数据之间的联系。</a:t>
            </a:r>
          </a:p>
          <a:p>
            <a:pPr>
              <a:lnSpc>
                <a:spcPct val="125000"/>
              </a:lnSpc>
              <a:spcBef>
                <a:spcPct val="0"/>
              </a:spcBef>
            </a:pPr>
            <a:r>
              <a:rPr lang="en-US" altLang="zh-CN" sz="2600" b="1">
                <a:solidFill>
                  <a:srgbClr val="003366"/>
                </a:solidFill>
                <a:effectLst>
                  <a:outerShdw blurRad="38100" dist="38100" dir="2700000" algn="tl">
                    <a:srgbClr val="C0C0C0"/>
                  </a:outerShdw>
                </a:effectLst>
                <a:latin typeface="楷体_GB2312" pitchFamily="49" charset="-122"/>
                <a:ea typeface="楷体_GB2312" pitchFamily="49" charset="-122"/>
              </a:rPr>
              <a:t>{</a:t>
            </a:r>
            <a:r>
              <a:rPr lang="zh-CN" altLang="en-US" sz="2600" b="1">
                <a:solidFill>
                  <a:srgbClr val="003366"/>
                </a:solidFill>
                <a:effectLst>
                  <a:outerShdw blurRad="38100" dist="38100" dir="2700000" algn="tl">
                    <a:srgbClr val="C0C0C0"/>
                  </a:outerShdw>
                </a:effectLst>
                <a:latin typeface="楷体_GB2312" pitchFamily="49" charset="-122"/>
                <a:ea typeface="楷体_GB2312" pitchFamily="49" charset="-122"/>
              </a:rPr>
              <a:t>也就是说，反映数据之间联系的信息也是一种数据</a:t>
            </a:r>
            <a:r>
              <a:rPr lang="en-US" altLang="zh-CN" sz="2600" b="1">
                <a:solidFill>
                  <a:srgbClr val="003366"/>
                </a:solidFill>
                <a:effectLst>
                  <a:outerShdw blurRad="38100" dist="38100" dir="2700000" algn="tl">
                    <a:srgbClr val="C0C0C0"/>
                  </a:outerShdw>
                </a:effectLst>
                <a:latin typeface="楷体_GB2312" pitchFamily="49" charset="-122"/>
                <a:ea typeface="楷体_GB2312" pitchFamily="49" charset="-122"/>
              </a:rPr>
              <a:t>}</a:t>
            </a:r>
          </a:p>
          <a:p>
            <a:pPr>
              <a:lnSpc>
                <a:spcPct val="125000"/>
              </a:lnSpc>
              <a:spcBef>
                <a:spcPct val="0"/>
              </a:spcBef>
            </a:pPr>
            <a:r>
              <a:rPr lang="zh-CN" altLang="en-US" b="1">
                <a:solidFill>
                  <a:srgbClr val="000099"/>
                </a:solidFill>
                <a:effectLst>
                  <a:outerShdw blurRad="38100" dist="38100" dir="2700000" algn="tl">
                    <a:srgbClr val="C0C0C0"/>
                  </a:outerShdw>
                </a:effectLst>
                <a:latin typeface="楷体_GB2312" pitchFamily="49" charset="-122"/>
                <a:ea typeface="楷体_GB2312" pitchFamily="49" charset="-122"/>
              </a:rPr>
              <a:t>      </a:t>
            </a:r>
            <a:r>
              <a:rPr lang="en-US" altLang="zh-CN" b="1">
                <a:solidFill>
                  <a:srgbClr val="000099"/>
                </a:solidFill>
                <a:effectLst>
                  <a:outerShdw blurRad="38100" dist="38100" dir="2700000" algn="tl">
                    <a:srgbClr val="C0C0C0"/>
                  </a:outerShdw>
                </a:effectLst>
                <a:latin typeface="楷体_GB2312" pitchFamily="49" charset="-122"/>
                <a:ea typeface="楷体_GB2312" pitchFamily="49" charset="-122"/>
              </a:rPr>
              <a:t>2</a:t>
            </a:r>
            <a:r>
              <a:rPr lang="zh-CN" altLang="en-US" b="1">
                <a:solidFill>
                  <a:srgbClr val="000099"/>
                </a:solidFill>
                <a:effectLst>
                  <a:outerShdw blurRad="38100" dist="38100" dir="2700000" algn="tl">
                    <a:srgbClr val="C0C0C0"/>
                  </a:outerShdw>
                </a:effectLst>
                <a:latin typeface="楷体_GB2312" pitchFamily="49" charset="-122"/>
                <a:ea typeface="楷体_GB2312" pitchFamily="49" charset="-122"/>
              </a:rPr>
              <a:t>）物理存储器</a:t>
            </a:r>
            <a:r>
              <a:rPr lang="zh-CN" altLang="en-US" b="1">
                <a:effectLst>
                  <a:outerShdw blurRad="38100" dist="38100" dir="2700000" algn="tl">
                    <a:srgbClr val="C0C0C0"/>
                  </a:outerShdw>
                </a:effectLst>
                <a:latin typeface="楷体_GB2312" pitchFamily="49" charset="-122"/>
                <a:ea typeface="楷体_GB2312" pitchFamily="49" charset="-122"/>
              </a:rPr>
              <a:t>：是保存数据的硬件介质。</a:t>
            </a:r>
          </a:p>
          <a:p>
            <a:pPr>
              <a:lnSpc>
                <a:spcPct val="125000"/>
              </a:lnSpc>
              <a:spcBef>
                <a:spcPct val="0"/>
              </a:spcBef>
            </a:pPr>
            <a:r>
              <a:rPr lang="en-US" altLang="zh-CN" sz="2600" b="1">
                <a:solidFill>
                  <a:srgbClr val="800000"/>
                </a:solidFill>
                <a:effectLst>
                  <a:outerShdw blurRad="38100" dist="38100" dir="2700000" algn="tl">
                    <a:srgbClr val="C0C0C0"/>
                  </a:outerShdw>
                </a:effectLst>
                <a:latin typeface="楷体_GB2312" pitchFamily="49" charset="-122"/>
                <a:ea typeface="楷体_GB2312" pitchFamily="49" charset="-122"/>
              </a:rPr>
              <a:t>{</a:t>
            </a:r>
            <a:r>
              <a:rPr lang="zh-CN" altLang="en-US" sz="2600" b="1">
                <a:solidFill>
                  <a:srgbClr val="800000"/>
                </a:solidFill>
                <a:effectLst>
                  <a:outerShdw blurRad="38100" dist="38100" dir="2700000" algn="tl">
                    <a:srgbClr val="C0C0C0"/>
                  </a:outerShdw>
                </a:effectLst>
                <a:latin typeface="楷体_GB2312" pitchFamily="49" charset="-122"/>
                <a:ea typeface="楷体_GB2312" pitchFamily="49" charset="-122"/>
              </a:rPr>
              <a:t>这里实质上是强调计算机硬件环境的支持和存在 </a:t>
            </a:r>
            <a:r>
              <a:rPr lang="en-US" altLang="zh-CN" sz="2600" b="1">
                <a:solidFill>
                  <a:srgbClr val="800000"/>
                </a:solidFill>
                <a:effectLst>
                  <a:outerShdw blurRad="38100" dist="38100" dir="2700000" algn="tl">
                    <a:srgbClr val="C0C0C0"/>
                  </a:outerShdw>
                </a:effectLst>
                <a:latin typeface="楷体_GB2312" pitchFamily="49" charset="-122"/>
                <a:ea typeface="楷体_GB2312" pitchFamily="49" charset="-122"/>
              </a:rPr>
              <a:t>}</a:t>
            </a:r>
          </a:p>
          <a:p>
            <a:pPr>
              <a:lnSpc>
                <a:spcPct val="125000"/>
              </a:lnSpc>
              <a:spcBef>
                <a:spcPct val="0"/>
              </a:spcBef>
            </a:pPr>
            <a:r>
              <a:rPr lang="zh-CN" altLang="en-US" b="1">
                <a:solidFill>
                  <a:srgbClr val="000099"/>
                </a:solidFill>
                <a:effectLst>
                  <a:outerShdw blurRad="38100" dist="38100" dir="2700000" algn="tl">
                    <a:srgbClr val="C0C0C0"/>
                  </a:outerShdw>
                </a:effectLst>
                <a:latin typeface="楷体_GB2312" pitchFamily="49" charset="-122"/>
                <a:ea typeface="楷体_GB2312" pitchFamily="49" charset="-122"/>
              </a:rPr>
              <a:t>      </a:t>
            </a:r>
            <a:r>
              <a:rPr lang="en-US" altLang="zh-CN" b="1">
                <a:solidFill>
                  <a:srgbClr val="000099"/>
                </a:solidFill>
                <a:effectLst>
                  <a:outerShdw blurRad="38100" dist="38100" dir="2700000" algn="tl">
                    <a:srgbClr val="C0C0C0"/>
                  </a:outerShdw>
                </a:effectLst>
                <a:latin typeface="楷体_GB2312" pitchFamily="49" charset="-122"/>
                <a:ea typeface="楷体_GB2312" pitchFamily="49" charset="-122"/>
              </a:rPr>
              <a:t>3</a:t>
            </a:r>
            <a:r>
              <a:rPr lang="zh-CN" altLang="en-US" b="1">
                <a:solidFill>
                  <a:srgbClr val="000099"/>
                </a:solidFill>
                <a:effectLst>
                  <a:outerShdw blurRad="38100" dist="38100" dir="2700000" algn="tl">
                    <a:srgbClr val="C0C0C0"/>
                  </a:outerShdw>
                </a:effectLst>
                <a:latin typeface="楷体_GB2312" pitchFamily="49" charset="-122"/>
                <a:ea typeface="楷体_GB2312" pitchFamily="49" charset="-122"/>
              </a:rPr>
              <a:t>）数据库软件</a:t>
            </a:r>
            <a:r>
              <a:rPr lang="zh-CN" altLang="en-US" b="1">
                <a:effectLst>
                  <a:outerShdw blurRad="38100" dist="38100" dir="2700000" algn="tl">
                    <a:srgbClr val="C0C0C0"/>
                  </a:outerShdw>
                </a:effectLst>
                <a:latin typeface="楷体_GB2312" pitchFamily="49" charset="-122"/>
                <a:ea typeface="楷体_GB2312" pitchFamily="49" charset="-122"/>
              </a:rPr>
              <a:t>：是对数据进行定义、描述、操作和维护的软件系统，亦即</a:t>
            </a:r>
            <a:r>
              <a:rPr lang="en-US" altLang="zh-CN" b="1">
                <a:effectLst>
                  <a:outerShdw blurRad="38100" dist="38100" dir="2700000" algn="tl">
                    <a:srgbClr val="C0C0C0"/>
                  </a:outerShdw>
                </a:effectLst>
                <a:latin typeface="楷体_GB2312" pitchFamily="49" charset="-122"/>
                <a:ea typeface="楷体_GB2312" pitchFamily="49" charset="-122"/>
              </a:rPr>
              <a:t>DBMS</a:t>
            </a:r>
            <a:r>
              <a:rPr lang="zh-CN" altLang="en-US" b="1">
                <a:effectLst>
                  <a:outerShdw blurRad="38100" dist="38100" dir="2700000" algn="tl">
                    <a:srgbClr val="C0C0C0"/>
                  </a:outerShdw>
                </a:effectLst>
                <a:latin typeface="楷体_GB2312" pitchFamily="49" charset="-122"/>
                <a:ea typeface="楷体_GB2312" pitchFamily="49" charset="-122"/>
              </a:rPr>
              <a:t>软件系统。</a:t>
            </a:r>
            <a:r>
              <a:rPr lang="zh-CN" altLang="en-US"/>
              <a:t>                                                </a:t>
            </a:r>
          </a:p>
          <a:p>
            <a:pPr>
              <a:lnSpc>
                <a:spcPct val="105000"/>
              </a:lnSpc>
              <a:spcBef>
                <a:spcPct val="0"/>
              </a:spcBef>
            </a:pPr>
            <a:r>
              <a:rPr lang="en-US" altLang="zh-CN"/>
              <a:t>                                                        </a:t>
            </a:r>
            <a:r>
              <a:rPr lang="en-US" altLang="zh-CN" b="1">
                <a:solidFill>
                  <a:srgbClr val="969696"/>
                </a:solidFill>
              </a:rPr>
              <a:t>##</a:t>
            </a:r>
            <a:r>
              <a:rPr lang="en-US" altLang="zh-CN"/>
              <a:t>        </a:t>
            </a:r>
          </a:p>
        </p:txBody>
      </p:sp>
      <p:sp>
        <p:nvSpPr>
          <p:cNvPr id="711687" name="标题 711686">
            <a:extLst>
              <a:ext uri="{FF2B5EF4-FFF2-40B4-BE49-F238E27FC236}">
                <a16:creationId xmlns:a16="http://schemas.microsoft.com/office/drawing/2014/main" id="{B7F27615-40EE-4D09-B547-2AD079C9625A}"/>
              </a:ext>
            </a:extLst>
          </p:cNvPr>
          <p:cNvSpPr>
            <a:spLocks noGrp="1"/>
          </p:cNvSpPr>
          <p:nvPr>
            <p:ph type="title"/>
          </p:nvPr>
        </p:nvSpPr>
        <p:spPr/>
        <p:txBody>
          <a:bodyPr/>
          <a:lstStyle/>
          <a:p>
            <a:r>
              <a:rPr lang="zh-CN" altLang="en-US" sz="3600" b="1" noProof="1">
                <a:effectLst>
                  <a:outerShdw blurRad="38100" dist="38100" dir="2700000">
                    <a:srgbClr val="C0C0C0"/>
                  </a:outerShdw>
                </a:effectLst>
                <a:ea typeface="幼圆" panose="02010509060101010101" pitchFamily="49" charset="-122"/>
              </a:rPr>
              <a:t>三、数据库应用系统</a:t>
            </a:r>
          </a:p>
        </p:txBody>
      </p:sp>
    </p:spTree>
    <p:custDataLst>
      <p:tags r:id="rId1"/>
    </p:custDataLst>
  </p:cSld>
  <p:clrMapOvr>
    <a:masterClrMapping/>
  </p:clrMapOvr>
  <p:transition advTm="84392"/>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11683">
                                            <p:txEl>
                                              <p:pRg st="0" end="0"/>
                                            </p:txEl>
                                          </p:spTgt>
                                        </p:tgtEl>
                                        <p:attrNameLst>
                                          <p:attrName>style.visibility</p:attrName>
                                        </p:attrNameLst>
                                      </p:cBhvr>
                                      <p:to>
                                        <p:strVal val="visible"/>
                                      </p:to>
                                    </p:set>
                                    <p:animEffect transition="in" filter="wipe(left)">
                                      <p:cBhvr>
                                        <p:cTn id="7" dur="1000"/>
                                        <p:tgtEl>
                                          <p:spTgt spid="711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11683">
                                            <p:txEl>
                                              <p:pRg st="1" end="1"/>
                                            </p:txEl>
                                          </p:spTgt>
                                        </p:tgtEl>
                                        <p:attrNameLst>
                                          <p:attrName>style.visibility</p:attrName>
                                        </p:attrNameLst>
                                      </p:cBhvr>
                                      <p:to>
                                        <p:strVal val="visible"/>
                                      </p:to>
                                    </p:set>
                                    <p:animEffect transition="in" filter="wipe(up)">
                                      <p:cBhvr>
                                        <p:cTn id="12" dur="1000"/>
                                        <p:tgtEl>
                                          <p:spTgt spid="711683">
                                            <p:txEl>
                                              <p:pRg st="1" end="1"/>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711683">
                                            <p:txEl>
                                              <p:pRg st="2" end="2"/>
                                            </p:txEl>
                                          </p:spTgt>
                                        </p:tgtEl>
                                        <p:attrNameLst>
                                          <p:attrName>style.visibility</p:attrName>
                                        </p:attrNameLst>
                                      </p:cBhvr>
                                      <p:to>
                                        <p:strVal val="visible"/>
                                      </p:to>
                                    </p:set>
                                    <p:animEffect transition="in" filter="wipe(up)">
                                      <p:cBhvr>
                                        <p:cTn id="16" dur="1000"/>
                                        <p:tgtEl>
                                          <p:spTgt spid="71168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711683">
                                            <p:txEl>
                                              <p:pRg st="3" end="3"/>
                                            </p:txEl>
                                          </p:spTgt>
                                        </p:tgtEl>
                                        <p:attrNameLst>
                                          <p:attrName>style.visibility</p:attrName>
                                        </p:attrNameLst>
                                      </p:cBhvr>
                                      <p:to>
                                        <p:strVal val="visible"/>
                                      </p:to>
                                    </p:set>
                                    <p:animEffect transition="in" filter="wipe(up)">
                                      <p:cBhvr>
                                        <p:cTn id="21" dur="1000"/>
                                        <p:tgtEl>
                                          <p:spTgt spid="711683">
                                            <p:txEl>
                                              <p:pRg st="3" end="3"/>
                                            </p:txEl>
                                          </p:spTgt>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711683">
                                            <p:txEl>
                                              <p:pRg st="4" end="4"/>
                                            </p:txEl>
                                          </p:spTgt>
                                        </p:tgtEl>
                                        <p:attrNameLst>
                                          <p:attrName>style.visibility</p:attrName>
                                        </p:attrNameLst>
                                      </p:cBhvr>
                                      <p:to>
                                        <p:strVal val="visible"/>
                                      </p:to>
                                    </p:set>
                                    <p:animEffect transition="in" filter="wipe(up)">
                                      <p:cBhvr>
                                        <p:cTn id="25" dur="1000"/>
                                        <p:tgtEl>
                                          <p:spTgt spid="71168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11683">
                                            <p:txEl>
                                              <p:pRg st="5" end="5"/>
                                            </p:txEl>
                                          </p:spTgt>
                                        </p:tgtEl>
                                        <p:attrNameLst>
                                          <p:attrName>style.visibility</p:attrName>
                                        </p:attrNameLst>
                                      </p:cBhvr>
                                      <p:to>
                                        <p:strVal val="visible"/>
                                      </p:to>
                                    </p:set>
                                    <p:animEffect transition="in" filter="wipe(up)">
                                      <p:cBhvr>
                                        <p:cTn id="30" dur="1000"/>
                                        <p:tgtEl>
                                          <p:spTgt spid="71168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711683">
                                            <p:txEl>
                                              <p:pRg st="6" end="6"/>
                                            </p:txEl>
                                          </p:spTgt>
                                        </p:tgtEl>
                                        <p:attrNameLst>
                                          <p:attrName>style.visibility</p:attrName>
                                        </p:attrNameLst>
                                      </p:cBhvr>
                                      <p:to>
                                        <p:strVal val="visible"/>
                                      </p:to>
                                    </p:set>
                                    <p:animEffect transition="in" filter="wipe(up)">
                                      <p:cBhvr>
                                        <p:cTn id="35" dur="1000"/>
                                        <p:tgtEl>
                                          <p:spTgt spid="7116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a:extLst>
              <a:ext uri="{FF2B5EF4-FFF2-40B4-BE49-F238E27FC236}">
                <a16:creationId xmlns:a16="http://schemas.microsoft.com/office/drawing/2014/main" id="{6A1493F0-FE9C-4E1B-B79C-F38DDF60BB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FA7AF8B-BBA0-4D73-877E-875120479A1A}" type="slidenum">
              <a:rPr lang="zh-CN" altLang="en-US"/>
              <a:pPr/>
              <a:t>40</a:t>
            </a:fld>
            <a:endParaRPr lang="zh-CN" altLang="en-US">
              <a:latin typeface="Times New Roman" panose="02020603050405020304" pitchFamily="18" charset="0"/>
            </a:endParaRPr>
          </a:p>
        </p:txBody>
      </p:sp>
      <p:sp>
        <p:nvSpPr>
          <p:cNvPr id="53250" name="矩形 953347">
            <a:extLst>
              <a:ext uri="{FF2B5EF4-FFF2-40B4-BE49-F238E27FC236}">
                <a16:creationId xmlns:a16="http://schemas.microsoft.com/office/drawing/2014/main" id="{AAFB0526-B859-4469-8DE7-DD8A8F5834D8}"/>
              </a:ext>
            </a:extLst>
          </p:cNvPr>
          <p:cNvSpPr>
            <a:spLocks noChangeArrowheads="1"/>
          </p:cNvSpPr>
          <p:nvPr/>
        </p:nvSpPr>
        <p:spPr bwMode="auto">
          <a:xfrm>
            <a:off x="755650" y="285750"/>
            <a:ext cx="7793038" cy="622300"/>
          </a:xfrm>
          <a:prstGeom prst="rect">
            <a:avLst/>
          </a:prstGeom>
          <a:noFill/>
          <a:ln>
            <a:noFill/>
          </a:ln>
          <a:effectLst>
            <a:outerShdw dist="17961" dir="2700000" algn="ctr" rotWithShape="0">
              <a:schemeClr val="tx1">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4800">
                <a:solidFill>
                  <a:schemeClr val="tx2"/>
                </a:solidFill>
                <a:latin typeface="华文隶书" panose="02010800040101010101" pitchFamily="2" charset="-122"/>
                <a:ea typeface="华文隶书" panose="02010800040101010101" pitchFamily="2" charset="-122"/>
              </a:rPr>
              <a:t>本次课复习要点</a:t>
            </a:r>
          </a:p>
        </p:txBody>
      </p:sp>
      <p:sp>
        <p:nvSpPr>
          <p:cNvPr id="953349" name="矩形 953348">
            <a:extLst>
              <a:ext uri="{FF2B5EF4-FFF2-40B4-BE49-F238E27FC236}">
                <a16:creationId xmlns:a16="http://schemas.microsoft.com/office/drawing/2014/main" id="{08AE72D1-5078-4B9B-B2C3-FCEDC201ABF3}"/>
              </a:ext>
            </a:extLst>
          </p:cNvPr>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None/>
              <a:defRPr sz="26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endParaRPr lang="zh-CN" altLang="en-US" sz="1000" noProof="1">
              <a:solidFill>
                <a:srgbClr val="990033"/>
              </a:solidFill>
              <a:ea typeface="黑体" panose="02010609060101010101" pitchFamily="2" charset="-122"/>
            </a:endParaRPr>
          </a:p>
          <a:p>
            <a:pPr>
              <a:lnSpc>
                <a:spcPct val="135000"/>
              </a:lnSpc>
              <a:spcBef>
                <a:spcPct val="0"/>
              </a:spcBef>
            </a:pPr>
            <a:r>
              <a:rPr lang="zh-CN" altLang="en-US" noProof="1"/>
              <a:t>        </a:t>
            </a:r>
            <a:r>
              <a:rPr lang="en-US" altLang="zh-CN" noProof="1"/>
              <a:t>   </a:t>
            </a:r>
            <a:r>
              <a:rPr lang="zh-CN" altLang="en-US"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a:t>
            </a:r>
          </a:p>
          <a:p>
            <a:pPr>
              <a:lnSpc>
                <a:spcPct val="135000"/>
              </a:lnSpc>
              <a:spcBef>
                <a:spcPct val="0"/>
              </a:spcBef>
            </a:pPr>
            <a:r>
              <a:rPr lang="zh-CN" altLang="en-US"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数据库管理系统及其主要功能</a:t>
            </a:r>
            <a:endParaRPr lang="en-US" altLang="zh-CN"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a:lnSpc>
                <a:spcPct val="135000"/>
              </a:lnSpc>
              <a:spcBef>
                <a:spcPct val="0"/>
              </a:spcBef>
            </a:pPr>
            <a:r>
              <a:rPr lang="zh-CN" altLang="en-US"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数据库应用系统</a:t>
            </a:r>
          </a:p>
          <a:p>
            <a:pPr>
              <a:lnSpc>
                <a:spcPct val="135000"/>
              </a:lnSpc>
              <a:spcBef>
                <a:spcPct val="0"/>
              </a:spcBef>
            </a:pPr>
            <a:r>
              <a:rPr lang="zh-CN" altLang="en-US" b="1" noProof="1">
                <a:effectLst>
                  <a:outerShdw blurRad="38100" dist="38100" dir="2700000">
                    <a:srgbClr val="C0C0C0"/>
                  </a:outerShdw>
                </a:effectLst>
                <a:latin typeface="华文新魏" panose="02010800040101010101" pitchFamily="2" charset="-122"/>
                <a:ea typeface="华文新魏" panose="02010800040101010101" pitchFamily="2" charset="-122"/>
              </a:rPr>
              <a:t>              </a:t>
            </a:r>
            <a:r>
              <a:rPr lang="zh-CN" altLang="en-US"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数据库、数据库管理系统、数据库应用系统三者的区别与联系</a:t>
            </a:r>
            <a:endParaRPr lang="en-US" altLang="zh-CN"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4497"/>
    </mc:Choice>
    <mc:Fallback xmlns="">
      <p:transition spd="slow" advTm="2449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3349">
                                            <p:txEl>
                                              <p:pRg st="1" end="1"/>
                                            </p:txEl>
                                          </p:spTgt>
                                        </p:tgtEl>
                                        <p:attrNameLst>
                                          <p:attrName>style.visibility</p:attrName>
                                        </p:attrNameLst>
                                      </p:cBhvr>
                                      <p:to>
                                        <p:strVal val="visible"/>
                                      </p:to>
                                    </p:set>
                                    <p:animEffect transition="in" filter="wipe(left)">
                                      <p:cBhvr>
                                        <p:cTn id="7" dur="500"/>
                                        <p:tgtEl>
                                          <p:spTgt spid="953349">
                                            <p:txEl>
                                              <p:pRg st="1" end="1"/>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53349">
                                            <p:txEl>
                                              <p:pRg st="2" end="2"/>
                                            </p:txEl>
                                          </p:spTgt>
                                        </p:tgtEl>
                                        <p:attrNameLst>
                                          <p:attrName>style.visibility</p:attrName>
                                        </p:attrNameLst>
                                      </p:cBhvr>
                                      <p:to>
                                        <p:strVal val="visible"/>
                                      </p:to>
                                    </p:set>
                                    <p:animEffect transition="in" filter="wipe(left)">
                                      <p:cBhvr>
                                        <p:cTn id="11" dur="500"/>
                                        <p:tgtEl>
                                          <p:spTgt spid="953349">
                                            <p:txEl>
                                              <p:pRg st="2" end="2"/>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53349">
                                            <p:txEl>
                                              <p:pRg st="3" end="3"/>
                                            </p:txEl>
                                          </p:spTgt>
                                        </p:tgtEl>
                                        <p:attrNameLst>
                                          <p:attrName>style.visibility</p:attrName>
                                        </p:attrNameLst>
                                      </p:cBhvr>
                                      <p:to>
                                        <p:strVal val="visible"/>
                                      </p:to>
                                    </p:set>
                                    <p:animEffect transition="in" filter="wipe(left)">
                                      <p:cBhvr>
                                        <p:cTn id="15" dur="500"/>
                                        <p:tgtEl>
                                          <p:spTgt spid="953349">
                                            <p:txEl>
                                              <p:pRg st="3" end="3"/>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53349">
                                            <p:txEl>
                                              <p:pRg st="4" end="4"/>
                                            </p:txEl>
                                          </p:spTgt>
                                        </p:tgtEl>
                                        <p:attrNameLst>
                                          <p:attrName>style.visibility</p:attrName>
                                        </p:attrNameLst>
                                      </p:cBhvr>
                                      <p:to>
                                        <p:strVal val="visible"/>
                                      </p:to>
                                    </p:set>
                                    <p:animEffect transition="in" filter="wipe(left)">
                                      <p:cBhvr>
                                        <p:cTn id="19" dur="500"/>
                                        <p:tgtEl>
                                          <p:spTgt spid="9533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334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a:extLst>
              <a:ext uri="{FF2B5EF4-FFF2-40B4-BE49-F238E27FC236}">
                <a16:creationId xmlns:a16="http://schemas.microsoft.com/office/drawing/2014/main" id="{568FB8D3-628B-48E9-9DFE-007D453DB1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5F68C7B-8F1C-4E57-8DA6-133FD311F341}" type="slidenum">
              <a:rPr lang="zh-CN" altLang="en-US"/>
              <a:pPr/>
              <a:t>41</a:t>
            </a:fld>
            <a:endParaRPr lang="zh-CN" altLang="en-US">
              <a:latin typeface="Times New Roman" panose="02020603050405020304" pitchFamily="18" charset="0"/>
            </a:endParaRPr>
          </a:p>
        </p:txBody>
      </p:sp>
      <p:sp>
        <p:nvSpPr>
          <p:cNvPr id="806917" name="矩形 806916">
            <a:extLst>
              <a:ext uri="{FF2B5EF4-FFF2-40B4-BE49-F238E27FC236}">
                <a16:creationId xmlns:a16="http://schemas.microsoft.com/office/drawing/2014/main" id="{778E9FB3-1B89-43E2-B812-EA126C201AA2}"/>
              </a:ext>
            </a:extLst>
          </p:cNvPr>
          <p:cNvSpPr/>
          <p:nvPr/>
        </p:nvSpPr>
        <p:spPr>
          <a:xfrm>
            <a:off x="1743075" y="2325688"/>
            <a:ext cx="6237288" cy="1655762"/>
          </a:xfrm>
          <a:prstGeom prst="rect">
            <a:avLst/>
          </a:prstGeom>
          <a:noFill/>
          <a:ln w="9525">
            <a:noFill/>
          </a:ln>
        </p:spPr>
        <p:txBody>
          <a:bodyPr/>
          <a:lstStyle/>
          <a:p>
            <a:pPr marL="342900" indent="-342900" algn="ctr">
              <a:spcBef>
                <a:spcPct val="20000"/>
              </a:spcBef>
            </a:pPr>
            <a:r>
              <a:rPr lang="zh-CN" altLang="en-US" sz="8000" b="1" noProof="1">
                <a:solidFill>
                  <a:srgbClr val="FF6600"/>
                </a:solidFill>
                <a:effectLst>
                  <a:outerShdw blurRad="38100" dist="38100" dir="2700000">
                    <a:srgbClr val="C0C0C0"/>
                  </a:outerShdw>
                </a:effectLst>
                <a:ea typeface="华文新魏" panose="02010800040101010101" pitchFamily="2" charset="-122"/>
              </a:rPr>
              <a:t>谢谢大家！</a:t>
            </a:r>
          </a:p>
        </p:txBody>
      </p:sp>
      <p:sp>
        <p:nvSpPr>
          <p:cNvPr id="54275" name="矩形 806917">
            <a:extLst>
              <a:ext uri="{FF2B5EF4-FFF2-40B4-BE49-F238E27FC236}">
                <a16:creationId xmlns:a16="http://schemas.microsoft.com/office/drawing/2014/main" id="{2FFC76D6-5180-4C7C-A784-8B1C19519345}"/>
              </a:ext>
            </a:extLst>
          </p:cNvPr>
          <p:cNvSpPr>
            <a:spLocks noChangeArrowheads="1"/>
          </p:cNvSpPr>
          <p:nvPr/>
        </p:nvSpPr>
        <p:spPr bwMode="auto">
          <a:xfrm>
            <a:off x="63500" y="63500"/>
            <a:ext cx="8820150" cy="1628775"/>
          </a:xfrm>
          <a:prstGeom prst="rect">
            <a:avLst/>
          </a:prstGeom>
          <a:solidFill>
            <a:schemeClr val="bg1"/>
          </a:solidFill>
          <a:ln w="12700" cap="sq">
            <a:solidFill>
              <a:schemeClr val="bg1"/>
            </a:solidFill>
            <a:miter lim="800000"/>
            <a:headEnd type="none" w="sm" len="sm"/>
            <a:tailEnd type="none" w="sm" len="sm"/>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198"/>
    </mc:Choice>
    <mc:Fallback xmlns="">
      <p:transition spd="slow" advTm="219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4.7|2.3|4.3"/>
</p:tagLst>
</file>

<file path=ppt/tags/tag2.xml><?xml version="1.0" encoding="utf-8"?>
<p:tagLst xmlns:a="http://schemas.openxmlformats.org/drawingml/2006/main" xmlns:r="http://schemas.openxmlformats.org/officeDocument/2006/relationships" xmlns:p="http://schemas.openxmlformats.org/presentationml/2006/main">
  <p:tag name="TIMING" val="|32.4"/>
</p:tagLst>
</file>

<file path=ppt/tags/tag3.xml><?xml version="1.0" encoding="utf-8"?>
<p:tagLst xmlns:a="http://schemas.openxmlformats.org/drawingml/2006/main" xmlns:r="http://schemas.openxmlformats.org/officeDocument/2006/relationships" xmlns:p="http://schemas.openxmlformats.org/presentationml/2006/main">
  <p:tag name="TIMING" val="|29.5"/>
</p:tagLst>
</file>

<file path=ppt/tags/tag4.xml><?xml version="1.0" encoding="utf-8"?>
<p:tagLst xmlns:a="http://schemas.openxmlformats.org/drawingml/2006/main" xmlns:r="http://schemas.openxmlformats.org/officeDocument/2006/relationships" xmlns:p="http://schemas.openxmlformats.org/presentationml/2006/main">
  <p:tag name="TIMING" val="|2.3"/>
</p:tagLst>
</file>

<file path=ppt/tags/tag5.xml><?xml version="1.0" encoding="utf-8"?>
<p:tagLst xmlns:a="http://schemas.openxmlformats.org/drawingml/2006/main" xmlns:r="http://schemas.openxmlformats.org/officeDocument/2006/relationships" xmlns:p="http://schemas.openxmlformats.org/presentationml/2006/main">
  <p:tag name="TIMING" val="|7.1"/>
</p:tagLst>
</file>

<file path=ppt/tags/tag6.xml><?xml version="1.0" encoding="utf-8"?>
<p:tagLst xmlns:a="http://schemas.openxmlformats.org/drawingml/2006/main" xmlns:r="http://schemas.openxmlformats.org/officeDocument/2006/relationships" xmlns:p="http://schemas.openxmlformats.org/presentationml/2006/main">
  <p:tag name="TIMING" val="|7"/>
</p:tagLst>
</file>

<file path=ppt/tags/tag7.xml><?xml version="1.0" encoding="utf-8"?>
<p:tagLst xmlns:a="http://schemas.openxmlformats.org/drawingml/2006/main" xmlns:r="http://schemas.openxmlformats.org/officeDocument/2006/relationships" xmlns:p="http://schemas.openxmlformats.org/presentationml/2006/main">
  <p:tag name="TIMING" val="|3|25.5"/>
</p:tagLst>
</file>

<file path=ppt/tags/tag8.xml><?xml version="1.0" encoding="utf-8"?>
<p:tagLst xmlns:a="http://schemas.openxmlformats.org/drawingml/2006/main" xmlns:r="http://schemas.openxmlformats.org/officeDocument/2006/relationships" xmlns:p="http://schemas.openxmlformats.org/presentationml/2006/main">
  <p:tag name="TIMING" val="|6.4|17.1"/>
</p:tagLst>
</file>

<file path=ppt/tags/tag9.xml><?xml version="1.0" encoding="utf-8"?>
<p:tagLst xmlns:a="http://schemas.openxmlformats.org/drawingml/2006/main" xmlns:r="http://schemas.openxmlformats.org/officeDocument/2006/relationships" xmlns:p="http://schemas.openxmlformats.org/presentationml/2006/main">
  <p:tag name="TIMING" val="|1.2"/>
</p:tagLst>
</file>

<file path=ppt/tags/tag10.xml><?xml version="1.0" encoding="utf-8"?>
<p:tagLst xmlns:a="http://schemas.openxmlformats.org/drawingml/2006/main" xmlns:r="http://schemas.openxmlformats.org/officeDocument/2006/relationships" xmlns:p="http://schemas.openxmlformats.org/presentationml/2006/main">
  <p:tag name="TIMING" val="|2.4"/>
</p:tagLst>
</file>

<file path=ppt/tags/tag11.xml><?xml version="1.0" encoding="utf-8"?>
<p:tagLst xmlns:a="http://schemas.openxmlformats.org/drawingml/2006/main" xmlns:r="http://schemas.openxmlformats.org/officeDocument/2006/relationships" xmlns:p="http://schemas.openxmlformats.org/presentationml/2006/main">
  <p:tag name="TIMING" val="|7"/>
</p:tagLst>
</file>

<file path=ppt/tags/tag12.xml><?xml version="1.0" encoding="utf-8"?>
<p:tagLst xmlns:a="http://schemas.openxmlformats.org/drawingml/2006/main" xmlns:r="http://schemas.openxmlformats.org/officeDocument/2006/relationships" xmlns:p="http://schemas.openxmlformats.org/presentationml/2006/main">
  <p:tag name="TIMING" val="|8.2|14.6"/>
</p:tagLst>
</file>

<file path=ppt/tags/tag13.xml><?xml version="1.0" encoding="utf-8"?>
<p:tagLst xmlns:a="http://schemas.openxmlformats.org/drawingml/2006/main" xmlns:r="http://schemas.openxmlformats.org/officeDocument/2006/relationships" xmlns:p="http://schemas.openxmlformats.org/presentationml/2006/main">
  <p:tag name="TIMING" val="|15.1"/>
</p:tagLst>
</file>

<file path=ppt/tags/tag14.xml><?xml version="1.0" encoding="utf-8"?>
<p:tagLst xmlns:a="http://schemas.openxmlformats.org/drawingml/2006/main" xmlns:r="http://schemas.openxmlformats.org/officeDocument/2006/relationships" xmlns:p="http://schemas.openxmlformats.org/presentationml/2006/main">
  <p:tag name="TIMING" val="|0"/>
</p:tagLst>
</file>

<file path=ppt/tags/tag15.xml><?xml version="1.0" encoding="utf-8"?>
<p:tagLst xmlns:a="http://schemas.openxmlformats.org/drawingml/2006/main" xmlns:r="http://schemas.openxmlformats.org/officeDocument/2006/relationships" xmlns:p="http://schemas.openxmlformats.org/presentationml/2006/main">
  <p:tag name="TIMING" val="|1.6"/>
</p:tagLst>
</file>

<file path=ppt/tags/tag16.xml><?xml version="1.0" encoding="utf-8"?>
<p:tagLst xmlns:a="http://schemas.openxmlformats.org/drawingml/2006/main" xmlns:r="http://schemas.openxmlformats.org/officeDocument/2006/relationships" xmlns:p="http://schemas.openxmlformats.org/presentationml/2006/main">
  <p:tag name="TIMING" val="|3.1"/>
</p:tagLst>
</file>

<file path=ppt/tags/tag17.xml><?xml version="1.0" encoding="utf-8"?>
<p:tagLst xmlns:a="http://schemas.openxmlformats.org/drawingml/2006/main" xmlns:r="http://schemas.openxmlformats.org/officeDocument/2006/relationships" xmlns:p="http://schemas.openxmlformats.org/presentationml/2006/main">
  <p:tag name="TIMING" val="|5.6|10.5"/>
</p:tagLst>
</file>

<file path=ppt/tags/tag18.xml><?xml version="1.0" encoding="utf-8"?>
<p:tagLst xmlns:a="http://schemas.openxmlformats.org/drawingml/2006/main" xmlns:r="http://schemas.openxmlformats.org/officeDocument/2006/relationships" xmlns:p="http://schemas.openxmlformats.org/presentationml/2006/main">
  <p:tag name="TIMING" val="|1.4"/>
</p:tagLst>
</file>

<file path=ppt/tags/tag19.xml><?xml version="1.0" encoding="utf-8"?>
<p:tagLst xmlns:a="http://schemas.openxmlformats.org/drawingml/2006/main" xmlns:r="http://schemas.openxmlformats.org/officeDocument/2006/relationships" xmlns:p="http://schemas.openxmlformats.org/presentationml/2006/main">
  <p:tag name="TIMING" val="|2.4|22.9|39.4|18"/>
</p:tagLst>
</file>

<file path=ppt/theme/theme1.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TotalTime>
  <Words>2209</Words>
  <Application>Microsoft Office PowerPoint</Application>
  <PresentationFormat>全屏显示(4:3)</PresentationFormat>
  <Paragraphs>352</Paragraphs>
  <Slides>41</Slides>
  <Notes>7</Notes>
  <HiddenSlides>0</HiddenSlides>
  <MMClips>1</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41</vt:i4>
      </vt:variant>
    </vt:vector>
  </HeadingPairs>
  <TitlesOfParts>
    <vt:vector size="56" baseType="lpstr">
      <vt:lpstr>黑体</vt:lpstr>
      <vt:lpstr>华文楷体</vt:lpstr>
      <vt:lpstr>华文隶书</vt:lpstr>
      <vt:lpstr>华文新魏</vt:lpstr>
      <vt:lpstr>华文中宋</vt:lpstr>
      <vt:lpstr>楷体_GB2312</vt:lpstr>
      <vt:lpstr>隶书</vt:lpstr>
      <vt:lpstr>宋体</vt:lpstr>
      <vt:lpstr>Arial</vt:lpstr>
      <vt:lpstr>Comic Sans MS</vt:lpstr>
      <vt:lpstr>Tahoma</vt:lpstr>
      <vt:lpstr>Times New Roman</vt:lpstr>
      <vt:lpstr>Wingdings</vt:lpstr>
      <vt:lpstr>自定义设计方案</vt:lpstr>
      <vt:lpstr>1_Blends</vt:lpstr>
      <vt:lpstr>第1章 数据库系统概述 </vt:lpstr>
      <vt:lpstr>PowerPoint 演示文稿</vt:lpstr>
      <vt:lpstr>PowerPoint 演示文稿</vt:lpstr>
      <vt:lpstr>1.1  数据与数据管理 </vt:lpstr>
      <vt:lpstr>一、信息与数据</vt:lpstr>
      <vt:lpstr>PowerPoint 演示文稿</vt:lpstr>
      <vt:lpstr>一、信息与数据</vt:lpstr>
      <vt:lpstr>PowerPoint 演示文稿</vt:lpstr>
      <vt:lpstr>PowerPoint 演示文稿</vt:lpstr>
      <vt:lpstr>PowerPoint 演示文稿</vt:lpstr>
      <vt:lpstr>PowerPoint 演示文稿</vt:lpstr>
      <vt:lpstr>一、信息与数据</vt:lpstr>
      <vt:lpstr>二、数据管理技术的发展</vt:lpstr>
      <vt:lpstr>PowerPoint 演示文稿</vt:lpstr>
      <vt:lpstr>PowerPoint 演示文稿</vt:lpstr>
      <vt:lpstr>1.2  数据库系统组成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三、数据库应用系统</vt:lpstr>
      <vt:lpstr>三、数据库应用系统</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750</cp:revision>
  <cp:lastPrinted>2000-08-23T09:10:16Z</cp:lastPrinted>
  <dcterms:created xsi:type="dcterms:W3CDTF">2020-03-06T17:30:59Z</dcterms:created>
  <dcterms:modified xsi:type="dcterms:W3CDTF">2021-03-07T11:02:39Z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