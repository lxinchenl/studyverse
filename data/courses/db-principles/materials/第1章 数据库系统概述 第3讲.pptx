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ink/inkAction1.xml" ContentType="application/vnd.ms-office.inkAction+xml"/>
  <Override PartName="/ppt/ink/inkAction2.xml" ContentType="application/vnd.ms-office.inkAction+xml"/>
  <Override PartName="/ppt/ink/inkAction3.xml" ContentType="application/vnd.ms-office.inkAction+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1" r:id="rId1"/>
    <p:sldMasterId id="2147483693" r:id="rId2"/>
  </p:sldMasterIdLst>
  <p:notesMasterIdLst>
    <p:notesMasterId r:id="rId40"/>
  </p:notesMasterIdLst>
  <p:handoutMasterIdLst>
    <p:handoutMasterId r:id="rId41"/>
  </p:handoutMasterIdLst>
  <p:sldIdLst>
    <p:sldId id="504" r:id="rId3"/>
    <p:sldId id="649" r:id="rId4"/>
    <p:sldId id="720" r:id="rId5"/>
    <p:sldId id="721" r:id="rId6"/>
    <p:sldId id="632" r:id="rId7"/>
    <p:sldId id="633" r:id="rId8"/>
    <p:sldId id="722" r:id="rId9"/>
    <p:sldId id="634" r:id="rId10"/>
    <p:sldId id="635" r:id="rId11"/>
    <p:sldId id="727" r:id="rId12"/>
    <p:sldId id="728" r:id="rId13"/>
    <p:sldId id="696" r:id="rId14"/>
    <p:sldId id="729" r:id="rId15"/>
    <p:sldId id="636" r:id="rId16"/>
    <p:sldId id="723" r:id="rId17"/>
    <p:sldId id="638" r:id="rId18"/>
    <p:sldId id="697" r:id="rId19"/>
    <p:sldId id="698" r:id="rId20"/>
    <p:sldId id="694" r:id="rId21"/>
    <p:sldId id="661" r:id="rId22"/>
    <p:sldId id="640" r:id="rId23"/>
    <p:sldId id="641" r:id="rId24"/>
    <p:sldId id="642" r:id="rId25"/>
    <p:sldId id="725" r:id="rId26"/>
    <p:sldId id="699" r:id="rId27"/>
    <p:sldId id="700" r:id="rId28"/>
    <p:sldId id="701" r:id="rId29"/>
    <p:sldId id="643" r:id="rId30"/>
    <p:sldId id="644" r:id="rId31"/>
    <p:sldId id="645" r:id="rId32"/>
    <p:sldId id="726" r:id="rId33"/>
    <p:sldId id="715" r:id="rId34"/>
    <p:sldId id="716" r:id="rId35"/>
    <p:sldId id="717" r:id="rId36"/>
    <p:sldId id="718" r:id="rId37"/>
    <p:sldId id="719" r:id="rId38"/>
    <p:sldId id="601" r:id="rId39"/>
  </p:sldIdLst>
  <p:sldSz cx="9144000" cy="6858000" type="screen4x3"/>
  <p:notesSz cx="6662738" cy="9832975"/>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楷体_GB2312" pitchFamily="49"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楷体_GB2312" pitchFamily="49"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楷体_GB2312" pitchFamily="49"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楷体_GB2312" pitchFamily="49"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ern="1200">
        <a:solidFill>
          <a:schemeClr val="tx1"/>
        </a:solidFill>
        <a:latin typeface="Arial" panose="020B0604020202020204" pitchFamily="34" charset="0"/>
        <a:ea typeface="楷体_GB2312" pitchFamily="49" charset="-122"/>
        <a:cs typeface="+mn-cs"/>
      </a:defRPr>
    </a:lvl9pPr>
  </p:defaultTextStyle>
  <p:extLst>
    <p:ext uri="{EFAFB233-063F-42B5-8137-9DF3F51BA10A}">
      <p15:sldGuideLst xmlns:p15="http://schemas.microsoft.com/office/powerpoint/2012/main">
        <p15:guide id="1" orient="horz" pos="1584">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B0C86"/>
    <a:srgbClr val="FFCCFF"/>
    <a:srgbClr val="FFFFFF"/>
    <a:srgbClr val="CCFFFF"/>
    <a:srgbClr val="B2B2B2"/>
    <a:srgbClr val="800000"/>
    <a:srgbClr val="660066"/>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01" autoAdjust="0"/>
    <p:restoredTop sz="94569" autoAdjust="0"/>
  </p:normalViewPr>
  <p:slideViewPr>
    <p:cSldViewPr>
      <p:cViewPr varScale="1">
        <p:scale>
          <a:sx n="132" d="100"/>
          <a:sy n="132" d="100"/>
        </p:scale>
        <p:origin x="1040" y="68"/>
      </p:cViewPr>
      <p:guideLst>
        <p:guide orient="horz" pos="1584"/>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7522" name="页眉占位符 107521">
            <a:extLst>
              <a:ext uri="{FF2B5EF4-FFF2-40B4-BE49-F238E27FC236}">
                <a16:creationId xmlns:a16="http://schemas.microsoft.com/office/drawing/2014/main" id="{AA5A0F5C-A63F-458B-9C6E-3A5D1971F83B}"/>
              </a:ext>
            </a:extLst>
          </p:cNvPr>
          <p:cNvSpPr>
            <a:spLocks noGrp="1"/>
          </p:cNvSpPr>
          <p:nvPr>
            <p:ph type="hdr" sz="quarter"/>
          </p:nvPr>
        </p:nvSpPr>
        <p:spPr>
          <a:xfrm>
            <a:off x="0" y="0"/>
            <a:ext cx="2895600" cy="457200"/>
          </a:xfrm>
          <a:prstGeom prst="rect">
            <a:avLst/>
          </a:prstGeom>
          <a:noFill/>
          <a:ln w="12700">
            <a:noFill/>
          </a:ln>
        </p:spPr>
        <p:txBody>
          <a:bodyPr wrap="none" anchor="ctr"/>
          <a:lstStyle>
            <a:lvl1pPr>
              <a:defRPr sz="1200" noProof="1" dirty="0">
                <a:solidFill>
                  <a:schemeClr val="tx2"/>
                </a:solidFill>
              </a:defRPr>
            </a:lvl1pPr>
          </a:lstStyle>
          <a:p>
            <a:endParaRPr lang="zh-CN" altLang="en-US"/>
          </a:p>
        </p:txBody>
      </p:sp>
      <p:sp>
        <p:nvSpPr>
          <p:cNvPr id="107523" name="日期占位符 107522">
            <a:extLst>
              <a:ext uri="{FF2B5EF4-FFF2-40B4-BE49-F238E27FC236}">
                <a16:creationId xmlns:a16="http://schemas.microsoft.com/office/drawing/2014/main" id="{69584C1B-12B5-48B8-B2F9-4B15E03364F4}"/>
              </a:ext>
            </a:extLst>
          </p:cNvPr>
          <p:cNvSpPr>
            <a:spLocks noGrp="1"/>
          </p:cNvSpPr>
          <p:nvPr>
            <p:ph type="dt" sz="quarter" idx="1"/>
          </p:nvPr>
        </p:nvSpPr>
        <p:spPr>
          <a:xfrm>
            <a:off x="3810000" y="0"/>
            <a:ext cx="2819400" cy="457200"/>
          </a:xfrm>
          <a:prstGeom prst="rect">
            <a:avLst/>
          </a:prstGeom>
          <a:noFill/>
          <a:ln w="12700">
            <a:noFill/>
          </a:ln>
        </p:spPr>
        <p:txBody>
          <a:bodyPr wrap="none" anchor="ctr"/>
          <a:lstStyle>
            <a:lvl1pPr algn="r">
              <a:defRPr sz="1200" noProof="1" dirty="0">
                <a:solidFill>
                  <a:schemeClr val="tx2"/>
                </a:solidFill>
              </a:defRPr>
            </a:lvl1pPr>
          </a:lstStyle>
          <a:p>
            <a:endParaRPr lang="zh-CN" altLang="en-US"/>
          </a:p>
        </p:txBody>
      </p:sp>
      <p:sp>
        <p:nvSpPr>
          <p:cNvPr id="107524" name="页脚占位符 107523">
            <a:extLst>
              <a:ext uri="{FF2B5EF4-FFF2-40B4-BE49-F238E27FC236}">
                <a16:creationId xmlns:a16="http://schemas.microsoft.com/office/drawing/2014/main" id="{5E4BAC17-3AB7-4F2B-B46B-46EBCF0F86FF}"/>
              </a:ext>
            </a:extLst>
          </p:cNvPr>
          <p:cNvSpPr>
            <a:spLocks noGrp="1"/>
          </p:cNvSpPr>
          <p:nvPr>
            <p:ph type="ftr" sz="quarter" idx="2"/>
          </p:nvPr>
        </p:nvSpPr>
        <p:spPr>
          <a:xfrm>
            <a:off x="0" y="9372600"/>
            <a:ext cx="2895600" cy="457200"/>
          </a:xfrm>
          <a:prstGeom prst="rect">
            <a:avLst/>
          </a:prstGeom>
          <a:noFill/>
          <a:ln w="12700">
            <a:noFill/>
          </a:ln>
        </p:spPr>
        <p:txBody>
          <a:bodyPr wrap="none" anchor="b"/>
          <a:lstStyle>
            <a:lvl1pPr>
              <a:defRPr sz="1200" noProof="1" dirty="0">
                <a:solidFill>
                  <a:schemeClr val="tx2"/>
                </a:solidFill>
              </a:defRPr>
            </a:lvl1pPr>
          </a:lstStyle>
          <a:p>
            <a:endParaRPr lang="zh-CN" altLang="en-US"/>
          </a:p>
        </p:txBody>
      </p:sp>
      <p:sp>
        <p:nvSpPr>
          <p:cNvPr id="107525" name="灯片编号占位符 107524">
            <a:extLst>
              <a:ext uri="{FF2B5EF4-FFF2-40B4-BE49-F238E27FC236}">
                <a16:creationId xmlns:a16="http://schemas.microsoft.com/office/drawing/2014/main" id="{E4616554-31EC-44FE-A04E-8B6B428AA5A4}"/>
              </a:ext>
            </a:extLst>
          </p:cNvPr>
          <p:cNvSpPr>
            <a:spLocks noGrp="1"/>
          </p:cNvSpPr>
          <p:nvPr>
            <p:ph type="sldNum" sz="quarter" idx="3"/>
          </p:nvPr>
        </p:nvSpPr>
        <p:spPr>
          <a:xfrm>
            <a:off x="3810000" y="9372600"/>
            <a:ext cx="2819400" cy="457200"/>
          </a:xfrm>
          <a:prstGeom prst="rect">
            <a:avLst/>
          </a:prstGeom>
          <a:noFill/>
          <a:ln w="12700">
            <a:noFill/>
          </a:ln>
        </p:spPr>
        <p:txBody>
          <a:bodyPr vert="horz" wrap="none" lIns="91440" tIns="45720" rIns="91440" bIns="45720" numCol="1" anchor="b" anchorCtr="0" compatLnSpc="1">
            <a:prstTxWarp prst="textNoShape">
              <a:avLst/>
            </a:prstTxWarp>
          </a:bodyPr>
          <a:lstStyle>
            <a:lvl1pPr algn="r">
              <a:defRPr sz="1200">
                <a:solidFill>
                  <a:schemeClr val="tx2"/>
                </a:solidFill>
                <a:latin typeface="Tahoma" panose="020B0604030504040204" pitchFamily="34" charset="0"/>
              </a:defRPr>
            </a:lvl1pPr>
          </a:lstStyle>
          <a:p>
            <a:fld id="{846477DA-760D-4DC9-B8F2-F51F1414E5BB}" type="slidenum">
              <a:rPr lang="zh-CN" altLang="en-US"/>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Action1.xml><?xml version="1.0" encoding="utf-8"?>
<iact:actions xmlns:iact="http://schemas.microsoft.com/office/powerpoint/2014/inkAction" lengthUnit="cm" timeUnit="ms">
  <inkml:definitions xmlns:inkml="http://www.w3.org/2003/InkML">
    <inkml:context xml:id="ctx0">
      <inkml:inkSource xml:id="inkSrc0">
        <inkml:traceFormat>
          <inkml:channel name="X" type="integer" max="2880" units="cm"/>
          <inkml:channel name="Y" type="integer" max="1800" units="cm"/>
          <inkml:channel name="T" type="integer" max="2.14748E9" units="dev"/>
        </inkml:traceFormat>
        <inkml:channelProperties>
          <inkml:channelProperty channel="X" name="resolution" value="87.00906" units="1/cm"/>
          <inkml:channelProperty channel="Y" name="resolution" value="86.95652" units="1/cm"/>
          <inkml:channelProperty channel="T" name="resolution" value="1" units="1/dev"/>
        </inkml:channelProperties>
      </inkml:inkSource>
      <inkml:timestamp xml:id="ts0" timeString="2020-03-07T13:48:10.134"/>
    </inkml:context>
    <inkml:brush xml:id="br0">
      <inkml:brushProperty name="width" value="0.05292" units="cm"/>
      <inkml:brushProperty name="height" value="0.05292" units="cm"/>
      <inkml:brushProperty name="color" value="#7030A0"/>
    </inkml:brush>
  </inkml:definitions>
  <iact:action type="add" startTime="2111">
    <iact:property name="dataType"/>
    <iact:actionData xml:id="d0">
      <inkml:trace xmlns:inkml="http://www.w3.org/2003/InkML" xml:id="stk0" contextRef="#ctx0" brushRef="#br0">25219 8024 0</inkml:trace>
    </iact:actionData>
  </iact:action>
</iact:actions>
</file>

<file path=ppt/ink/inkAction2.xml><?xml version="1.0" encoding="utf-8"?>
<iact:actions xmlns:iact="http://schemas.microsoft.com/office/powerpoint/2014/inkAction" lengthUnit="cm" timeUnit="ms">
  <inkml:definitions xmlns:inkml="http://www.w3.org/2003/InkML">
    <inkml:context xml:id="ctx0">
      <inkml:inkSource xml:id="inkSrc0">
        <inkml:traceFormat>
          <inkml:channel name="X" type="integer" max="2880" units="cm"/>
          <inkml:channel name="Y" type="integer" max="1800" units="cm"/>
          <inkml:channel name="T" type="integer" max="2.14748E9" units="dev"/>
        </inkml:traceFormat>
        <inkml:channelProperties>
          <inkml:channelProperty channel="X" name="resolution" value="87.00906" units="1/cm"/>
          <inkml:channelProperty channel="Y" name="resolution" value="86.95652" units="1/cm"/>
          <inkml:channelProperty channel="T" name="resolution" value="1" units="1/dev"/>
        </inkml:channelProperties>
      </inkml:inkSource>
      <inkml:timestamp xml:id="ts0" timeString="2020-03-07T13:48:10.134"/>
    </inkml:context>
    <inkml:brush xml:id="br0">
      <inkml:brushProperty name="width" value="0.05292" units="cm"/>
      <inkml:brushProperty name="height" value="0.05292" units="cm"/>
      <inkml:brushProperty name="color" value="#7030A0"/>
    </inkml:brush>
  </inkml:definitions>
  <iact:action type="add" startTime="1450">
    <iact:property name="dataType"/>
    <iact:actionData xml:id="d0">
      <inkml:trace xmlns:inkml="http://www.w3.org/2003/InkML" xml:id="stk0" contextRef="#ctx0" brushRef="#br0">21583 6121 0</inkml:trace>
    </iact:actionData>
  </iact:action>
</iact:actions>
</file>

<file path=ppt/ink/inkAction3.xml><?xml version="1.0" encoding="utf-8"?>
<iact:actions xmlns:iact="http://schemas.microsoft.com/office/powerpoint/2014/inkAction" lengthUnit="cm" timeUnit="ms">
  <inkml:definitions xmlns:inkml="http://www.w3.org/2003/InkML">
    <inkml:context xml:id="ctx0">
      <inkml:inkSource xml:id="inkSrc0">
        <inkml:traceFormat>
          <inkml:channel name="X" type="integer" max="2880" units="cm"/>
          <inkml:channel name="Y" type="integer" max="1800" units="cm"/>
          <inkml:channel name="T" type="integer" max="2.14748E9" units="dev"/>
        </inkml:traceFormat>
        <inkml:channelProperties>
          <inkml:channelProperty channel="X" name="resolution" value="87.00906" units="1/cm"/>
          <inkml:channelProperty channel="Y" name="resolution" value="86.95652" units="1/cm"/>
          <inkml:channelProperty channel="T" name="resolution" value="1" units="1/dev"/>
        </inkml:channelProperties>
      </inkml:inkSource>
      <inkml:timestamp xml:id="ts0" timeString="2020-03-07T13:48:10.134"/>
    </inkml:context>
    <inkml:brush xml:id="br0">
      <inkml:brushProperty name="width" value="0.05292" units="cm"/>
      <inkml:brushProperty name="height" value="0.05292" units="cm"/>
      <inkml:brushProperty name="color" value="#7030A0"/>
    </inkml:brush>
  </inkml:definitions>
  <iact:action type="add" startTime="2980">
    <iact:property name="dataType"/>
    <iact:actionData xml:id="d0">
      <inkml:trace xmlns:inkml="http://www.w3.org/2003/InkML" xml:id="stk0" contextRef="#ctx0" brushRef="#br0">16135 7855 0</inkml:trace>
    </iact:actionData>
  </iact:action>
  <iact:action type="add" startTime="65889">
    <iact:property name="dataType"/>
    <iact:actionData xml:id="d1">
      <inkml:trace xmlns:inkml="http://www.w3.org/2003/InkML" xml:id="stk1" contextRef="#ctx0" brushRef="#br0">9588 8800 0,'13'13'176,"26"-13"-167,-14 0 1,53 0 6,26 0 4,-40 0-6,-38 0-8,-13 0 2,39 0 6,-39 0-2,0 0-4,0 0 5,0 0 2,0 0-4,25 0-1,-12 13 4,26-13 2,26 13-4,-27 0 0,-25-13 1,-13 0 9,0 0-13,0 0 0,39 0-1,0 0-2,25 13 4,14 13-5,-39-26 7,-27 0-7,-12 0 3,13 0 90,0 0-74,26 0-17,-26 0 2,26 0 6,-14 0-9,-12 0 5,-13 0 3,13 0-1,-13 0 61,52 0-66,-39 0 1,12 0 7,-25 0-1,13 0-5</inkml:trace>
    </iact:actionData>
  </iact:action>
  <iact:action type="add" startTime="72273">
    <iact:property name="dataType"/>
    <iact:actionData xml:id="d2">
      <inkml:trace xmlns:inkml="http://www.w3.org/2003/InkML" xml:id="stk2" contextRef="#ctx0" brushRef="#br0">13405 8865 0,'0'-13'88,"13"13"-72,13-13-10,0 13 6,12 0-5,27 0 4,0 0-3,-13 0 1,12 0 0,-38 0-1,26 0 3,0 0-4,-39 0 3,12 0-5,14 0 7,39 0-5,0 0 0,-27 13 2,-12-13-4,26 0 2,12 0 5,-25 0-4,-26 0 7,39 0-11,-52 0 7,0 0-2,26 0 4,25 26 0,-51-26 2,78 39-12,-52-39 4,38 26 4,-12 25 4,51-51-2,-25 0-3,-78 0 3,39 0 4,-1 0-2,-38 0-2,26 0-8,-13 0 8,13 0 1,-13 0-4,-13 0-6,0 0-1</inkml:trace>
    </iact:actionData>
  </iact:action>
  <iact:action type="add" startTime="73721">
    <iact:property name="dataType"/>
    <iact:actionData xml:id="d3">
      <inkml:trace xmlns:inkml="http://www.w3.org/2003/InkML" xml:id="stk3" contextRef="#ctx0" brushRef="#br0">20457 11143 0,'13'0'27,"26"0"-7,25 0 1,27 0-13,-26 0 5,-27 0-8,27 13 7,-13-13-5,51 25 6,-64-25-1,26 13-3,38-13 4,-25 0-2,51 0-1,-25 0 3,-39 0-1,90 0-5,-103 13 5,-1 0-2,53 0-1,-104 0 4,13-13-6,13 0 5,-13 13-1,0-13 7,51 0 103,40 0-108,-91 0-8,0 0 15</inkml:trace>
    </iact:actionData>
  </iact:action>
  <iact:action type="add" startTime="77475">
    <iact:property name="dataType"/>
    <iact:actionData xml:id="d4">
      <inkml:trace xmlns:inkml="http://www.w3.org/2003/InkML" xml:id="stk4" contextRef="#ctx0" brushRef="#br0">18982 8800 0,'52'0'166,"103"0"-145,-78 0-3,-38 0-14,-13 0 13,-13 0 146,26 0-147,39 0 3,64 0-10,-103 0 0,-13 0 4</inkml:trace>
    </iact:actionData>
  </iact:action>
  <iact:action type="add" startTime="78809">
    <iact:property name="dataType"/>
    <iact:actionData xml:id="d5">
      <inkml:trace xmlns:inkml="http://www.w3.org/2003/InkML" xml:id="stk5" contextRef="#ctx0" brushRef="#br0">20509 8917 0,'64'0'139,"53"0"-131,12 0 5,156 0 10,12 0-13,-128 0 3,38 0-10,-26 0 6,-39 0-5,-12 0-1,-27 0 4,-25 0-1,-27 0 4,-38 0-3,0 0 2,26 0 116,-13 0-113,-13 0-3,13 0 35,-13 0-26,0 0-6</inkml:trace>
    </iact:actionData>
  </iact:action>
  <iact:action type="add" startTime="80265">
    <iact:property name="dataType"/>
    <iact:actionData xml:id="d6">
      <inkml:trace xmlns:inkml="http://www.w3.org/2003/InkML" xml:id="stk6" contextRef="#ctx0" brushRef="#br0">11904 10172 0,'13'13'146,"77"13"-129,105-13-17,244 51 15,-231-25-4,-1 13-6,-13-39 4,-65 0 4,-103-13 0</inkml:trace>
    </iact:actionData>
  </iact:action>
  <iact:action type="add" startTime="81018">
    <iact:property name="dataType"/>
    <iact:actionData xml:id="d7">
      <inkml:trace xmlns:inkml="http://www.w3.org/2003/InkML" xml:id="stk7" contextRef="#ctx0" brushRef="#br0">15009 10560 0,'156'0'12,"-312"0"-12,467 0 8,-104 0 4,52 0 4,0 0-12,25 0 8,480 0 4,-635 0-1,-25 0-5</inkml:trace>
    </iact:actionData>
  </iact:action>
</iact:action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87074" name="页眉占位符 387073">
            <a:extLst>
              <a:ext uri="{FF2B5EF4-FFF2-40B4-BE49-F238E27FC236}">
                <a16:creationId xmlns:a16="http://schemas.microsoft.com/office/drawing/2014/main" id="{464BA926-D8F8-4A5A-8362-E92C39A44A2E}"/>
              </a:ext>
            </a:extLst>
          </p:cNvPr>
          <p:cNvSpPr>
            <a:spLocks noGrp="1"/>
          </p:cNvSpPr>
          <p:nvPr>
            <p:ph type="hdr" sz="quarter"/>
          </p:nvPr>
        </p:nvSpPr>
        <p:spPr>
          <a:xfrm>
            <a:off x="0" y="0"/>
            <a:ext cx="2887663" cy="492125"/>
          </a:xfrm>
          <a:prstGeom prst="rect">
            <a:avLst/>
          </a:prstGeom>
          <a:noFill/>
          <a:ln w="9525">
            <a:noFill/>
          </a:ln>
        </p:spPr>
        <p:txBody>
          <a:bodyPr/>
          <a:lstStyle>
            <a:lvl1pPr>
              <a:defRPr sz="1200" noProof="1" dirty="0"/>
            </a:lvl1pPr>
          </a:lstStyle>
          <a:p>
            <a:endParaRPr lang="zh-CN" altLang="en-US"/>
          </a:p>
        </p:txBody>
      </p:sp>
      <p:sp>
        <p:nvSpPr>
          <p:cNvPr id="387075" name="日期占位符 387074">
            <a:extLst>
              <a:ext uri="{FF2B5EF4-FFF2-40B4-BE49-F238E27FC236}">
                <a16:creationId xmlns:a16="http://schemas.microsoft.com/office/drawing/2014/main" id="{7B66B7C2-55D7-46A0-B08A-92799DB86E30}"/>
              </a:ext>
            </a:extLst>
          </p:cNvPr>
          <p:cNvSpPr>
            <a:spLocks noGrp="1"/>
          </p:cNvSpPr>
          <p:nvPr>
            <p:ph type="dt" idx="1"/>
          </p:nvPr>
        </p:nvSpPr>
        <p:spPr>
          <a:xfrm>
            <a:off x="3773488" y="0"/>
            <a:ext cx="2887662" cy="492125"/>
          </a:xfrm>
          <a:prstGeom prst="rect">
            <a:avLst/>
          </a:prstGeom>
          <a:noFill/>
          <a:ln w="9525">
            <a:noFill/>
          </a:ln>
        </p:spPr>
        <p:txBody>
          <a:bodyPr/>
          <a:lstStyle>
            <a:lvl1pPr algn="r">
              <a:defRPr sz="1200" noProof="1" dirty="0"/>
            </a:lvl1pPr>
          </a:lstStyle>
          <a:p>
            <a:endParaRPr lang="zh-CN" altLang="en-US"/>
          </a:p>
        </p:txBody>
      </p:sp>
      <p:sp>
        <p:nvSpPr>
          <p:cNvPr id="5124" name="幻灯片图像占位符 387075">
            <a:extLst>
              <a:ext uri="{FF2B5EF4-FFF2-40B4-BE49-F238E27FC236}">
                <a16:creationId xmlns:a16="http://schemas.microsoft.com/office/drawing/2014/main" id="{425A4CC7-0D0D-40D7-B97A-C9D3698F8A65}"/>
              </a:ext>
            </a:extLst>
          </p:cNvPr>
          <p:cNvSpPr>
            <a:spLocks noGrp="1" noRot="1" noChangeAspect="1" noChangeArrowheads="1" noTextEdit="1"/>
          </p:cNvSpPr>
          <p:nvPr>
            <p:ph type="sldImg" idx="4294967295"/>
          </p:nvPr>
        </p:nvSpPr>
        <p:spPr bwMode="auto">
          <a:xfrm>
            <a:off x="874713" y="738188"/>
            <a:ext cx="4914900" cy="3686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文本占位符 387076">
            <a:extLst>
              <a:ext uri="{FF2B5EF4-FFF2-40B4-BE49-F238E27FC236}">
                <a16:creationId xmlns:a16="http://schemas.microsoft.com/office/drawing/2014/main" id="{72EA0FEF-2A01-469A-B5CC-1CC70BB1423B}"/>
              </a:ext>
            </a:extLst>
          </p:cNvPr>
          <p:cNvSpPr>
            <a:spLocks noGrp="1" noChangeArrowheads="1"/>
          </p:cNvSpPr>
          <p:nvPr>
            <p:ph type="body" sz="quarter" idx="4294967295"/>
          </p:nvPr>
        </p:nvSpPr>
        <p:spPr bwMode="auto">
          <a:xfrm>
            <a:off x="666750" y="4670425"/>
            <a:ext cx="5329238" cy="442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87078" name="页脚占位符 387077">
            <a:extLst>
              <a:ext uri="{FF2B5EF4-FFF2-40B4-BE49-F238E27FC236}">
                <a16:creationId xmlns:a16="http://schemas.microsoft.com/office/drawing/2014/main" id="{80C3ED18-9369-4B7D-AE18-AAE26B4D6237}"/>
              </a:ext>
            </a:extLst>
          </p:cNvPr>
          <p:cNvSpPr>
            <a:spLocks noGrp="1"/>
          </p:cNvSpPr>
          <p:nvPr>
            <p:ph type="ftr" sz="quarter" idx="4"/>
          </p:nvPr>
        </p:nvSpPr>
        <p:spPr>
          <a:xfrm>
            <a:off x="0" y="9339263"/>
            <a:ext cx="2887663" cy="492125"/>
          </a:xfrm>
          <a:prstGeom prst="rect">
            <a:avLst/>
          </a:prstGeom>
          <a:noFill/>
          <a:ln w="9525">
            <a:noFill/>
          </a:ln>
        </p:spPr>
        <p:txBody>
          <a:bodyPr anchor="b"/>
          <a:lstStyle>
            <a:lvl1pPr>
              <a:defRPr sz="1200" noProof="1" dirty="0"/>
            </a:lvl1pPr>
          </a:lstStyle>
          <a:p>
            <a:endParaRPr lang="zh-CN" altLang="en-US"/>
          </a:p>
        </p:txBody>
      </p:sp>
      <p:sp>
        <p:nvSpPr>
          <p:cNvPr id="387079" name="灯片编号占位符 387078">
            <a:extLst>
              <a:ext uri="{FF2B5EF4-FFF2-40B4-BE49-F238E27FC236}">
                <a16:creationId xmlns:a16="http://schemas.microsoft.com/office/drawing/2014/main" id="{D0BC3173-07DD-45C7-9ED9-0367FB01DCD9}"/>
              </a:ext>
            </a:extLst>
          </p:cNvPr>
          <p:cNvSpPr>
            <a:spLocks noGrp="1"/>
          </p:cNvSpPr>
          <p:nvPr>
            <p:ph type="sldNum" sz="quarter" idx="5"/>
          </p:nvPr>
        </p:nvSpPr>
        <p:spPr>
          <a:xfrm>
            <a:off x="3773488" y="9339263"/>
            <a:ext cx="2887662" cy="492125"/>
          </a:xfrm>
          <a:prstGeom prst="rect">
            <a:avLst/>
          </a:prstGeom>
          <a:noFill/>
          <a:ln w="9525">
            <a:noFill/>
          </a:ln>
        </p:spPr>
        <p:txBody>
          <a:bodyPr vert="horz" wrap="square" lIns="91440" tIns="45720" rIns="91440" bIns="45720" numCol="1" anchor="b" anchorCtr="0" compatLnSpc="1">
            <a:prstTxWarp prst="textNoShape">
              <a:avLst/>
            </a:prstTxWarp>
          </a:bodyPr>
          <a:lstStyle>
            <a:lvl1pPr algn="r">
              <a:defRPr sz="1200"/>
            </a:lvl1pPr>
          </a:lstStyle>
          <a:p>
            <a:fld id="{65883AD6-E1AA-48FD-AE10-2E7AFFDCAEF9}" type="slidenum">
              <a:rPr lang="zh-CN" altLang="en-US"/>
              <a:pPr/>
              <a:t>‹#›</a:t>
            </a:fld>
            <a:endParaRPr lang="zh-CN" altLang="en-US"/>
          </a:p>
        </p:txBody>
      </p:sp>
    </p:spTree>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defRPr>
    </a:lvl1pPr>
    <a:lvl2pPr marL="457200" lvl="1"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defRPr>
    </a:lvl2pPr>
    <a:lvl3pPr marL="914400" lvl="2"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defRPr>
    </a:lvl3pPr>
    <a:lvl4pPr marL="1371600" lvl="3"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defRPr>
    </a:lvl4pPr>
    <a:lvl5pPr marL="1828800" lvl="4"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cSld name="标题幻灯片">
    <p:spTree>
      <p:nvGrpSpPr>
        <p:cNvPr id="1" name=""/>
        <p:cNvGrpSpPr/>
        <p:nvPr/>
      </p:nvGrpSpPr>
      <p:grpSpPr>
        <a:xfrm>
          <a:off x="0" y="0"/>
          <a:ext cx="0" cy="0"/>
          <a:chOff x="0" y="0"/>
          <a:chExt cx="0" cy="0"/>
        </a:xfrm>
      </p:grpSpPr>
      <p:grpSp>
        <p:nvGrpSpPr>
          <p:cNvPr id="4" name="组合 752641">
            <a:extLst>
              <a:ext uri="{FF2B5EF4-FFF2-40B4-BE49-F238E27FC236}">
                <a16:creationId xmlns:a16="http://schemas.microsoft.com/office/drawing/2014/main" id="{33511376-3856-49FC-A29F-42D85900959C}"/>
              </a:ext>
            </a:extLst>
          </p:cNvPr>
          <p:cNvGrpSpPr>
            <a:grpSpLocks/>
          </p:cNvGrpSpPr>
          <p:nvPr/>
        </p:nvGrpSpPr>
        <p:grpSpPr bwMode="auto">
          <a:xfrm>
            <a:off x="0" y="1814513"/>
            <a:ext cx="9009063" cy="1052512"/>
            <a:chOff x="0" y="1536"/>
            <a:chExt cx="5675" cy="663"/>
          </a:xfrm>
        </p:grpSpPr>
        <p:grpSp>
          <p:nvGrpSpPr>
            <p:cNvPr id="5" name="组合 752642">
              <a:extLst>
                <a:ext uri="{FF2B5EF4-FFF2-40B4-BE49-F238E27FC236}">
                  <a16:creationId xmlns:a16="http://schemas.microsoft.com/office/drawing/2014/main" id="{B898B2AA-F109-4AE1-AA65-1469E1A85094}"/>
                </a:ext>
              </a:extLst>
            </p:cNvPr>
            <p:cNvGrpSpPr>
              <a:grpSpLocks/>
            </p:cNvGrpSpPr>
            <p:nvPr/>
          </p:nvGrpSpPr>
          <p:grpSpPr bwMode="auto">
            <a:xfrm>
              <a:off x="183" y="1604"/>
              <a:ext cx="448" cy="299"/>
              <a:chOff x="720" y="336"/>
              <a:chExt cx="624" cy="432"/>
            </a:xfrm>
          </p:grpSpPr>
          <p:sp>
            <p:nvSpPr>
              <p:cNvPr id="12" name="矩形 752643">
                <a:extLst>
                  <a:ext uri="{FF2B5EF4-FFF2-40B4-BE49-F238E27FC236}">
                    <a16:creationId xmlns:a16="http://schemas.microsoft.com/office/drawing/2014/main" id="{D57A1312-51B5-4F51-9802-0C78FAB7569B}"/>
                  </a:ext>
                </a:extLst>
              </p:cNvPr>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 name="矩形 752644">
                <a:extLst>
                  <a:ext uri="{FF2B5EF4-FFF2-40B4-BE49-F238E27FC236}">
                    <a16:creationId xmlns:a16="http://schemas.microsoft.com/office/drawing/2014/main" id="{D0BD06BD-D152-49F2-BC78-1101F183F447}"/>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nvGrpSpPr>
            <p:cNvPr id="6" name="组合 752645">
              <a:extLst>
                <a:ext uri="{FF2B5EF4-FFF2-40B4-BE49-F238E27FC236}">
                  <a16:creationId xmlns:a16="http://schemas.microsoft.com/office/drawing/2014/main" id="{825966B1-C101-4DC1-8AA1-FD5E6B2E8104}"/>
                </a:ext>
              </a:extLst>
            </p:cNvPr>
            <p:cNvGrpSpPr>
              <a:grpSpLocks/>
            </p:cNvGrpSpPr>
            <p:nvPr/>
          </p:nvGrpSpPr>
          <p:grpSpPr bwMode="auto">
            <a:xfrm>
              <a:off x="261" y="1870"/>
              <a:ext cx="465" cy="299"/>
              <a:chOff x="912" y="2640"/>
              <a:chExt cx="672" cy="432"/>
            </a:xfrm>
          </p:grpSpPr>
          <p:sp>
            <p:nvSpPr>
              <p:cNvPr id="10" name="矩形 752646">
                <a:extLst>
                  <a:ext uri="{FF2B5EF4-FFF2-40B4-BE49-F238E27FC236}">
                    <a16:creationId xmlns:a16="http://schemas.microsoft.com/office/drawing/2014/main" id="{03C5837B-AFEA-40E5-914A-EC6F87122B1A}"/>
                  </a:ext>
                </a:extLst>
              </p:cNvPr>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 name="矩形 752647">
                <a:extLst>
                  <a:ext uri="{FF2B5EF4-FFF2-40B4-BE49-F238E27FC236}">
                    <a16:creationId xmlns:a16="http://schemas.microsoft.com/office/drawing/2014/main" id="{EB0C7E68-B5CE-4A64-8FDE-6241FF5D9968}"/>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sp>
          <p:nvSpPr>
            <p:cNvPr id="7" name="矩形 752648">
              <a:extLst>
                <a:ext uri="{FF2B5EF4-FFF2-40B4-BE49-F238E27FC236}">
                  <a16:creationId xmlns:a16="http://schemas.microsoft.com/office/drawing/2014/main" id="{1234BB75-3D17-4A3E-A48E-D8D153BF7CD6}"/>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 name="矩形 752649">
              <a:extLst>
                <a:ext uri="{FF2B5EF4-FFF2-40B4-BE49-F238E27FC236}">
                  <a16:creationId xmlns:a16="http://schemas.microsoft.com/office/drawing/2014/main" id="{7980DCE1-6C87-4E24-BC4A-5543A702793C}"/>
                </a:ext>
              </a:extLst>
            </p:cNvPr>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 name="矩形 752650">
              <a:extLst>
                <a:ext uri="{FF2B5EF4-FFF2-40B4-BE49-F238E27FC236}">
                  <a16:creationId xmlns:a16="http://schemas.microsoft.com/office/drawing/2014/main" id="{52CDB5BB-347A-436C-863B-79895452947D}"/>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sp>
        <p:nvSpPr>
          <p:cNvPr id="752652" name="标题 752651"/>
          <p:cNvSpPr>
            <a:spLocks noGrp="1"/>
          </p:cNvSpPr>
          <p:nvPr>
            <p:ph type="ctrTitle"/>
          </p:nvPr>
        </p:nvSpPr>
        <p:spPr>
          <a:xfrm>
            <a:off x="827088" y="1052513"/>
            <a:ext cx="8137525" cy="1462087"/>
          </a:xfrm>
          <a:prstGeom prst="rect">
            <a:avLst/>
          </a:prstGeom>
          <a:noFill/>
          <a:ln w="9525">
            <a:noFill/>
          </a:ln>
        </p:spPr>
        <p:txBody>
          <a:bodyPr/>
          <a:lstStyle>
            <a:lvl1pPr lvl="0" algn="ctr">
              <a:buClrTx/>
              <a:buSzTx/>
              <a:buFontTx/>
              <a:defRPr sz="4800">
                <a:ea typeface="隶书" panose="02010509060101010101" pitchFamily="49" charset="-122"/>
              </a:defRPr>
            </a:lvl1pPr>
          </a:lstStyle>
          <a:p>
            <a:pPr lvl="0"/>
            <a:r>
              <a:rPr lang="zh-CN" altLang="en-US" noProof="1"/>
              <a:t>单击此处编辑母版标题样式</a:t>
            </a:r>
          </a:p>
        </p:txBody>
      </p:sp>
      <p:sp>
        <p:nvSpPr>
          <p:cNvPr id="752653" name="副标题 752652"/>
          <p:cNvSpPr>
            <a:spLocks noGrp="1"/>
          </p:cNvSpPr>
          <p:nvPr>
            <p:ph type="subTitle" idx="1"/>
          </p:nvPr>
        </p:nvSpPr>
        <p:spPr>
          <a:xfrm>
            <a:off x="1371600" y="3716338"/>
            <a:ext cx="6400800" cy="1752600"/>
          </a:xfrm>
          <a:prstGeom prst="rect">
            <a:avLst/>
          </a:prstGeom>
          <a:noFill/>
          <a:ln w="9525">
            <a:noFill/>
          </a:ln>
        </p:spPr>
        <p:txBody>
          <a:bodyPr anchor="t"/>
          <a:lstStyle>
            <a:lvl1pPr marL="0" lvl="0" indent="0" algn="ctr">
              <a:buClr>
                <a:schemeClr val="folHlink"/>
              </a:buClr>
              <a:buSzPct val="60000"/>
              <a:buFont typeface="Wingdings" panose="05000000000000000000" pitchFamily="2" charset="2"/>
              <a:defRPr/>
            </a:lvl1pPr>
            <a:lvl2pPr marL="457200" lvl="1" indent="0" algn="ctr">
              <a:buClr>
                <a:schemeClr val="hlink"/>
              </a:buClr>
              <a:buSzPct val="55000"/>
              <a:buFont typeface="Wingdings" panose="05000000000000000000" pitchFamily="2" charset="2"/>
              <a:buNone/>
              <a:defRPr/>
            </a:lvl2pPr>
            <a:lvl3pPr marL="914400" lvl="2" indent="0" algn="ctr">
              <a:buClr>
                <a:schemeClr val="folHlink"/>
              </a:buClr>
              <a:buSzPct val="50000"/>
              <a:buFont typeface="Wingdings" panose="05000000000000000000" pitchFamily="2" charset="2"/>
              <a:buNone/>
              <a:defRPr/>
            </a:lvl3pPr>
            <a:lvl4pPr marL="1371600" lvl="3" indent="0" algn="ctr">
              <a:buClr>
                <a:schemeClr val="accent2"/>
              </a:buClr>
              <a:buSzPct val="55000"/>
              <a:buFont typeface="Wingdings" panose="05000000000000000000" pitchFamily="2" charset="2"/>
              <a:buNone/>
              <a:defRPr/>
            </a:lvl4pPr>
            <a:lvl5pPr marL="1828800" lvl="4" indent="0" algn="ctr">
              <a:buClr>
                <a:schemeClr val="accent1"/>
              </a:buClr>
              <a:buSzPct val="50000"/>
              <a:buFont typeface="Wingdings" panose="05000000000000000000" pitchFamily="2" charset="2"/>
              <a:buNone/>
              <a:defRPr/>
            </a:lvl5pPr>
          </a:lstStyle>
          <a:p>
            <a:pPr lvl="0"/>
            <a:r>
              <a:rPr lang="zh-CN" altLang="en-US" noProof="1"/>
              <a:t>单击此处编辑母版副标题样式</a:t>
            </a:r>
          </a:p>
        </p:txBody>
      </p:sp>
      <p:sp>
        <p:nvSpPr>
          <p:cNvPr id="14" name="日期占位符 752653">
            <a:extLst>
              <a:ext uri="{FF2B5EF4-FFF2-40B4-BE49-F238E27FC236}">
                <a16:creationId xmlns:a16="http://schemas.microsoft.com/office/drawing/2014/main" id="{9FCC1F1F-876C-4055-9943-EB3B0FA2BD58}"/>
              </a:ext>
            </a:extLst>
          </p:cNvPr>
          <p:cNvSpPr>
            <a:spLocks noGrp="1"/>
          </p:cNvSpPr>
          <p:nvPr>
            <p:ph type="dt" sz="half" idx="10"/>
          </p:nvPr>
        </p:nvSpPr>
        <p:spPr>
          <a:xfrm>
            <a:off x="990600" y="6248400"/>
            <a:ext cx="1905000" cy="457200"/>
          </a:xfrm>
        </p:spPr>
        <p:txBody>
          <a:bodyPr/>
          <a:lstStyle>
            <a:lvl1pPr>
              <a:defRPr sz="1400" dirty="0">
                <a:solidFill>
                  <a:schemeClr val="bg2"/>
                </a:solidFill>
                <a:latin typeface="Tahoma" panose="020B0604030504040204" pitchFamily="34" charset="0"/>
              </a:defRPr>
            </a:lvl1pPr>
          </a:lstStyle>
          <a:p>
            <a:fld id="{BB962C8B-B14F-4D97-AF65-F5344CB8AC3E}" type="datetime1">
              <a:rPr lang="zh-CN" altLang="en-US"/>
              <a:pPr/>
              <a:t>2021-3-7</a:t>
            </a:fld>
            <a:endParaRPr lang="zh-CN" altLang="en-US">
              <a:latin typeface="Times New Roman" panose="02020603050405020304" pitchFamily="18" charset="0"/>
            </a:endParaRPr>
          </a:p>
        </p:txBody>
      </p:sp>
      <p:sp>
        <p:nvSpPr>
          <p:cNvPr id="15" name="页脚占位符 752654">
            <a:extLst>
              <a:ext uri="{FF2B5EF4-FFF2-40B4-BE49-F238E27FC236}">
                <a16:creationId xmlns:a16="http://schemas.microsoft.com/office/drawing/2014/main" id="{E29F2659-2CF0-4413-BBB8-A143F78B4B4A}"/>
              </a:ext>
            </a:extLst>
          </p:cNvPr>
          <p:cNvSpPr>
            <a:spLocks noGrp="1"/>
          </p:cNvSpPr>
          <p:nvPr>
            <p:ph type="ftr" sz="quarter" idx="11"/>
          </p:nvPr>
        </p:nvSpPr>
        <p:spPr>
          <a:xfrm>
            <a:off x="3429000" y="6248400"/>
            <a:ext cx="2895600" cy="457200"/>
          </a:xfrm>
        </p:spPr>
        <p:txBody>
          <a:bodyPr/>
          <a:lstStyle>
            <a:lvl1pPr algn="ctr">
              <a:defRPr sz="1400" dirty="0">
                <a:solidFill>
                  <a:schemeClr val="bg2"/>
                </a:solidFill>
                <a:latin typeface="Tahoma" panose="020B0604030504040204" pitchFamily="34" charset="0"/>
              </a:defRPr>
            </a:lvl1pPr>
          </a:lstStyle>
          <a:p>
            <a:endParaRPr lang="zh-CN" altLang="en-US"/>
          </a:p>
        </p:txBody>
      </p:sp>
      <p:sp>
        <p:nvSpPr>
          <p:cNvPr id="16" name="灯片编号占位符 752655">
            <a:extLst>
              <a:ext uri="{FF2B5EF4-FFF2-40B4-BE49-F238E27FC236}">
                <a16:creationId xmlns:a16="http://schemas.microsoft.com/office/drawing/2014/main" id="{6C8B08B8-133F-492C-9924-2C349CBEEA27}"/>
              </a:ext>
            </a:extLst>
          </p:cNvPr>
          <p:cNvSpPr>
            <a:spLocks noGrp="1"/>
          </p:cNvSpPr>
          <p:nvPr>
            <p:ph type="sldNum" sz="quarter" idx="12"/>
          </p:nvPr>
        </p:nvSpPr>
        <p:spPr>
          <a:xfrm>
            <a:off x="6858000" y="6248400"/>
            <a:ext cx="1905000" cy="457200"/>
          </a:xfrm>
        </p:spPr>
        <p:txBody>
          <a:bodyPr/>
          <a:lstStyle>
            <a:lvl1pPr algn="r">
              <a:defRPr sz="1400">
                <a:solidFill>
                  <a:schemeClr val="bg2"/>
                </a:solidFill>
                <a:latin typeface="Tahoma" panose="020B0604030504040204" pitchFamily="34" charset="0"/>
              </a:defRPr>
            </a:lvl1pPr>
          </a:lstStyle>
          <a:p>
            <a:endParaRPr lang="en-US" altLang="zh-CN"/>
          </a:p>
        </p:txBody>
      </p:sp>
    </p:spTree>
    <p:extLst>
      <p:ext uri="{BB962C8B-B14F-4D97-AF65-F5344CB8AC3E}">
        <p14:creationId xmlns:p14="http://schemas.microsoft.com/office/powerpoint/2010/main" val="1212857213"/>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751626">
            <a:extLst>
              <a:ext uri="{FF2B5EF4-FFF2-40B4-BE49-F238E27FC236}">
                <a16:creationId xmlns:a16="http://schemas.microsoft.com/office/drawing/2014/main" id="{492133AE-27CD-4089-ABFB-183144CDC682}"/>
              </a:ext>
            </a:extLst>
          </p:cNvPr>
          <p:cNvSpPr>
            <a:spLocks noGrp="1"/>
          </p:cNvSpPr>
          <p:nvPr>
            <p:ph type="dt" sz="half" idx="10"/>
          </p:nvPr>
        </p:nvSpPr>
        <p:spPr>
          <a:ln/>
        </p:spPr>
        <p:txBody>
          <a:bodyPr/>
          <a:lstStyle>
            <a:lvl1pPr>
              <a:defRPr/>
            </a:lvl1pPr>
          </a:lstStyle>
          <a:p>
            <a:endParaRPr lang="zh-CN" altLang="en-US"/>
          </a:p>
        </p:txBody>
      </p:sp>
      <p:sp>
        <p:nvSpPr>
          <p:cNvPr id="5" name="页脚占位符 751627">
            <a:extLst>
              <a:ext uri="{FF2B5EF4-FFF2-40B4-BE49-F238E27FC236}">
                <a16:creationId xmlns:a16="http://schemas.microsoft.com/office/drawing/2014/main" id="{CBDD8757-0BBF-407C-B590-419CE7ABCD41}"/>
              </a:ext>
            </a:extLst>
          </p:cNvPr>
          <p:cNvSpPr>
            <a:spLocks noGrp="1"/>
          </p:cNvSpPr>
          <p:nvPr>
            <p:ph type="ftr" sz="quarter" idx="11"/>
          </p:nvPr>
        </p:nvSpPr>
        <p:spPr>
          <a:ln/>
        </p:spPr>
        <p:txBody>
          <a:bodyPr/>
          <a:lstStyle>
            <a:lvl1pPr>
              <a:defRPr/>
            </a:lvl1pPr>
          </a:lstStyle>
          <a:p>
            <a:endParaRPr lang="zh-CN" altLang="en-US"/>
          </a:p>
        </p:txBody>
      </p:sp>
      <p:sp>
        <p:nvSpPr>
          <p:cNvPr id="6" name="灯片编号占位符 751628">
            <a:extLst>
              <a:ext uri="{FF2B5EF4-FFF2-40B4-BE49-F238E27FC236}">
                <a16:creationId xmlns:a16="http://schemas.microsoft.com/office/drawing/2014/main" id="{92879E85-9BA0-44FF-820B-92F0472E6C4E}"/>
              </a:ext>
            </a:extLst>
          </p:cNvPr>
          <p:cNvSpPr>
            <a:spLocks noGrp="1"/>
          </p:cNvSpPr>
          <p:nvPr>
            <p:ph type="sldNum" sz="quarter" idx="12"/>
          </p:nvPr>
        </p:nvSpPr>
        <p:spPr>
          <a:ln/>
        </p:spPr>
        <p:txBody>
          <a:bodyPr/>
          <a:lstStyle>
            <a:lvl1pPr>
              <a:defRPr/>
            </a:lvl1pPr>
          </a:lstStyle>
          <a:p>
            <a:endParaRPr lang="en-US" altLang="zh-CN"/>
          </a:p>
        </p:txBody>
      </p:sp>
    </p:spTree>
    <p:extLst>
      <p:ext uri="{BB962C8B-B14F-4D97-AF65-F5344CB8AC3E}">
        <p14:creationId xmlns:p14="http://schemas.microsoft.com/office/powerpoint/2010/main" val="1331272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日期占位符 751626">
            <a:extLst>
              <a:ext uri="{FF2B5EF4-FFF2-40B4-BE49-F238E27FC236}">
                <a16:creationId xmlns:a16="http://schemas.microsoft.com/office/drawing/2014/main" id="{12D7B75A-AF64-45E6-9455-C706C705A456}"/>
              </a:ext>
            </a:extLst>
          </p:cNvPr>
          <p:cNvSpPr>
            <a:spLocks noGrp="1"/>
          </p:cNvSpPr>
          <p:nvPr>
            <p:ph type="dt" sz="half" idx="10"/>
          </p:nvPr>
        </p:nvSpPr>
        <p:spPr>
          <a:ln/>
        </p:spPr>
        <p:txBody>
          <a:bodyPr/>
          <a:lstStyle>
            <a:lvl1pPr>
              <a:defRPr/>
            </a:lvl1pPr>
          </a:lstStyle>
          <a:p>
            <a:endParaRPr lang="zh-CN" altLang="en-US"/>
          </a:p>
        </p:txBody>
      </p:sp>
      <p:sp>
        <p:nvSpPr>
          <p:cNvPr id="5" name="页脚占位符 751627">
            <a:extLst>
              <a:ext uri="{FF2B5EF4-FFF2-40B4-BE49-F238E27FC236}">
                <a16:creationId xmlns:a16="http://schemas.microsoft.com/office/drawing/2014/main" id="{169D2D52-777B-4B67-A0BE-9CD1D4BB0F9C}"/>
              </a:ext>
            </a:extLst>
          </p:cNvPr>
          <p:cNvSpPr>
            <a:spLocks noGrp="1"/>
          </p:cNvSpPr>
          <p:nvPr>
            <p:ph type="ftr" sz="quarter" idx="11"/>
          </p:nvPr>
        </p:nvSpPr>
        <p:spPr>
          <a:ln/>
        </p:spPr>
        <p:txBody>
          <a:bodyPr/>
          <a:lstStyle>
            <a:lvl1pPr>
              <a:defRPr/>
            </a:lvl1pPr>
          </a:lstStyle>
          <a:p>
            <a:endParaRPr lang="zh-CN" altLang="en-US"/>
          </a:p>
        </p:txBody>
      </p:sp>
      <p:sp>
        <p:nvSpPr>
          <p:cNvPr id="6" name="灯片编号占位符 751628">
            <a:extLst>
              <a:ext uri="{FF2B5EF4-FFF2-40B4-BE49-F238E27FC236}">
                <a16:creationId xmlns:a16="http://schemas.microsoft.com/office/drawing/2014/main" id="{F856972F-738C-4F9E-BBB6-61D136A7EDEF}"/>
              </a:ext>
            </a:extLst>
          </p:cNvPr>
          <p:cNvSpPr>
            <a:spLocks noGrp="1"/>
          </p:cNvSpPr>
          <p:nvPr>
            <p:ph type="sldNum" sz="quarter" idx="12"/>
          </p:nvPr>
        </p:nvSpPr>
        <p:spPr>
          <a:ln/>
        </p:spPr>
        <p:txBody>
          <a:bodyPr/>
          <a:lstStyle>
            <a:lvl1pPr>
              <a:defRPr/>
            </a:lvl1pPr>
          </a:lstStyle>
          <a:p>
            <a:endParaRPr lang="en-US" altLang="zh-CN"/>
          </a:p>
        </p:txBody>
      </p:sp>
    </p:spTree>
    <p:extLst>
      <p:ext uri="{BB962C8B-B14F-4D97-AF65-F5344CB8AC3E}">
        <p14:creationId xmlns:p14="http://schemas.microsoft.com/office/powerpoint/2010/main" val="1691733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11188" y="1258888"/>
            <a:ext cx="3916600" cy="5338762"/>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87650" y="1258888"/>
            <a:ext cx="3916600" cy="5338762"/>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751626">
            <a:extLst>
              <a:ext uri="{FF2B5EF4-FFF2-40B4-BE49-F238E27FC236}">
                <a16:creationId xmlns:a16="http://schemas.microsoft.com/office/drawing/2014/main" id="{41E605DC-6CB1-4D1A-8A43-D7DC3FB8A856}"/>
              </a:ext>
            </a:extLst>
          </p:cNvPr>
          <p:cNvSpPr>
            <a:spLocks noGrp="1"/>
          </p:cNvSpPr>
          <p:nvPr>
            <p:ph type="dt" sz="half" idx="10"/>
          </p:nvPr>
        </p:nvSpPr>
        <p:spPr>
          <a:ln/>
        </p:spPr>
        <p:txBody>
          <a:bodyPr/>
          <a:lstStyle>
            <a:lvl1pPr>
              <a:defRPr/>
            </a:lvl1pPr>
          </a:lstStyle>
          <a:p>
            <a:endParaRPr lang="zh-CN" altLang="en-US"/>
          </a:p>
        </p:txBody>
      </p:sp>
      <p:sp>
        <p:nvSpPr>
          <p:cNvPr id="6" name="页脚占位符 751627">
            <a:extLst>
              <a:ext uri="{FF2B5EF4-FFF2-40B4-BE49-F238E27FC236}">
                <a16:creationId xmlns:a16="http://schemas.microsoft.com/office/drawing/2014/main" id="{1A2E529F-FDE6-4AF6-A3D4-2E3C3DA7D639}"/>
              </a:ext>
            </a:extLst>
          </p:cNvPr>
          <p:cNvSpPr>
            <a:spLocks noGrp="1"/>
          </p:cNvSpPr>
          <p:nvPr>
            <p:ph type="ftr" sz="quarter" idx="11"/>
          </p:nvPr>
        </p:nvSpPr>
        <p:spPr>
          <a:ln/>
        </p:spPr>
        <p:txBody>
          <a:bodyPr/>
          <a:lstStyle>
            <a:lvl1pPr>
              <a:defRPr/>
            </a:lvl1pPr>
          </a:lstStyle>
          <a:p>
            <a:endParaRPr lang="zh-CN" altLang="en-US"/>
          </a:p>
        </p:txBody>
      </p:sp>
      <p:sp>
        <p:nvSpPr>
          <p:cNvPr id="7" name="灯片编号占位符 751628">
            <a:extLst>
              <a:ext uri="{FF2B5EF4-FFF2-40B4-BE49-F238E27FC236}">
                <a16:creationId xmlns:a16="http://schemas.microsoft.com/office/drawing/2014/main" id="{092B5974-03AA-46FE-8A1F-30E78BC0AF5A}"/>
              </a:ext>
            </a:extLst>
          </p:cNvPr>
          <p:cNvSpPr>
            <a:spLocks noGrp="1"/>
          </p:cNvSpPr>
          <p:nvPr>
            <p:ph type="sldNum" sz="quarter" idx="12"/>
          </p:nvPr>
        </p:nvSpPr>
        <p:spPr>
          <a:ln/>
        </p:spPr>
        <p:txBody>
          <a:bodyPr/>
          <a:lstStyle>
            <a:lvl1pPr>
              <a:defRPr/>
            </a:lvl1pPr>
          </a:lstStyle>
          <a:p>
            <a:endParaRPr lang="en-US" altLang="zh-CN"/>
          </a:p>
        </p:txBody>
      </p:sp>
    </p:spTree>
    <p:extLst>
      <p:ext uri="{BB962C8B-B14F-4D97-AF65-F5344CB8AC3E}">
        <p14:creationId xmlns:p14="http://schemas.microsoft.com/office/powerpoint/2010/main" val="4157470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751626">
            <a:extLst>
              <a:ext uri="{FF2B5EF4-FFF2-40B4-BE49-F238E27FC236}">
                <a16:creationId xmlns:a16="http://schemas.microsoft.com/office/drawing/2014/main" id="{0269F14D-EB36-4D6E-8676-73A3ACF90C00}"/>
              </a:ext>
            </a:extLst>
          </p:cNvPr>
          <p:cNvSpPr>
            <a:spLocks noGrp="1"/>
          </p:cNvSpPr>
          <p:nvPr>
            <p:ph type="dt" sz="half" idx="10"/>
          </p:nvPr>
        </p:nvSpPr>
        <p:spPr>
          <a:ln/>
        </p:spPr>
        <p:txBody>
          <a:bodyPr/>
          <a:lstStyle>
            <a:lvl1pPr>
              <a:defRPr/>
            </a:lvl1pPr>
          </a:lstStyle>
          <a:p>
            <a:endParaRPr lang="zh-CN" altLang="en-US"/>
          </a:p>
        </p:txBody>
      </p:sp>
      <p:sp>
        <p:nvSpPr>
          <p:cNvPr id="8" name="页脚占位符 751627">
            <a:extLst>
              <a:ext uri="{FF2B5EF4-FFF2-40B4-BE49-F238E27FC236}">
                <a16:creationId xmlns:a16="http://schemas.microsoft.com/office/drawing/2014/main" id="{04DA16BC-B198-4E1B-90C0-4C33B16E3EE3}"/>
              </a:ext>
            </a:extLst>
          </p:cNvPr>
          <p:cNvSpPr>
            <a:spLocks noGrp="1"/>
          </p:cNvSpPr>
          <p:nvPr>
            <p:ph type="ftr" sz="quarter" idx="11"/>
          </p:nvPr>
        </p:nvSpPr>
        <p:spPr>
          <a:ln/>
        </p:spPr>
        <p:txBody>
          <a:bodyPr/>
          <a:lstStyle>
            <a:lvl1pPr>
              <a:defRPr/>
            </a:lvl1pPr>
          </a:lstStyle>
          <a:p>
            <a:endParaRPr lang="zh-CN" altLang="en-US"/>
          </a:p>
        </p:txBody>
      </p:sp>
      <p:sp>
        <p:nvSpPr>
          <p:cNvPr id="9" name="灯片编号占位符 751628">
            <a:extLst>
              <a:ext uri="{FF2B5EF4-FFF2-40B4-BE49-F238E27FC236}">
                <a16:creationId xmlns:a16="http://schemas.microsoft.com/office/drawing/2014/main" id="{E8A578F0-B75D-42DA-926D-B31A5A5FDA78}"/>
              </a:ext>
            </a:extLst>
          </p:cNvPr>
          <p:cNvSpPr>
            <a:spLocks noGrp="1"/>
          </p:cNvSpPr>
          <p:nvPr>
            <p:ph type="sldNum" sz="quarter" idx="12"/>
          </p:nvPr>
        </p:nvSpPr>
        <p:spPr>
          <a:ln/>
        </p:spPr>
        <p:txBody>
          <a:bodyPr/>
          <a:lstStyle>
            <a:lvl1pPr>
              <a:defRPr/>
            </a:lvl1pPr>
          </a:lstStyle>
          <a:p>
            <a:endParaRPr lang="en-US" altLang="zh-CN"/>
          </a:p>
        </p:txBody>
      </p:sp>
    </p:spTree>
    <p:extLst>
      <p:ext uri="{BB962C8B-B14F-4D97-AF65-F5344CB8AC3E}">
        <p14:creationId xmlns:p14="http://schemas.microsoft.com/office/powerpoint/2010/main" val="21042713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751626">
            <a:extLst>
              <a:ext uri="{FF2B5EF4-FFF2-40B4-BE49-F238E27FC236}">
                <a16:creationId xmlns:a16="http://schemas.microsoft.com/office/drawing/2014/main" id="{A20EA267-6896-4C35-B7B4-C09762739E83}"/>
              </a:ext>
            </a:extLst>
          </p:cNvPr>
          <p:cNvSpPr>
            <a:spLocks noGrp="1"/>
          </p:cNvSpPr>
          <p:nvPr>
            <p:ph type="dt" sz="half" idx="10"/>
          </p:nvPr>
        </p:nvSpPr>
        <p:spPr>
          <a:ln/>
        </p:spPr>
        <p:txBody>
          <a:bodyPr/>
          <a:lstStyle>
            <a:lvl1pPr>
              <a:defRPr/>
            </a:lvl1pPr>
          </a:lstStyle>
          <a:p>
            <a:endParaRPr lang="zh-CN" altLang="en-US"/>
          </a:p>
        </p:txBody>
      </p:sp>
      <p:sp>
        <p:nvSpPr>
          <p:cNvPr id="4" name="页脚占位符 751627">
            <a:extLst>
              <a:ext uri="{FF2B5EF4-FFF2-40B4-BE49-F238E27FC236}">
                <a16:creationId xmlns:a16="http://schemas.microsoft.com/office/drawing/2014/main" id="{409F81EF-3F02-4B3D-82A8-4E75CB73A2BF}"/>
              </a:ext>
            </a:extLst>
          </p:cNvPr>
          <p:cNvSpPr>
            <a:spLocks noGrp="1"/>
          </p:cNvSpPr>
          <p:nvPr>
            <p:ph type="ftr" sz="quarter" idx="11"/>
          </p:nvPr>
        </p:nvSpPr>
        <p:spPr>
          <a:ln/>
        </p:spPr>
        <p:txBody>
          <a:bodyPr/>
          <a:lstStyle>
            <a:lvl1pPr>
              <a:defRPr/>
            </a:lvl1pPr>
          </a:lstStyle>
          <a:p>
            <a:endParaRPr lang="zh-CN" altLang="en-US"/>
          </a:p>
        </p:txBody>
      </p:sp>
      <p:sp>
        <p:nvSpPr>
          <p:cNvPr id="5" name="灯片编号占位符 751628">
            <a:extLst>
              <a:ext uri="{FF2B5EF4-FFF2-40B4-BE49-F238E27FC236}">
                <a16:creationId xmlns:a16="http://schemas.microsoft.com/office/drawing/2014/main" id="{3EBB191B-8964-4E47-8B86-5EC5F74357E7}"/>
              </a:ext>
            </a:extLst>
          </p:cNvPr>
          <p:cNvSpPr>
            <a:spLocks noGrp="1"/>
          </p:cNvSpPr>
          <p:nvPr>
            <p:ph type="sldNum" sz="quarter" idx="12"/>
          </p:nvPr>
        </p:nvSpPr>
        <p:spPr>
          <a:ln/>
        </p:spPr>
        <p:txBody>
          <a:bodyPr/>
          <a:lstStyle>
            <a:lvl1pPr>
              <a:defRPr/>
            </a:lvl1pPr>
          </a:lstStyle>
          <a:p>
            <a:endParaRPr lang="en-US" altLang="zh-CN"/>
          </a:p>
        </p:txBody>
      </p:sp>
    </p:spTree>
    <p:extLst>
      <p:ext uri="{BB962C8B-B14F-4D97-AF65-F5344CB8AC3E}">
        <p14:creationId xmlns:p14="http://schemas.microsoft.com/office/powerpoint/2010/main" val="39110800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751626">
            <a:extLst>
              <a:ext uri="{FF2B5EF4-FFF2-40B4-BE49-F238E27FC236}">
                <a16:creationId xmlns:a16="http://schemas.microsoft.com/office/drawing/2014/main" id="{F894D3B8-477F-497C-BB67-D61F7B60A9DB}"/>
              </a:ext>
            </a:extLst>
          </p:cNvPr>
          <p:cNvSpPr>
            <a:spLocks noGrp="1"/>
          </p:cNvSpPr>
          <p:nvPr>
            <p:ph type="dt" sz="half" idx="10"/>
          </p:nvPr>
        </p:nvSpPr>
        <p:spPr>
          <a:ln/>
        </p:spPr>
        <p:txBody>
          <a:bodyPr/>
          <a:lstStyle>
            <a:lvl1pPr>
              <a:defRPr/>
            </a:lvl1pPr>
          </a:lstStyle>
          <a:p>
            <a:endParaRPr lang="zh-CN" altLang="en-US"/>
          </a:p>
        </p:txBody>
      </p:sp>
      <p:sp>
        <p:nvSpPr>
          <p:cNvPr id="3" name="页脚占位符 751627">
            <a:extLst>
              <a:ext uri="{FF2B5EF4-FFF2-40B4-BE49-F238E27FC236}">
                <a16:creationId xmlns:a16="http://schemas.microsoft.com/office/drawing/2014/main" id="{74E0C444-A229-41B0-89E3-DA4E9CBA8CEA}"/>
              </a:ext>
            </a:extLst>
          </p:cNvPr>
          <p:cNvSpPr>
            <a:spLocks noGrp="1"/>
          </p:cNvSpPr>
          <p:nvPr>
            <p:ph type="ftr" sz="quarter" idx="11"/>
          </p:nvPr>
        </p:nvSpPr>
        <p:spPr>
          <a:ln/>
        </p:spPr>
        <p:txBody>
          <a:bodyPr/>
          <a:lstStyle>
            <a:lvl1pPr>
              <a:defRPr/>
            </a:lvl1pPr>
          </a:lstStyle>
          <a:p>
            <a:endParaRPr lang="zh-CN" altLang="en-US"/>
          </a:p>
        </p:txBody>
      </p:sp>
      <p:sp>
        <p:nvSpPr>
          <p:cNvPr id="4" name="灯片编号占位符 751628">
            <a:extLst>
              <a:ext uri="{FF2B5EF4-FFF2-40B4-BE49-F238E27FC236}">
                <a16:creationId xmlns:a16="http://schemas.microsoft.com/office/drawing/2014/main" id="{A1989444-8BA8-4FEF-B44A-DDCB2507AD46}"/>
              </a:ext>
            </a:extLst>
          </p:cNvPr>
          <p:cNvSpPr>
            <a:spLocks noGrp="1"/>
          </p:cNvSpPr>
          <p:nvPr>
            <p:ph type="sldNum" sz="quarter" idx="12"/>
          </p:nvPr>
        </p:nvSpPr>
        <p:spPr>
          <a:ln/>
        </p:spPr>
        <p:txBody>
          <a:bodyPr/>
          <a:lstStyle>
            <a:lvl1pPr>
              <a:defRPr/>
            </a:lvl1pPr>
          </a:lstStyle>
          <a:p>
            <a:endParaRPr lang="en-US" altLang="zh-CN"/>
          </a:p>
        </p:txBody>
      </p:sp>
    </p:spTree>
    <p:extLst>
      <p:ext uri="{BB962C8B-B14F-4D97-AF65-F5344CB8AC3E}">
        <p14:creationId xmlns:p14="http://schemas.microsoft.com/office/powerpoint/2010/main" val="39602366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日期占位符 751626">
            <a:extLst>
              <a:ext uri="{FF2B5EF4-FFF2-40B4-BE49-F238E27FC236}">
                <a16:creationId xmlns:a16="http://schemas.microsoft.com/office/drawing/2014/main" id="{79E43CE7-61C6-4330-B831-10063CC0B4B5}"/>
              </a:ext>
            </a:extLst>
          </p:cNvPr>
          <p:cNvSpPr>
            <a:spLocks noGrp="1"/>
          </p:cNvSpPr>
          <p:nvPr>
            <p:ph type="dt" sz="half" idx="10"/>
          </p:nvPr>
        </p:nvSpPr>
        <p:spPr>
          <a:ln/>
        </p:spPr>
        <p:txBody>
          <a:bodyPr/>
          <a:lstStyle>
            <a:lvl1pPr>
              <a:defRPr/>
            </a:lvl1pPr>
          </a:lstStyle>
          <a:p>
            <a:endParaRPr lang="zh-CN" altLang="en-US"/>
          </a:p>
        </p:txBody>
      </p:sp>
      <p:sp>
        <p:nvSpPr>
          <p:cNvPr id="6" name="页脚占位符 751627">
            <a:extLst>
              <a:ext uri="{FF2B5EF4-FFF2-40B4-BE49-F238E27FC236}">
                <a16:creationId xmlns:a16="http://schemas.microsoft.com/office/drawing/2014/main" id="{8727E69B-0322-4CE7-9768-36954B93E060}"/>
              </a:ext>
            </a:extLst>
          </p:cNvPr>
          <p:cNvSpPr>
            <a:spLocks noGrp="1"/>
          </p:cNvSpPr>
          <p:nvPr>
            <p:ph type="ftr" sz="quarter" idx="11"/>
          </p:nvPr>
        </p:nvSpPr>
        <p:spPr>
          <a:ln/>
        </p:spPr>
        <p:txBody>
          <a:bodyPr/>
          <a:lstStyle>
            <a:lvl1pPr>
              <a:defRPr/>
            </a:lvl1pPr>
          </a:lstStyle>
          <a:p>
            <a:endParaRPr lang="zh-CN" altLang="en-US"/>
          </a:p>
        </p:txBody>
      </p:sp>
      <p:sp>
        <p:nvSpPr>
          <p:cNvPr id="7" name="灯片编号占位符 751628">
            <a:extLst>
              <a:ext uri="{FF2B5EF4-FFF2-40B4-BE49-F238E27FC236}">
                <a16:creationId xmlns:a16="http://schemas.microsoft.com/office/drawing/2014/main" id="{62FF448D-4846-4F93-B311-EED8CB0AF1C3}"/>
              </a:ext>
            </a:extLst>
          </p:cNvPr>
          <p:cNvSpPr>
            <a:spLocks noGrp="1"/>
          </p:cNvSpPr>
          <p:nvPr>
            <p:ph type="sldNum" sz="quarter" idx="12"/>
          </p:nvPr>
        </p:nvSpPr>
        <p:spPr>
          <a:ln/>
        </p:spPr>
        <p:txBody>
          <a:bodyPr/>
          <a:lstStyle>
            <a:lvl1pPr>
              <a:defRPr/>
            </a:lvl1pPr>
          </a:lstStyle>
          <a:p>
            <a:endParaRPr lang="en-US" altLang="zh-CN"/>
          </a:p>
        </p:txBody>
      </p:sp>
    </p:spTree>
    <p:extLst>
      <p:ext uri="{BB962C8B-B14F-4D97-AF65-F5344CB8AC3E}">
        <p14:creationId xmlns:p14="http://schemas.microsoft.com/office/powerpoint/2010/main" val="2359155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p>
        </p:txBody>
      </p:sp>
      <p:sp>
        <p:nvSpPr>
          <p:cNvPr id="5" name="日期占位符 751626">
            <a:extLst>
              <a:ext uri="{FF2B5EF4-FFF2-40B4-BE49-F238E27FC236}">
                <a16:creationId xmlns:a16="http://schemas.microsoft.com/office/drawing/2014/main" id="{F6E13E3C-750C-4693-B598-B9338AB62E54}"/>
              </a:ext>
            </a:extLst>
          </p:cNvPr>
          <p:cNvSpPr>
            <a:spLocks noGrp="1"/>
          </p:cNvSpPr>
          <p:nvPr>
            <p:ph type="dt" sz="half" idx="10"/>
          </p:nvPr>
        </p:nvSpPr>
        <p:spPr>
          <a:ln/>
        </p:spPr>
        <p:txBody>
          <a:bodyPr/>
          <a:lstStyle>
            <a:lvl1pPr>
              <a:defRPr/>
            </a:lvl1pPr>
          </a:lstStyle>
          <a:p>
            <a:endParaRPr lang="zh-CN" altLang="en-US"/>
          </a:p>
        </p:txBody>
      </p:sp>
      <p:sp>
        <p:nvSpPr>
          <p:cNvPr id="6" name="页脚占位符 751627">
            <a:extLst>
              <a:ext uri="{FF2B5EF4-FFF2-40B4-BE49-F238E27FC236}">
                <a16:creationId xmlns:a16="http://schemas.microsoft.com/office/drawing/2014/main" id="{C9CA9FF9-8D5F-4FF4-99BA-205D36029E1C}"/>
              </a:ext>
            </a:extLst>
          </p:cNvPr>
          <p:cNvSpPr>
            <a:spLocks noGrp="1"/>
          </p:cNvSpPr>
          <p:nvPr>
            <p:ph type="ftr" sz="quarter" idx="11"/>
          </p:nvPr>
        </p:nvSpPr>
        <p:spPr>
          <a:ln/>
        </p:spPr>
        <p:txBody>
          <a:bodyPr/>
          <a:lstStyle>
            <a:lvl1pPr>
              <a:defRPr/>
            </a:lvl1pPr>
          </a:lstStyle>
          <a:p>
            <a:endParaRPr lang="zh-CN" altLang="en-US"/>
          </a:p>
        </p:txBody>
      </p:sp>
      <p:sp>
        <p:nvSpPr>
          <p:cNvPr id="7" name="灯片编号占位符 751628">
            <a:extLst>
              <a:ext uri="{FF2B5EF4-FFF2-40B4-BE49-F238E27FC236}">
                <a16:creationId xmlns:a16="http://schemas.microsoft.com/office/drawing/2014/main" id="{D1A7891D-E28C-4457-8341-20002E8FD6BE}"/>
              </a:ext>
            </a:extLst>
          </p:cNvPr>
          <p:cNvSpPr>
            <a:spLocks noGrp="1"/>
          </p:cNvSpPr>
          <p:nvPr>
            <p:ph type="sldNum" sz="quarter" idx="12"/>
          </p:nvPr>
        </p:nvSpPr>
        <p:spPr>
          <a:ln/>
        </p:spPr>
        <p:txBody>
          <a:bodyPr/>
          <a:lstStyle>
            <a:lvl1pPr>
              <a:defRPr/>
            </a:lvl1pPr>
          </a:lstStyle>
          <a:p>
            <a:endParaRPr lang="en-US" altLang="zh-CN"/>
          </a:p>
        </p:txBody>
      </p:sp>
    </p:spTree>
    <p:extLst>
      <p:ext uri="{BB962C8B-B14F-4D97-AF65-F5344CB8AC3E}">
        <p14:creationId xmlns:p14="http://schemas.microsoft.com/office/powerpoint/2010/main" val="1445473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751626">
            <a:extLst>
              <a:ext uri="{FF2B5EF4-FFF2-40B4-BE49-F238E27FC236}">
                <a16:creationId xmlns:a16="http://schemas.microsoft.com/office/drawing/2014/main" id="{28E0C5C6-5CAA-4CE8-939A-7537298D839D}"/>
              </a:ext>
            </a:extLst>
          </p:cNvPr>
          <p:cNvSpPr>
            <a:spLocks noGrp="1"/>
          </p:cNvSpPr>
          <p:nvPr>
            <p:ph type="dt" sz="half" idx="10"/>
          </p:nvPr>
        </p:nvSpPr>
        <p:spPr>
          <a:ln/>
        </p:spPr>
        <p:txBody>
          <a:bodyPr/>
          <a:lstStyle>
            <a:lvl1pPr>
              <a:defRPr/>
            </a:lvl1pPr>
          </a:lstStyle>
          <a:p>
            <a:endParaRPr lang="zh-CN" altLang="en-US"/>
          </a:p>
        </p:txBody>
      </p:sp>
      <p:sp>
        <p:nvSpPr>
          <p:cNvPr id="5" name="页脚占位符 751627">
            <a:extLst>
              <a:ext uri="{FF2B5EF4-FFF2-40B4-BE49-F238E27FC236}">
                <a16:creationId xmlns:a16="http://schemas.microsoft.com/office/drawing/2014/main" id="{0EB8C0E5-0B33-4E1F-AF2A-7CC7B0462C17}"/>
              </a:ext>
            </a:extLst>
          </p:cNvPr>
          <p:cNvSpPr>
            <a:spLocks noGrp="1"/>
          </p:cNvSpPr>
          <p:nvPr>
            <p:ph type="ftr" sz="quarter" idx="11"/>
          </p:nvPr>
        </p:nvSpPr>
        <p:spPr>
          <a:ln/>
        </p:spPr>
        <p:txBody>
          <a:bodyPr/>
          <a:lstStyle>
            <a:lvl1pPr>
              <a:defRPr/>
            </a:lvl1pPr>
          </a:lstStyle>
          <a:p>
            <a:endParaRPr lang="zh-CN" altLang="en-US"/>
          </a:p>
        </p:txBody>
      </p:sp>
      <p:sp>
        <p:nvSpPr>
          <p:cNvPr id="6" name="灯片编号占位符 751628">
            <a:extLst>
              <a:ext uri="{FF2B5EF4-FFF2-40B4-BE49-F238E27FC236}">
                <a16:creationId xmlns:a16="http://schemas.microsoft.com/office/drawing/2014/main" id="{8A51EF70-E674-498B-8EE4-0CD2DBAE3D2E}"/>
              </a:ext>
            </a:extLst>
          </p:cNvPr>
          <p:cNvSpPr>
            <a:spLocks noGrp="1"/>
          </p:cNvSpPr>
          <p:nvPr>
            <p:ph type="sldNum" sz="quarter" idx="12"/>
          </p:nvPr>
        </p:nvSpPr>
        <p:spPr>
          <a:ln/>
        </p:spPr>
        <p:txBody>
          <a:bodyPr/>
          <a:lstStyle>
            <a:lvl1pPr>
              <a:defRPr/>
            </a:lvl1pPr>
          </a:lstStyle>
          <a:p>
            <a:endParaRPr lang="en-US" altLang="zh-CN"/>
          </a:p>
        </p:txBody>
      </p:sp>
    </p:spTree>
    <p:extLst>
      <p:ext uri="{BB962C8B-B14F-4D97-AF65-F5344CB8AC3E}">
        <p14:creationId xmlns:p14="http://schemas.microsoft.com/office/powerpoint/2010/main" val="1246405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60778" y="214313"/>
            <a:ext cx="2083197" cy="6383337"/>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11188" y="214313"/>
            <a:ext cx="6128825" cy="6383337"/>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751626">
            <a:extLst>
              <a:ext uri="{FF2B5EF4-FFF2-40B4-BE49-F238E27FC236}">
                <a16:creationId xmlns:a16="http://schemas.microsoft.com/office/drawing/2014/main" id="{DAC374CA-CF2A-4D82-9367-499578C57E3A}"/>
              </a:ext>
            </a:extLst>
          </p:cNvPr>
          <p:cNvSpPr>
            <a:spLocks noGrp="1"/>
          </p:cNvSpPr>
          <p:nvPr>
            <p:ph type="dt" sz="half" idx="10"/>
          </p:nvPr>
        </p:nvSpPr>
        <p:spPr>
          <a:ln/>
        </p:spPr>
        <p:txBody>
          <a:bodyPr/>
          <a:lstStyle>
            <a:lvl1pPr>
              <a:defRPr/>
            </a:lvl1pPr>
          </a:lstStyle>
          <a:p>
            <a:endParaRPr lang="zh-CN" altLang="en-US"/>
          </a:p>
        </p:txBody>
      </p:sp>
      <p:sp>
        <p:nvSpPr>
          <p:cNvPr id="5" name="页脚占位符 751627">
            <a:extLst>
              <a:ext uri="{FF2B5EF4-FFF2-40B4-BE49-F238E27FC236}">
                <a16:creationId xmlns:a16="http://schemas.microsoft.com/office/drawing/2014/main" id="{612C939C-002E-4375-BFA6-82FF813C7D54}"/>
              </a:ext>
            </a:extLst>
          </p:cNvPr>
          <p:cNvSpPr>
            <a:spLocks noGrp="1"/>
          </p:cNvSpPr>
          <p:nvPr>
            <p:ph type="ftr" sz="quarter" idx="11"/>
          </p:nvPr>
        </p:nvSpPr>
        <p:spPr>
          <a:ln/>
        </p:spPr>
        <p:txBody>
          <a:bodyPr/>
          <a:lstStyle>
            <a:lvl1pPr>
              <a:defRPr/>
            </a:lvl1pPr>
          </a:lstStyle>
          <a:p>
            <a:endParaRPr lang="zh-CN" altLang="en-US"/>
          </a:p>
        </p:txBody>
      </p:sp>
      <p:sp>
        <p:nvSpPr>
          <p:cNvPr id="6" name="灯片编号占位符 751628">
            <a:extLst>
              <a:ext uri="{FF2B5EF4-FFF2-40B4-BE49-F238E27FC236}">
                <a16:creationId xmlns:a16="http://schemas.microsoft.com/office/drawing/2014/main" id="{CB279A34-8DE7-4B00-8A3E-A5D46F7538EA}"/>
              </a:ext>
            </a:extLst>
          </p:cNvPr>
          <p:cNvSpPr>
            <a:spLocks noGrp="1"/>
          </p:cNvSpPr>
          <p:nvPr>
            <p:ph type="sldNum" sz="quarter" idx="12"/>
          </p:nvPr>
        </p:nvSpPr>
        <p:spPr>
          <a:ln/>
        </p:spPr>
        <p:txBody>
          <a:bodyPr/>
          <a:lstStyle>
            <a:lvl1pPr>
              <a:defRPr/>
            </a:lvl1pPr>
          </a:lstStyle>
          <a:p>
            <a:endParaRPr lang="en-US" altLang="zh-CN"/>
          </a:p>
        </p:txBody>
      </p:sp>
    </p:spTree>
    <p:extLst>
      <p:ext uri="{BB962C8B-B14F-4D97-AF65-F5344CB8AC3E}">
        <p14:creationId xmlns:p14="http://schemas.microsoft.com/office/powerpoint/2010/main" val="30101767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p>
        </p:txBody>
      </p:sp>
      <p:sp>
        <p:nvSpPr>
          <p:cNvPr id="4" name="日期占位符 783363">
            <a:extLst>
              <a:ext uri="{FF2B5EF4-FFF2-40B4-BE49-F238E27FC236}">
                <a16:creationId xmlns:a16="http://schemas.microsoft.com/office/drawing/2014/main" id="{70687103-15BD-43A4-89AF-3CDA05D71711}"/>
              </a:ext>
            </a:extLst>
          </p:cNvPr>
          <p:cNvSpPr>
            <a:spLocks noGrp="1"/>
          </p:cNvSpPr>
          <p:nvPr>
            <p:ph type="dt" sz="half" idx="10"/>
          </p:nvPr>
        </p:nvSpPr>
        <p:spPr>
          <a:ln/>
        </p:spPr>
        <p:txBody>
          <a:bodyPr/>
          <a:lstStyle>
            <a:lvl1pPr>
              <a:defRPr/>
            </a:lvl1pPr>
          </a:lstStyle>
          <a:p>
            <a:endParaRPr lang="zh-CN" altLang="en-US"/>
          </a:p>
        </p:txBody>
      </p:sp>
      <p:sp>
        <p:nvSpPr>
          <p:cNvPr id="5" name="页脚占位符 783364">
            <a:extLst>
              <a:ext uri="{FF2B5EF4-FFF2-40B4-BE49-F238E27FC236}">
                <a16:creationId xmlns:a16="http://schemas.microsoft.com/office/drawing/2014/main" id="{03656CA8-5E37-41A2-B010-4F9835F9D52B}"/>
              </a:ext>
            </a:extLst>
          </p:cNvPr>
          <p:cNvSpPr>
            <a:spLocks noGrp="1"/>
          </p:cNvSpPr>
          <p:nvPr>
            <p:ph type="ftr" sz="quarter" idx="11"/>
          </p:nvPr>
        </p:nvSpPr>
        <p:spPr>
          <a:ln/>
        </p:spPr>
        <p:txBody>
          <a:bodyPr/>
          <a:lstStyle>
            <a:lvl1pPr>
              <a:defRPr/>
            </a:lvl1pPr>
          </a:lstStyle>
          <a:p>
            <a:endParaRPr lang="zh-CN" altLang="en-US"/>
          </a:p>
        </p:txBody>
      </p:sp>
      <p:sp>
        <p:nvSpPr>
          <p:cNvPr id="6" name="灯片编号占位符 783365">
            <a:extLst>
              <a:ext uri="{FF2B5EF4-FFF2-40B4-BE49-F238E27FC236}">
                <a16:creationId xmlns:a16="http://schemas.microsoft.com/office/drawing/2014/main" id="{BB8DF4A1-E04D-4325-BD8B-79DDAFA83F90}"/>
              </a:ext>
            </a:extLst>
          </p:cNvPr>
          <p:cNvSpPr>
            <a:spLocks noGrp="1"/>
          </p:cNvSpPr>
          <p:nvPr>
            <p:ph type="sldNum" sz="quarter" idx="12"/>
          </p:nvPr>
        </p:nvSpPr>
        <p:spPr>
          <a:ln/>
        </p:spPr>
        <p:txBody>
          <a:bodyPr/>
          <a:lstStyle>
            <a:lvl1pPr>
              <a:defRPr/>
            </a:lvl1pPr>
          </a:lstStyle>
          <a:p>
            <a:fld id="{B3950A44-9BBA-43CE-9004-2ADA4F58570F}" type="slidenum">
              <a:rPr lang="zh-CN" altLang="en-US"/>
              <a:pPr/>
              <a:t>‹#›</a:t>
            </a:fld>
            <a:endParaRPr lang="zh-CN" altLang="en-US"/>
          </a:p>
        </p:txBody>
      </p:sp>
    </p:spTree>
    <p:extLst>
      <p:ext uri="{BB962C8B-B14F-4D97-AF65-F5344CB8AC3E}">
        <p14:creationId xmlns:p14="http://schemas.microsoft.com/office/powerpoint/2010/main" val="30335519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783363">
            <a:extLst>
              <a:ext uri="{FF2B5EF4-FFF2-40B4-BE49-F238E27FC236}">
                <a16:creationId xmlns:a16="http://schemas.microsoft.com/office/drawing/2014/main" id="{3B0BFD27-5D85-4350-A3B2-DD9E08781247}"/>
              </a:ext>
            </a:extLst>
          </p:cNvPr>
          <p:cNvSpPr>
            <a:spLocks noGrp="1"/>
          </p:cNvSpPr>
          <p:nvPr>
            <p:ph type="dt" sz="half" idx="10"/>
          </p:nvPr>
        </p:nvSpPr>
        <p:spPr>
          <a:ln/>
        </p:spPr>
        <p:txBody>
          <a:bodyPr/>
          <a:lstStyle>
            <a:lvl1pPr>
              <a:defRPr/>
            </a:lvl1pPr>
          </a:lstStyle>
          <a:p>
            <a:endParaRPr lang="zh-CN" altLang="en-US"/>
          </a:p>
        </p:txBody>
      </p:sp>
      <p:sp>
        <p:nvSpPr>
          <p:cNvPr id="5" name="页脚占位符 783364">
            <a:extLst>
              <a:ext uri="{FF2B5EF4-FFF2-40B4-BE49-F238E27FC236}">
                <a16:creationId xmlns:a16="http://schemas.microsoft.com/office/drawing/2014/main" id="{3644F2D2-08F2-4E30-A517-5A318EC55DFE}"/>
              </a:ext>
            </a:extLst>
          </p:cNvPr>
          <p:cNvSpPr>
            <a:spLocks noGrp="1"/>
          </p:cNvSpPr>
          <p:nvPr>
            <p:ph type="ftr" sz="quarter" idx="11"/>
          </p:nvPr>
        </p:nvSpPr>
        <p:spPr>
          <a:ln/>
        </p:spPr>
        <p:txBody>
          <a:bodyPr/>
          <a:lstStyle>
            <a:lvl1pPr>
              <a:defRPr/>
            </a:lvl1pPr>
          </a:lstStyle>
          <a:p>
            <a:endParaRPr lang="zh-CN" altLang="en-US"/>
          </a:p>
        </p:txBody>
      </p:sp>
      <p:sp>
        <p:nvSpPr>
          <p:cNvPr id="6" name="灯片编号占位符 783365">
            <a:extLst>
              <a:ext uri="{FF2B5EF4-FFF2-40B4-BE49-F238E27FC236}">
                <a16:creationId xmlns:a16="http://schemas.microsoft.com/office/drawing/2014/main" id="{C7972255-1544-4BC6-9A67-A07D59A4DDCC}"/>
              </a:ext>
            </a:extLst>
          </p:cNvPr>
          <p:cNvSpPr>
            <a:spLocks noGrp="1"/>
          </p:cNvSpPr>
          <p:nvPr>
            <p:ph type="sldNum" sz="quarter" idx="12"/>
          </p:nvPr>
        </p:nvSpPr>
        <p:spPr>
          <a:ln/>
        </p:spPr>
        <p:txBody>
          <a:bodyPr/>
          <a:lstStyle>
            <a:lvl1pPr>
              <a:defRPr/>
            </a:lvl1pPr>
          </a:lstStyle>
          <a:p>
            <a:fld id="{BCE2F52E-BF03-4A4E-8DC9-E3FAF96BEDFD}" type="slidenum">
              <a:rPr lang="zh-CN" altLang="en-US"/>
              <a:pPr/>
              <a:t>‹#›</a:t>
            </a:fld>
            <a:endParaRPr lang="zh-CN" altLang="en-US"/>
          </a:p>
        </p:txBody>
      </p:sp>
    </p:spTree>
    <p:extLst>
      <p:ext uri="{BB962C8B-B14F-4D97-AF65-F5344CB8AC3E}">
        <p14:creationId xmlns:p14="http://schemas.microsoft.com/office/powerpoint/2010/main" val="27330160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日期占位符 783363">
            <a:extLst>
              <a:ext uri="{FF2B5EF4-FFF2-40B4-BE49-F238E27FC236}">
                <a16:creationId xmlns:a16="http://schemas.microsoft.com/office/drawing/2014/main" id="{2388A4F8-5859-4A82-91B6-4F1CE6B7EF2F}"/>
              </a:ext>
            </a:extLst>
          </p:cNvPr>
          <p:cNvSpPr>
            <a:spLocks noGrp="1"/>
          </p:cNvSpPr>
          <p:nvPr>
            <p:ph type="dt" sz="half" idx="10"/>
          </p:nvPr>
        </p:nvSpPr>
        <p:spPr>
          <a:ln/>
        </p:spPr>
        <p:txBody>
          <a:bodyPr/>
          <a:lstStyle>
            <a:lvl1pPr>
              <a:defRPr/>
            </a:lvl1pPr>
          </a:lstStyle>
          <a:p>
            <a:endParaRPr lang="zh-CN" altLang="en-US"/>
          </a:p>
        </p:txBody>
      </p:sp>
      <p:sp>
        <p:nvSpPr>
          <p:cNvPr id="5" name="页脚占位符 783364">
            <a:extLst>
              <a:ext uri="{FF2B5EF4-FFF2-40B4-BE49-F238E27FC236}">
                <a16:creationId xmlns:a16="http://schemas.microsoft.com/office/drawing/2014/main" id="{18AAD1F6-261E-40F4-AEA6-0D7B5FB2E7F9}"/>
              </a:ext>
            </a:extLst>
          </p:cNvPr>
          <p:cNvSpPr>
            <a:spLocks noGrp="1"/>
          </p:cNvSpPr>
          <p:nvPr>
            <p:ph type="ftr" sz="quarter" idx="11"/>
          </p:nvPr>
        </p:nvSpPr>
        <p:spPr>
          <a:ln/>
        </p:spPr>
        <p:txBody>
          <a:bodyPr/>
          <a:lstStyle>
            <a:lvl1pPr>
              <a:defRPr/>
            </a:lvl1pPr>
          </a:lstStyle>
          <a:p>
            <a:endParaRPr lang="zh-CN" altLang="en-US"/>
          </a:p>
        </p:txBody>
      </p:sp>
      <p:sp>
        <p:nvSpPr>
          <p:cNvPr id="6" name="灯片编号占位符 783365">
            <a:extLst>
              <a:ext uri="{FF2B5EF4-FFF2-40B4-BE49-F238E27FC236}">
                <a16:creationId xmlns:a16="http://schemas.microsoft.com/office/drawing/2014/main" id="{F800CD3C-AAB2-45E2-8D7D-CE9C17B78DC0}"/>
              </a:ext>
            </a:extLst>
          </p:cNvPr>
          <p:cNvSpPr>
            <a:spLocks noGrp="1"/>
          </p:cNvSpPr>
          <p:nvPr>
            <p:ph type="sldNum" sz="quarter" idx="12"/>
          </p:nvPr>
        </p:nvSpPr>
        <p:spPr>
          <a:ln/>
        </p:spPr>
        <p:txBody>
          <a:bodyPr/>
          <a:lstStyle>
            <a:lvl1pPr>
              <a:defRPr/>
            </a:lvl1pPr>
          </a:lstStyle>
          <a:p>
            <a:fld id="{172CCBBB-7944-4A73-8D6F-FB288172E8FE}" type="slidenum">
              <a:rPr lang="zh-CN" altLang="en-US"/>
              <a:pPr/>
              <a:t>‹#›</a:t>
            </a:fld>
            <a:endParaRPr lang="zh-CN" altLang="en-US"/>
          </a:p>
        </p:txBody>
      </p:sp>
    </p:spTree>
    <p:extLst>
      <p:ext uri="{BB962C8B-B14F-4D97-AF65-F5344CB8AC3E}">
        <p14:creationId xmlns:p14="http://schemas.microsoft.com/office/powerpoint/2010/main" val="20346260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783363">
            <a:extLst>
              <a:ext uri="{FF2B5EF4-FFF2-40B4-BE49-F238E27FC236}">
                <a16:creationId xmlns:a16="http://schemas.microsoft.com/office/drawing/2014/main" id="{3D25F4AA-EB80-4D79-8954-21839C2B432E}"/>
              </a:ext>
            </a:extLst>
          </p:cNvPr>
          <p:cNvSpPr>
            <a:spLocks noGrp="1"/>
          </p:cNvSpPr>
          <p:nvPr>
            <p:ph type="dt" sz="half" idx="10"/>
          </p:nvPr>
        </p:nvSpPr>
        <p:spPr>
          <a:ln/>
        </p:spPr>
        <p:txBody>
          <a:bodyPr/>
          <a:lstStyle>
            <a:lvl1pPr>
              <a:defRPr/>
            </a:lvl1pPr>
          </a:lstStyle>
          <a:p>
            <a:endParaRPr lang="zh-CN" altLang="en-US"/>
          </a:p>
        </p:txBody>
      </p:sp>
      <p:sp>
        <p:nvSpPr>
          <p:cNvPr id="6" name="页脚占位符 783364">
            <a:extLst>
              <a:ext uri="{FF2B5EF4-FFF2-40B4-BE49-F238E27FC236}">
                <a16:creationId xmlns:a16="http://schemas.microsoft.com/office/drawing/2014/main" id="{E9404B88-61AB-41AA-987A-479AA70245C0}"/>
              </a:ext>
            </a:extLst>
          </p:cNvPr>
          <p:cNvSpPr>
            <a:spLocks noGrp="1"/>
          </p:cNvSpPr>
          <p:nvPr>
            <p:ph type="ftr" sz="quarter" idx="11"/>
          </p:nvPr>
        </p:nvSpPr>
        <p:spPr>
          <a:ln/>
        </p:spPr>
        <p:txBody>
          <a:bodyPr/>
          <a:lstStyle>
            <a:lvl1pPr>
              <a:defRPr/>
            </a:lvl1pPr>
          </a:lstStyle>
          <a:p>
            <a:endParaRPr lang="zh-CN" altLang="en-US"/>
          </a:p>
        </p:txBody>
      </p:sp>
      <p:sp>
        <p:nvSpPr>
          <p:cNvPr id="7" name="灯片编号占位符 783365">
            <a:extLst>
              <a:ext uri="{FF2B5EF4-FFF2-40B4-BE49-F238E27FC236}">
                <a16:creationId xmlns:a16="http://schemas.microsoft.com/office/drawing/2014/main" id="{C3D78AF8-65BF-4F19-A8F0-EB054835331D}"/>
              </a:ext>
            </a:extLst>
          </p:cNvPr>
          <p:cNvSpPr>
            <a:spLocks noGrp="1"/>
          </p:cNvSpPr>
          <p:nvPr>
            <p:ph type="sldNum" sz="quarter" idx="12"/>
          </p:nvPr>
        </p:nvSpPr>
        <p:spPr>
          <a:ln/>
        </p:spPr>
        <p:txBody>
          <a:bodyPr/>
          <a:lstStyle>
            <a:lvl1pPr>
              <a:defRPr/>
            </a:lvl1pPr>
          </a:lstStyle>
          <a:p>
            <a:fld id="{93CF4B3A-4D87-4E13-AC2B-21B33931D6CC}" type="slidenum">
              <a:rPr lang="zh-CN" altLang="en-US"/>
              <a:pPr/>
              <a:t>‹#›</a:t>
            </a:fld>
            <a:endParaRPr lang="zh-CN" altLang="en-US"/>
          </a:p>
        </p:txBody>
      </p:sp>
    </p:spTree>
    <p:extLst>
      <p:ext uri="{BB962C8B-B14F-4D97-AF65-F5344CB8AC3E}">
        <p14:creationId xmlns:p14="http://schemas.microsoft.com/office/powerpoint/2010/main" val="20209020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783363">
            <a:extLst>
              <a:ext uri="{FF2B5EF4-FFF2-40B4-BE49-F238E27FC236}">
                <a16:creationId xmlns:a16="http://schemas.microsoft.com/office/drawing/2014/main" id="{50871C41-6E02-4C8F-A56F-C4035500A100}"/>
              </a:ext>
            </a:extLst>
          </p:cNvPr>
          <p:cNvSpPr>
            <a:spLocks noGrp="1"/>
          </p:cNvSpPr>
          <p:nvPr>
            <p:ph type="dt" sz="half" idx="10"/>
          </p:nvPr>
        </p:nvSpPr>
        <p:spPr>
          <a:ln/>
        </p:spPr>
        <p:txBody>
          <a:bodyPr/>
          <a:lstStyle>
            <a:lvl1pPr>
              <a:defRPr/>
            </a:lvl1pPr>
          </a:lstStyle>
          <a:p>
            <a:endParaRPr lang="zh-CN" altLang="en-US"/>
          </a:p>
        </p:txBody>
      </p:sp>
      <p:sp>
        <p:nvSpPr>
          <p:cNvPr id="8" name="页脚占位符 783364">
            <a:extLst>
              <a:ext uri="{FF2B5EF4-FFF2-40B4-BE49-F238E27FC236}">
                <a16:creationId xmlns:a16="http://schemas.microsoft.com/office/drawing/2014/main" id="{5BE5871F-FF0C-4AD9-BF4C-C6FF26242ABB}"/>
              </a:ext>
            </a:extLst>
          </p:cNvPr>
          <p:cNvSpPr>
            <a:spLocks noGrp="1"/>
          </p:cNvSpPr>
          <p:nvPr>
            <p:ph type="ftr" sz="quarter" idx="11"/>
          </p:nvPr>
        </p:nvSpPr>
        <p:spPr>
          <a:ln/>
        </p:spPr>
        <p:txBody>
          <a:bodyPr/>
          <a:lstStyle>
            <a:lvl1pPr>
              <a:defRPr/>
            </a:lvl1pPr>
          </a:lstStyle>
          <a:p>
            <a:endParaRPr lang="zh-CN" altLang="en-US"/>
          </a:p>
        </p:txBody>
      </p:sp>
      <p:sp>
        <p:nvSpPr>
          <p:cNvPr id="9" name="灯片编号占位符 783365">
            <a:extLst>
              <a:ext uri="{FF2B5EF4-FFF2-40B4-BE49-F238E27FC236}">
                <a16:creationId xmlns:a16="http://schemas.microsoft.com/office/drawing/2014/main" id="{BF4039D1-0D3E-4CF9-B58A-8199C96B5B31}"/>
              </a:ext>
            </a:extLst>
          </p:cNvPr>
          <p:cNvSpPr>
            <a:spLocks noGrp="1"/>
          </p:cNvSpPr>
          <p:nvPr>
            <p:ph type="sldNum" sz="quarter" idx="12"/>
          </p:nvPr>
        </p:nvSpPr>
        <p:spPr>
          <a:ln/>
        </p:spPr>
        <p:txBody>
          <a:bodyPr/>
          <a:lstStyle>
            <a:lvl1pPr>
              <a:defRPr/>
            </a:lvl1pPr>
          </a:lstStyle>
          <a:p>
            <a:fld id="{E22C2749-7120-42A6-8DF5-CA1EC84059A0}" type="slidenum">
              <a:rPr lang="zh-CN" altLang="en-US"/>
              <a:pPr/>
              <a:t>‹#›</a:t>
            </a:fld>
            <a:endParaRPr lang="zh-CN" altLang="en-US"/>
          </a:p>
        </p:txBody>
      </p:sp>
    </p:spTree>
    <p:extLst>
      <p:ext uri="{BB962C8B-B14F-4D97-AF65-F5344CB8AC3E}">
        <p14:creationId xmlns:p14="http://schemas.microsoft.com/office/powerpoint/2010/main" val="42844636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783363">
            <a:extLst>
              <a:ext uri="{FF2B5EF4-FFF2-40B4-BE49-F238E27FC236}">
                <a16:creationId xmlns:a16="http://schemas.microsoft.com/office/drawing/2014/main" id="{855DD181-7D6E-458A-BF3E-04014AAA0566}"/>
              </a:ext>
            </a:extLst>
          </p:cNvPr>
          <p:cNvSpPr>
            <a:spLocks noGrp="1"/>
          </p:cNvSpPr>
          <p:nvPr>
            <p:ph type="dt" sz="half" idx="10"/>
          </p:nvPr>
        </p:nvSpPr>
        <p:spPr>
          <a:ln/>
        </p:spPr>
        <p:txBody>
          <a:bodyPr/>
          <a:lstStyle>
            <a:lvl1pPr>
              <a:defRPr/>
            </a:lvl1pPr>
          </a:lstStyle>
          <a:p>
            <a:endParaRPr lang="zh-CN" altLang="en-US"/>
          </a:p>
        </p:txBody>
      </p:sp>
      <p:sp>
        <p:nvSpPr>
          <p:cNvPr id="4" name="页脚占位符 783364">
            <a:extLst>
              <a:ext uri="{FF2B5EF4-FFF2-40B4-BE49-F238E27FC236}">
                <a16:creationId xmlns:a16="http://schemas.microsoft.com/office/drawing/2014/main" id="{22151367-3823-4417-B288-9BCE3AA7F5CE}"/>
              </a:ext>
            </a:extLst>
          </p:cNvPr>
          <p:cNvSpPr>
            <a:spLocks noGrp="1"/>
          </p:cNvSpPr>
          <p:nvPr>
            <p:ph type="ftr" sz="quarter" idx="11"/>
          </p:nvPr>
        </p:nvSpPr>
        <p:spPr>
          <a:ln/>
        </p:spPr>
        <p:txBody>
          <a:bodyPr/>
          <a:lstStyle>
            <a:lvl1pPr>
              <a:defRPr/>
            </a:lvl1pPr>
          </a:lstStyle>
          <a:p>
            <a:endParaRPr lang="zh-CN" altLang="en-US"/>
          </a:p>
        </p:txBody>
      </p:sp>
      <p:sp>
        <p:nvSpPr>
          <p:cNvPr id="5" name="灯片编号占位符 783365">
            <a:extLst>
              <a:ext uri="{FF2B5EF4-FFF2-40B4-BE49-F238E27FC236}">
                <a16:creationId xmlns:a16="http://schemas.microsoft.com/office/drawing/2014/main" id="{2EF5FA4B-A0C3-4EFD-903E-F563880268A7}"/>
              </a:ext>
            </a:extLst>
          </p:cNvPr>
          <p:cNvSpPr>
            <a:spLocks noGrp="1"/>
          </p:cNvSpPr>
          <p:nvPr>
            <p:ph type="sldNum" sz="quarter" idx="12"/>
          </p:nvPr>
        </p:nvSpPr>
        <p:spPr>
          <a:ln/>
        </p:spPr>
        <p:txBody>
          <a:bodyPr/>
          <a:lstStyle>
            <a:lvl1pPr>
              <a:defRPr/>
            </a:lvl1pPr>
          </a:lstStyle>
          <a:p>
            <a:fld id="{CA578062-71FD-42D2-9458-867DDAF8B19C}" type="slidenum">
              <a:rPr lang="zh-CN" altLang="en-US"/>
              <a:pPr/>
              <a:t>‹#›</a:t>
            </a:fld>
            <a:endParaRPr lang="zh-CN" altLang="en-US"/>
          </a:p>
        </p:txBody>
      </p:sp>
    </p:spTree>
    <p:extLst>
      <p:ext uri="{BB962C8B-B14F-4D97-AF65-F5344CB8AC3E}">
        <p14:creationId xmlns:p14="http://schemas.microsoft.com/office/powerpoint/2010/main" val="15194586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783363">
            <a:extLst>
              <a:ext uri="{FF2B5EF4-FFF2-40B4-BE49-F238E27FC236}">
                <a16:creationId xmlns:a16="http://schemas.microsoft.com/office/drawing/2014/main" id="{BD01F2EA-2F41-4C7A-8779-DEE13CAD4DBA}"/>
              </a:ext>
            </a:extLst>
          </p:cNvPr>
          <p:cNvSpPr>
            <a:spLocks noGrp="1"/>
          </p:cNvSpPr>
          <p:nvPr>
            <p:ph type="dt" sz="half" idx="10"/>
          </p:nvPr>
        </p:nvSpPr>
        <p:spPr>
          <a:ln/>
        </p:spPr>
        <p:txBody>
          <a:bodyPr/>
          <a:lstStyle>
            <a:lvl1pPr>
              <a:defRPr/>
            </a:lvl1pPr>
          </a:lstStyle>
          <a:p>
            <a:endParaRPr lang="zh-CN" altLang="en-US"/>
          </a:p>
        </p:txBody>
      </p:sp>
      <p:sp>
        <p:nvSpPr>
          <p:cNvPr id="3" name="页脚占位符 783364">
            <a:extLst>
              <a:ext uri="{FF2B5EF4-FFF2-40B4-BE49-F238E27FC236}">
                <a16:creationId xmlns:a16="http://schemas.microsoft.com/office/drawing/2014/main" id="{77221CD7-A788-41CF-9DA5-389C50262BC5}"/>
              </a:ext>
            </a:extLst>
          </p:cNvPr>
          <p:cNvSpPr>
            <a:spLocks noGrp="1"/>
          </p:cNvSpPr>
          <p:nvPr>
            <p:ph type="ftr" sz="quarter" idx="11"/>
          </p:nvPr>
        </p:nvSpPr>
        <p:spPr>
          <a:ln/>
        </p:spPr>
        <p:txBody>
          <a:bodyPr/>
          <a:lstStyle>
            <a:lvl1pPr>
              <a:defRPr/>
            </a:lvl1pPr>
          </a:lstStyle>
          <a:p>
            <a:endParaRPr lang="zh-CN" altLang="en-US"/>
          </a:p>
        </p:txBody>
      </p:sp>
      <p:sp>
        <p:nvSpPr>
          <p:cNvPr id="4" name="灯片编号占位符 783365">
            <a:extLst>
              <a:ext uri="{FF2B5EF4-FFF2-40B4-BE49-F238E27FC236}">
                <a16:creationId xmlns:a16="http://schemas.microsoft.com/office/drawing/2014/main" id="{C67C4AE0-E655-4B87-A295-5832D2038F73}"/>
              </a:ext>
            </a:extLst>
          </p:cNvPr>
          <p:cNvSpPr>
            <a:spLocks noGrp="1"/>
          </p:cNvSpPr>
          <p:nvPr>
            <p:ph type="sldNum" sz="quarter" idx="12"/>
          </p:nvPr>
        </p:nvSpPr>
        <p:spPr>
          <a:ln/>
        </p:spPr>
        <p:txBody>
          <a:bodyPr/>
          <a:lstStyle>
            <a:lvl1pPr>
              <a:defRPr/>
            </a:lvl1pPr>
          </a:lstStyle>
          <a:p>
            <a:fld id="{4F9561D1-FC38-4B8C-A6C5-88EA8838F354}" type="slidenum">
              <a:rPr lang="zh-CN" altLang="en-US"/>
              <a:pPr/>
              <a:t>‹#›</a:t>
            </a:fld>
            <a:endParaRPr lang="zh-CN" altLang="en-US"/>
          </a:p>
        </p:txBody>
      </p:sp>
    </p:spTree>
    <p:extLst>
      <p:ext uri="{BB962C8B-B14F-4D97-AF65-F5344CB8AC3E}">
        <p14:creationId xmlns:p14="http://schemas.microsoft.com/office/powerpoint/2010/main" val="34191118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日期占位符 783363">
            <a:extLst>
              <a:ext uri="{FF2B5EF4-FFF2-40B4-BE49-F238E27FC236}">
                <a16:creationId xmlns:a16="http://schemas.microsoft.com/office/drawing/2014/main" id="{075804ED-F5AE-476A-BCBF-77A7DD02EE5D}"/>
              </a:ext>
            </a:extLst>
          </p:cNvPr>
          <p:cNvSpPr>
            <a:spLocks noGrp="1"/>
          </p:cNvSpPr>
          <p:nvPr>
            <p:ph type="dt" sz="half" idx="10"/>
          </p:nvPr>
        </p:nvSpPr>
        <p:spPr>
          <a:ln/>
        </p:spPr>
        <p:txBody>
          <a:bodyPr/>
          <a:lstStyle>
            <a:lvl1pPr>
              <a:defRPr/>
            </a:lvl1pPr>
          </a:lstStyle>
          <a:p>
            <a:endParaRPr lang="zh-CN" altLang="en-US"/>
          </a:p>
        </p:txBody>
      </p:sp>
      <p:sp>
        <p:nvSpPr>
          <p:cNvPr id="6" name="页脚占位符 783364">
            <a:extLst>
              <a:ext uri="{FF2B5EF4-FFF2-40B4-BE49-F238E27FC236}">
                <a16:creationId xmlns:a16="http://schemas.microsoft.com/office/drawing/2014/main" id="{8814F55C-B119-4274-A2E9-8CB2ED51E95B}"/>
              </a:ext>
            </a:extLst>
          </p:cNvPr>
          <p:cNvSpPr>
            <a:spLocks noGrp="1"/>
          </p:cNvSpPr>
          <p:nvPr>
            <p:ph type="ftr" sz="quarter" idx="11"/>
          </p:nvPr>
        </p:nvSpPr>
        <p:spPr>
          <a:ln/>
        </p:spPr>
        <p:txBody>
          <a:bodyPr/>
          <a:lstStyle>
            <a:lvl1pPr>
              <a:defRPr/>
            </a:lvl1pPr>
          </a:lstStyle>
          <a:p>
            <a:endParaRPr lang="zh-CN" altLang="en-US"/>
          </a:p>
        </p:txBody>
      </p:sp>
      <p:sp>
        <p:nvSpPr>
          <p:cNvPr id="7" name="灯片编号占位符 783365">
            <a:extLst>
              <a:ext uri="{FF2B5EF4-FFF2-40B4-BE49-F238E27FC236}">
                <a16:creationId xmlns:a16="http://schemas.microsoft.com/office/drawing/2014/main" id="{F95BED6E-351D-4858-B8ED-9E9D2628759F}"/>
              </a:ext>
            </a:extLst>
          </p:cNvPr>
          <p:cNvSpPr>
            <a:spLocks noGrp="1"/>
          </p:cNvSpPr>
          <p:nvPr>
            <p:ph type="sldNum" sz="quarter" idx="12"/>
          </p:nvPr>
        </p:nvSpPr>
        <p:spPr>
          <a:ln/>
        </p:spPr>
        <p:txBody>
          <a:bodyPr/>
          <a:lstStyle>
            <a:lvl1pPr>
              <a:defRPr/>
            </a:lvl1pPr>
          </a:lstStyle>
          <a:p>
            <a:fld id="{FF2D8ECF-0205-4EE3-9A64-27BEC4D1C30B}" type="slidenum">
              <a:rPr lang="zh-CN" altLang="en-US"/>
              <a:pPr/>
              <a:t>‹#›</a:t>
            </a:fld>
            <a:endParaRPr lang="zh-CN" altLang="en-US"/>
          </a:p>
        </p:txBody>
      </p:sp>
    </p:spTree>
    <p:extLst>
      <p:ext uri="{BB962C8B-B14F-4D97-AF65-F5344CB8AC3E}">
        <p14:creationId xmlns:p14="http://schemas.microsoft.com/office/powerpoint/2010/main" val="21027554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p>
        </p:txBody>
      </p:sp>
      <p:sp>
        <p:nvSpPr>
          <p:cNvPr id="5" name="日期占位符 783363">
            <a:extLst>
              <a:ext uri="{FF2B5EF4-FFF2-40B4-BE49-F238E27FC236}">
                <a16:creationId xmlns:a16="http://schemas.microsoft.com/office/drawing/2014/main" id="{4DA0E87C-05A6-464F-B5B2-74D4D66E2F59}"/>
              </a:ext>
            </a:extLst>
          </p:cNvPr>
          <p:cNvSpPr>
            <a:spLocks noGrp="1"/>
          </p:cNvSpPr>
          <p:nvPr>
            <p:ph type="dt" sz="half" idx="10"/>
          </p:nvPr>
        </p:nvSpPr>
        <p:spPr>
          <a:ln/>
        </p:spPr>
        <p:txBody>
          <a:bodyPr/>
          <a:lstStyle>
            <a:lvl1pPr>
              <a:defRPr/>
            </a:lvl1pPr>
          </a:lstStyle>
          <a:p>
            <a:endParaRPr lang="zh-CN" altLang="en-US"/>
          </a:p>
        </p:txBody>
      </p:sp>
      <p:sp>
        <p:nvSpPr>
          <p:cNvPr id="6" name="页脚占位符 783364">
            <a:extLst>
              <a:ext uri="{FF2B5EF4-FFF2-40B4-BE49-F238E27FC236}">
                <a16:creationId xmlns:a16="http://schemas.microsoft.com/office/drawing/2014/main" id="{3E7316F3-5500-43F0-9D3D-D2FCF8014E12}"/>
              </a:ext>
            </a:extLst>
          </p:cNvPr>
          <p:cNvSpPr>
            <a:spLocks noGrp="1"/>
          </p:cNvSpPr>
          <p:nvPr>
            <p:ph type="ftr" sz="quarter" idx="11"/>
          </p:nvPr>
        </p:nvSpPr>
        <p:spPr>
          <a:ln/>
        </p:spPr>
        <p:txBody>
          <a:bodyPr/>
          <a:lstStyle>
            <a:lvl1pPr>
              <a:defRPr/>
            </a:lvl1pPr>
          </a:lstStyle>
          <a:p>
            <a:endParaRPr lang="zh-CN" altLang="en-US"/>
          </a:p>
        </p:txBody>
      </p:sp>
      <p:sp>
        <p:nvSpPr>
          <p:cNvPr id="7" name="灯片编号占位符 783365">
            <a:extLst>
              <a:ext uri="{FF2B5EF4-FFF2-40B4-BE49-F238E27FC236}">
                <a16:creationId xmlns:a16="http://schemas.microsoft.com/office/drawing/2014/main" id="{9B6678D7-739F-4890-8B82-BC85CB499CFB}"/>
              </a:ext>
            </a:extLst>
          </p:cNvPr>
          <p:cNvSpPr>
            <a:spLocks noGrp="1"/>
          </p:cNvSpPr>
          <p:nvPr>
            <p:ph type="sldNum" sz="quarter" idx="12"/>
          </p:nvPr>
        </p:nvSpPr>
        <p:spPr>
          <a:ln/>
        </p:spPr>
        <p:txBody>
          <a:bodyPr/>
          <a:lstStyle>
            <a:lvl1pPr>
              <a:defRPr/>
            </a:lvl1pPr>
          </a:lstStyle>
          <a:p>
            <a:fld id="{806DBB28-2549-4AE6-8227-154CA1D27F8E}" type="slidenum">
              <a:rPr lang="zh-CN" altLang="en-US"/>
              <a:pPr/>
              <a:t>‹#›</a:t>
            </a:fld>
            <a:endParaRPr lang="zh-CN" altLang="en-US"/>
          </a:p>
        </p:txBody>
      </p:sp>
    </p:spTree>
    <p:extLst>
      <p:ext uri="{BB962C8B-B14F-4D97-AF65-F5344CB8AC3E}">
        <p14:creationId xmlns:p14="http://schemas.microsoft.com/office/powerpoint/2010/main" val="31316976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783363">
            <a:extLst>
              <a:ext uri="{FF2B5EF4-FFF2-40B4-BE49-F238E27FC236}">
                <a16:creationId xmlns:a16="http://schemas.microsoft.com/office/drawing/2014/main" id="{B878897E-F599-43AE-ADC5-04D72A377EC9}"/>
              </a:ext>
            </a:extLst>
          </p:cNvPr>
          <p:cNvSpPr>
            <a:spLocks noGrp="1"/>
          </p:cNvSpPr>
          <p:nvPr>
            <p:ph type="dt" sz="half" idx="10"/>
          </p:nvPr>
        </p:nvSpPr>
        <p:spPr>
          <a:ln/>
        </p:spPr>
        <p:txBody>
          <a:bodyPr/>
          <a:lstStyle>
            <a:lvl1pPr>
              <a:defRPr/>
            </a:lvl1pPr>
          </a:lstStyle>
          <a:p>
            <a:endParaRPr lang="zh-CN" altLang="en-US"/>
          </a:p>
        </p:txBody>
      </p:sp>
      <p:sp>
        <p:nvSpPr>
          <p:cNvPr id="5" name="页脚占位符 783364">
            <a:extLst>
              <a:ext uri="{FF2B5EF4-FFF2-40B4-BE49-F238E27FC236}">
                <a16:creationId xmlns:a16="http://schemas.microsoft.com/office/drawing/2014/main" id="{721F57DE-91CB-4153-B518-589ED266E20E}"/>
              </a:ext>
            </a:extLst>
          </p:cNvPr>
          <p:cNvSpPr>
            <a:spLocks noGrp="1"/>
          </p:cNvSpPr>
          <p:nvPr>
            <p:ph type="ftr" sz="quarter" idx="11"/>
          </p:nvPr>
        </p:nvSpPr>
        <p:spPr>
          <a:ln/>
        </p:spPr>
        <p:txBody>
          <a:bodyPr/>
          <a:lstStyle>
            <a:lvl1pPr>
              <a:defRPr/>
            </a:lvl1pPr>
          </a:lstStyle>
          <a:p>
            <a:endParaRPr lang="zh-CN" altLang="en-US"/>
          </a:p>
        </p:txBody>
      </p:sp>
      <p:sp>
        <p:nvSpPr>
          <p:cNvPr id="6" name="灯片编号占位符 783365">
            <a:extLst>
              <a:ext uri="{FF2B5EF4-FFF2-40B4-BE49-F238E27FC236}">
                <a16:creationId xmlns:a16="http://schemas.microsoft.com/office/drawing/2014/main" id="{55D1B753-2142-4B0D-A989-CFD0C2487B91}"/>
              </a:ext>
            </a:extLst>
          </p:cNvPr>
          <p:cNvSpPr>
            <a:spLocks noGrp="1"/>
          </p:cNvSpPr>
          <p:nvPr>
            <p:ph type="sldNum" sz="quarter" idx="12"/>
          </p:nvPr>
        </p:nvSpPr>
        <p:spPr>
          <a:ln/>
        </p:spPr>
        <p:txBody>
          <a:bodyPr/>
          <a:lstStyle>
            <a:lvl1pPr>
              <a:defRPr/>
            </a:lvl1pPr>
          </a:lstStyle>
          <a:p>
            <a:fld id="{F0AC29C6-950F-4CE7-ACA0-E8DB028774E1}" type="slidenum">
              <a:rPr lang="zh-CN" altLang="en-US"/>
              <a:pPr/>
              <a:t>‹#›</a:t>
            </a:fld>
            <a:endParaRPr lang="zh-CN" altLang="en-US"/>
          </a:p>
        </p:txBody>
      </p:sp>
    </p:spTree>
    <p:extLst>
      <p:ext uri="{BB962C8B-B14F-4D97-AF65-F5344CB8AC3E}">
        <p14:creationId xmlns:p14="http://schemas.microsoft.com/office/powerpoint/2010/main" val="35369681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783363">
            <a:extLst>
              <a:ext uri="{FF2B5EF4-FFF2-40B4-BE49-F238E27FC236}">
                <a16:creationId xmlns:a16="http://schemas.microsoft.com/office/drawing/2014/main" id="{7C9579C6-8FC5-41B3-994C-EF53CEA0068A}"/>
              </a:ext>
            </a:extLst>
          </p:cNvPr>
          <p:cNvSpPr>
            <a:spLocks noGrp="1"/>
          </p:cNvSpPr>
          <p:nvPr>
            <p:ph type="dt" sz="half" idx="10"/>
          </p:nvPr>
        </p:nvSpPr>
        <p:spPr>
          <a:ln/>
        </p:spPr>
        <p:txBody>
          <a:bodyPr/>
          <a:lstStyle>
            <a:lvl1pPr>
              <a:defRPr/>
            </a:lvl1pPr>
          </a:lstStyle>
          <a:p>
            <a:endParaRPr lang="zh-CN" altLang="en-US"/>
          </a:p>
        </p:txBody>
      </p:sp>
      <p:sp>
        <p:nvSpPr>
          <p:cNvPr id="5" name="页脚占位符 783364">
            <a:extLst>
              <a:ext uri="{FF2B5EF4-FFF2-40B4-BE49-F238E27FC236}">
                <a16:creationId xmlns:a16="http://schemas.microsoft.com/office/drawing/2014/main" id="{7B72A0AF-47BE-4E4D-A480-1C68BB3B3030}"/>
              </a:ext>
            </a:extLst>
          </p:cNvPr>
          <p:cNvSpPr>
            <a:spLocks noGrp="1"/>
          </p:cNvSpPr>
          <p:nvPr>
            <p:ph type="ftr" sz="quarter" idx="11"/>
          </p:nvPr>
        </p:nvSpPr>
        <p:spPr>
          <a:ln/>
        </p:spPr>
        <p:txBody>
          <a:bodyPr/>
          <a:lstStyle>
            <a:lvl1pPr>
              <a:defRPr/>
            </a:lvl1pPr>
          </a:lstStyle>
          <a:p>
            <a:endParaRPr lang="zh-CN" altLang="en-US"/>
          </a:p>
        </p:txBody>
      </p:sp>
      <p:sp>
        <p:nvSpPr>
          <p:cNvPr id="6" name="灯片编号占位符 783365">
            <a:extLst>
              <a:ext uri="{FF2B5EF4-FFF2-40B4-BE49-F238E27FC236}">
                <a16:creationId xmlns:a16="http://schemas.microsoft.com/office/drawing/2014/main" id="{73D40692-E792-4CC6-9186-F66990990ADD}"/>
              </a:ext>
            </a:extLst>
          </p:cNvPr>
          <p:cNvSpPr>
            <a:spLocks noGrp="1"/>
          </p:cNvSpPr>
          <p:nvPr>
            <p:ph type="sldNum" sz="quarter" idx="12"/>
          </p:nvPr>
        </p:nvSpPr>
        <p:spPr>
          <a:ln/>
        </p:spPr>
        <p:txBody>
          <a:bodyPr/>
          <a:lstStyle>
            <a:lvl1pPr>
              <a:defRPr/>
            </a:lvl1pPr>
          </a:lstStyle>
          <a:p>
            <a:fld id="{FD42AFD5-B7A3-4FC7-8EB1-1D31D97ECE8B}" type="slidenum">
              <a:rPr lang="zh-CN" altLang="en-US"/>
              <a:pPr/>
              <a:t>‹#›</a:t>
            </a:fld>
            <a:endParaRPr lang="zh-CN" altLang="en-US"/>
          </a:p>
        </p:txBody>
      </p:sp>
    </p:spTree>
    <p:extLst>
      <p:ext uri="{BB962C8B-B14F-4D97-AF65-F5344CB8AC3E}">
        <p14:creationId xmlns:p14="http://schemas.microsoft.com/office/powerpoint/2010/main" val="14245365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矩形 751617">
            <a:extLst>
              <a:ext uri="{FF2B5EF4-FFF2-40B4-BE49-F238E27FC236}">
                <a16:creationId xmlns:a16="http://schemas.microsoft.com/office/drawing/2014/main" id="{F17E7AB0-DC88-43EC-87E3-E9C2F9C42CDE}"/>
              </a:ext>
            </a:extLst>
          </p:cNvPr>
          <p:cNvSpPr>
            <a:spLocks noChangeArrowheads="1"/>
          </p:cNvSpPr>
          <p:nvPr/>
        </p:nvSpPr>
        <p:spPr bwMode="auto">
          <a:xfrm>
            <a:off x="417513" y="252413"/>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ahoma" panose="020B0604030504040204" pitchFamily="34" charset="0"/>
              <a:ea typeface="宋体" panose="02010600030101010101" pitchFamily="2" charset="-122"/>
            </a:endParaRPr>
          </a:p>
        </p:txBody>
      </p:sp>
      <p:sp>
        <p:nvSpPr>
          <p:cNvPr id="1027" name="矩形 751618">
            <a:extLst>
              <a:ext uri="{FF2B5EF4-FFF2-40B4-BE49-F238E27FC236}">
                <a16:creationId xmlns:a16="http://schemas.microsoft.com/office/drawing/2014/main" id="{23A15DFF-7301-4975-A954-3936A10ACB96}"/>
              </a:ext>
            </a:extLst>
          </p:cNvPr>
          <p:cNvSpPr>
            <a:spLocks noChangeArrowheads="1"/>
          </p:cNvSpPr>
          <p:nvPr/>
        </p:nvSpPr>
        <p:spPr bwMode="auto">
          <a:xfrm>
            <a:off x="800100" y="252413"/>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ahoma" panose="020B0604030504040204" pitchFamily="34" charset="0"/>
              <a:ea typeface="宋体" panose="02010600030101010101" pitchFamily="2" charset="-122"/>
            </a:endParaRPr>
          </a:p>
        </p:txBody>
      </p:sp>
      <p:sp>
        <p:nvSpPr>
          <p:cNvPr id="1028" name="矩形 751619">
            <a:extLst>
              <a:ext uri="{FF2B5EF4-FFF2-40B4-BE49-F238E27FC236}">
                <a16:creationId xmlns:a16="http://schemas.microsoft.com/office/drawing/2014/main" id="{04DD1E75-68DF-46AE-93C2-AA8D69E628CF}"/>
              </a:ext>
            </a:extLst>
          </p:cNvPr>
          <p:cNvSpPr>
            <a:spLocks noChangeArrowheads="1"/>
          </p:cNvSpPr>
          <p:nvPr/>
        </p:nvSpPr>
        <p:spPr bwMode="auto">
          <a:xfrm>
            <a:off x="541338" y="674688"/>
            <a:ext cx="422275" cy="47466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ahoma" panose="020B0604030504040204" pitchFamily="34" charset="0"/>
              <a:ea typeface="宋体" panose="02010600030101010101" pitchFamily="2" charset="-122"/>
            </a:endParaRPr>
          </a:p>
        </p:txBody>
      </p:sp>
      <p:sp>
        <p:nvSpPr>
          <p:cNvPr id="1029" name="矩形 751620">
            <a:extLst>
              <a:ext uri="{FF2B5EF4-FFF2-40B4-BE49-F238E27FC236}">
                <a16:creationId xmlns:a16="http://schemas.microsoft.com/office/drawing/2014/main" id="{3D29E23E-EDAF-4270-97CC-ED2670A473F8}"/>
              </a:ext>
            </a:extLst>
          </p:cNvPr>
          <p:cNvSpPr>
            <a:spLocks noChangeArrowheads="1"/>
          </p:cNvSpPr>
          <p:nvPr/>
        </p:nvSpPr>
        <p:spPr bwMode="auto">
          <a:xfrm>
            <a:off x="911225" y="674688"/>
            <a:ext cx="368300" cy="47466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ahoma" panose="020B0604030504040204" pitchFamily="34" charset="0"/>
              <a:ea typeface="宋体" panose="02010600030101010101" pitchFamily="2" charset="-122"/>
            </a:endParaRPr>
          </a:p>
        </p:txBody>
      </p:sp>
      <p:sp>
        <p:nvSpPr>
          <p:cNvPr id="1030" name="矩形 751621">
            <a:extLst>
              <a:ext uri="{FF2B5EF4-FFF2-40B4-BE49-F238E27FC236}">
                <a16:creationId xmlns:a16="http://schemas.microsoft.com/office/drawing/2014/main" id="{85D82DC7-2645-4DEB-8CF5-B44DDDE95A65}"/>
              </a:ext>
            </a:extLst>
          </p:cNvPr>
          <p:cNvSpPr>
            <a:spLocks noChangeArrowheads="1"/>
          </p:cNvSpPr>
          <p:nvPr/>
        </p:nvSpPr>
        <p:spPr bwMode="auto">
          <a:xfrm>
            <a:off x="127000" y="601663"/>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ahoma" panose="020B0604030504040204" pitchFamily="34" charset="0"/>
              <a:ea typeface="宋体" panose="02010600030101010101" pitchFamily="2" charset="-122"/>
            </a:endParaRPr>
          </a:p>
        </p:txBody>
      </p:sp>
      <p:sp>
        <p:nvSpPr>
          <p:cNvPr id="1031" name="矩形 751622">
            <a:extLst>
              <a:ext uri="{FF2B5EF4-FFF2-40B4-BE49-F238E27FC236}">
                <a16:creationId xmlns:a16="http://schemas.microsoft.com/office/drawing/2014/main" id="{39A57554-7E9C-422E-863D-A2CDE6E802FB}"/>
              </a:ext>
            </a:extLst>
          </p:cNvPr>
          <p:cNvSpPr>
            <a:spLocks noChangeArrowheads="1"/>
          </p:cNvSpPr>
          <p:nvPr/>
        </p:nvSpPr>
        <p:spPr bwMode="auto">
          <a:xfrm>
            <a:off x="762000" y="144463"/>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ahoma" panose="020B0604030504040204" pitchFamily="34" charset="0"/>
              <a:ea typeface="宋体" panose="02010600030101010101" pitchFamily="2" charset="-122"/>
            </a:endParaRPr>
          </a:p>
        </p:txBody>
      </p:sp>
      <p:sp>
        <p:nvSpPr>
          <p:cNvPr id="1032" name="矩形 751623">
            <a:extLst>
              <a:ext uri="{FF2B5EF4-FFF2-40B4-BE49-F238E27FC236}">
                <a16:creationId xmlns:a16="http://schemas.microsoft.com/office/drawing/2014/main" id="{C788DCD4-101A-422F-9E97-C30523AABF88}"/>
              </a:ext>
            </a:extLst>
          </p:cNvPr>
          <p:cNvSpPr>
            <a:spLocks noChangeArrowheads="1"/>
          </p:cNvSpPr>
          <p:nvPr/>
        </p:nvSpPr>
        <p:spPr bwMode="auto">
          <a:xfrm>
            <a:off x="442913" y="935038"/>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ahoma" panose="020B0604030504040204" pitchFamily="34" charset="0"/>
              <a:ea typeface="宋体" panose="02010600030101010101" pitchFamily="2" charset="-122"/>
            </a:endParaRPr>
          </a:p>
        </p:txBody>
      </p:sp>
      <p:sp>
        <p:nvSpPr>
          <p:cNvPr id="751625" name="标题 751624">
            <a:extLst>
              <a:ext uri="{FF2B5EF4-FFF2-40B4-BE49-F238E27FC236}">
                <a16:creationId xmlns:a16="http://schemas.microsoft.com/office/drawing/2014/main" id="{A50EBE3D-B305-4C5D-A131-6F09883886CB}"/>
              </a:ext>
            </a:extLst>
          </p:cNvPr>
          <p:cNvSpPr>
            <a:spLocks noGrp="1"/>
          </p:cNvSpPr>
          <p:nvPr>
            <p:ph type="title"/>
          </p:nvPr>
        </p:nvSpPr>
        <p:spPr>
          <a:xfrm>
            <a:off x="1150938" y="214313"/>
            <a:ext cx="7793037" cy="622300"/>
          </a:xfrm>
          <a:prstGeom prst="rect">
            <a:avLst/>
          </a:prstGeom>
          <a:noFill/>
          <a:ln w="9525">
            <a:noFill/>
          </a:ln>
        </p:spPr>
        <p:txBody>
          <a:bodyPr anchor="b"/>
          <a:lstStyle/>
          <a:p>
            <a:pPr lvl="0"/>
            <a:r>
              <a:rPr lang="zh-CN" altLang="en-US" noProof="1"/>
              <a:t>单击此处编辑母版标题样式</a:t>
            </a:r>
          </a:p>
        </p:txBody>
      </p:sp>
      <p:sp>
        <p:nvSpPr>
          <p:cNvPr id="751626" name="文本占位符 751625">
            <a:extLst>
              <a:ext uri="{FF2B5EF4-FFF2-40B4-BE49-F238E27FC236}">
                <a16:creationId xmlns:a16="http://schemas.microsoft.com/office/drawing/2014/main" id="{47DB93AE-EE7F-4405-9C12-DD97E3B03E00}"/>
              </a:ext>
            </a:extLst>
          </p:cNvPr>
          <p:cNvSpPr>
            <a:spLocks noGrp="1"/>
          </p:cNvSpPr>
          <p:nvPr>
            <p:ph type="body" idx="1"/>
          </p:nvPr>
        </p:nvSpPr>
        <p:spPr>
          <a:xfrm>
            <a:off x="611188" y="1258888"/>
            <a:ext cx="7993062" cy="5338762"/>
          </a:xfrm>
          <a:prstGeom prst="rect">
            <a:avLst/>
          </a:prstGeom>
          <a:noFill/>
          <a:ln w="9525">
            <a:noFill/>
          </a:ln>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51627" name="日期占位符 751626">
            <a:extLst>
              <a:ext uri="{FF2B5EF4-FFF2-40B4-BE49-F238E27FC236}">
                <a16:creationId xmlns:a16="http://schemas.microsoft.com/office/drawing/2014/main" id="{0D9D2488-A37D-48AA-AC5E-06E56E71C79D}"/>
              </a:ext>
            </a:extLst>
          </p:cNvPr>
          <p:cNvSpPr>
            <a:spLocks noGrp="1"/>
          </p:cNvSpPr>
          <p:nvPr>
            <p:ph type="dt" sz="half" idx="2"/>
          </p:nvPr>
        </p:nvSpPr>
        <p:spPr>
          <a:xfrm>
            <a:off x="1162050" y="6243638"/>
            <a:ext cx="1905000" cy="457200"/>
          </a:xfrm>
          <a:prstGeom prst="rect">
            <a:avLst/>
          </a:prstGeom>
          <a:noFill/>
          <a:ln w="9525">
            <a:noFill/>
          </a:ln>
        </p:spPr>
        <p:txBody>
          <a:bodyPr anchor="b"/>
          <a:lstStyle>
            <a:lvl1pPr>
              <a:defRPr sz="1400" noProof="1" dirty="0">
                <a:latin typeface="Times New Roman" panose="02020603050405020304" pitchFamily="18" charset="0"/>
                <a:ea typeface="宋体" panose="02010600030101010101" pitchFamily="2" charset="-122"/>
              </a:defRPr>
            </a:lvl1pPr>
          </a:lstStyle>
          <a:p>
            <a:endParaRPr lang="zh-CN" altLang="en-US"/>
          </a:p>
        </p:txBody>
      </p:sp>
      <p:sp>
        <p:nvSpPr>
          <p:cNvPr id="751628" name="页脚占位符 751627">
            <a:extLst>
              <a:ext uri="{FF2B5EF4-FFF2-40B4-BE49-F238E27FC236}">
                <a16:creationId xmlns:a16="http://schemas.microsoft.com/office/drawing/2014/main" id="{7AC99F9C-75AA-4501-B3DC-655FAD0F4275}"/>
              </a:ext>
            </a:extLst>
          </p:cNvPr>
          <p:cNvSpPr>
            <a:spLocks noGrp="1"/>
          </p:cNvSpPr>
          <p:nvPr>
            <p:ph type="ftr" sz="quarter" idx="3"/>
          </p:nvPr>
        </p:nvSpPr>
        <p:spPr>
          <a:xfrm>
            <a:off x="3657600" y="6243638"/>
            <a:ext cx="2895600" cy="457200"/>
          </a:xfrm>
          <a:prstGeom prst="rect">
            <a:avLst/>
          </a:prstGeom>
          <a:noFill/>
          <a:ln w="9525">
            <a:noFill/>
          </a:ln>
        </p:spPr>
        <p:txBody>
          <a:bodyPr anchor="b"/>
          <a:lstStyle>
            <a:lvl1pPr algn="ctr">
              <a:defRPr sz="1400" noProof="1" dirty="0">
                <a:latin typeface="Tahoma" panose="020B0604030504040204" pitchFamily="34" charset="0"/>
                <a:ea typeface="宋体" panose="02010600030101010101" pitchFamily="2" charset="-122"/>
              </a:defRPr>
            </a:lvl1pPr>
          </a:lstStyle>
          <a:p>
            <a:endParaRPr lang="zh-CN" altLang="en-US"/>
          </a:p>
        </p:txBody>
      </p:sp>
      <p:sp>
        <p:nvSpPr>
          <p:cNvPr id="751629" name="灯片编号占位符 751628">
            <a:extLst>
              <a:ext uri="{FF2B5EF4-FFF2-40B4-BE49-F238E27FC236}">
                <a16:creationId xmlns:a16="http://schemas.microsoft.com/office/drawing/2014/main" id="{64D8778F-224B-4D48-8A3E-6325D4AE336A}"/>
              </a:ext>
            </a:extLst>
          </p:cNvPr>
          <p:cNvSpPr>
            <a:spLocks noGrp="1"/>
          </p:cNvSpPr>
          <p:nvPr>
            <p:ph type="sldNum" sz="quarter" idx="4"/>
          </p:nvPr>
        </p:nvSpPr>
        <p:spPr>
          <a:xfrm>
            <a:off x="7042150" y="6243638"/>
            <a:ext cx="1905000" cy="457200"/>
          </a:xfrm>
          <a:prstGeom prst="rect">
            <a:avLst/>
          </a:prstGeom>
          <a:noFill/>
          <a:ln w="9525">
            <a:noFill/>
          </a:ln>
        </p:spPr>
        <p:txBody>
          <a:bodyPr anchor="b"/>
          <a:lstStyle>
            <a:lvl1pPr algn="r">
              <a:defRPr sz="1400" noProof="1">
                <a:latin typeface="Tahoma" panose="020B0604030504040204" pitchFamily="34" charset="0"/>
                <a:ea typeface="宋体" panose="02010600030101010101" pitchFamily="2" charset="-122"/>
              </a:defRPr>
            </a:lvl1pPr>
          </a:lstStyle>
          <a:p>
            <a:endParaRPr lang="en-US" altLang="zh-CN"/>
          </a:p>
        </p:txBody>
      </p:sp>
    </p:spTree>
  </p:cSld>
  <p:clrMap bg1="lt1" tx1="dk1" bg2="lt2" tx2="dk2" accent1="accent1" accent2="accent2" accent3="accent3" accent4="accent4" accent5="accent5" accent6="accent6" hlink="hlink" folHlink="folHlink"/>
  <p:sldLayoutIdLst>
    <p:sldLayoutId id="2147483715" r:id="rId1"/>
    <p:sldLayoutId id="2147483703" r:id="rId2"/>
    <p:sldLayoutId id="2147483702" r:id="rId3"/>
    <p:sldLayoutId id="2147483701" r:id="rId4"/>
    <p:sldLayoutId id="2147483700" r:id="rId5"/>
    <p:sldLayoutId id="2147483699" r:id="rId6"/>
    <p:sldLayoutId id="2147483698" r:id="rId7"/>
    <p:sldLayoutId id="2147483697" r:id="rId8"/>
    <p:sldLayoutId id="2147483696" r:id="rId9"/>
    <p:sldLayoutId id="2147483695" r:id="rId10"/>
    <p:sldLayoutId id="2147483694" r:id="rId11"/>
  </p:sldLayoutIdLst>
  <p:hf hdr="0" ftr="0" dt="0"/>
  <p:txStyles>
    <p:titleStyle>
      <a:lvl1pPr algn="l" rtl="0" fontAlgn="base">
        <a:spcBef>
          <a:spcPct val="0"/>
        </a:spcBef>
        <a:spcAft>
          <a:spcPct val="0"/>
        </a:spcAft>
        <a:defRPr sz="3600" b="1" kern="1200">
          <a:solidFill>
            <a:schemeClr val="tx2"/>
          </a:solidFill>
          <a:effectLst>
            <a:outerShdw blurRad="38100" dist="38100" dir="2700000">
              <a:srgbClr val="C0C0C0"/>
            </a:outerShdw>
          </a:effectLst>
          <a:latin typeface="+mj-lt"/>
          <a:ea typeface="+mj-ea"/>
          <a:cs typeface="+mj-cs"/>
        </a:defRPr>
      </a:lvl1pPr>
      <a:lvl2pPr algn="l" rtl="0" fontAlgn="base">
        <a:spcBef>
          <a:spcPct val="0"/>
        </a:spcBef>
        <a:spcAft>
          <a:spcPct val="0"/>
        </a:spcAft>
        <a:defRPr sz="3600" b="1">
          <a:solidFill>
            <a:schemeClr val="tx2"/>
          </a:solidFill>
          <a:latin typeface="Tahoma" panose="020B0604030504040204" pitchFamily="34" charset="0"/>
          <a:ea typeface="幼圆" panose="02010509060101010101" pitchFamily="49" charset="-122"/>
        </a:defRPr>
      </a:lvl2pPr>
      <a:lvl3pPr algn="l" rtl="0" fontAlgn="base">
        <a:spcBef>
          <a:spcPct val="0"/>
        </a:spcBef>
        <a:spcAft>
          <a:spcPct val="0"/>
        </a:spcAft>
        <a:defRPr sz="3600" b="1">
          <a:solidFill>
            <a:schemeClr val="tx2"/>
          </a:solidFill>
          <a:latin typeface="Tahoma" panose="020B0604030504040204" pitchFamily="34" charset="0"/>
          <a:ea typeface="幼圆" panose="02010509060101010101" pitchFamily="49" charset="-122"/>
        </a:defRPr>
      </a:lvl3pPr>
      <a:lvl4pPr algn="l" rtl="0" fontAlgn="base">
        <a:spcBef>
          <a:spcPct val="0"/>
        </a:spcBef>
        <a:spcAft>
          <a:spcPct val="0"/>
        </a:spcAft>
        <a:defRPr sz="3600" b="1">
          <a:solidFill>
            <a:schemeClr val="tx2"/>
          </a:solidFill>
          <a:latin typeface="Tahoma" panose="020B0604030504040204" pitchFamily="34" charset="0"/>
          <a:ea typeface="幼圆" panose="02010509060101010101" pitchFamily="49" charset="-122"/>
        </a:defRPr>
      </a:lvl4pPr>
      <a:lvl5pPr algn="l" rtl="0" fontAlgn="base">
        <a:spcBef>
          <a:spcPct val="0"/>
        </a:spcBef>
        <a:spcAft>
          <a:spcPct val="0"/>
        </a:spcAft>
        <a:defRPr sz="3600" b="1">
          <a:solidFill>
            <a:schemeClr val="tx2"/>
          </a:solidFill>
          <a:latin typeface="Tahoma" panose="020B0604030504040204" pitchFamily="34" charset="0"/>
          <a:ea typeface="幼圆" panose="02010509060101010101" pitchFamily="49" charset="-122"/>
        </a:defRPr>
      </a:lvl5pPr>
      <a:lvl6pPr marL="457200" algn="l" rtl="0" fontAlgn="base">
        <a:spcBef>
          <a:spcPct val="0"/>
        </a:spcBef>
        <a:spcAft>
          <a:spcPct val="0"/>
        </a:spcAft>
        <a:defRPr sz="3600" b="1">
          <a:solidFill>
            <a:schemeClr val="tx2"/>
          </a:solidFill>
          <a:latin typeface="Tahoma" panose="020B0604030504040204" pitchFamily="34" charset="0"/>
          <a:ea typeface="幼圆" panose="02010509060101010101" pitchFamily="49" charset="-122"/>
        </a:defRPr>
      </a:lvl6pPr>
      <a:lvl7pPr marL="914400" algn="l" rtl="0" fontAlgn="base">
        <a:spcBef>
          <a:spcPct val="0"/>
        </a:spcBef>
        <a:spcAft>
          <a:spcPct val="0"/>
        </a:spcAft>
        <a:defRPr sz="3600" b="1">
          <a:solidFill>
            <a:schemeClr val="tx2"/>
          </a:solidFill>
          <a:latin typeface="Tahoma" panose="020B0604030504040204" pitchFamily="34" charset="0"/>
          <a:ea typeface="幼圆" panose="02010509060101010101" pitchFamily="49" charset="-122"/>
        </a:defRPr>
      </a:lvl7pPr>
      <a:lvl8pPr marL="1371600" algn="l" rtl="0" fontAlgn="base">
        <a:spcBef>
          <a:spcPct val="0"/>
        </a:spcBef>
        <a:spcAft>
          <a:spcPct val="0"/>
        </a:spcAft>
        <a:defRPr sz="3600" b="1">
          <a:solidFill>
            <a:schemeClr val="tx2"/>
          </a:solidFill>
          <a:latin typeface="Tahoma" panose="020B0604030504040204" pitchFamily="34" charset="0"/>
          <a:ea typeface="幼圆" panose="02010509060101010101" pitchFamily="49" charset="-122"/>
        </a:defRPr>
      </a:lvl8pPr>
      <a:lvl9pPr marL="1828800" algn="l" rtl="0" fontAlgn="base">
        <a:spcBef>
          <a:spcPct val="0"/>
        </a:spcBef>
        <a:spcAft>
          <a:spcPct val="0"/>
        </a:spcAft>
        <a:defRPr sz="3600" b="1">
          <a:solidFill>
            <a:schemeClr val="tx2"/>
          </a:solidFill>
          <a:latin typeface="Tahoma" panose="020B0604030504040204" pitchFamily="34" charset="0"/>
          <a:ea typeface="幼圆" panose="02010509060101010101" pitchFamily="49" charset="-122"/>
        </a:defRPr>
      </a:lvl9pPr>
    </p:titleStyle>
    <p:bodyStyle>
      <a:lvl1pPr marL="342900" indent="-342900" algn="l" rtl="0" fontAlgn="base">
        <a:lnSpc>
          <a:spcPct val="120000"/>
        </a:lnSpc>
        <a:spcBef>
          <a:spcPct val="20000"/>
        </a:spcBef>
        <a:spcAft>
          <a:spcPct val="0"/>
        </a:spcAft>
        <a:buClr>
          <a:schemeClr val="folHlink"/>
        </a:buClr>
        <a:buSzPct val="60000"/>
        <a:buFont typeface="Wingdings" panose="05000000000000000000" pitchFamily="2" charset="2"/>
        <a:defRPr sz="2800" b="1" kern="1200">
          <a:solidFill>
            <a:schemeClr val="tx1"/>
          </a:solidFill>
          <a:effectLst>
            <a:outerShdw blurRad="38100" dist="38100" dir="2700000">
              <a:srgbClr val="C0C0C0"/>
            </a:outerShdw>
          </a:effectLst>
          <a:latin typeface="+mn-lt"/>
          <a:ea typeface="+mn-ea"/>
          <a:cs typeface="+mn-cs"/>
        </a:defRPr>
      </a:lvl1pPr>
      <a:lvl2pPr marL="742950" lvl="1" indent="-285750" algn="l" rtl="0" fontAlgn="base">
        <a:lnSpc>
          <a:spcPct val="120000"/>
        </a:lnSpc>
        <a:spcBef>
          <a:spcPct val="20000"/>
        </a:spcBef>
        <a:spcAft>
          <a:spcPct val="0"/>
        </a:spcAft>
        <a:buClr>
          <a:schemeClr val="hlink"/>
        </a:buClr>
        <a:buSzPct val="55000"/>
        <a:buFont typeface="Wingdings" panose="05000000000000000000" pitchFamily="2" charset="2"/>
        <a:buChar char="n"/>
        <a:defRPr sz="2800" b="1" kern="1200">
          <a:solidFill>
            <a:schemeClr val="tx1"/>
          </a:solidFill>
          <a:effectLst>
            <a:outerShdw blurRad="38100" dist="38100" dir="2700000">
              <a:srgbClr val="C0C0C0"/>
            </a:outerShdw>
          </a:effectLst>
          <a:latin typeface="+mn-lt"/>
          <a:ea typeface="+mn-ea"/>
          <a:cs typeface="+mn-cs"/>
        </a:defRPr>
      </a:lvl2pPr>
      <a:lvl3pPr marL="1143000" lvl="2" indent="-228600" algn="l" rtl="0" fontAlgn="base">
        <a:lnSpc>
          <a:spcPct val="120000"/>
        </a:lnSpc>
        <a:spcBef>
          <a:spcPct val="20000"/>
        </a:spcBef>
        <a:spcAft>
          <a:spcPct val="0"/>
        </a:spcAft>
        <a:buClr>
          <a:schemeClr val="folHlink"/>
        </a:buClr>
        <a:buSzPct val="50000"/>
        <a:buFont typeface="Wingdings" panose="05000000000000000000" pitchFamily="2" charset="2"/>
        <a:buChar char="n"/>
        <a:defRPr sz="2400" b="1" kern="1200">
          <a:solidFill>
            <a:schemeClr val="tx1"/>
          </a:solidFill>
          <a:effectLst>
            <a:outerShdw blurRad="38100" dist="38100" dir="2700000">
              <a:srgbClr val="C0C0C0"/>
            </a:outerShdw>
          </a:effectLst>
          <a:latin typeface="+mn-lt"/>
          <a:ea typeface="+mn-ea"/>
          <a:cs typeface="+mn-cs"/>
        </a:defRPr>
      </a:lvl3pPr>
      <a:lvl4pPr marL="1600200" lvl="3" indent="-228600" algn="l" rtl="0" fontAlgn="base">
        <a:lnSpc>
          <a:spcPct val="120000"/>
        </a:lnSpc>
        <a:spcBef>
          <a:spcPct val="20000"/>
        </a:spcBef>
        <a:spcAft>
          <a:spcPct val="0"/>
        </a:spcAft>
        <a:buClr>
          <a:schemeClr val="accent2"/>
        </a:buClr>
        <a:buSzPct val="55000"/>
        <a:buFont typeface="Wingdings" panose="05000000000000000000" pitchFamily="2" charset="2"/>
        <a:buChar char="n"/>
        <a:defRPr sz="2000" b="1" kern="1200">
          <a:solidFill>
            <a:schemeClr val="tx1"/>
          </a:solidFill>
          <a:effectLst>
            <a:outerShdw blurRad="38100" dist="38100" dir="2700000">
              <a:srgbClr val="C0C0C0"/>
            </a:outerShdw>
          </a:effectLst>
          <a:latin typeface="+mn-lt"/>
          <a:ea typeface="+mn-ea"/>
          <a:cs typeface="+mn-cs"/>
        </a:defRPr>
      </a:lvl4pPr>
      <a:lvl5pPr marL="2057400" lvl="4"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sz="2000" b="1" kern="1200">
          <a:solidFill>
            <a:schemeClr val="tx1"/>
          </a:solidFill>
          <a:effectLst>
            <a:outerShdw blurRad="38100" dist="38100" dir="2700000">
              <a:srgbClr val="C0C0C0"/>
            </a:outerShdw>
          </a:effectLst>
          <a:latin typeface="+mn-lt"/>
          <a:ea typeface="+mn-ea"/>
          <a:cs typeface="+mn-cs"/>
        </a:defRPr>
      </a:lvl5pPr>
      <a:lvl6pPr marL="2514600" lvl="5"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6pPr>
      <a:lvl7pPr marL="2971800" lvl="6"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7pPr>
      <a:lvl8pPr marL="3429000" lvl="7"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8pPr>
      <a:lvl9pPr marL="3886200" lvl="8"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2050" name="标题 783361">
            <a:extLst>
              <a:ext uri="{FF2B5EF4-FFF2-40B4-BE49-F238E27FC236}">
                <a16:creationId xmlns:a16="http://schemas.microsoft.com/office/drawing/2014/main" id="{CA02B2F8-0BF8-40BA-8F70-509651450B02}"/>
              </a:ext>
            </a:extLst>
          </p:cNvPr>
          <p:cNvSpPr>
            <a:spLocks noGrp="1" noChangeArrowheads="1"/>
          </p:cNvSpPr>
          <p:nvPr>
            <p:ph type="title" idx="4294967295"/>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1" name="文本占位符 783362">
            <a:extLst>
              <a:ext uri="{FF2B5EF4-FFF2-40B4-BE49-F238E27FC236}">
                <a16:creationId xmlns:a16="http://schemas.microsoft.com/office/drawing/2014/main" id="{28BE8E35-1044-4633-9836-733E9749B9F0}"/>
              </a:ext>
            </a:extLst>
          </p:cNvPr>
          <p:cNvSpPr>
            <a:spLocks noGrp="1" noChangeArrowheads="1"/>
          </p:cNvSpPr>
          <p:nvPr>
            <p:ph type="body" idx="4294967295"/>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83364" name="日期占位符 783363">
            <a:extLst>
              <a:ext uri="{FF2B5EF4-FFF2-40B4-BE49-F238E27FC236}">
                <a16:creationId xmlns:a16="http://schemas.microsoft.com/office/drawing/2014/main" id="{E82A3EAA-22E4-4AA0-A1F1-4F7BE2BF9C6C}"/>
              </a:ext>
            </a:extLst>
          </p:cNvPr>
          <p:cNvSpPr>
            <a:spLocks noGrp="1"/>
          </p:cNvSpPr>
          <p:nvPr>
            <p:ph type="dt" sz="half" idx="2"/>
          </p:nvPr>
        </p:nvSpPr>
        <p:spPr>
          <a:xfrm>
            <a:off x="457200" y="6245225"/>
            <a:ext cx="2133600" cy="476250"/>
          </a:xfrm>
          <a:prstGeom prst="rect">
            <a:avLst/>
          </a:prstGeom>
          <a:noFill/>
          <a:ln w="9525">
            <a:noFill/>
          </a:ln>
        </p:spPr>
        <p:txBody>
          <a:bodyPr/>
          <a:lstStyle>
            <a:lvl1pPr>
              <a:defRPr sz="1400" noProof="1" dirty="0">
                <a:latin typeface="Times New Roman" panose="02020603050405020304" pitchFamily="18" charset="0"/>
                <a:ea typeface="宋体" panose="02010600030101010101" pitchFamily="2" charset="-122"/>
              </a:defRPr>
            </a:lvl1pPr>
          </a:lstStyle>
          <a:p>
            <a:endParaRPr lang="zh-CN" altLang="en-US"/>
          </a:p>
        </p:txBody>
      </p:sp>
      <p:sp>
        <p:nvSpPr>
          <p:cNvPr id="783365" name="页脚占位符 783364">
            <a:extLst>
              <a:ext uri="{FF2B5EF4-FFF2-40B4-BE49-F238E27FC236}">
                <a16:creationId xmlns:a16="http://schemas.microsoft.com/office/drawing/2014/main" id="{BD269466-C543-4A40-A06D-A334D4F955C9}"/>
              </a:ext>
            </a:extLst>
          </p:cNvPr>
          <p:cNvSpPr>
            <a:spLocks noGrp="1"/>
          </p:cNvSpPr>
          <p:nvPr>
            <p:ph type="ftr" sz="quarter" idx="3"/>
          </p:nvPr>
        </p:nvSpPr>
        <p:spPr>
          <a:xfrm>
            <a:off x="3124200" y="6245225"/>
            <a:ext cx="2895600" cy="476250"/>
          </a:xfrm>
          <a:prstGeom prst="rect">
            <a:avLst/>
          </a:prstGeom>
          <a:noFill/>
          <a:ln w="9525">
            <a:noFill/>
          </a:ln>
        </p:spPr>
        <p:txBody>
          <a:bodyPr/>
          <a:lstStyle>
            <a:lvl1pPr algn="ctr">
              <a:defRPr sz="1400" noProof="1" dirty="0">
                <a:latin typeface="Times New Roman" panose="02020603050405020304" pitchFamily="18" charset="0"/>
                <a:ea typeface="宋体" panose="02010600030101010101" pitchFamily="2" charset="-122"/>
              </a:defRPr>
            </a:lvl1pPr>
          </a:lstStyle>
          <a:p>
            <a:endParaRPr lang="zh-CN" altLang="en-US"/>
          </a:p>
        </p:txBody>
      </p:sp>
      <p:sp>
        <p:nvSpPr>
          <p:cNvPr id="783366" name="灯片编号占位符 783365">
            <a:extLst>
              <a:ext uri="{FF2B5EF4-FFF2-40B4-BE49-F238E27FC236}">
                <a16:creationId xmlns:a16="http://schemas.microsoft.com/office/drawing/2014/main" id="{9672C6DF-41F1-4CFD-A5C4-D2E23277FE3B}"/>
              </a:ext>
            </a:extLst>
          </p:cNvPr>
          <p:cNvSpPr>
            <a:spLocks noGrp="1"/>
          </p:cNvSpPr>
          <p:nvPr>
            <p:ph type="sldNum" sz="quarter" idx="4"/>
          </p:nvPr>
        </p:nvSpPr>
        <p:spPr>
          <a:xfrm>
            <a:off x="6553200" y="6245225"/>
            <a:ext cx="2133600" cy="476250"/>
          </a:xfrm>
          <a:prstGeom prst="rect">
            <a:avLst/>
          </a:prstGeom>
          <a:noFill/>
          <a:ln w="9525">
            <a:noFill/>
          </a:ln>
        </p:spPr>
        <p:txBody>
          <a:bodyPr vert="horz" wrap="square" lIns="91440" tIns="45720" rIns="91440" bIns="45720" numCol="1" anchor="t" anchorCtr="0" compatLnSpc="1">
            <a:prstTxWarp prst="textNoShape">
              <a:avLst/>
            </a:prstTxWarp>
          </a:bodyPr>
          <a:lstStyle>
            <a:lvl1pPr algn="r">
              <a:defRPr sz="1400">
                <a:latin typeface="Times New Roman" panose="02020603050405020304" pitchFamily="18" charset="0"/>
                <a:ea typeface="宋体" panose="02010600030101010101" pitchFamily="2" charset="-122"/>
              </a:defRPr>
            </a:lvl1pPr>
          </a:lstStyle>
          <a:p>
            <a:fld id="{F44C7650-5103-430E-8A9B-61948CD7601C}"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3714" r:id="rId1"/>
    <p:sldLayoutId id="2147483713" r:id="rId2"/>
    <p:sldLayoutId id="2147483712" r:id="rId3"/>
    <p:sldLayoutId id="2147483711" r:id="rId4"/>
    <p:sldLayoutId id="2147483710" r:id="rId5"/>
    <p:sldLayoutId id="2147483709" r:id="rId6"/>
    <p:sldLayoutId id="2147483708" r:id="rId7"/>
    <p:sldLayoutId id="2147483707" r:id="rId8"/>
    <p:sldLayoutId id="2147483706" r:id="rId9"/>
    <p:sldLayoutId id="2147483705" r:id="rId10"/>
    <p:sldLayoutId id="2147483704" r:id="rId11"/>
  </p:sldLayoutIdLst>
  <p:hf hdr="0" ftr="0" dt="0"/>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lvl="1" indent="-285750" algn="l" rtl="0" fontAlgn="base">
        <a:spcBef>
          <a:spcPct val="20000"/>
        </a:spcBef>
        <a:spcAft>
          <a:spcPct val="0"/>
        </a:spcAft>
        <a:buChar char="–"/>
        <a:defRPr sz="2800" kern="1200">
          <a:solidFill>
            <a:schemeClr val="tx1"/>
          </a:solidFill>
          <a:latin typeface="+mn-lt"/>
          <a:ea typeface="+mn-ea"/>
          <a:cs typeface="+mn-cs"/>
        </a:defRPr>
      </a:lvl2pPr>
      <a:lvl3pPr marL="1143000" lvl="2" indent="-228600" algn="l" rtl="0" fontAlgn="base">
        <a:spcBef>
          <a:spcPct val="20000"/>
        </a:spcBef>
        <a:spcAft>
          <a:spcPct val="0"/>
        </a:spcAft>
        <a:buChar char="•"/>
        <a:defRPr sz="2400" kern="1200">
          <a:solidFill>
            <a:schemeClr val="tx1"/>
          </a:solidFill>
          <a:latin typeface="+mn-lt"/>
          <a:ea typeface="+mn-ea"/>
          <a:cs typeface="+mn-cs"/>
        </a:defRPr>
      </a:lvl3pPr>
      <a:lvl4pPr marL="1600200" lvl="3" indent="-228600" algn="l" rtl="0" fontAlgn="base">
        <a:spcBef>
          <a:spcPct val="20000"/>
        </a:spcBef>
        <a:spcAft>
          <a:spcPct val="0"/>
        </a:spcAft>
        <a:buChar char="–"/>
        <a:defRPr sz="2000" kern="1200">
          <a:solidFill>
            <a:schemeClr val="tx1"/>
          </a:solidFill>
          <a:latin typeface="+mn-lt"/>
          <a:ea typeface="+mn-ea"/>
          <a:cs typeface="+mn-cs"/>
        </a:defRPr>
      </a:lvl4pPr>
      <a:lvl5pPr marL="2057400" lvl="4" indent="-228600" algn="l" rtl="0" fontAlgn="base">
        <a:spcBef>
          <a:spcPct val="20000"/>
        </a:spcBef>
        <a:spcAft>
          <a:spcPct val="0"/>
        </a:spcAft>
        <a:buChar char="»"/>
        <a:defRPr sz="2000" kern="120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microsoft.com/office/2011/relationships/inkAction" Target="../ink/inkAction1.xml"/><Relationship Id="rId1" Type="http://schemas.openxmlformats.org/officeDocument/2006/relationships/slideLayout" Target="../slideLayouts/slideLayout7.xml"/><Relationship Id="rId5" Type="http://schemas.openxmlformats.org/officeDocument/2006/relationships/image" Target="../media/image4.png"/></Relationships>
</file>

<file path=ppt/slides/_rels/slide20.xml.rels><?xml version="1.0" encoding="UTF-8" standalone="yes"?>
<Relationships xmlns="http://schemas.openxmlformats.org/package/2006/relationships"><Relationship Id="rId2" Type="http://schemas.microsoft.com/office/2011/relationships/inkAction" Target="../ink/inkAction2.xml"/><Relationship Id="rId1" Type="http://schemas.openxmlformats.org/officeDocument/2006/relationships/slideLayout" Target="../slideLayouts/slideLayout7.xml"/><Relationship Id="rId5"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microsoft.com/office/2011/relationships/inkAction" Target="../ink/inkAction3.xml"/><Relationship Id="rId1" Type="http://schemas.openxmlformats.org/officeDocument/2006/relationships/slideLayout" Target="../slideLayouts/slideLayout7.xml"/><Relationship Id="rId5"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7604" name="标题 537603">
            <a:extLst>
              <a:ext uri="{FF2B5EF4-FFF2-40B4-BE49-F238E27FC236}">
                <a16:creationId xmlns:a16="http://schemas.microsoft.com/office/drawing/2014/main" id="{E8148665-BC9E-42FC-8F4E-BAE0B41E5BAE}"/>
              </a:ext>
            </a:extLst>
          </p:cNvPr>
          <p:cNvSpPr>
            <a:spLocks noGrp="1"/>
          </p:cNvSpPr>
          <p:nvPr>
            <p:ph type="ctrTitle"/>
          </p:nvPr>
        </p:nvSpPr>
        <p:spPr>
          <a:xfrm>
            <a:off x="684213" y="1268413"/>
            <a:ext cx="8137525" cy="1462087"/>
          </a:xfrm>
        </p:spPr>
        <p:txBody>
          <a:bodyPr/>
          <a:lstStyle/>
          <a:p>
            <a:r>
              <a:rPr lang="zh-CN" altLang="en-US" noProof="1"/>
              <a:t>第</a:t>
            </a:r>
            <a:r>
              <a:rPr lang="en-US" altLang="zh-CN" noProof="1"/>
              <a:t>1</a:t>
            </a:r>
            <a:r>
              <a:rPr lang="zh-CN" altLang="en-US" noProof="1"/>
              <a:t>章 数据库系统概述 </a:t>
            </a:r>
          </a:p>
        </p:txBody>
      </p:sp>
      <p:sp>
        <p:nvSpPr>
          <p:cNvPr id="537609" name="矩形 537608">
            <a:extLst>
              <a:ext uri="{FF2B5EF4-FFF2-40B4-BE49-F238E27FC236}">
                <a16:creationId xmlns:a16="http://schemas.microsoft.com/office/drawing/2014/main" id="{A783B6E7-8605-4E25-A982-2023EA86427B}"/>
              </a:ext>
            </a:extLst>
          </p:cNvPr>
          <p:cNvSpPr/>
          <p:nvPr/>
        </p:nvSpPr>
        <p:spPr>
          <a:xfrm>
            <a:off x="107950" y="80963"/>
            <a:ext cx="4608513" cy="574675"/>
          </a:xfrm>
          <a:prstGeom prst="rect">
            <a:avLst/>
          </a:prstGeom>
          <a:gradFill rotWithShape="1">
            <a:gsLst>
              <a:gs pos="0">
                <a:srgbClr val="C0C0C0"/>
              </a:gs>
              <a:gs pos="100000">
                <a:srgbClr val="C0C0C0">
                  <a:gamma/>
                  <a:tint val="0"/>
                  <a:invGamma/>
                </a:srgbClr>
              </a:gs>
            </a:gsLst>
            <a:path path="shape">
              <a:fillToRect l="50000" t="50000" r="50000" b="50000"/>
            </a:path>
            <a:tileRect/>
          </a:gradFill>
          <a:ln w="9525">
            <a:noFill/>
          </a:ln>
        </p:spPr>
        <p:txBody>
          <a:bodyPr tIns="76176" bIns="72000" anchor="ctr" anchorCtr="1">
            <a:spAutoFit/>
          </a:bodyPr>
          <a:lstStyle/>
          <a:p>
            <a:pPr algn="ctr"/>
            <a:r>
              <a:rPr lang="zh-CN" altLang="en-US" sz="2800" b="1" noProof="1">
                <a:solidFill>
                  <a:srgbClr val="993300"/>
                </a:solidFill>
                <a:effectLst>
                  <a:outerShdw blurRad="38100" dist="38100" dir="2700000">
                    <a:srgbClr val="000000"/>
                  </a:outerShdw>
                </a:effectLst>
                <a:ea typeface="隶书" panose="02010509060101010101" pitchFamily="49" charset="-122"/>
              </a:rPr>
              <a:t>数据库系统原理及应用</a:t>
            </a:r>
            <a:endParaRPr lang="zh-CN" altLang="en-US" sz="3000" b="1" noProof="1">
              <a:solidFill>
                <a:srgbClr val="000000"/>
              </a:solidFill>
              <a:effectLst>
                <a:outerShdw blurRad="38100" dist="38100" dir="2700000">
                  <a:srgbClr val="FFFFFF"/>
                </a:outerShdw>
              </a:effectLst>
              <a:latin typeface="Times New Roman" panose="02020603050405020304" pitchFamily="18" charset="0"/>
            </a:endParaRPr>
          </a:p>
        </p:txBody>
      </p:sp>
      <p:sp>
        <p:nvSpPr>
          <p:cNvPr id="537612" name="文本框 537611">
            <a:extLst>
              <a:ext uri="{FF2B5EF4-FFF2-40B4-BE49-F238E27FC236}">
                <a16:creationId xmlns:a16="http://schemas.microsoft.com/office/drawing/2014/main" id="{224896D7-C680-4017-B7E8-59FD818D955F}"/>
              </a:ext>
            </a:extLst>
          </p:cNvPr>
          <p:cNvSpPr txBox="1"/>
          <p:nvPr/>
        </p:nvSpPr>
        <p:spPr>
          <a:xfrm>
            <a:off x="2516188" y="3957638"/>
            <a:ext cx="4681537" cy="706437"/>
          </a:xfrm>
          <a:prstGeom prst="rect">
            <a:avLst/>
          </a:prstGeom>
          <a:noFill/>
          <a:ln w="12700">
            <a:noFill/>
          </a:ln>
        </p:spPr>
        <p:txBody>
          <a:bodyPr>
            <a:spAutoFit/>
          </a:bodyPr>
          <a:lstStyle/>
          <a:p>
            <a:r>
              <a:rPr lang="zh-CN" altLang="en-US" sz="4000" b="1" noProof="1">
                <a:solidFill>
                  <a:srgbClr val="003366"/>
                </a:solidFill>
                <a:effectLst>
                  <a:outerShdw blurRad="38100" dist="38100" dir="2700000">
                    <a:srgbClr val="C0C0C0"/>
                  </a:outerShdw>
                </a:effectLst>
                <a:latin typeface="华文新魏" panose="02010800040101010101" pitchFamily="2" charset="-122"/>
                <a:ea typeface="华文新魏" panose="02010800040101010101" pitchFamily="2" charset="-122"/>
              </a:rPr>
              <a:t>     </a:t>
            </a:r>
            <a:endParaRPr lang="zh-CN" altLang="en-US" sz="4400" b="1" noProof="1">
              <a:solidFill>
                <a:srgbClr val="660033"/>
              </a:solidFill>
              <a:effectLst>
                <a:outerShdw blurRad="38100" dist="38100" dir="2700000">
                  <a:srgbClr val="C0C0C0"/>
                </a:outerShdw>
              </a:effectLst>
              <a:latin typeface="隶书" panose="02010509060101010101" pitchFamily="49" charset="-122"/>
              <a:ea typeface="隶书" panose="02010509060101010101" pitchFamily="49" charset="-122"/>
            </a:endParaRPr>
          </a:p>
        </p:txBody>
      </p:sp>
      <p:pic>
        <p:nvPicPr>
          <p:cNvPr id="6148" name="图片 537612" descr="BS02064_">
            <a:extLst>
              <a:ext uri="{FF2B5EF4-FFF2-40B4-BE49-F238E27FC236}">
                <a16:creationId xmlns:a16="http://schemas.microsoft.com/office/drawing/2014/main" id="{BC1AC112-C29C-40A8-A23C-17A55B8B1A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170363"/>
            <a:ext cx="2700338" cy="2687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7615" name="文本框 537614">
            <a:extLst>
              <a:ext uri="{FF2B5EF4-FFF2-40B4-BE49-F238E27FC236}">
                <a16:creationId xmlns:a16="http://schemas.microsoft.com/office/drawing/2014/main" id="{39CFCD73-82D8-4DA5-99DA-A181887D6F10}"/>
              </a:ext>
            </a:extLst>
          </p:cNvPr>
          <p:cNvSpPr txBox="1"/>
          <p:nvPr/>
        </p:nvSpPr>
        <p:spPr>
          <a:xfrm>
            <a:off x="2338388" y="2708275"/>
            <a:ext cx="4681537" cy="701675"/>
          </a:xfrm>
          <a:prstGeom prst="rect">
            <a:avLst/>
          </a:prstGeom>
          <a:noFill/>
          <a:ln w="12700">
            <a:noFill/>
          </a:ln>
        </p:spPr>
        <p:txBody>
          <a:bodyPr>
            <a:spAutoFit/>
          </a:bodyPr>
          <a:lstStyle/>
          <a:p>
            <a:pPr algn="ctr"/>
            <a:r>
              <a:rPr lang="zh-CN" altLang="en-US" sz="4000" b="1" noProof="1">
                <a:solidFill>
                  <a:srgbClr val="003366"/>
                </a:solidFill>
                <a:effectLst>
                  <a:outerShdw blurRad="38100" dist="38100" dir="2700000">
                    <a:srgbClr val="C0C0C0"/>
                  </a:outerShdw>
                </a:effectLst>
                <a:latin typeface="华文新魏" panose="02010800040101010101" pitchFamily="2" charset="-122"/>
                <a:ea typeface="华文新魏" panose="02010800040101010101" pitchFamily="2" charset="-122"/>
              </a:rPr>
              <a:t>（第三讲）</a:t>
            </a:r>
            <a:endParaRPr lang="zh-CN" altLang="en-US" sz="4400" b="1" noProof="1">
              <a:solidFill>
                <a:srgbClr val="006699"/>
              </a:solidFill>
              <a:effectLst>
                <a:outerShdw blurRad="38100" dist="38100" dir="2700000">
                  <a:srgbClr val="C0C0C0"/>
                </a:outerShdw>
              </a:effectLst>
              <a:latin typeface="隶书" panose="02010509060101010101" pitchFamily="49" charset="-122"/>
              <a:ea typeface="隶书" panose="020105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3" presetClass="entr" presetSubtype="16" fill="hold" grpId="0" nodeType="afterEffect">
                                  <p:stCondLst>
                                    <p:cond delay="0"/>
                                  </p:stCondLst>
                                  <p:childTnLst>
                                    <p:set>
                                      <p:cBhvr>
                                        <p:cTn id="6" dur="1" fill="hold">
                                          <p:stCondLst>
                                            <p:cond delay="0"/>
                                          </p:stCondLst>
                                        </p:cTn>
                                        <p:tgtEl>
                                          <p:spTgt spid="537604"/>
                                        </p:tgtEl>
                                        <p:attrNameLst>
                                          <p:attrName>style.visibility</p:attrName>
                                        </p:attrNameLst>
                                      </p:cBhvr>
                                      <p:to>
                                        <p:strVal val="visible"/>
                                      </p:to>
                                    </p:set>
                                    <p:animEffect transition="in" filter="plus(in)">
                                      <p:cBhvr>
                                        <p:cTn id="7" dur="1000"/>
                                        <p:tgtEl>
                                          <p:spTgt spid="53760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37609"/>
                                        </p:tgtEl>
                                        <p:attrNameLst>
                                          <p:attrName>style.visibility</p:attrName>
                                        </p:attrNameLst>
                                      </p:cBhvr>
                                      <p:to>
                                        <p:strVal val="visible"/>
                                      </p:to>
                                    </p:set>
                                    <p:animEffect transition="in" filter="wipe(left)">
                                      <p:cBhvr>
                                        <p:cTn id="10" dur="1000"/>
                                        <p:tgtEl>
                                          <p:spTgt spid="5376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7604" grpId="0"/>
      <p:bldP spid="537609" grpId="0" animBg="1"/>
    </p:bld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60165" name="矩形 860164">
            <a:extLst>
              <a:ext uri="{FF2B5EF4-FFF2-40B4-BE49-F238E27FC236}">
                <a16:creationId xmlns:a16="http://schemas.microsoft.com/office/drawing/2014/main" id="{B395A33B-FAEE-41BB-958E-2DD6103C51C9}"/>
              </a:ext>
            </a:extLst>
          </p:cNvPr>
          <p:cNvSpPr/>
          <p:nvPr/>
        </p:nvSpPr>
        <p:spPr>
          <a:xfrm>
            <a:off x="827088" y="1268413"/>
            <a:ext cx="8137525" cy="1462087"/>
          </a:xfrm>
          <a:prstGeom prst="rect">
            <a:avLst/>
          </a:prstGeom>
          <a:noFill/>
          <a:ln w="9525">
            <a:noFill/>
          </a:ln>
        </p:spPr>
        <p:txBody>
          <a:bodyPr anchor="b"/>
          <a:lstStyle>
            <a:lvl1pPr marL="0" lvl="0" indent="0" algn="ctr" defTabSz="914400" rtl="0" eaLnBrk="1" fontAlgn="base" latinLnBrk="0" hangingPunct="1">
              <a:lnSpc>
                <a:spcPct val="100000"/>
              </a:lnSpc>
              <a:spcBef>
                <a:spcPct val="0"/>
              </a:spcBef>
              <a:spcAft>
                <a:spcPct val="0"/>
              </a:spcAft>
              <a:buClrTx/>
              <a:buSzTx/>
              <a:buFontTx/>
              <a:buNone/>
              <a:defRPr sz="4800" b="1" u="none" kern="1200" baseline="0">
                <a:solidFill>
                  <a:schemeClr val="tx2"/>
                </a:solidFill>
                <a:effectLst>
                  <a:outerShdw blurRad="38100" dist="38100" dir="2700000">
                    <a:srgbClr val="C0C0C0"/>
                  </a:outerShdw>
                </a:effectLst>
                <a:latin typeface="Tahoma" panose="020B0604030504040204" pitchFamily="34" charset="0"/>
                <a:ea typeface="隶书" panose="02010509060101010101" pitchFamily="49" charset="-122"/>
              </a:defRPr>
            </a:lvl1pPr>
          </a:lstStyle>
          <a:p>
            <a:r>
              <a:rPr lang="en-US" altLang="zh-CN" sz="4400" noProof="1"/>
              <a:t>1.5</a:t>
            </a:r>
            <a:r>
              <a:rPr lang="zh-CN" altLang="en-US" sz="4400" noProof="1"/>
              <a:t>  数据库的内部体系结构</a:t>
            </a:r>
          </a:p>
        </p:txBody>
      </p:sp>
      <p:sp>
        <p:nvSpPr>
          <p:cNvPr id="860166" name="矩形 860165">
            <a:extLst>
              <a:ext uri="{FF2B5EF4-FFF2-40B4-BE49-F238E27FC236}">
                <a16:creationId xmlns:a16="http://schemas.microsoft.com/office/drawing/2014/main" id="{7E071376-F676-44F0-BEF0-6AED1E2D54F8}"/>
              </a:ext>
            </a:extLst>
          </p:cNvPr>
          <p:cNvSpPr/>
          <p:nvPr/>
        </p:nvSpPr>
        <p:spPr>
          <a:xfrm>
            <a:off x="71438" y="95250"/>
            <a:ext cx="3852862" cy="544513"/>
          </a:xfrm>
          <a:prstGeom prst="rect">
            <a:avLst/>
          </a:prstGeom>
          <a:gradFill rotWithShape="1">
            <a:gsLst>
              <a:gs pos="0">
                <a:srgbClr val="C0C0C0"/>
              </a:gs>
              <a:gs pos="100000">
                <a:srgbClr val="C0C0C0">
                  <a:gamma/>
                  <a:tint val="0"/>
                  <a:invGamma/>
                </a:srgbClr>
              </a:gs>
            </a:gsLst>
            <a:path path="shape">
              <a:fillToRect l="50000" t="50000" r="50000" b="50000"/>
            </a:path>
            <a:tileRect/>
          </a:gradFill>
          <a:ln w="9525">
            <a:noFill/>
          </a:ln>
        </p:spPr>
        <p:txBody>
          <a:bodyPr tIns="76176" bIns="72000" anchor="ctr" anchorCtr="1">
            <a:spAutoFit/>
          </a:bodyPr>
          <a:lstStyle/>
          <a:p>
            <a:r>
              <a:rPr lang="zh-CN" altLang="en-US" sz="2600" b="1" noProof="1">
                <a:solidFill>
                  <a:srgbClr val="993300"/>
                </a:solidFill>
                <a:effectLst>
                  <a:outerShdw blurRad="38100" dist="38100" dir="2700000">
                    <a:srgbClr val="000000"/>
                  </a:outerShdw>
                </a:effectLst>
                <a:ea typeface="隶书" panose="02010509060101010101" pitchFamily="49" charset="-122"/>
              </a:rPr>
              <a:t>第</a:t>
            </a:r>
            <a:r>
              <a:rPr lang="en-US" altLang="zh-CN" sz="2600" b="1" noProof="1">
                <a:solidFill>
                  <a:srgbClr val="993300"/>
                </a:solidFill>
                <a:effectLst>
                  <a:outerShdw blurRad="38100" dist="38100" dir="2700000">
                    <a:srgbClr val="000000"/>
                  </a:outerShdw>
                </a:effectLst>
                <a:ea typeface="隶书" panose="02010509060101010101" pitchFamily="49" charset="-122"/>
              </a:rPr>
              <a:t>1</a:t>
            </a:r>
            <a:r>
              <a:rPr lang="zh-CN" altLang="en-US" sz="2600" b="1" noProof="1">
                <a:solidFill>
                  <a:srgbClr val="993300"/>
                </a:solidFill>
                <a:effectLst>
                  <a:outerShdw blurRad="38100" dist="38100" dir="2700000">
                    <a:srgbClr val="000000"/>
                  </a:outerShdw>
                </a:effectLst>
                <a:ea typeface="隶书" panose="02010509060101010101" pitchFamily="49" charset="-122"/>
              </a:rPr>
              <a:t>章  数据库系统概述</a:t>
            </a:r>
          </a:p>
        </p:txBody>
      </p:sp>
    </p:spTree>
  </p:cSld>
  <p:clrMapOvr>
    <a:masterClrMapping/>
  </p:clrMapOvr>
  <p:transition advTm="7424"/>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13" presetClass="entr" presetSubtype="16" fill="hold" grpId="0" nodeType="afterEffect">
                                  <p:stCondLst>
                                    <p:cond delay="0"/>
                                  </p:stCondLst>
                                  <p:childTnLst>
                                    <p:set>
                                      <p:cBhvr>
                                        <p:cTn id="6" dur="1" fill="hold">
                                          <p:stCondLst>
                                            <p:cond delay="0"/>
                                          </p:stCondLst>
                                        </p:cTn>
                                        <p:tgtEl>
                                          <p:spTgt spid="860165"/>
                                        </p:tgtEl>
                                        <p:attrNameLst>
                                          <p:attrName>style.visibility</p:attrName>
                                        </p:attrNameLst>
                                      </p:cBhvr>
                                      <p:to>
                                        <p:strVal val="visible"/>
                                      </p:to>
                                    </p:set>
                                    <p:animEffect transition="in" filter="plus(in)">
                                      <p:cBhvr>
                                        <p:cTn id="7" dur="1000"/>
                                        <p:tgtEl>
                                          <p:spTgt spid="860165"/>
                                        </p:tgtEl>
                                      </p:cBhvr>
                                    </p:animEffect>
                                  </p:childTnLst>
                                </p:cTn>
                              </p:par>
                            </p:childTnLst>
                          </p:cTn>
                        </p:par>
                        <p:par>
                          <p:cTn id="8" fill="hold" nodeType="afterGroup">
                            <p:stCondLst>
                              <p:cond delay="1000"/>
                            </p:stCondLst>
                            <p:childTnLst>
                              <p:par>
                                <p:cTn id="9" presetID="4" presetClass="entr" presetSubtype="32" fill="hold" grpId="0" nodeType="afterEffect">
                                  <p:stCondLst>
                                    <p:cond delay="0"/>
                                  </p:stCondLst>
                                  <p:childTnLst>
                                    <p:set>
                                      <p:cBhvr>
                                        <p:cTn id="10" dur="1" fill="hold">
                                          <p:stCondLst>
                                            <p:cond delay="0"/>
                                          </p:stCondLst>
                                        </p:cTn>
                                        <p:tgtEl>
                                          <p:spTgt spid="860166"/>
                                        </p:tgtEl>
                                        <p:attrNameLst>
                                          <p:attrName>style.visibility</p:attrName>
                                        </p:attrNameLst>
                                      </p:cBhvr>
                                      <p:to>
                                        <p:strVal val="visible"/>
                                      </p:to>
                                    </p:set>
                                    <p:animEffect transition="in" filter="box(out)">
                                      <p:cBhvr>
                                        <p:cTn id="11" dur="1000"/>
                                        <p:tgtEl>
                                          <p:spTgt spid="8601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65" grpId="0"/>
      <p:bldP spid="86016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3120" name="矩形 943119">
            <a:extLst>
              <a:ext uri="{FF2B5EF4-FFF2-40B4-BE49-F238E27FC236}">
                <a16:creationId xmlns:a16="http://schemas.microsoft.com/office/drawing/2014/main" id="{48185849-0F0C-4C25-9107-F071DB5361A2}"/>
              </a:ext>
            </a:extLst>
          </p:cNvPr>
          <p:cNvSpPr/>
          <p:nvPr/>
        </p:nvSpPr>
        <p:spPr>
          <a:xfrm>
            <a:off x="1042988" y="214313"/>
            <a:ext cx="8043862"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sz="3400" noProof="1"/>
              <a:t>一、数据库内部体系结构的三级模式结构</a:t>
            </a:r>
            <a:r>
              <a:rPr lang="zh-CN" altLang="en-US" noProof="1"/>
              <a:t> </a:t>
            </a:r>
          </a:p>
        </p:txBody>
      </p:sp>
      <p:grpSp>
        <p:nvGrpSpPr>
          <p:cNvPr id="943121" name="组合 943120">
            <a:extLst>
              <a:ext uri="{FF2B5EF4-FFF2-40B4-BE49-F238E27FC236}">
                <a16:creationId xmlns:a16="http://schemas.microsoft.com/office/drawing/2014/main" id="{F8BC4537-A160-4AE9-9D3F-6524E38B7C28}"/>
              </a:ext>
            </a:extLst>
          </p:cNvPr>
          <p:cNvGrpSpPr>
            <a:grpSpLocks/>
          </p:cNvGrpSpPr>
          <p:nvPr/>
        </p:nvGrpSpPr>
        <p:grpSpPr bwMode="auto">
          <a:xfrm>
            <a:off x="107950" y="1268413"/>
            <a:ext cx="7272338" cy="4960937"/>
            <a:chOff x="528" y="1073"/>
            <a:chExt cx="4774" cy="3125"/>
          </a:xfrm>
        </p:grpSpPr>
        <p:sp>
          <p:nvSpPr>
            <p:cNvPr id="8195" name="圆柱形 943121">
              <a:extLst>
                <a:ext uri="{FF2B5EF4-FFF2-40B4-BE49-F238E27FC236}">
                  <a16:creationId xmlns:a16="http://schemas.microsoft.com/office/drawing/2014/main" id="{F48F5B0D-083C-4BA2-8176-5EEACCF4BC5D}"/>
                </a:ext>
              </a:extLst>
            </p:cNvPr>
            <p:cNvSpPr>
              <a:spLocks noChangeArrowheads="1"/>
            </p:cNvSpPr>
            <p:nvPr/>
          </p:nvSpPr>
          <p:spPr bwMode="auto">
            <a:xfrm>
              <a:off x="2688" y="3377"/>
              <a:ext cx="1127" cy="432"/>
            </a:xfrm>
            <a:prstGeom prst="can">
              <a:avLst>
                <a:gd name="adj" fmla="val 25000"/>
              </a:avLst>
            </a:prstGeom>
            <a:solidFill>
              <a:srgbClr val="FFCC99"/>
            </a:solidFill>
            <a:ln w="19050">
              <a:solidFill>
                <a:schemeClr val="tx1"/>
              </a:solidFill>
              <a:round/>
              <a:headEnd/>
              <a:tailEnd/>
            </a:ln>
          </p:spPr>
          <p:txBody>
            <a:bodyPr wrap="none" anchor="ctr"/>
            <a:lstStyle/>
            <a:p>
              <a:pPr algn="ctr"/>
              <a:r>
                <a:rPr lang="zh-CN" altLang="en-US" sz="2000" b="1">
                  <a:ea typeface="宋体" panose="02010600030101010101" pitchFamily="2" charset="-122"/>
                </a:rPr>
                <a:t>数据库</a:t>
              </a:r>
            </a:p>
          </p:txBody>
        </p:sp>
        <p:sp>
          <p:nvSpPr>
            <p:cNvPr id="8196" name="矩形 943122">
              <a:extLst>
                <a:ext uri="{FF2B5EF4-FFF2-40B4-BE49-F238E27FC236}">
                  <a16:creationId xmlns:a16="http://schemas.microsoft.com/office/drawing/2014/main" id="{AC0CA506-8ED1-4B5D-AFFF-0BF2E018E7FD}"/>
                </a:ext>
              </a:extLst>
            </p:cNvPr>
            <p:cNvSpPr>
              <a:spLocks noChangeArrowheads="1"/>
            </p:cNvSpPr>
            <p:nvPr/>
          </p:nvSpPr>
          <p:spPr bwMode="auto">
            <a:xfrm>
              <a:off x="528" y="1217"/>
              <a:ext cx="934" cy="288"/>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solidFill>
                    <a:srgbClr val="000000"/>
                  </a:solidFill>
                  <a:ea typeface="宋体" panose="02010600030101010101" pitchFamily="2" charset="-122"/>
                </a:rPr>
                <a:t>应用程序</a:t>
              </a:r>
              <a:r>
                <a:rPr lang="en-US" altLang="zh-CN" sz="2000" b="1">
                  <a:ea typeface="宋体" panose="02010600030101010101" pitchFamily="2" charset="-122"/>
                </a:rPr>
                <a:t>1</a:t>
              </a:r>
            </a:p>
          </p:txBody>
        </p:sp>
        <p:sp>
          <p:nvSpPr>
            <p:cNvPr id="8197" name="矩形 943123">
              <a:extLst>
                <a:ext uri="{FF2B5EF4-FFF2-40B4-BE49-F238E27FC236}">
                  <a16:creationId xmlns:a16="http://schemas.microsoft.com/office/drawing/2014/main" id="{9D7E48A8-C8CD-4643-9728-C05864A9CD95}"/>
                </a:ext>
              </a:extLst>
            </p:cNvPr>
            <p:cNvSpPr>
              <a:spLocks noChangeArrowheads="1"/>
            </p:cNvSpPr>
            <p:nvPr/>
          </p:nvSpPr>
          <p:spPr bwMode="auto">
            <a:xfrm>
              <a:off x="1680" y="1217"/>
              <a:ext cx="929" cy="288"/>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应用程序</a:t>
              </a:r>
              <a:r>
                <a:rPr lang="en-US" altLang="zh-CN" sz="2000" b="1">
                  <a:ea typeface="宋体" panose="02010600030101010101" pitchFamily="2" charset="-122"/>
                </a:rPr>
                <a:t>2</a:t>
              </a:r>
            </a:p>
          </p:txBody>
        </p:sp>
        <p:sp>
          <p:nvSpPr>
            <p:cNvPr id="8198" name="矩形 943124">
              <a:extLst>
                <a:ext uri="{FF2B5EF4-FFF2-40B4-BE49-F238E27FC236}">
                  <a16:creationId xmlns:a16="http://schemas.microsoft.com/office/drawing/2014/main" id="{A173D13C-7ADF-4592-80F8-AA067C669EB4}"/>
                </a:ext>
              </a:extLst>
            </p:cNvPr>
            <p:cNvSpPr>
              <a:spLocks noChangeArrowheads="1"/>
            </p:cNvSpPr>
            <p:nvPr/>
          </p:nvSpPr>
          <p:spPr bwMode="auto">
            <a:xfrm>
              <a:off x="2832" y="1217"/>
              <a:ext cx="927" cy="288"/>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应用程序</a:t>
              </a:r>
              <a:r>
                <a:rPr lang="en-US" altLang="zh-CN" sz="2000" b="1">
                  <a:ea typeface="宋体" panose="02010600030101010101" pitchFamily="2" charset="-122"/>
                </a:rPr>
                <a:t>3</a:t>
              </a:r>
            </a:p>
          </p:txBody>
        </p:sp>
        <p:sp>
          <p:nvSpPr>
            <p:cNvPr id="8199" name="矩形 943125">
              <a:extLst>
                <a:ext uri="{FF2B5EF4-FFF2-40B4-BE49-F238E27FC236}">
                  <a16:creationId xmlns:a16="http://schemas.microsoft.com/office/drawing/2014/main" id="{E44CB03F-1B4F-48E0-BA37-96E689D5ED7C}"/>
                </a:ext>
              </a:extLst>
            </p:cNvPr>
            <p:cNvSpPr>
              <a:spLocks noChangeArrowheads="1"/>
            </p:cNvSpPr>
            <p:nvPr/>
          </p:nvSpPr>
          <p:spPr bwMode="auto">
            <a:xfrm>
              <a:off x="4368" y="1217"/>
              <a:ext cx="934" cy="288"/>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应用程序</a:t>
              </a:r>
              <a:r>
                <a:rPr lang="en-US" altLang="zh-CN" sz="2000" b="1">
                  <a:ea typeface="宋体" panose="02010600030101010101" pitchFamily="2" charset="-122"/>
                </a:rPr>
                <a:t>M</a:t>
              </a:r>
            </a:p>
          </p:txBody>
        </p:sp>
        <p:sp>
          <p:nvSpPr>
            <p:cNvPr id="8200" name="矩形 943126">
              <a:extLst>
                <a:ext uri="{FF2B5EF4-FFF2-40B4-BE49-F238E27FC236}">
                  <a16:creationId xmlns:a16="http://schemas.microsoft.com/office/drawing/2014/main" id="{CB744041-5D2B-4ADF-AC55-2EC87BD15CEA}"/>
                </a:ext>
              </a:extLst>
            </p:cNvPr>
            <p:cNvSpPr>
              <a:spLocks noChangeArrowheads="1"/>
            </p:cNvSpPr>
            <p:nvPr/>
          </p:nvSpPr>
          <p:spPr bwMode="auto">
            <a:xfrm>
              <a:off x="1056" y="1841"/>
              <a:ext cx="934" cy="286"/>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外模式</a:t>
              </a:r>
              <a:r>
                <a:rPr lang="en-US" altLang="zh-CN" sz="2000" b="1">
                  <a:ea typeface="宋体" panose="02010600030101010101" pitchFamily="2" charset="-122"/>
                </a:rPr>
                <a:t>1</a:t>
              </a:r>
            </a:p>
          </p:txBody>
        </p:sp>
        <p:sp>
          <p:nvSpPr>
            <p:cNvPr id="8201" name="矩形 943127">
              <a:extLst>
                <a:ext uri="{FF2B5EF4-FFF2-40B4-BE49-F238E27FC236}">
                  <a16:creationId xmlns:a16="http://schemas.microsoft.com/office/drawing/2014/main" id="{09C0622A-DCBF-4D74-9A6D-DE2AB20A3B41}"/>
                </a:ext>
              </a:extLst>
            </p:cNvPr>
            <p:cNvSpPr>
              <a:spLocks noChangeArrowheads="1"/>
            </p:cNvSpPr>
            <p:nvPr/>
          </p:nvSpPr>
          <p:spPr bwMode="auto">
            <a:xfrm>
              <a:off x="2784" y="1841"/>
              <a:ext cx="927" cy="288"/>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外模式</a:t>
              </a:r>
              <a:r>
                <a:rPr lang="en-US" altLang="zh-CN" sz="2000" b="1">
                  <a:ea typeface="宋体" panose="02010600030101010101" pitchFamily="2" charset="-122"/>
                </a:rPr>
                <a:t>2</a:t>
              </a:r>
            </a:p>
          </p:txBody>
        </p:sp>
        <p:sp>
          <p:nvSpPr>
            <p:cNvPr id="8202" name="矩形 943128">
              <a:extLst>
                <a:ext uri="{FF2B5EF4-FFF2-40B4-BE49-F238E27FC236}">
                  <a16:creationId xmlns:a16="http://schemas.microsoft.com/office/drawing/2014/main" id="{F87D01BA-4615-4691-8A67-47A4E312A0F1}"/>
                </a:ext>
              </a:extLst>
            </p:cNvPr>
            <p:cNvSpPr>
              <a:spLocks noChangeArrowheads="1"/>
            </p:cNvSpPr>
            <p:nvPr/>
          </p:nvSpPr>
          <p:spPr bwMode="auto">
            <a:xfrm>
              <a:off x="4368" y="1841"/>
              <a:ext cx="927" cy="290"/>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外模式</a:t>
              </a:r>
              <a:r>
                <a:rPr lang="en-US" altLang="zh-CN" sz="2000" b="1">
                  <a:ea typeface="宋体" panose="02010600030101010101" pitchFamily="2" charset="-122"/>
                </a:rPr>
                <a:t>N</a:t>
              </a:r>
            </a:p>
          </p:txBody>
        </p:sp>
        <p:sp>
          <p:nvSpPr>
            <p:cNvPr id="8203" name="矩形 943129">
              <a:extLst>
                <a:ext uri="{FF2B5EF4-FFF2-40B4-BE49-F238E27FC236}">
                  <a16:creationId xmlns:a16="http://schemas.microsoft.com/office/drawing/2014/main" id="{704E77C5-40EE-4C1C-BC6E-475458FF2218}"/>
                </a:ext>
              </a:extLst>
            </p:cNvPr>
            <p:cNvSpPr>
              <a:spLocks noChangeArrowheads="1"/>
            </p:cNvSpPr>
            <p:nvPr/>
          </p:nvSpPr>
          <p:spPr bwMode="auto">
            <a:xfrm>
              <a:off x="2784" y="2369"/>
              <a:ext cx="943" cy="288"/>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逻辑模式</a:t>
              </a:r>
            </a:p>
          </p:txBody>
        </p:sp>
        <p:sp>
          <p:nvSpPr>
            <p:cNvPr id="8204" name="矩形 943130">
              <a:extLst>
                <a:ext uri="{FF2B5EF4-FFF2-40B4-BE49-F238E27FC236}">
                  <a16:creationId xmlns:a16="http://schemas.microsoft.com/office/drawing/2014/main" id="{3CF99A43-25F4-403D-BC9B-11D0276943A3}"/>
                </a:ext>
              </a:extLst>
            </p:cNvPr>
            <p:cNvSpPr>
              <a:spLocks noChangeArrowheads="1"/>
            </p:cNvSpPr>
            <p:nvPr/>
          </p:nvSpPr>
          <p:spPr bwMode="auto">
            <a:xfrm>
              <a:off x="2784" y="2897"/>
              <a:ext cx="948" cy="286"/>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内模式</a:t>
              </a:r>
            </a:p>
          </p:txBody>
        </p:sp>
        <p:sp>
          <p:nvSpPr>
            <p:cNvPr id="8205" name="直接连接符 943131">
              <a:extLst>
                <a:ext uri="{FF2B5EF4-FFF2-40B4-BE49-F238E27FC236}">
                  <a16:creationId xmlns:a16="http://schemas.microsoft.com/office/drawing/2014/main" id="{F8F6A30B-DE2A-4434-BB94-966107572E88}"/>
                </a:ext>
              </a:extLst>
            </p:cNvPr>
            <p:cNvSpPr>
              <a:spLocks noChangeShapeType="1"/>
            </p:cNvSpPr>
            <p:nvPr/>
          </p:nvSpPr>
          <p:spPr bwMode="auto">
            <a:xfrm>
              <a:off x="912" y="1505"/>
              <a:ext cx="528"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6" name="直接连接符 943132">
              <a:extLst>
                <a:ext uri="{FF2B5EF4-FFF2-40B4-BE49-F238E27FC236}">
                  <a16:creationId xmlns:a16="http://schemas.microsoft.com/office/drawing/2014/main" id="{93E3439F-FC0F-4DD3-BE13-105F298E8BA1}"/>
                </a:ext>
              </a:extLst>
            </p:cNvPr>
            <p:cNvSpPr>
              <a:spLocks noChangeShapeType="1"/>
            </p:cNvSpPr>
            <p:nvPr/>
          </p:nvSpPr>
          <p:spPr bwMode="auto">
            <a:xfrm flipH="1">
              <a:off x="1680" y="1505"/>
              <a:ext cx="384"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7" name="直接连接符 943133">
              <a:extLst>
                <a:ext uri="{FF2B5EF4-FFF2-40B4-BE49-F238E27FC236}">
                  <a16:creationId xmlns:a16="http://schemas.microsoft.com/office/drawing/2014/main" id="{3A112F24-4C04-4D33-9224-9C25A24F16AC}"/>
                </a:ext>
              </a:extLst>
            </p:cNvPr>
            <p:cNvSpPr>
              <a:spLocks noChangeShapeType="1"/>
            </p:cNvSpPr>
            <p:nvPr/>
          </p:nvSpPr>
          <p:spPr bwMode="auto">
            <a:xfrm>
              <a:off x="4800" y="1505"/>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8" name="直接连接符 943134">
              <a:extLst>
                <a:ext uri="{FF2B5EF4-FFF2-40B4-BE49-F238E27FC236}">
                  <a16:creationId xmlns:a16="http://schemas.microsoft.com/office/drawing/2014/main" id="{6D6CAF43-21E7-4CFB-8466-782EE151BE17}"/>
                </a:ext>
              </a:extLst>
            </p:cNvPr>
            <p:cNvSpPr>
              <a:spLocks noChangeShapeType="1"/>
            </p:cNvSpPr>
            <p:nvPr/>
          </p:nvSpPr>
          <p:spPr bwMode="auto">
            <a:xfrm>
              <a:off x="3216" y="1505"/>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9" name="直接连接符 943135">
              <a:extLst>
                <a:ext uri="{FF2B5EF4-FFF2-40B4-BE49-F238E27FC236}">
                  <a16:creationId xmlns:a16="http://schemas.microsoft.com/office/drawing/2014/main" id="{298592D6-0C38-43F2-9FBE-F135B9C28D59}"/>
                </a:ext>
              </a:extLst>
            </p:cNvPr>
            <p:cNvSpPr>
              <a:spLocks noChangeShapeType="1"/>
            </p:cNvSpPr>
            <p:nvPr/>
          </p:nvSpPr>
          <p:spPr bwMode="auto">
            <a:xfrm>
              <a:off x="3216" y="2129"/>
              <a:ext cx="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0" name="直接连接符 943136">
              <a:extLst>
                <a:ext uri="{FF2B5EF4-FFF2-40B4-BE49-F238E27FC236}">
                  <a16:creationId xmlns:a16="http://schemas.microsoft.com/office/drawing/2014/main" id="{206426CA-02D2-49E7-9AC4-7BC0F4BE5E43}"/>
                </a:ext>
              </a:extLst>
            </p:cNvPr>
            <p:cNvSpPr>
              <a:spLocks noChangeShapeType="1"/>
            </p:cNvSpPr>
            <p:nvPr/>
          </p:nvSpPr>
          <p:spPr bwMode="auto">
            <a:xfrm>
              <a:off x="3216" y="2657"/>
              <a:ext cx="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1" name="直接连接符 943137">
              <a:extLst>
                <a:ext uri="{FF2B5EF4-FFF2-40B4-BE49-F238E27FC236}">
                  <a16:creationId xmlns:a16="http://schemas.microsoft.com/office/drawing/2014/main" id="{F7E28155-50E6-46DB-AA23-892E7B3D9EBC}"/>
                </a:ext>
              </a:extLst>
            </p:cNvPr>
            <p:cNvSpPr>
              <a:spLocks noChangeShapeType="1"/>
            </p:cNvSpPr>
            <p:nvPr/>
          </p:nvSpPr>
          <p:spPr bwMode="auto">
            <a:xfrm>
              <a:off x="3216" y="3185"/>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2" name="直接连接符 943138">
              <a:extLst>
                <a:ext uri="{FF2B5EF4-FFF2-40B4-BE49-F238E27FC236}">
                  <a16:creationId xmlns:a16="http://schemas.microsoft.com/office/drawing/2014/main" id="{B11C2AC5-A30C-41C1-9084-3981FB72FE59}"/>
                </a:ext>
              </a:extLst>
            </p:cNvPr>
            <p:cNvSpPr>
              <a:spLocks noChangeShapeType="1"/>
            </p:cNvSpPr>
            <p:nvPr/>
          </p:nvSpPr>
          <p:spPr bwMode="auto">
            <a:xfrm>
              <a:off x="1536" y="2129"/>
              <a:ext cx="1488"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3" name="直接连接符 943139">
              <a:extLst>
                <a:ext uri="{FF2B5EF4-FFF2-40B4-BE49-F238E27FC236}">
                  <a16:creationId xmlns:a16="http://schemas.microsoft.com/office/drawing/2014/main" id="{85ABF1A6-FC1C-461D-B350-3DF3B91763DE}"/>
                </a:ext>
              </a:extLst>
            </p:cNvPr>
            <p:cNvSpPr>
              <a:spLocks noChangeShapeType="1"/>
            </p:cNvSpPr>
            <p:nvPr/>
          </p:nvSpPr>
          <p:spPr bwMode="auto">
            <a:xfrm flipH="1">
              <a:off x="3456" y="2129"/>
              <a:ext cx="1296"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4" name="文本框 943140">
              <a:extLst>
                <a:ext uri="{FF2B5EF4-FFF2-40B4-BE49-F238E27FC236}">
                  <a16:creationId xmlns:a16="http://schemas.microsoft.com/office/drawing/2014/main" id="{ACAB4606-B81A-454E-993A-B6489476EA56}"/>
                </a:ext>
              </a:extLst>
            </p:cNvPr>
            <p:cNvSpPr txBox="1">
              <a:spLocks noChangeArrowheads="1"/>
            </p:cNvSpPr>
            <p:nvPr/>
          </p:nvSpPr>
          <p:spPr bwMode="auto">
            <a:xfrm>
              <a:off x="3840" y="1073"/>
              <a:ext cx="38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3200">
                  <a:ea typeface="宋体" panose="02010600030101010101" pitchFamily="2" charset="-122"/>
                </a:rPr>
                <a:t>…</a:t>
              </a:r>
            </a:p>
          </p:txBody>
        </p:sp>
        <p:sp>
          <p:nvSpPr>
            <p:cNvPr id="8215" name="文本框 943141">
              <a:extLst>
                <a:ext uri="{FF2B5EF4-FFF2-40B4-BE49-F238E27FC236}">
                  <a16:creationId xmlns:a16="http://schemas.microsoft.com/office/drawing/2014/main" id="{B71F4021-494C-493C-B8CE-E3B382F67A4C}"/>
                </a:ext>
              </a:extLst>
            </p:cNvPr>
            <p:cNvSpPr txBox="1">
              <a:spLocks noChangeArrowheads="1"/>
            </p:cNvSpPr>
            <p:nvPr/>
          </p:nvSpPr>
          <p:spPr bwMode="auto">
            <a:xfrm>
              <a:off x="3840" y="1745"/>
              <a:ext cx="48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3200">
                  <a:ea typeface="宋体" panose="02010600030101010101" pitchFamily="2" charset="-122"/>
                </a:rPr>
                <a:t>…</a:t>
              </a:r>
            </a:p>
          </p:txBody>
        </p:sp>
        <p:sp>
          <p:nvSpPr>
            <p:cNvPr id="8216" name="文本框 943142">
              <a:extLst>
                <a:ext uri="{FF2B5EF4-FFF2-40B4-BE49-F238E27FC236}">
                  <a16:creationId xmlns:a16="http://schemas.microsoft.com/office/drawing/2014/main" id="{44C026FD-14BF-466B-A8EE-C2AACC4CDFF6}"/>
                </a:ext>
              </a:extLst>
            </p:cNvPr>
            <p:cNvSpPr txBox="1">
              <a:spLocks noChangeArrowheads="1"/>
            </p:cNvSpPr>
            <p:nvPr/>
          </p:nvSpPr>
          <p:spPr bwMode="auto">
            <a:xfrm>
              <a:off x="1977" y="3929"/>
              <a:ext cx="321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200" b="1">
                  <a:solidFill>
                    <a:srgbClr val="006699"/>
                  </a:solidFill>
                  <a:ea typeface="宋体" panose="02010600030101010101" pitchFamily="2" charset="-122"/>
                </a:rPr>
                <a:t>图</a:t>
              </a:r>
              <a:r>
                <a:rPr lang="en-US" altLang="zh-CN" sz="2200" b="1">
                  <a:solidFill>
                    <a:srgbClr val="006699"/>
                  </a:solidFill>
                  <a:ea typeface="宋体" panose="02010600030101010101" pitchFamily="2" charset="-122"/>
                </a:rPr>
                <a:t>1.10    </a:t>
              </a:r>
              <a:r>
                <a:rPr lang="zh-CN" altLang="en-US" sz="2200" b="1">
                  <a:solidFill>
                    <a:srgbClr val="006699"/>
                  </a:solidFill>
                  <a:ea typeface="宋体" panose="02010600030101010101" pitchFamily="2" charset="-122"/>
                </a:rPr>
                <a:t>数据库的三级模式结构</a:t>
              </a:r>
            </a:p>
          </p:txBody>
        </p:sp>
      </p:grpSp>
      <p:grpSp>
        <p:nvGrpSpPr>
          <p:cNvPr id="943144" name="组合 943143">
            <a:extLst>
              <a:ext uri="{FF2B5EF4-FFF2-40B4-BE49-F238E27FC236}">
                <a16:creationId xmlns:a16="http://schemas.microsoft.com/office/drawing/2014/main" id="{4D132DE2-075A-4D14-ACF9-CFE368B7A164}"/>
              </a:ext>
            </a:extLst>
          </p:cNvPr>
          <p:cNvGrpSpPr>
            <a:grpSpLocks/>
          </p:cNvGrpSpPr>
          <p:nvPr/>
        </p:nvGrpSpPr>
        <p:grpSpPr bwMode="auto">
          <a:xfrm>
            <a:off x="7380288" y="1412875"/>
            <a:ext cx="365125" cy="4691063"/>
            <a:chOff x="4599" y="981"/>
            <a:chExt cx="230" cy="2955"/>
          </a:xfrm>
        </p:grpSpPr>
        <p:sp>
          <p:nvSpPr>
            <p:cNvPr id="8218" name="上箭头 943144">
              <a:extLst>
                <a:ext uri="{FF2B5EF4-FFF2-40B4-BE49-F238E27FC236}">
                  <a16:creationId xmlns:a16="http://schemas.microsoft.com/office/drawing/2014/main" id="{3E0BAABF-4AF2-46B6-8605-D258077D2087}"/>
                </a:ext>
              </a:extLst>
            </p:cNvPr>
            <p:cNvSpPr>
              <a:spLocks noChangeArrowheads="1"/>
            </p:cNvSpPr>
            <p:nvPr/>
          </p:nvSpPr>
          <p:spPr bwMode="auto">
            <a:xfrm>
              <a:off x="4614" y="1389"/>
              <a:ext cx="181" cy="1860"/>
            </a:xfrm>
            <a:prstGeom prst="upArrow">
              <a:avLst>
                <a:gd name="adj1" fmla="val 39222"/>
                <a:gd name="adj2" fmla="val 91011"/>
              </a:avLst>
            </a:prstGeom>
            <a:solidFill>
              <a:srgbClr val="FF99CC"/>
            </a:solidFill>
            <a:ln w="12700" cap="sq">
              <a:solidFill>
                <a:schemeClr val="tx1"/>
              </a:solidFill>
              <a:miter lim="800000"/>
              <a:headEnd type="none" w="sm" len="sm"/>
              <a:tailEnd type="none" w="sm" len="sm"/>
            </a:ln>
            <a:effectLst>
              <a:outerShdw dist="35921" dir="2700000" algn="ctr" rotWithShape="0">
                <a:srgbClr val="000066"/>
              </a:outerShdw>
            </a:effectLst>
          </p:spPr>
          <p:txBody>
            <a:bodyPr/>
            <a:lstStyle/>
            <a:p>
              <a:endParaRPr lang="zh-CN" altLang="en-US"/>
            </a:p>
          </p:txBody>
        </p:sp>
        <p:sp>
          <p:nvSpPr>
            <p:cNvPr id="8219" name="文本框 943145">
              <a:extLst>
                <a:ext uri="{FF2B5EF4-FFF2-40B4-BE49-F238E27FC236}">
                  <a16:creationId xmlns:a16="http://schemas.microsoft.com/office/drawing/2014/main" id="{560017DD-F945-4983-ABCC-CBE673E9F988}"/>
                </a:ext>
              </a:extLst>
            </p:cNvPr>
            <p:cNvSpPr txBox="1">
              <a:spLocks noChangeArrowheads="1"/>
            </p:cNvSpPr>
            <p:nvPr/>
          </p:nvSpPr>
          <p:spPr bwMode="auto">
            <a:xfrm>
              <a:off x="4599" y="981"/>
              <a:ext cx="193" cy="23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r>
                <a:rPr lang="zh-CN" altLang="en-US" sz="2400" b="1"/>
                <a:t>低</a:t>
              </a:r>
            </a:p>
          </p:txBody>
        </p:sp>
        <p:sp>
          <p:nvSpPr>
            <p:cNvPr id="8220" name="文本框 943146">
              <a:extLst>
                <a:ext uri="{FF2B5EF4-FFF2-40B4-BE49-F238E27FC236}">
                  <a16:creationId xmlns:a16="http://schemas.microsoft.com/office/drawing/2014/main" id="{798E93FE-84D7-4756-BED6-75372E131998}"/>
                </a:ext>
              </a:extLst>
            </p:cNvPr>
            <p:cNvSpPr txBox="1">
              <a:spLocks noChangeArrowheads="1"/>
            </p:cNvSpPr>
            <p:nvPr/>
          </p:nvSpPr>
          <p:spPr bwMode="auto">
            <a:xfrm>
              <a:off x="4599" y="3369"/>
              <a:ext cx="230" cy="567"/>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wrap="none" lIns="0" tIns="0" rIns="0" bIns="0">
              <a:spAutoFit/>
            </a:bodyPr>
            <a:lstStyle/>
            <a:p>
              <a:pPr algn="ctr"/>
              <a:r>
                <a:rPr lang="zh-CN" altLang="en-US" sz="2400" b="1"/>
                <a:t>复杂性</a:t>
              </a:r>
            </a:p>
          </p:txBody>
        </p:sp>
      </p:grpSp>
      <p:grpSp>
        <p:nvGrpSpPr>
          <p:cNvPr id="943148" name="组合 943147">
            <a:extLst>
              <a:ext uri="{FF2B5EF4-FFF2-40B4-BE49-F238E27FC236}">
                <a16:creationId xmlns:a16="http://schemas.microsoft.com/office/drawing/2014/main" id="{9AE92BC2-B940-4100-B245-64F6C844E2B5}"/>
              </a:ext>
            </a:extLst>
          </p:cNvPr>
          <p:cNvGrpSpPr>
            <a:grpSpLocks/>
          </p:cNvGrpSpPr>
          <p:nvPr/>
        </p:nvGrpSpPr>
        <p:grpSpPr bwMode="auto">
          <a:xfrm>
            <a:off x="8599488" y="1412875"/>
            <a:ext cx="365125" cy="4691063"/>
            <a:chOff x="5409" y="981"/>
            <a:chExt cx="230" cy="2955"/>
          </a:xfrm>
        </p:grpSpPr>
        <p:sp>
          <p:nvSpPr>
            <p:cNvPr id="8222" name="上箭头 943148">
              <a:extLst>
                <a:ext uri="{FF2B5EF4-FFF2-40B4-BE49-F238E27FC236}">
                  <a16:creationId xmlns:a16="http://schemas.microsoft.com/office/drawing/2014/main" id="{F47A18DB-056B-4BA9-ABB1-BDEE2F9C14FD}"/>
                </a:ext>
              </a:extLst>
            </p:cNvPr>
            <p:cNvSpPr>
              <a:spLocks noChangeArrowheads="1"/>
            </p:cNvSpPr>
            <p:nvPr/>
          </p:nvSpPr>
          <p:spPr bwMode="auto">
            <a:xfrm>
              <a:off x="5420" y="1389"/>
              <a:ext cx="181" cy="1859"/>
            </a:xfrm>
            <a:prstGeom prst="upArrow">
              <a:avLst>
                <a:gd name="adj1" fmla="val 39222"/>
                <a:gd name="adj2" fmla="val 90962"/>
              </a:avLst>
            </a:prstGeom>
            <a:solidFill>
              <a:srgbClr val="FF99CC"/>
            </a:solidFill>
            <a:ln w="12700" cap="sq">
              <a:solidFill>
                <a:schemeClr val="tx1"/>
              </a:solidFill>
              <a:miter lim="800000"/>
              <a:headEnd type="none" w="sm" len="sm"/>
              <a:tailEnd type="none" w="sm" len="sm"/>
            </a:ln>
            <a:effectLst>
              <a:outerShdw dist="35921" dir="2700000" algn="ctr" rotWithShape="0">
                <a:srgbClr val="000066"/>
              </a:outerShdw>
            </a:effectLst>
          </p:spPr>
          <p:txBody>
            <a:bodyPr/>
            <a:lstStyle/>
            <a:p>
              <a:endParaRPr lang="zh-CN" altLang="en-US"/>
            </a:p>
          </p:txBody>
        </p:sp>
        <p:sp>
          <p:nvSpPr>
            <p:cNvPr id="8223" name="文本框 943149">
              <a:extLst>
                <a:ext uri="{FF2B5EF4-FFF2-40B4-BE49-F238E27FC236}">
                  <a16:creationId xmlns:a16="http://schemas.microsoft.com/office/drawing/2014/main" id="{1DA915AA-6F88-4AED-B3A1-1352E647D4A6}"/>
                </a:ext>
              </a:extLst>
            </p:cNvPr>
            <p:cNvSpPr txBox="1">
              <a:spLocks noChangeArrowheads="1"/>
            </p:cNvSpPr>
            <p:nvPr/>
          </p:nvSpPr>
          <p:spPr bwMode="auto">
            <a:xfrm>
              <a:off x="5409" y="981"/>
              <a:ext cx="193" cy="23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r>
                <a:rPr lang="zh-CN" altLang="en-US" sz="2400" b="1"/>
                <a:t>强</a:t>
              </a:r>
            </a:p>
          </p:txBody>
        </p:sp>
        <p:sp>
          <p:nvSpPr>
            <p:cNvPr id="8224" name="文本框 943150">
              <a:extLst>
                <a:ext uri="{FF2B5EF4-FFF2-40B4-BE49-F238E27FC236}">
                  <a16:creationId xmlns:a16="http://schemas.microsoft.com/office/drawing/2014/main" id="{7A180D99-9FD2-4751-905A-8F1A3E7D2380}"/>
                </a:ext>
              </a:extLst>
            </p:cNvPr>
            <p:cNvSpPr txBox="1">
              <a:spLocks noChangeArrowheads="1"/>
            </p:cNvSpPr>
            <p:nvPr/>
          </p:nvSpPr>
          <p:spPr bwMode="auto">
            <a:xfrm>
              <a:off x="5409" y="3369"/>
              <a:ext cx="230" cy="567"/>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wrap="none" lIns="0" tIns="0" rIns="0" bIns="0">
              <a:spAutoFit/>
            </a:bodyPr>
            <a:lstStyle/>
            <a:p>
              <a:pPr algn="ctr"/>
              <a:r>
                <a:rPr lang="zh-CN" altLang="en-US" sz="2400" b="1"/>
                <a:t>易用性</a:t>
              </a:r>
            </a:p>
          </p:txBody>
        </p:sp>
      </p:grpSp>
      <p:grpSp>
        <p:nvGrpSpPr>
          <p:cNvPr id="943152" name="组合 943151">
            <a:extLst>
              <a:ext uri="{FF2B5EF4-FFF2-40B4-BE49-F238E27FC236}">
                <a16:creationId xmlns:a16="http://schemas.microsoft.com/office/drawing/2014/main" id="{0EB5F5AB-89AE-4E49-BB00-429AED93A936}"/>
              </a:ext>
            </a:extLst>
          </p:cNvPr>
          <p:cNvGrpSpPr>
            <a:grpSpLocks/>
          </p:cNvGrpSpPr>
          <p:nvPr/>
        </p:nvGrpSpPr>
        <p:grpSpPr bwMode="auto">
          <a:xfrm>
            <a:off x="7866063" y="1412875"/>
            <a:ext cx="612775" cy="4391025"/>
            <a:chOff x="4875" y="981"/>
            <a:chExt cx="386" cy="2766"/>
          </a:xfrm>
        </p:grpSpPr>
        <p:sp>
          <p:nvSpPr>
            <p:cNvPr id="8226" name="上箭头 943152">
              <a:extLst>
                <a:ext uri="{FF2B5EF4-FFF2-40B4-BE49-F238E27FC236}">
                  <a16:creationId xmlns:a16="http://schemas.microsoft.com/office/drawing/2014/main" id="{44D1E325-F73F-4D7B-8C99-0CFA77771758}"/>
                </a:ext>
              </a:extLst>
            </p:cNvPr>
            <p:cNvSpPr>
              <a:spLocks noChangeArrowheads="1"/>
            </p:cNvSpPr>
            <p:nvPr/>
          </p:nvSpPr>
          <p:spPr bwMode="auto">
            <a:xfrm>
              <a:off x="4987" y="1389"/>
              <a:ext cx="181" cy="1860"/>
            </a:xfrm>
            <a:prstGeom prst="upArrow">
              <a:avLst>
                <a:gd name="adj1" fmla="val 39222"/>
                <a:gd name="adj2" fmla="val 91011"/>
              </a:avLst>
            </a:prstGeom>
            <a:solidFill>
              <a:srgbClr val="FF99CC"/>
            </a:solidFill>
            <a:ln w="12700" cap="sq">
              <a:solidFill>
                <a:schemeClr val="tx1"/>
              </a:solidFill>
              <a:miter lim="800000"/>
              <a:headEnd type="none" w="sm" len="sm"/>
              <a:tailEnd type="none" w="sm" len="sm"/>
            </a:ln>
            <a:effectLst>
              <a:outerShdw dist="35921" dir="2700000" algn="ctr" rotWithShape="0">
                <a:srgbClr val="000066"/>
              </a:outerShdw>
            </a:effectLst>
          </p:spPr>
          <p:txBody>
            <a:bodyPr/>
            <a:lstStyle/>
            <a:p>
              <a:endParaRPr lang="zh-CN" altLang="en-US"/>
            </a:p>
          </p:txBody>
        </p:sp>
        <p:sp>
          <p:nvSpPr>
            <p:cNvPr id="8227" name="文本框 943153">
              <a:extLst>
                <a:ext uri="{FF2B5EF4-FFF2-40B4-BE49-F238E27FC236}">
                  <a16:creationId xmlns:a16="http://schemas.microsoft.com/office/drawing/2014/main" id="{1129F4FC-572F-4DF3-9473-F5D03B693636}"/>
                </a:ext>
              </a:extLst>
            </p:cNvPr>
            <p:cNvSpPr txBox="1">
              <a:spLocks noChangeArrowheads="1"/>
            </p:cNvSpPr>
            <p:nvPr/>
          </p:nvSpPr>
          <p:spPr bwMode="auto">
            <a:xfrm>
              <a:off x="4875" y="981"/>
              <a:ext cx="386" cy="23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r>
                <a:rPr lang="zh-CN" altLang="en-US" sz="2400" b="1"/>
                <a:t>简单</a:t>
              </a:r>
            </a:p>
          </p:txBody>
        </p:sp>
        <p:sp>
          <p:nvSpPr>
            <p:cNvPr id="8228" name="文本框 943154">
              <a:extLst>
                <a:ext uri="{FF2B5EF4-FFF2-40B4-BE49-F238E27FC236}">
                  <a16:creationId xmlns:a16="http://schemas.microsoft.com/office/drawing/2014/main" id="{F4363499-69E0-42BF-BEEC-7F1B67923097}"/>
                </a:ext>
              </a:extLst>
            </p:cNvPr>
            <p:cNvSpPr txBox="1">
              <a:spLocks noChangeArrowheads="1"/>
            </p:cNvSpPr>
            <p:nvPr/>
          </p:nvSpPr>
          <p:spPr bwMode="auto">
            <a:xfrm>
              <a:off x="4992" y="3369"/>
              <a:ext cx="230" cy="378"/>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wrap="none" lIns="0" tIns="0" rIns="0" bIns="0">
              <a:spAutoFit/>
            </a:bodyPr>
            <a:lstStyle/>
            <a:p>
              <a:pPr algn="ctr"/>
              <a:r>
                <a:rPr lang="zh-CN" altLang="en-US" sz="2400" b="1"/>
                <a:t>结构</a:t>
              </a: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25706"/>
    </mc:Choice>
    <mc:Fallback xmlns="">
      <p:transition spd="slow" advTm="125706"/>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943121"/>
                                        </p:tgtEl>
                                        <p:attrNameLst>
                                          <p:attrName>style.visibility</p:attrName>
                                        </p:attrNameLst>
                                      </p:cBhvr>
                                      <p:to>
                                        <p:strVal val="visible"/>
                                      </p:to>
                                    </p:set>
                                    <p:animEffect transition="in" filter="box(out)">
                                      <p:cBhvr>
                                        <p:cTn id="7" dur="1000"/>
                                        <p:tgtEl>
                                          <p:spTgt spid="94312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943144"/>
                                        </p:tgtEl>
                                        <p:attrNameLst>
                                          <p:attrName>style.visibility</p:attrName>
                                        </p:attrNameLst>
                                      </p:cBhvr>
                                      <p:to>
                                        <p:strVal val="visible"/>
                                      </p:to>
                                    </p:set>
                                    <p:animEffect transition="in" filter="wipe(down)">
                                      <p:cBhvr>
                                        <p:cTn id="12" dur="1000"/>
                                        <p:tgtEl>
                                          <p:spTgt spid="94314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943152"/>
                                        </p:tgtEl>
                                        <p:attrNameLst>
                                          <p:attrName>style.visibility</p:attrName>
                                        </p:attrNameLst>
                                      </p:cBhvr>
                                      <p:to>
                                        <p:strVal val="visible"/>
                                      </p:to>
                                    </p:set>
                                    <p:animEffect transition="in" filter="wipe(down)">
                                      <p:cBhvr>
                                        <p:cTn id="17" dur="1000"/>
                                        <p:tgtEl>
                                          <p:spTgt spid="94315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943148"/>
                                        </p:tgtEl>
                                        <p:attrNameLst>
                                          <p:attrName>style.visibility</p:attrName>
                                        </p:attrNameLst>
                                      </p:cBhvr>
                                      <p:to>
                                        <p:strVal val="visible"/>
                                      </p:to>
                                    </p:set>
                                    <p:animEffect transition="in" filter="wipe(down)">
                                      <p:cBhvr>
                                        <p:cTn id="22" dur="1000"/>
                                        <p:tgtEl>
                                          <p:spTgt spid="943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4132" name="矩形 944131">
            <a:extLst>
              <a:ext uri="{FF2B5EF4-FFF2-40B4-BE49-F238E27FC236}">
                <a16:creationId xmlns:a16="http://schemas.microsoft.com/office/drawing/2014/main" id="{2CA5503C-0414-46AD-AFCE-F3C5E033296A}"/>
              </a:ext>
            </a:extLst>
          </p:cNvPr>
          <p:cNvSpPr/>
          <p:nvPr/>
        </p:nvSpPr>
        <p:spPr>
          <a:xfrm>
            <a:off x="1042988" y="214313"/>
            <a:ext cx="8043862"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sz="3400" noProof="1"/>
              <a:t>一、数据库内部体系结构的三级模式结构</a:t>
            </a:r>
            <a:r>
              <a:rPr lang="zh-CN" altLang="en-US" noProof="1"/>
              <a:t> </a:t>
            </a:r>
          </a:p>
        </p:txBody>
      </p:sp>
      <p:grpSp>
        <p:nvGrpSpPr>
          <p:cNvPr id="9218" name="组合 944132">
            <a:extLst>
              <a:ext uri="{FF2B5EF4-FFF2-40B4-BE49-F238E27FC236}">
                <a16:creationId xmlns:a16="http://schemas.microsoft.com/office/drawing/2014/main" id="{37577C01-9B9B-49C8-8020-E9308D0E1AAB}"/>
              </a:ext>
            </a:extLst>
          </p:cNvPr>
          <p:cNvGrpSpPr>
            <a:grpSpLocks/>
          </p:cNvGrpSpPr>
          <p:nvPr/>
        </p:nvGrpSpPr>
        <p:grpSpPr bwMode="auto">
          <a:xfrm>
            <a:off x="611188" y="1268413"/>
            <a:ext cx="7489825" cy="4960937"/>
            <a:chOff x="528" y="1073"/>
            <a:chExt cx="4774" cy="3125"/>
          </a:xfrm>
        </p:grpSpPr>
        <p:sp>
          <p:nvSpPr>
            <p:cNvPr id="9219" name="圆柱形 944133">
              <a:extLst>
                <a:ext uri="{FF2B5EF4-FFF2-40B4-BE49-F238E27FC236}">
                  <a16:creationId xmlns:a16="http://schemas.microsoft.com/office/drawing/2014/main" id="{6AD4BCE8-BE57-427C-B2A1-E2DA35310ED4}"/>
                </a:ext>
              </a:extLst>
            </p:cNvPr>
            <p:cNvSpPr>
              <a:spLocks noChangeArrowheads="1"/>
            </p:cNvSpPr>
            <p:nvPr/>
          </p:nvSpPr>
          <p:spPr bwMode="auto">
            <a:xfrm>
              <a:off x="2688" y="3377"/>
              <a:ext cx="1127" cy="432"/>
            </a:xfrm>
            <a:prstGeom prst="can">
              <a:avLst>
                <a:gd name="adj" fmla="val 25000"/>
              </a:avLst>
            </a:prstGeom>
            <a:solidFill>
              <a:srgbClr val="FFCC99"/>
            </a:solidFill>
            <a:ln w="19050">
              <a:solidFill>
                <a:schemeClr val="tx1"/>
              </a:solidFill>
              <a:round/>
              <a:headEnd/>
              <a:tailEnd/>
            </a:ln>
          </p:spPr>
          <p:txBody>
            <a:bodyPr wrap="none" anchor="ctr"/>
            <a:lstStyle/>
            <a:p>
              <a:pPr algn="ctr"/>
              <a:r>
                <a:rPr lang="zh-CN" altLang="en-US" sz="2000" b="1">
                  <a:ea typeface="宋体" panose="02010600030101010101" pitchFamily="2" charset="-122"/>
                </a:rPr>
                <a:t>数据库</a:t>
              </a:r>
            </a:p>
          </p:txBody>
        </p:sp>
        <p:sp>
          <p:nvSpPr>
            <p:cNvPr id="9220" name="矩形 944134">
              <a:extLst>
                <a:ext uri="{FF2B5EF4-FFF2-40B4-BE49-F238E27FC236}">
                  <a16:creationId xmlns:a16="http://schemas.microsoft.com/office/drawing/2014/main" id="{16611322-5690-480C-8E08-DCDAE192FE84}"/>
                </a:ext>
              </a:extLst>
            </p:cNvPr>
            <p:cNvSpPr>
              <a:spLocks noChangeArrowheads="1"/>
            </p:cNvSpPr>
            <p:nvPr/>
          </p:nvSpPr>
          <p:spPr bwMode="auto">
            <a:xfrm>
              <a:off x="528" y="1217"/>
              <a:ext cx="934" cy="288"/>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solidFill>
                    <a:srgbClr val="000000"/>
                  </a:solidFill>
                  <a:ea typeface="宋体" panose="02010600030101010101" pitchFamily="2" charset="-122"/>
                </a:rPr>
                <a:t>应用程序</a:t>
              </a:r>
              <a:r>
                <a:rPr lang="en-US" altLang="zh-CN" sz="2000" b="1">
                  <a:ea typeface="宋体" panose="02010600030101010101" pitchFamily="2" charset="-122"/>
                </a:rPr>
                <a:t>1</a:t>
              </a:r>
            </a:p>
          </p:txBody>
        </p:sp>
        <p:sp>
          <p:nvSpPr>
            <p:cNvPr id="9221" name="矩形 944135">
              <a:extLst>
                <a:ext uri="{FF2B5EF4-FFF2-40B4-BE49-F238E27FC236}">
                  <a16:creationId xmlns:a16="http://schemas.microsoft.com/office/drawing/2014/main" id="{3FD6CA08-A5B4-40B6-B0C1-2F0919A1C492}"/>
                </a:ext>
              </a:extLst>
            </p:cNvPr>
            <p:cNvSpPr>
              <a:spLocks noChangeArrowheads="1"/>
            </p:cNvSpPr>
            <p:nvPr/>
          </p:nvSpPr>
          <p:spPr bwMode="auto">
            <a:xfrm>
              <a:off x="1680" y="1217"/>
              <a:ext cx="929" cy="288"/>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应用程序</a:t>
              </a:r>
              <a:r>
                <a:rPr lang="en-US" altLang="zh-CN" sz="2000" b="1">
                  <a:ea typeface="宋体" panose="02010600030101010101" pitchFamily="2" charset="-122"/>
                </a:rPr>
                <a:t>2</a:t>
              </a:r>
            </a:p>
          </p:txBody>
        </p:sp>
        <p:sp>
          <p:nvSpPr>
            <p:cNvPr id="9222" name="矩形 944136">
              <a:extLst>
                <a:ext uri="{FF2B5EF4-FFF2-40B4-BE49-F238E27FC236}">
                  <a16:creationId xmlns:a16="http://schemas.microsoft.com/office/drawing/2014/main" id="{31673455-A428-4F7B-919A-5278B23D9E69}"/>
                </a:ext>
              </a:extLst>
            </p:cNvPr>
            <p:cNvSpPr>
              <a:spLocks noChangeArrowheads="1"/>
            </p:cNvSpPr>
            <p:nvPr/>
          </p:nvSpPr>
          <p:spPr bwMode="auto">
            <a:xfrm>
              <a:off x="2832" y="1217"/>
              <a:ext cx="927" cy="288"/>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应用程序</a:t>
              </a:r>
              <a:r>
                <a:rPr lang="en-US" altLang="zh-CN" sz="2000" b="1">
                  <a:ea typeface="宋体" panose="02010600030101010101" pitchFamily="2" charset="-122"/>
                </a:rPr>
                <a:t>3</a:t>
              </a:r>
            </a:p>
          </p:txBody>
        </p:sp>
        <p:sp>
          <p:nvSpPr>
            <p:cNvPr id="9223" name="矩形 944137">
              <a:extLst>
                <a:ext uri="{FF2B5EF4-FFF2-40B4-BE49-F238E27FC236}">
                  <a16:creationId xmlns:a16="http://schemas.microsoft.com/office/drawing/2014/main" id="{A0C5372B-8EDF-46BD-9B83-0C7D0733BFB7}"/>
                </a:ext>
              </a:extLst>
            </p:cNvPr>
            <p:cNvSpPr>
              <a:spLocks noChangeArrowheads="1"/>
            </p:cNvSpPr>
            <p:nvPr/>
          </p:nvSpPr>
          <p:spPr bwMode="auto">
            <a:xfrm>
              <a:off x="4368" y="1217"/>
              <a:ext cx="934" cy="288"/>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应用程序</a:t>
              </a:r>
              <a:r>
                <a:rPr lang="en-US" altLang="zh-CN" sz="2000" b="1">
                  <a:ea typeface="宋体" panose="02010600030101010101" pitchFamily="2" charset="-122"/>
                </a:rPr>
                <a:t>M</a:t>
              </a:r>
            </a:p>
          </p:txBody>
        </p:sp>
        <p:sp>
          <p:nvSpPr>
            <p:cNvPr id="9224" name="矩形 944138">
              <a:extLst>
                <a:ext uri="{FF2B5EF4-FFF2-40B4-BE49-F238E27FC236}">
                  <a16:creationId xmlns:a16="http://schemas.microsoft.com/office/drawing/2014/main" id="{7884BA77-D0AB-42E8-AD92-DF32C379B311}"/>
                </a:ext>
              </a:extLst>
            </p:cNvPr>
            <p:cNvSpPr>
              <a:spLocks noChangeArrowheads="1"/>
            </p:cNvSpPr>
            <p:nvPr/>
          </p:nvSpPr>
          <p:spPr bwMode="auto">
            <a:xfrm>
              <a:off x="1056" y="1841"/>
              <a:ext cx="934" cy="286"/>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外模式</a:t>
              </a:r>
              <a:r>
                <a:rPr lang="en-US" altLang="zh-CN" sz="2000" b="1">
                  <a:ea typeface="宋体" panose="02010600030101010101" pitchFamily="2" charset="-122"/>
                </a:rPr>
                <a:t>1</a:t>
              </a:r>
            </a:p>
          </p:txBody>
        </p:sp>
        <p:sp>
          <p:nvSpPr>
            <p:cNvPr id="9225" name="矩形 944139">
              <a:extLst>
                <a:ext uri="{FF2B5EF4-FFF2-40B4-BE49-F238E27FC236}">
                  <a16:creationId xmlns:a16="http://schemas.microsoft.com/office/drawing/2014/main" id="{0B49DBBF-C054-443E-A2E2-A72C846389E0}"/>
                </a:ext>
              </a:extLst>
            </p:cNvPr>
            <p:cNvSpPr>
              <a:spLocks noChangeArrowheads="1"/>
            </p:cNvSpPr>
            <p:nvPr/>
          </p:nvSpPr>
          <p:spPr bwMode="auto">
            <a:xfrm>
              <a:off x="2784" y="1841"/>
              <a:ext cx="927" cy="288"/>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外模式</a:t>
              </a:r>
              <a:r>
                <a:rPr lang="en-US" altLang="zh-CN" sz="2000" b="1">
                  <a:ea typeface="宋体" panose="02010600030101010101" pitchFamily="2" charset="-122"/>
                </a:rPr>
                <a:t>2</a:t>
              </a:r>
            </a:p>
          </p:txBody>
        </p:sp>
        <p:sp>
          <p:nvSpPr>
            <p:cNvPr id="9226" name="矩形 944140">
              <a:extLst>
                <a:ext uri="{FF2B5EF4-FFF2-40B4-BE49-F238E27FC236}">
                  <a16:creationId xmlns:a16="http://schemas.microsoft.com/office/drawing/2014/main" id="{9BF08A99-4B7E-45D4-A7C6-B4120DFE8235}"/>
                </a:ext>
              </a:extLst>
            </p:cNvPr>
            <p:cNvSpPr>
              <a:spLocks noChangeArrowheads="1"/>
            </p:cNvSpPr>
            <p:nvPr/>
          </p:nvSpPr>
          <p:spPr bwMode="auto">
            <a:xfrm>
              <a:off x="4368" y="1841"/>
              <a:ext cx="927" cy="290"/>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外模式</a:t>
              </a:r>
              <a:r>
                <a:rPr lang="en-US" altLang="zh-CN" sz="2000" b="1">
                  <a:ea typeface="宋体" panose="02010600030101010101" pitchFamily="2" charset="-122"/>
                </a:rPr>
                <a:t>N</a:t>
              </a:r>
            </a:p>
          </p:txBody>
        </p:sp>
        <p:sp>
          <p:nvSpPr>
            <p:cNvPr id="9227" name="矩形 944141">
              <a:extLst>
                <a:ext uri="{FF2B5EF4-FFF2-40B4-BE49-F238E27FC236}">
                  <a16:creationId xmlns:a16="http://schemas.microsoft.com/office/drawing/2014/main" id="{EDD4D2B9-FACA-455C-B81B-567C4B6B620A}"/>
                </a:ext>
              </a:extLst>
            </p:cNvPr>
            <p:cNvSpPr>
              <a:spLocks noChangeArrowheads="1"/>
            </p:cNvSpPr>
            <p:nvPr/>
          </p:nvSpPr>
          <p:spPr bwMode="auto">
            <a:xfrm>
              <a:off x="2784" y="2369"/>
              <a:ext cx="943" cy="288"/>
            </a:xfrm>
            <a:prstGeom prst="rect">
              <a:avLst/>
            </a:prstGeom>
            <a:solidFill>
              <a:srgbClr val="CCFFFF"/>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逻辑模式</a:t>
              </a:r>
            </a:p>
          </p:txBody>
        </p:sp>
        <p:sp>
          <p:nvSpPr>
            <p:cNvPr id="9228" name="矩形 944142">
              <a:extLst>
                <a:ext uri="{FF2B5EF4-FFF2-40B4-BE49-F238E27FC236}">
                  <a16:creationId xmlns:a16="http://schemas.microsoft.com/office/drawing/2014/main" id="{8E054D91-9D3E-4E1F-B6A3-1F8B61948558}"/>
                </a:ext>
              </a:extLst>
            </p:cNvPr>
            <p:cNvSpPr>
              <a:spLocks noChangeArrowheads="1"/>
            </p:cNvSpPr>
            <p:nvPr/>
          </p:nvSpPr>
          <p:spPr bwMode="auto">
            <a:xfrm>
              <a:off x="2784" y="2897"/>
              <a:ext cx="948" cy="286"/>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内模式</a:t>
              </a:r>
            </a:p>
          </p:txBody>
        </p:sp>
        <p:sp>
          <p:nvSpPr>
            <p:cNvPr id="9229" name="直接连接符 944143">
              <a:extLst>
                <a:ext uri="{FF2B5EF4-FFF2-40B4-BE49-F238E27FC236}">
                  <a16:creationId xmlns:a16="http://schemas.microsoft.com/office/drawing/2014/main" id="{82C4CFE6-9D1B-49E5-B62A-2363217E9977}"/>
                </a:ext>
              </a:extLst>
            </p:cNvPr>
            <p:cNvSpPr>
              <a:spLocks noChangeShapeType="1"/>
            </p:cNvSpPr>
            <p:nvPr/>
          </p:nvSpPr>
          <p:spPr bwMode="auto">
            <a:xfrm>
              <a:off x="912" y="1505"/>
              <a:ext cx="528"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30" name="直接连接符 944144">
              <a:extLst>
                <a:ext uri="{FF2B5EF4-FFF2-40B4-BE49-F238E27FC236}">
                  <a16:creationId xmlns:a16="http://schemas.microsoft.com/office/drawing/2014/main" id="{E7D13CE9-D895-4D46-9298-B250D250310C}"/>
                </a:ext>
              </a:extLst>
            </p:cNvPr>
            <p:cNvSpPr>
              <a:spLocks noChangeShapeType="1"/>
            </p:cNvSpPr>
            <p:nvPr/>
          </p:nvSpPr>
          <p:spPr bwMode="auto">
            <a:xfrm flipH="1">
              <a:off x="1680" y="1505"/>
              <a:ext cx="384"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31" name="直接连接符 944145">
              <a:extLst>
                <a:ext uri="{FF2B5EF4-FFF2-40B4-BE49-F238E27FC236}">
                  <a16:creationId xmlns:a16="http://schemas.microsoft.com/office/drawing/2014/main" id="{060334E3-D076-4FF2-856E-578B671353BE}"/>
                </a:ext>
              </a:extLst>
            </p:cNvPr>
            <p:cNvSpPr>
              <a:spLocks noChangeShapeType="1"/>
            </p:cNvSpPr>
            <p:nvPr/>
          </p:nvSpPr>
          <p:spPr bwMode="auto">
            <a:xfrm>
              <a:off x="4800" y="1505"/>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32" name="直接连接符 944146">
              <a:extLst>
                <a:ext uri="{FF2B5EF4-FFF2-40B4-BE49-F238E27FC236}">
                  <a16:creationId xmlns:a16="http://schemas.microsoft.com/office/drawing/2014/main" id="{70DEB0DE-E61A-4A77-B0BA-664F15CEE9C5}"/>
                </a:ext>
              </a:extLst>
            </p:cNvPr>
            <p:cNvSpPr>
              <a:spLocks noChangeShapeType="1"/>
            </p:cNvSpPr>
            <p:nvPr/>
          </p:nvSpPr>
          <p:spPr bwMode="auto">
            <a:xfrm>
              <a:off x="3216" y="1505"/>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33" name="直接连接符 944147">
              <a:extLst>
                <a:ext uri="{FF2B5EF4-FFF2-40B4-BE49-F238E27FC236}">
                  <a16:creationId xmlns:a16="http://schemas.microsoft.com/office/drawing/2014/main" id="{3A308492-81D9-4C3D-861A-CDAAE20CA7DC}"/>
                </a:ext>
              </a:extLst>
            </p:cNvPr>
            <p:cNvSpPr>
              <a:spLocks noChangeShapeType="1"/>
            </p:cNvSpPr>
            <p:nvPr/>
          </p:nvSpPr>
          <p:spPr bwMode="auto">
            <a:xfrm>
              <a:off x="3216" y="2129"/>
              <a:ext cx="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34" name="直接连接符 944148">
              <a:extLst>
                <a:ext uri="{FF2B5EF4-FFF2-40B4-BE49-F238E27FC236}">
                  <a16:creationId xmlns:a16="http://schemas.microsoft.com/office/drawing/2014/main" id="{3DC6D73B-8282-4820-94E7-A498097BAF88}"/>
                </a:ext>
              </a:extLst>
            </p:cNvPr>
            <p:cNvSpPr>
              <a:spLocks noChangeShapeType="1"/>
            </p:cNvSpPr>
            <p:nvPr/>
          </p:nvSpPr>
          <p:spPr bwMode="auto">
            <a:xfrm>
              <a:off x="3216" y="2657"/>
              <a:ext cx="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35" name="直接连接符 944149">
              <a:extLst>
                <a:ext uri="{FF2B5EF4-FFF2-40B4-BE49-F238E27FC236}">
                  <a16:creationId xmlns:a16="http://schemas.microsoft.com/office/drawing/2014/main" id="{B6E74995-DBBA-4D6F-B0D2-E2718C0089E9}"/>
                </a:ext>
              </a:extLst>
            </p:cNvPr>
            <p:cNvSpPr>
              <a:spLocks noChangeShapeType="1"/>
            </p:cNvSpPr>
            <p:nvPr/>
          </p:nvSpPr>
          <p:spPr bwMode="auto">
            <a:xfrm>
              <a:off x="3216" y="3185"/>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36" name="直接连接符 944150">
              <a:extLst>
                <a:ext uri="{FF2B5EF4-FFF2-40B4-BE49-F238E27FC236}">
                  <a16:creationId xmlns:a16="http://schemas.microsoft.com/office/drawing/2014/main" id="{DABCE845-1003-4F20-A560-75A11360BF39}"/>
                </a:ext>
              </a:extLst>
            </p:cNvPr>
            <p:cNvSpPr>
              <a:spLocks noChangeShapeType="1"/>
            </p:cNvSpPr>
            <p:nvPr/>
          </p:nvSpPr>
          <p:spPr bwMode="auto">
            <a:xfrm>
              <a:off x="1536" y="2129"/>
              <a:ext cx="1488"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37" name="直接连接符 944151">
              <a:extLst>
                <a:ext uri="{FF2B5EF4-FFF2-40B4-BE49-F238E27FC236}">
                  <a16:creationId xmlns:a16="http://schemas.microsoft.com/office/drawing/2014/main" id="{E602D8EE-4411-47A3-BA06-7DBCC06BFE36}"/>
                </a:ext>
              </a:extLst>
            </p:cNvPr>
            <p:cNvSpPr>
              <a:spLocks noChangeShapeType="1"/>
            </p:cNvSpPr>
            <p:nvPr/>
          </p:nvSpPr>
          <p:spPr bwMode="auto">
            <a:xfrm flipH="1">
              <a:off x="3456" y="2129"/>
              <a:ext cx="1296"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38" name="文本框 944152">
              <a:extLst>
                <a:ext uri="{FF2B5EF4-FFF2-40B4-BE49-F238E27FC236}">
                  <a16:creationId xmlns:a16="http://schemas.microsoft.com/office/drawing/2014/main" id="{2AE83914-8954-4076-BC3E-6C332EE944C1}"/>
                </a:ext>
              </a:extLst>
            </p:cNvPr>
            <p:cNvSpPr txBox="1">
              <a:spLocks noChangeArrowheads="1"/>
            </p:cNvSpPr>
            <p:nvPr/>
          </p:nvSpPr>
          <p:spPr bwMode="auto">
            <a:xfrm>
              <a:off x="3840" y="1073"/>
              <a:ext cx="38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3200">
                  <a:ea typeface="宋体" panose="02010600030101010101" pitchFamily="2" charset="-122"/>
                </a:rPr>
                <a:t>…</a:t>
              </a:r>
            </a:p>
          </p:txBody>
        </p:sp>
        <p:sp>
          <p:nvSpPr>
            <p:cNvPr id="9239" name="文本框 944153">
              <a:extLst>
                <a:ext uri="{FF2B5EF4-FFF2-40B4-BE49-F238E27FC236}">
                  <a16:creationId xmlns:a16="http://schemas.microsoft.com/office/drawing/2014/main" id="{7936B08E-636E-4C52-9ACF-E428351B5B6B}"/>
                </a:ext>
              </a:extLst>
            </p:cNvPr>
            <p:cNvSpPr txBox="1">
              <a:spLocks noChangeArrowheads="1"/>
            </p:cNvSpPr>
            <p:nvPr/>
          </p:nvSpPr>
          <p:spPr bwMode="auto">
            <a:xfrm>
              <a:off x="3840" y="1745"/>
              <a:ext cx="48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3200">
                  <a:ea typeface="宋体" panose="02010600030101010101" pitchFamily="2" charset="-122"/>
                </a:rPr>
                <a:t>…</a:t>
              </a:r>
            </a:p>
          </p:txBody>
        </p:sp>
        <p:sp>
          <p:nvSpPr>
            <p:cNvPr id="9240" name="文本框 944154">
              <a:extLst>
                <a:ext uri="{FF2B5EF4-FFF2-40B4-BE49-F238E27FC236}">
                  <a16:creationId xmlns:a16="http://schemas.microsoft.com/office/drawing/2014/main" id="{FB955C3D-6255-4270-BB06-630A409B43E0}"/>
                </a:ext>
              </a:extLst>
            </p:cNvPr>
            <p:cNvSpPr txBox="1">
              <a:spLocks noChangeArrowheads="1"/>
            </p:cNvSpPr>
            <p:nvPr/>
          </p:nvSpPr>
          <p:spPr bwMode="auto">
            <a:xfrm>
              <a:off x="1977" y="3929"/>
              <a:ext cx="321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200" b="1">
                  <a:solidFill>
                    <a:srgbClr val="006699"/>
                  </a:solidFill>
                  <a:ea typeface="宋体" panose="02010600030101010101" pitchFamily="2" charset="-122"/>
                </a:rPr>
                <a:t>图</a:t>
              </a:r>
              <a:r>
                <a:rPr lang="en-US" altLang="zh-CN" sz="2200" b="1">
                  <a:solidFill>
                    <a:srgbClr val="006699"/>
                  </a:solidFill>
                  <a:ea typeface="宋体" panose="02010600030101010101" pitchFamily="2" charset="-122"/>
                </a:rPr>
                <a:t>1.10    </a:t>
              </a:r>
              <a:r>
                <a:rPr lang="zh-CN" altLang="en-US" sz="2200" b="1">
                  <a:solidFill>
                    <a:srgbClr val="006699"/>
                  </a:solidFill>
                  <a:ea typeface="宋体" panose="02010600030101010101" pitchFamily="2" charset="-122"/>
                </a:rPr>
                <a:t>数据库的三级模式结构</a:t>
              </a:r>
            </a:p>
          </p:txBody>
        </p:sp>
      </p:grpSp>
    </p:spTree>
  </p:cSld>
  <p:clrMapOvr>
    <a:masterClrMapping/>
  </p:clrMapOvr>
  <mc:AlternateContent xmlns:mc="http://schemas.openxmlformats.org/markup-compatibility/2006" xmlns:p14="http://schemas.microsoft.com/office/powerpoint/2010/main">
    <mc:Choice Requires="p14">
      <p:transition spd="slow" p14:dur="2000" advTm="10246"/>
    </mc:Choice>
    <mc:Fallback xmlns="">
      <p:transition spd="slow" advTm="10246"/>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2757" name="矩形 842756">
            <a:extLst>
              <a:ext uri="{FF2B5EF4-FFF2-40B4-BE49-F238E27FC236}">
                <a16:creationId xmlns:a16="http://schemas.microsoft.com/office/drawing/2014/main" id="{050B3040-3AF5-4B99-B1CD-C310F3C32AA6}"/>
              </a:ext>
            </a:extLst>
          </p:cNvPr>
          <p:cNvSpPr/>
          <p:nvPr/>
        </p:nvSpPr>
        <p:spPr>
          <a:xfrm>
            <a:off x="468313" y="1196975"/>
            <a:ext cx="8207375" cy="5338763"/>
          </a:xfrm>
          <a:prstGeom prst="rect">
            <a:avLst/>
          </a:prstGeom>
          <a:noFill/>
          <a:ln w="9525">
            <a:noFill/>
          </a:ln>
        </p:spPr>
        <p:txBody>
          <a:bodyPr/>
          <a:lstStyle>
            <a:lvl1pPr marL="342900" indent="-342900">
              <a:defRPr>
                <a:solidFill>
                  <a:schemeClr val="tx1"/>
                </a:solidFill>
                <a:latin typeface="Arial" panose="020B0604020202020204" pitchFamily="34" charset="0"/>
                <a:ea typeface="楷体_GB2312" pitchFamily="49" charset="-122"/>
              </a:defRPr>
            </a:lvl1pPr>
            <a:lvl2pPr>
              <a:defRPr>
                <a:solidFill>
                  <a:schemeClr val="tx1"/>
                </a:solidFill>
                <a:latin typeface="Arial" panose="020B0604020202020204" pitchFamily="34" charset="0"/>
                <a:ea typeface="楷体_GB2312" pitchFamily="49" charset="-122"/>
              </a:defRPr>
            </a:lvl2pPr>
            <a:lvl3pPr>
              <a:defRPr>
                <a:solidFill>
                  <a:schemeClr val="tx1"/>
                </a:solidFill>
                <a:latin typeface="Arial" panose="020B0604020202020204" pitchFamily="34" charset="0"/>
                <a:ea typeface="楷体_GB2312" pitchFamily="49" charset="-122"/>
              </a:defRPr>
            </a:lvl3pPr>
            <a:lvl4pPr>
              <a:defRPr>
                <a:solidFill>
                  <a:schemeClr val="tx1"/>
                </a:solidFill>
                <a:latin typeface="Arial" panose="020B0604020202020204" pitchFamily="34" charset="0"/>
                <a:ea typeface="楷体_GB2312" pitchFamily="49" charset="-122"/>
              </a:defRPr>
            </a:lvl4pPr>
            <a:lvl5pPr>
              <a:defRPr>
                <a:solidFill>
                  <a:schemeClr val="tx1"/>
                </a:solidFill>
                <a:latin typeface="Arial" panose="020B0604020202020204" pitchFamily="34" charset="0"/>
                <a:ea typeface="楷体_GB2312" pitchFamily="49" charset="-122"/>
              </a:defRPr>
            </a:lvl5pPr>
            <a:lvl6pPr fontAlgn="base">
              <a:spcBef>
                <a:spcPct val="0"/>
              </a:spcBef>
              <a:spcAft>
                <a:spcPct val="0"/>
              </a:spcAft>
              <a:defRPr>
                <a:solidFill>
                  <a:schemeClr val="tx1"/>
                </a:solidFill>
                <a:latin typeface="Arial" panose="020B0604020202020204" pitchFamily="34" charset="0"/>
                <a:ea typeface="楷体_GB2312" pitchFamily="49" charset="-122"/>
              </a:defRPr>
            </a:lvl6pPr>
            <a:lvl7pPr fontAlgn="base">
              <a:spcBef>
                <a:spcPct val="0"/>
              </a:spcBef>
              <a:spcAft>
                <a:spcPct val="0"/>
              </a:spcAft>
              <a:defRPr>
                <a:solidFill>
                  <a:schemeClr val="tx1"/>
                </a:solidFill>
                <a:latin typeface="Arial" panose="020B0604020202020204" pitchFamily="34" charset="0"/>
                <a:ea typeface="楷体_GB2312" pitchFamily="49" charset="-122"/>
              </a:defRPr>
            </a:lvl7pPr>
            <a:lvl8pPr fontAlgn="base">
              <a:spcBef>
                <a:spcPct val="0"/>
              </a:spcBef>
              <a:spcAft>
                <a:spcPct val="0"/>
              </a:spcAft>
              <a:defRPr>
                <a:solidFill>
                  <a:schemeClr val="tx1"/>
                </a:solidFill>
                <a:latin typeface="Arial" panose="020B0604020202020204" pitchFamily="34" charset="0"/>
                <a:ea typeface="楷体_GB2312" pitchFamily="49" charset="-122"/>
              </a:defRPr>
            </a:lvl8pPr>
            <a:lvl9pPr fontAlgn="base">
              <a:spcBef>
                <a:spcPct val="0"/>
              </a:spcBef>
              <a:spcAft>
                <a:spcPct val="0"/>
              </a:spcAft>
              <a:defRPr>
                <a:solidFill>
                  <a:schemeClr val="tx1"/>
                </a:solidFill>
                <a:latin typeface="Arial" panose="020B0604020202020204" pitchFamily="34" charset="0"/>
                <a:ea typeface="楷体_GB2312" pitchFamily="49" charset="-122"/>
              </a:defRPr>
            </a:lvl9pPr>
          </a:lstStyle>
          <a:p>
            <a:pPr>
              <a:lnSpc>
                <a:spcPct val="130000"/>
              </a:lnSpc>
              <a:spcBef>
                <a:spcPct val="20000"/>
              </a:spcBef>
              <a:buClr>
                <a:schemeClr val="folHlink"/>
              </a:buClr>
              <a:buSzPct val="60000"/>
            </a:pPr>
            <a:r>
              <a:rPr lang="en-US" altLang="zh-CN" sz="2800" b="1">
                <a:effectLst>
                  <a:outerShdw blurRad="38100" dist="38100" dir="2700000" algn="tl">
                    <a:srgbClr val="C0C0C0"/>
                  </a:outerShdw>
                </a:effectLst>
                <a:latin typeface="Tahoma" panose="020B0604030504040204" pitchFamily="34" charset="0"/>
              </a:rPr>
              <a:t>           </a:t>
            </a:r>
            <a:r>
              <a:rPr lang="en-US" altLang="zh-CN" sz="30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1</a:t>
            </a:r>
            <a:r>
              <a:rPr lang="zh-CN" altLang="en-US" sz="30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、逻辑模式</a:t>
            </a:r>
            <a:endParaRPr lang="en-US" altLang="zh-CN" sz="30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endParaRPr>
          </a:p>
          <a:p>
            <a:pPr>
              <a:lnSpc>
                <a:spcPct val="115000"/>
              </a:lnSpc>
              <a:spcBef>
                <a:spcPct val="5000"/>
              </a:spcBef>
              <a:buClr>
                <a:schemeClr val="folHlink"/>
              </a:buClr>
              <a:buSzPct val="60000"/>
            </a:pPr>
            <a:r>
              <a:rPr lang="zh-CN" altLang="en-US" sz="2800" b="1">
                <a:effectLst>
                  <a:outerShdw blurRad="38100" dist="38100" dir="2700000" algn="tl">
                    <a:srgbClr val="C0C0C0"/>
                  </a:outerShdw>
                </a:effectLst>
                <a:latin typeface="Tahoma" panose="020B0604030504040204" pitchFamily="34" charset="0"/>
              </a:rPr>
              <a:t>           是对</a:t>
            </a:r>
            <a:r>
              <a:rPr lang="en-US" altLang="zh-CN" sz="2800" b="1">
                <a:effectLst>
                  <a:outerShdw blurRad="38100" dist="38100" dir="2700000" algn="tl">
                    <a:srgbClr val="C0C0C0"/>
                  </a:outerShdw>
                </a:effectLst>
                <a:latin typeface="Tahoma" panose="020B0604030504040204" pitchFamily="34" charset="0"/>
              </a:rPr>
              <a:t>DB</a:t>
            </a:r>
            <a:r>
              <a:rPr lang="zh-CN" altLang="en-US" sz="2800" b="1">
                <a:effectLst>
                  <a:outerShdw blurRad="38100" dist="38100" dir="2700000" algn="tl">
                    <a:srgbClr val="C0C0C0"/>
                  </a:outerShdw>
                </a:effectLst>
                <a:latin typeface="Tahoma" panose="020B0604030504040204" pitchFamily="34" charset="0"/>
              </a:rPr>
              <a:t>中全部数据的整体逻辑结构的描述</a:t>
            </a:r>
            <a:r>
              <a:rPr lang="zh-CN" altLang="en-US" sz="2200" b="1">
                <a:effectLst>
                  <a:outerShdw blurRad="38100" dist="38100" dir="2700000" algn="tl">
                    <a:srgbClr val="C0C0C0"/>
                  </a:outerShdw>
                </a:effectLst>
                <a:latin typeface="Tahoma" panose="020B0604030504040204" pitchFamily="34" charset="0"/>
              </a:rPr>
              <a:t>，</a:t>
            </a:r>
            <a:r>
              <a:rPr lang="zh-CN" altLang="en-US" sz="2800" b="1">
                <a:effectLst>
                  <a:outerShdw blurRad="38100" dist="38100" dir="2700000" algn="tl">
                    <a:srgbClr val="C0C0C0"/>
                  </a:outerShdw>
                </a:effectLst>
                <a:latin typeface="Tahoma" panose="020B0604030504040204" pitchFamily="34" charset="0"/>
              </a:rPr>
              <a:t>体现了</a:t>
            </a:r>
            <a:r>
              <a:rPr lang="zh-CN" altLang="en-US" sz="2800" b="1">
                <a:solidFill>
                  <a:srgbClr val="D60093"/>
                </a:solidFill>
                <a:effectLst>
                  <a:outerShdw blurRad="38100" dist="38100" dir="2700000" algn="tl">
                    <a:srgbClr val="C0C0C0"/>
                  </a:outerShdw>
                </a:effectLst>
                <a:latin typeface="Tahoma" panose="020B0604030504040204" pitchFamily="34" charset="0"/>
              </a:rPr>
              <a:t>全局、整体的数据观点。</a:t>
            </a:r>
            <a:r>
              <a:rPr lang="zh-CN" altLang="en-US" sz="2800" b="1">
                <a:effectLst>
                  <a:outerShdw blurRad="38100" dist="38100" dir="2700000" algn="tl">
                    <a:srgbClr val="C0C0C0"/>
                  </a:outerShdw>
                </a:effectLst>
                <a:latin typeface="Tahoma" panose="020B0604030504040204" pitchFamily="34" charset="0"/>
              </a:rPr>
              <a:t> </a:t>
            </a:r>
          </a:p>
          <a:p>
            <a:pPr>
              <a:lnSpc>
                <a:spcPct val="115000"/>
              </a:lnSpc>
              <a:buClr>
                <a:schemeClr val="folHlink"/>
              </a:buClr>
              <a:buSzPct val="60000"/>
            </a:pPr>
            <a:r>
              <a:rPr lang="zh-CN" altLang="en-US" sz="2800" b="1">
                <a:solidFill>
                  <a:srgbClr val="006699"/>
                </a:solidFill>
                <a:effectLst>
                  <a:outerShdw blurRad="38100" dist="38100" dir="2700000" algn="tl">
                    <a:srgbClr val="C0C0C0"/>
                  </a:outerShdw>
                </a:effectLst>
                <a:latin typeface="Tahoma" panose="020B0604030504040204" pitchFamily="34" charset="0"/>
              </a:rPr>
              <a:t>   说明：</a:t>
            </a:r>
          </a:p>
          <a:p>
            <a:pPr>
              <a:lnSpc>
                <a:spcPct val="105000"/>
              </a:lnSpc>
              <a:buClr>
                <a:schemeClr val="folHlink"/>
              </a:buClr>
              <a:buSzPct val="60000"/>
            </a:pPr>
            <a:r>
              <a:rPr lang="zh-CN" altLang="en-US" sz="2800" b="1">
                <a:solidFill>
                  <a:srgbClr val="006699"/>
                </a:solidFill>
                <a:effectLst>
                  <a:outerShdw blurRad="38100" dist="38100" dir="2700000" algn="tl">
                    <a:srgbClr val="C0C0C0"/>
                  </a:outerShdw>
                </a:effectLst>
                <a:latin typeface="Tahoma" panose="020B0604030504040204" pitchFamily="34" charset="0"/>
              </a:rPr>
              <a:t>         </a:t>
            </a:r>
            <a:r>
              <a:rPr lang="zh-CN" altLang="en-US" sz="2800" b="1">
                <a:effectLst>
                  <a:outerShdw blurRad="38100" dist="38100" dir="2700000" algn="tl">
                    <a:srgbClr val="C0C0C0"/>
                  </a:outerShdw>
                </a:effectLst>
                <a:latin typeface="Tahoma" panose="020B0604030504040204" pitchFamily="34" charset="0"/>
              </a:rPr>
              <a:t> ①在一个</a:t>
            </a:r>
            <a:r>
              <a:rPr lang="en-US" altLang="zh-CN" sz="2800" b="1">
                <a:effectLst>
                  <a:outerShdw blurRad="38100" dist="38100" dir="2700000" algn="tl">
                    <a:srgbClr val="C0C0C0"/>
                  </a:outerShdw>
                </a:effectLst>
                <a:latin typeface="Tahoma" panose="020B0604030504040204" pitchFamily="34" charset="0"/>
              </a:rPr>
              <a:t>DB</a:t>
            </a:r>
            <a:r>
              <a:rPr lang="zh-CN" altLang="en-US" sz="2800" b="1">
                <a:effectLst>
                  <a:outerShdw blurRad="38100" dist="38100" dir="2700000" algn="tl">
                    <a:srgbClr val="C0C0C0"/>
                  </a:outerShdw>
                </a:effectLst>
                <a:latin typeface="Tahoma" panose="020B0604030504040204" pitchFamily="34" charset="0"/>
              </a:rPr>
              <a:t>中，只有一个与数据模型对应的逻辑模式；</a:t>
            </a:r>
          </a:p>
          <a:p>
            <a:pPr>
              <a:lnSpc>
                <a:spcPct val="105000"/>
              </a:lnSpc>
              <a:buClr>
                <a:schemeClr val="folHlink"/>
              </a:buClr>
              <a:buSzPct val="60000"/>
            </a:pPr>
            <a:r>
              <a:rPr lang="zh-CN" altLang="en-US" sz="2800" b="1">
                <a:effectLst>
                  <a:outerShdw blurRad="38100" dist="38100" dir="2700000" algn="tl">
                    <a:srgbClr val="C0C0C0"/>
                  </a:outerShdw>
                </a:effectLst>
                <a:latin typeface="Tahoma" panose="020B0604030504040204" pitchFamily="34" charset="0"/>
              </a:rPr>
              <a:t>          ②数据库应用系统的全部关系模式组成了该逻辑模式；</a:t>
            </a:r>
          </a:p>
          <a:p>
            <a:pPr>
              <a:lnSpc>
                <a:spcPct val="105000"/>
              </a:lnSpc>
              <a:buClr>
                <a:schemeClr val="folHlink"/>
              </a:buClr>
              <a:buSzPct val="60000"/>
            </a:pPr>
            <a:r>
              <a:rPr lang="zh-CN" altLang="en-US" sz="2800" b="1">
                <a:effectLst>
                  <a:outerShdw blurRad="38100" dist="38100" dir="2700000" algn="tl">
                    <a:srgbClr val="C0C0C0"/>
                  </a:outerShdw>
                </a:effectLst>
                <a:latin typeface="Tahoma" panose="020B0604030504040204" pitchFamily="34" charset="0"/>
              </a:rPr>
              <a:t>          ③ 逻辑模式仅涉及“型”的描述，不涉及具体的值。  </a:t>
            </a:r>
            <a:r>
              <a:rPr lang="en-US" altLang="zh-CN" sz="2600" b="1">
                <a:effectLst>
                  <a:outerShdw blurRad="38100" dist="38100" dir="2700000" algn="tl">
                    <a:srgbClr val="C0C0C0"/>
                  </a:outerShdw>
                </a:effectLst>
                <a:latin typeface="Tahoma" panose="020B0604030504040204" pitchFamily="34" charset="0"/>
              </a:rPr>
              <a:t>{</a:t>
            </a:r>
            <a:r>
              <a:rPr lang="zh-CN" altLang="en-US" sz="2600" b="1">
                <a:solidFill>
                  <a:srgbClr val="006666"/>
                </a:solidFill>
                <a:effectLst>
                  <a:outerShdw blurRad="38100" dist="38100" dir="2700000" algn="tl">
                    <a:srgbClr val="C0C0C0"/>
                  </a:outerShdw>
                </a:effectLst>
                <a:latin typeface="Tahoma" panose="020B0604030504040204" pitchFamily="34" charset="0"/>
              </a:rPr>
              <a:t>每个关系模式的型对应于表头，值对应于其中的元组</a:t>
            </a:r>
            <a:r>
              <a:rPr lang="en-US" altLang="zh-CN" sz="2600" b="1">
                <a:effectLst>
                  <a:outerShdw blurRad="38100" dist="38100" dir="2700000" algn="tl">
                    <a:srgbClr val="C0C0C0"/>
                  </a:outerShdw>
                </a:effectLst>
                <a:latin typeface="Tahoma" panose="020B0604030504040204" pitchFamily="34" charset="0"/>
              </a:rPr>
              <a:t>}</a:t>
            </a:r>
          </a:p>
        </p:txBody>
      </p:sp>
      <p:sp>
        <p:nvSpPr>
          <p:cNvPr id="842758" name="矩形 842757">
            <a:extLst>
              <a:ext uri="{FF2B5EF4-FFF2-40B4-BE49-F238E27FC236}">
                <a16:creationId xmlns:a16="http://schemas.microsoft.com/office/drawing/2014/main" id="{21D722F1-55AF-4852-85F4-2E4FCF45015F}"/>
              </a:ext>
            </a:extLst>
          </p:cNvPr>
          <p:cNvSpPr/>
          <p:nvPr/>
        </p:nvSpPr>
        <p:spPr>
          <a:xfrm>
            <a:off x="1042988" y="214313"/>
            <a:ext cx="8043862"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sz="3400" noProof="1"/>
              <a:t>一、数据库内部体系结构的三级模式结构</a:t>
            </a:r>
            <a:r>
              <a:rPr lang="zh-CN" altLang="en-US" noProof="1"/>
              <a:t> </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82503"/>
    </mc:Choice>
    <mc:Fallback xmlns="">
      <p:transition spd="slow" advTm="82503"/>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42757">
                                            <p:txEl>
                                              <p:pRg st="0" end="0"/>
                                            </p:txEl>
                                          </p:spTgt>
                                        </p:tgtEl>
                                        <p:attrNameLst>
                                          <p:attrName>style.visibility</p:attrName>
                                        </p:attrNameLst>
                                      </p:cBhvr>
                                      <p:to>
                                        <p:strVal val="visible"/>
                                      </p:to>
                                    </p:set>
                                    <p:animEffect transition="in" filter="wipe(left)">
                                      <p:cBhvr>
                                        <p:cTn id="7" dur="1000"/>
                                        <p:tgtEl>
                                          <p:spTgt spid="842757">
                                            <p:txEl>
                                              <p:pRg st="0" end="0"/>
                                            </p:txEl>
                                          </p:spTgt>
                                        </p:tgtEl>
                                      </p:cBhvr>
                                    </p:animEffect>
                                  </p:childTnLst>
                                </p:cTn>
                              </p:par>
                            </p:childTnLst>
                          </p:cTn>
                        </p:par>
                        <p:par>
                          <p:cTn id="8" fill="hold" nodeType="afterGroup">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842757">
                                            <p:txEl>
                                              <p:pRg st="1" end="1"/>
                                            </p:txEl>
                                          </p:spTgt>
                                        </p:tgtEl>
                                        <p:attrNameLst>
                                          <p:attrName>style.visibility</p:attrName>
                                        </p:attrNameLst>
                                      </p:cBhvr>
                                      <p:to>
                                        <p:strVal val="visible"/>
                                      </p:to>
                                    </p:set>
                                    <p:animEffect transition="in" filter="wipe(left)">
                                      <p:cBhvr>
                                        <p:cTn id="11" dur="1000"/>
                                        <p:tgtEl>
                                          <p:spTgt spid="842757">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842757">
                                            <p:txEl>
                                              <p:pRg st="2" end="2"/>
                                            </p:txEl>
                                          </p:spTgt>
                                        </p:tgtEl>
                                        <p:attrNameLst>
                                          <p:attrName>style.visibility</p:attrName>
                                        </p:attrNameLst>
                                      </p:cBhvr>
                                      <p:to>
                                        <p:strVal val="visible"/>
                                      </p:to>
                                    </p:set>
                                    <p:animEffect transition="in" filter="wipe(left)">
                                      <p:cBhvr>
                                        <p:cTn id="16" dur="1000"/>
                                        <p:tgtEl>
                                          <p:spTgt spid="842757">
                                            <p:txEl>
                                              <p:pRg st="2" end="2"/>
                                            </p:txEl>
                                          </p:spTgt>
                                        </p:tgtEl>
                                      </p:cBhvr>
                                    </p:animEffect>
                                  </p:childTnLst>
                                </p:cTn>
                              </p:par>
                            </p:childTnLst>
                          </p:cTn>
                        </p:par>
                        <p:par>
                          <p:cTn id="17" fill="hold" nodeType="afterGroup">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842757">
                                            <p:txEl>
                                              <p:pRg st="3" end="3"/>
                                            </p:txEl>
                                          </p:spTgt>
                                        </p:tgtEl>
                                        <p:attrNameLst>
                                          <p:attrName>style.visibility</p:attrName>
                                        </p:attrNameLst>
                                      </p:cBhvr>
                                      <p:to>
                                        <p:strVal val="visible"/>
                                      </p:to>
                                    </p:set>
                                    <p:animEffect transition="in" filter="wipe(left)">
                                      <p:cBhvr>
                                        <p:cTn id="20" dur="1000"/>
                                        <p:tgtEl>
                                          <p:spTgt spid="842757">
                                            <p:txEl>
                                              <p:pRg st="3" end="3"/>
                                            </p:txEl>
                                          </p:spTgt>
                                        </p:tgtEl>
                                      </p:cBhvr>
                                    </p:animEffect>
                                  </p:childTnLst>
                                </p:cTn>
                              </p:par>
                            </p:childTnLst>
                          </p:cTn>
                        </p:par>
                        <p:par>
                          <p:cTn id="21" fill="hold" nodeType="afterGroup">
                            <p:stCondLst>
                              <p:cond delay="2000"/>
                            </p:stCondLst>
                            <p:childTnLst>
                              <p:par>
                                <p:cTn id="22" presetID="22" presetClass="entr" presetSubtype="8" fill="hold" grpId="0" nodeType="afterEffect">
                                  <p:stCondLst>
                                    <p:cond delay="0"/>
                                  </p:stCondLst>
                                  <p:childTnLst>
                                    <p:set>
                                      <p:cBhvr>
                                        <p:cTn id="23" dur="1" fill="hold">
                                          <p:stCondLst>
                                            <p:cond delay="0"/>
                                          </p:stCondLst>
                                        </p:cTn>
                                        <p:tgtEl>
                                          <p:spTgt spid="842757">
                                            <p:txEl>
                                              <p:pRg st="4" end="4"/>
                                            </p:txEl>
                                          </p:spTgt>
                                        </p:tgtEl>
                                        <p:attrNameLst>
                                          <p:attrName>style.visibility</p:attrName>
                                        </p:attrNameLst>
                                      </p:cBhvr>
                                      <p:to>
                                        <p:strVal val="visible"/>
                                      </p:to>
                                    </p:set>
                                    <p:animEffect transition="in" filter="wipe(left)">
                                      <p:cBhvr>
                                        <p:cTn id="24" dur="1000"/>
                                        <p:tgtEl>
                                          <p:spTgt spid="842757">
                                            <p:txEl>
                                              <p:pRg st="4" end="4"/>
                                            </p:txEl>
                                          </p:spTgt>
                                        </p:tgtEl>
                                      </p:cBhvr>
                                    </p:animEffect>
                                  </p:childTnLst>
                                </p:cTn>
                              </p:par>
                            </p:childTnLst>
                          </p:cTn>
                        </p:par>
                        <p:par>
                          <p:cTn id="25" fill="hold" nodeType="afterGroup">
                            <p:stCondLst>
                              <p:cond delay="3000"/>
                            </p:stCondLst>
                            <p:childTnLst>
                              <p:par>
                                <p:cTn id="26" presetID="22" presetClass="entr" presetSubtype="8" fill="hold" grpId="0" nodeType="afterEffect">
                                  <p:stCondLst>
                                    <p:cond delay="0"/>
                                  </p:stCondLst>
                                  <p:childTnLst>
                                    <p:set>
                                      <p:cBhvr>
                                        <p:cTn id="27" dur="1" fill="hold">
                                          <p:stCondLst>
                                            <p:cond delay="0"/>
                                          </p:stCondLst>
                                        </p:cTn>
                                        <p:tgtEl>
                                          <p:spTgt spid="842757">
                                            <p:txEl>
                                              <p:pRg st="5" end="5"/>
                                            </p:txEl>
                                          </p:spTgt>
                                        </p:tgtEl>
                                        <p:attrNameLst>
                                          <p:attrName>style.visibility</p:attrName>
                                        </p:attrNameLst>
                                      </p:cBhvr>
                                      <p:to>
                                        <p:strVal val="visible"/>
                                      </p:to>
                                    </p:set>
                                    <p:animEffect transition="in" filter="wipe(left)">
                                      <p:cBhvr>
                                        <p:cTn id="28" dur="1000"/>
                                        <p:tgtEl>
                                          <p:spTgt spid="84275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2757"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3782" name="矩形 843781">
            <a:extLst>
              <a:ext uri="{FF2B5EF4-FFF2-40B4-BE49-F238E27FC236}">
                <a16:creationId xmlns:a16="http://schemas.microsoft.com/office/drawing/2014/main" id="{5E979B00-C160-4D2C-9C9E-28C5D4C6CF6F}"/>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noProof="1"/>
              <a:t>二、数据库的两级映象</a:t>
            </a:r>
          </a:p>
        </p:txBody>
      </p:sp>
      <p:sp>
        <p:nvSpPr>
          <p:cNvPr id="843783" name="矩形 843782">
            <a:extLst>
              <a:ext uri="{FF2B5EF4-FFF2-40B4-BE49-F238E27FC236}">
                <a16:creationId xmlns:a16="http://schemas.microsoft.com/office/drawing/2014/main" id="{7A27D1D5-2D8C-42AF-902D-2CABFFACD39C}"/>
              </a:ext>
            </a:extLst>
          </p:cNvPr>
          <p:cNvSpPr/>
          <p:nvPr/>
        </p:nvSpPr>
        <p:spPr>
          <a:xfrm>
            <a:off x="468313" y="1125538"/>
            <a:ext cx="7993062" cy="64770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r>
              <a:rPr lang="en-US" altLang="zh-CN" noProof="1"/>
              <a:t>         </a:t>
            </a:r>
            <a:r>
              <a:rPr lang="en-US" altLang="zh-CN" sz="3000" noProof="1">
                <a:solidFill>
                  <a:srgbClr val="660033"/>
                </a:solidFill>
                <a:ea typeface="华文新魏" panose="02010800040101010101" pitchFamily="2" charset="-122"/>
              </a:rPr>
              <a:t>1</a:t>
            </a:r>
            <a:r>
              <a:rPr lang="zh-CN" altLang="en-US" sz="3000" noProof="1">
                <a:solidFill>
                  <a:srgbClr val="660033"/>
                </a:solidFill>
                <a:ea typeface="华文新魏" panose="02010800040101010101" pitchFamily="2" charset="-122"/>
              </a:rPr>
              <a:t>、三级数据库结构</a:t>
            </a:r>
            <a:r>
              <a:rPr lang="zh-CN" altLang="en-US" noProof="1"/>
              <a:t> </a:t>
            </a:r>
          </a:p>
        </p:txBody>
      </p:sp>
      <p:grpSp>
        <p:nvGrpSpPr>
          <p:cNvPr id="11267" name="组合 843783">
            <a:extLst>
              <a:ext uri="{FF2B5EF4-FFF2-40B4-BE49-F238E27FC236}">
                <a16:creationId xmlns:a16="http://schemas.microsoft.com/office/drawing/2014/main" id="{AAB6CC8A-1974-4DDB-A530-24AC55FB302F}"/>
              </a:ext>
            </a:extLst>
          </p:cNvPr>
          <p:cNvGrpSpPr>
            <a:grpSpLocks/>
          </p:cNvGrpSpPr>
          <p:nvPr/>
        </p:nvGrpSpPr>
        <p:grpSpPr bwMode="auto">
          <a:xfrm>
            <a:off x="755650" y="1703388"/>
            <a:ext cx="7848600" cy="4960937"/>
            <a:chOff x="528" y="1073"/>
            <a:chExt cx="4774" cy="3125"/>
          </a:xfrm>
        </p:grpSpPr>
        <p:sp>
          <p:nvSpPr>
            <p:cNvPr id="11268" name="圆柱形 843784">
              <a:extLst>
                <a:ext uri="{FF2B5EF4-FFF2-40B4-BE49-F238E27FC236}">
                  <a16:creationId xmlns:a16="http://schemas.microsoft.com/office/drawing/2014/main" id="{507FBB60-1B9B-43B5-87F0-BE9A16F39BC7}"/>
                </a:ext>
              </a:extLst>
            </p:cNvPr>
            <p:cNvSpPr>
              <a:spLocks noChangeArrowheads="1"/>
            </p:cNvSpPr>
            <p:nvPr/>
          </p:nvSpPr>
          <p:spPr bwMode="auto">
            <a:xfrm>
              <a:off x="2688" y="3377"/>
              <a:ext cx="1127" cy="432"/>
            </a:xfrm>
            <a:prstGeom prst="can">
              <a:avLst>
                <a:gd name="adj" fmla="val 25000"/>
              </a:avLst>
            </a:prstGeom>
            <a:solidFill>
              <a:srgbClr val="FFCC99"/>
            </a:solidFill>
            <a:ln w="19050">
              <a:solidFill>
                <a:schemeClr val="tx1"/>
              </a:solidFill>
              <a:round/>
              <a:headEnd/>
              <a:tailEnd/>
            </a:ln>
          </p:spPr>
          <p:txBody>
            <a:bodyPr wrap="none" anchor="ctr"/>
            <a:lstStyle/>
            <a:p>
              <a:pPr algn="ctr"/>
              <a:r>
                <a:rPr lang="zh-CN" altLang="en-US" sz="2000" b="1">
                  <a:ea typeface="宋体" panose="02010600030101010101" pitchFamily="2" charset="-122"/>
                </a:rPr>
                <a:t>数据库</a:t>
              </a:r>
            </a:p>
          </p:txBody>
        </p:sp>
        <p:sp>
          <p:nvSpPr>
            <p:cNvPr id="11269" name="矩形 843785">
              <a:extLst>
                <a:ext uri="{FF2B5EF4-FFF2-40B4-BE49-F238E27FC236}">
                  <a16:creationId xmlns:a16="http://schemas.microsoft.com/office/drawing/2014/main" id="{8F6835B7-4246-450A-815F-73B70AD56C56}"/>
                </a:ext>
              </a:extLst>
            </p:cNvPr>
            <p:cNvSpPr>
              <a:spLocks noChangeArrowheads="1"/>
            </p:cNvSpPr>
            <p:nvPr/>
          </p:nvSpPr>
          <p:spPr bwMode="auto">
            <a:xfrm>
              <a:off x="528" y="1217"/>
              <a:ext cx="934" cy="288"/>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solidFill>
                    <a:srgbClr val="000000"/>
                  </a:solidFill>
                  <a:ea typeface="宋体" panose="02010600030101010101" pitchFamily="2" charset="-122"/>
                </a:rPr>
                <a:t>应用程序</a:t>
              </a:r>
              <a:r>
                <a:rPr lang="en-US" altLang="zh-CN" sz="2000" b="1">
                  <a:ea typeface="宋体" panose="02010600030101010101" pitchFamily="2" charset="-122"/>
                </a:rPr>
                <a:t>1</a:t>
              </a:r>
            </a:p>
          </p:txBody>
        </p:sp>
        <p:sp>
          <p:nvSpPr>
            <p:cNvPr id="11270" name="矩形 843786">
              <a:extLst>
                <a:ext uri="{FF2B5EF4-FFF2-40B4-BE49-F238E27FC236}">
                  <a16:creationId xmlns:a16="http://schemas.microsoft.com/office/drawing/2014/main" id="{AD863120-BF6F-46E8-B5B3-E7E81B8C78B2}"/>
                </a:ext>
              </a:extLst>
            </p:cNvPr>
            <p:cNvSpPr>
              <a:spLocks noChangeArrowheads="1"/>
            </p:cNvSpPr>
            <p:nvPr/>
          </p:nvSpPr>
          <p:spPr bwMode="auto">
            <a:xfrm>
              <a:off x="1680" y="1217"/>
              <a:ext cx="929" cy="288"/>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应用程序</a:t>
              </a:r>
              <a:r>
                <a:rPr lang="en-US" altLang="zh-CN" sz="2000" b="1">
                  <a:ea typeface="宋体" panose="02010600030101010101" pitchFamily="2" charset="-122"/>
                </a:rPr>
                <a:t>2</a:t>
              </a:r>
            </a:p>
          </p:txBody>
        </p:sp>
        <p:sp>
          <p:nvSpPr>
            <p:cNvPr id="11271" name="矩形 843787">
              <a:extLst>
                <a:ext uri="{FF2B5EF4-FFF2-40B4-BE49-F238E27FC236}">
                  <a16:creationId xmlns:a16="http://schemas.microsoft.com/office/drawing/2014/main" id="{F6AEBC0A-8404-41EC-9E8C-7BFEB22D183B}"/>
                </a:ext>
              </a:extLst>
            </p:cNvPr>
            <p:cNvSpPr>
              <a:spLocks noChangeArrowheads="1"/>
            </p:cNvSpPr>
            <p:nvPr/>
          </p:nvSpPr>
          <p:spPr bwMode="auto">
            <a:xfrm>
              <a:off x="2832" y="1217"/>
              <a:ext cx="927" cy="288"/>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应用程序</a:t>
              </a:r>
              <a:r>
                <a:rPr lang="en-US" altLang="zh-CN" sz="2000" b="1">
                  <a:ea typeface="宋体" panose="02010600030101010101" pitchFamily="2" charset="-122"/>
                </a:rPr>
                <a:t>3</a:t>
              </a:r>
            </a:p>
          </p:txBody>
        </p:sp>
        <p:sp>
          <p:nvSpPr>
            <p:cNvPr id="11272" name="矩形 843788">
              <a:extLst>
                <a:ext uri="{FF2B5EF4-FFF2-40B4-BE49-F238E27FC236}">
                  <a16:creationId xmlns:a16="http://schemas.microsoft.com/office/drawing/2014/main" id="{7518F6E8-290C-4727-BA82-5CD0349579A5}"/>
                </a:ext>
              </a:extLst>
            </p:cNvPr>
            <p:cNvSpPr>
              <a:spLocks noChangeArrowheads="1"/>
            </p:cNvSpPr>
            <p:nvPr/>
          </p:nvSpPr>
          <p:spPr bwMode="auto">
            <a:xfrm>
              <a:off x="4368" y="1217"/>
              <a:ext cx="934" cy="288"/>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应用程序</a:t>
              </a:r>
              <a:r>
                <a:rPr lang="en-US" altLang="zh-CN" sz="2000" b="1">
                  <a:ea typeface="宋体" panose="02010600030101010101" pitchFamily="2" charset="-122"/>
                </a:rPr>
                <a:t>M</a:t>
              </a:r>
            </a:p>
          </p:txBody>
        </p:sp>
        <p:sp>
          <p:nvSpPr>
            <p:cNvPr id="11273" name="矩形 843789">
              <a:extLst>
                <a:ext uri="{FF2B5EF4-FFF2-40B4-BE49-F238E27FC236}">
                  <a16:creationId xmlns:a16="http://schemas.microsoft.com/office/drawing/2014/main" id="{959DEA05-B06B-4729-B5A2-7616CE9E90ED}"/>
                </a:ext>
              </a:extLst>
            </p:cNvPr>
            <p:cNvSpPr>
              <a:spLocks noChangeArrowheads="1"/>
            </p:cNvSpPr>
            <p:nvPr/>
          </p:nvSpPr>
          <p:spPr bwMode="auto">
            <a:xfrm>
              <a:off x="1056" y="1841"/>
              <a:ext cx="934" cy="286"/>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外模式</a:t>
              </a:r>
              <a:r>
                <a:rPr lang="en-US" altLang="zh-CN" sz="2000" b="1">
                  <a:ea typeface="宋体" panose="02010600030101010101" pitchFamily="2" charset="-122"/>
                </a:rPr>
                <a:t>1</a:t>
              </a:r>
            </a:p>
          </p:txBody>
        </p:sp>
        <p:sp>
          <p:nvSpPr>
            <p:cNvPr id="11274" name="矩形 843790">
              <a:extLst>
                <a:ext uri="{FF2B5EF4-FFF2-40B4-BE49-F238E27FC236}">
                  <a16:creationId xmlns:a16="http://schemas.microsoft.com/office/drawing/2014/main" id="{9C87E4D8-8430-4CCA-81B1-B2E4D92B6F2E}"/>
                </a:ext>
              </a:extLst>
            </p:cNvPr>
            <p:cNvSpPr>
              <a:spLocks noChangeArrowheads="1"/>
            </p:cNvSpPr>
            <p:nvPr/>
          </p:nvSpPr>
          <p:spPr bwMode="auto">
            <a:xfrm>
              <a:off x="2784" y="1841"/>
              <a:ext cx="927" cy="288"/>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外模式</a:t>
              </a:r>
              <a:r>
                <a:rPr lang="en-US" altLang="zh-CN" sz="2000" b="1">
                  <a:ea typeface="宋体" panose="02010600030101010101" pitchFamily="2" charset="-122"/>
                </a:rPr>
                <a:t>2</a:t>
              </a:r>
            </a:p>
          </p:txBody>
        </p:sp>
        <p:sp>
          <p:nvSpPr>
            <p:cNvPr id="11275" name="矩形 843791">
              <a:extLst>
                <a:ext uri="{FF2B5EF4-FFF2-40B4-BE49-F238E27FC236}">
                  <a16:creationId xmlns:a16="http://schemas.microsoft.com/office/drawing/2014/main" id="{8B005333-8AE3-45D6-8C56-29307807D2D3}"/>
                </a:ext>
              </a:extLst>
            </p:cNvPr>
            <p:cNvSpPr>
              <a:spLocks noChangeArrowheads="1"/>
            </p:cNvSpPr>
            <p:nvPr/>
          </p:nvSpPr>
          <p:spPr bwMode="auto">
            <a:xfrm>
              <a:off x="4368" y="1841"/>
              <a:ext cx="927" cy="290"/>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外模式</a:t>
              </a:r>
              <a:r>
                <a:rPr lang="en-US" altLang="zh-CN" sz="2000" b="1">
                  <a:ea typeface="宋体" panose="02010600030101010101" pitchFamily="2" charset="-122"/>
                </a:rPr>
                <a:t>N</a:t>
              </a:r>
            </a:p>
          </p:txBody>
        </p:sp>
        <p:sp>
          <p:nvSpPr>
            <p:cNvPr id="11276" name="矩形 843792">
              <a:extLst>
                <a:ext uri="{FF2B5EF4-FFF2-40B4-BE49-F238E27FC236}">
                  <a16:creationId xmlns:a16="http://schemas.microsoft.com/office/drawing/2014/main" id="{9F56B283-93FB-41BA-940E-E8E741D7C20A}"/>
                </a:ext>
              </a:extLst>
            </p:cNvPr>
            <p:cNvSpPr>
              <a:spLocks noChangeArrowheads="1"/>
            </p:cNvSpPr>
            <p:nvPr/>
          </p:nvSpPr>
          <p:spPr bwMode="auto">
            <a:xfrm>
              <a:off x="2784" y="2369"/>
              <a:ext cx="943" cy="288"/>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逻辑模式</a:t>
              </a:r>
            </a:p>
          </p:txBody>
        </p:sp>
        <p:sp>
          <p:nvSpPr>
            <p:cNvPr id="11277" name="矩形 843793">
              <a:extLst>
                <a:ext uri="{FF2B5EF4-FFF2-40B4-BE49-F238E27FC236}">
                  <a16:creationId xmlns:a16="http://schemas.microsoft.com/office/drawing/2014/main" id="{DC0E7127-9505-4A12-83CA-12CEFF88F41C}"/>
                </a:ext>
              </a:extLst>
            </p:cNvPr>
            <p:cNvSpPr>
              <a:spLocks noChangeArrowheads="1"/>
            </p:cNvSpPr>
            <p:nvPr/>
          </p:nvSpPr>
          <p:spPr bwMode="auto">
            <a:xfrm>
              <a:off x="2784" y="2897"/>
              <a:ext cx="948" cy="286"/>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内模式</a:t>
              </a:r>
            </a:p>
          </p:txBody>
        </p:sp>
        <p:sp>
          <p:nvSpPr>
            <p:cNvPr id="11278" name="直接连接符 843794">
              <a:extLst>
                <a:ext uri="{FF2B5EF4-FFF2-40B4-BE49-F238E27FC236}">
                  <a16:creationId xmlns:a16="http://schemas.microsoft.com/office/drawing/2014/main" id="{9AEDCEF3-A882-48C9-AB55-7018833AFA42}"/>
                </a:ext>
              </a:extLst>
            </p:cNvPr>
            <p:cNvSpPr>
              <a:spLocks noChangeShapeType="1"/>
            </p:cNvSpPr>
            <p:nvPr/>
          </p:nvSpPr>
          <p:spPr bwMode="auto">
            <a:xfrm>
              <a:off x="912" y="1505"/>
              <a:ext cx="528"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79" name="直接连接符 843795">
              <a:extLst>
                <a:ext uri="{FF2B5EF4-FFF2-40B4-BE49-F238E27FC236}">
                  <a16:creationId xmlns:a16="http://schemas.microsoft.com/office/drawing/2014/main" id="{B5C45FBC-9945-4521-A49F-F67B92B6080F}"/>
                </a:ext>
              </a:extLst>
            </p:cNvPr>
            <p:cNvSpPr>
              <a:spLocks noChangeShapeType="1"/>
            </p:cNvSpPr>
            <p:nvPr/>
          </p:nvSpPr>
          <p:spPr bwMode="auto">
            <a:xfrm flipH="1">
              <a:off x="1680" y="1505"/>
              <a:ext cx="384"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0" name="直接连接符 843796">
              <a:extLst>
                <a:ext uri="{FF2B5EF4-FFF2-40B4-BE49-F238E27FC236}">
                  <a16:creationId xmlns:a16="http://schemas.microsoft.com/office/drawing/2014/main" id="{AEBD42D5-99F7-4A9B-BC33-633374738196}"/>
                </a:ext>
              </a:extLst>
            </p:cNvPr>
            <p:cNvSpPr>
              <a:spLocks noChangeShapeType="1"/>
            </p:cNvSpPr>
            <p:nvPr/>
          </p:nvSpPr>
          <p:spPr bwMode="auto">
            <a:xfrm>
              <a:off x="4800" y="1505"/>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1" name="直接连接符 843797">
              <a:extLst>
                <a:ext uri="{FF2B5EF4-FFF2-40B4-BE49-F238E27FC236}">
                  <a16:creationId xmlns:a16="http://schemas.microsoft.com/office/drawing/2014/main" id="{1696B05A-3372-4EF5-8A14-8F56F214EA33}"/>
                </a:ext>
              </a:extLst>
            </p:cNvPr>
            <p:cNvSpPr>
              <a:spLocks noChangeShapeType="1"/>
            </p:cNvSpPr>
            <p:nvPr/>
          </p:nvSpPr>
          <p:spPr bwMode="auto">
            <a:xfrm>
              <a:off x="3216" y="1505"/>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2" name="直接连接符 843798">
              <a:extLst>
                <a:ext uri="{FF2B5EF4-FFF2-40B4-BE49-F238E27FC236}">
                  <a16:creationId xmlns:a16="http://schemas.microsoft.com/office/drawing/2014/main" id="{B81905D2-181F-4858-9F78-69A9E2BE0BA8}"/>
                </a:ext>
              </a:extLst>
            </p:cNvPr>
            <p:cNvSpPr>
              <a:spLocks noChangeShapeType="1"/>
            </p:cNvSpPr>
            <p:nvPr/>
          </p:nvSpPr>
          <p:spPr bwMode="auto">
            <a:xfrm>
              <a:off x="3216" y="2129"/>
              <a:ext cx="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3" name="直接连接符 843799">
              <a:extLst>
                <a:ext uri="{FF2B5EF4-FFF2-40B4-BE49-F238E27FC236}">
                  <a16:creationId xmlns:a16="http://schemas.microsoft.com/office/drawing/2014/main" id="{CCD328AF-BADF-4196-B299-7617898D429B}"/>
                </a:ext>
              </a:extLst>
            </p:cNvPr>
            <p:cNvSpPr>
              <a:spLocks noChangeShapeType="1"/>
            </p:cNvSpPr>
            <p:nvPr/>
          </p:nvSpPr>
          <p:spPr bwMode="auto">
            <a:xfrm>
              <a:off x="3216" y="2657"/>
              <a:ext cx="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4" name="直接连接符 843800">
              <a:extLst>
                <a:ext uri="{FF2B5EF4-FFF2-40B4-BE49-F238E27FC236}">
                  <a16:creationId xmlns:a16="http://schemas.microsoft.com/office/drawing/2014/main" id="{EDE34430-47A1-49DC-B13E-76BE64974F74}"/>
                </a:ext>
              </a:extLst>
            </p:cNvPr>
            <p:cNvSpPr>
              <a:spLocks noChangeShapeType="1"/>
            </p:cNvSpPr>
            <p:nvPr/>
          </p:nvSpPr>
          <p:spPr bwMode="auto">
            <a:xfrm>
              <a:off x="3216" y="3185"/>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5" name="直接连接符 843801">
              <a:extLst>
                <a:ext uri="{FF2B5EF4-FFF2-40B4-BE49-F238E27FC236}">
                  <a16:creationId xmlns:a16="http://schemas.microsoft.com/office/drawing/2014/main" id="{7DE7DE74-DE1D-4C46-B683-9F04BCB1FA8D}"/>
                </a:ext>
              </a:extLst>
            </p:cNvPr>
            <p:cNvSpPr>
              <a:spLocks noChangeShapeType="1"/>
            </p:cNvSpPr>
            <p:nvPr/>
          </p:nvSpPr>
          <p:spPr bwMode="auto">
            <a:xfrm>
              <a:off x="1536" y="2129"/>
              <a:ext cx="1488"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6" name="直接连接符 843802">
              <a:extLst>
                <a:ext uri="{FF2B5EF4-FFF2-40B4-BE49-F238E27FC236}">
                  <a16:creationId xmlns:a16="http://schemas.microsoft.com/office/drawing/2014/main" id="{F1329699-2E1D-4BA0-A07A-2B04EC280650}"/>
                </a:ext>
              </a:extLst>
            </p:cNvPr>
            <p:cNvSpPr>
              <a:spLocks noChangeShapeType="1"/>
            </p:cNvSpPr>
            <p:nvPr/>
          </p:nvSpPr>
          <p:spPr bwMode="auto">
            <a:xfrm flipH="1">
              <a:off x="3456" y="2129"/>
              <a:ext cx="1296"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7" name="文本框 843803">
              <a:extLst>
                <a:ext uri="{FF2B5EF4-FFF2-40B4-BE49-F238E27FC236}">
                  <a16:creationId xmlns:a16="http://schemas.microsoft.com/office/drawing/2014/main" id="{569BAC9E-7331-4157-860C-7049FF4A97EE}"/>
                </a:ext>
              </a:extLst>
            </p:cNvPr>
            <p:cNvSpPr txBox="1">
              <a:spLocks noChangeArrowheads="1"/>
            </p:cNvSpPr>
            <p:nvPr/>
          </p:nvSpPr>
          <p:spPr bwMode="auto">
            <a:xfrm>
              <a:off x="3840" y="1073"/>
              <a:ext cx="38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3200">
                  <a:ea typeface="宋体" panose="02010600030101010101" pitchFamily="2" charset="-122"/>
                </a:rPr>
                <a:t>…</a:t>
              </a:r>
            </a:p>
          </p:txBody>
        </p:sp>
        <p:sp>
          <p:nvSpPr>
            <p:cNvPr id="11288" name="文本框 843804">
              <a:extLst>
                <a:ext uri="{FF2B5EF4-FFF2-40B4-BE49-F238E27FC236}">
                  <a16:creationId xmlns:a16="http://schemas.microsoft.com/office/drawing/2014/main" id="{D60EF0AF-221D-4588-BA5C-3FB5FDBA31F6}"/>
                </a:ext>
              </a:extLst>
            </p:cNvPr>
            <p:cNvSpPr txBox="1">
              <a:spLocks noChangeArrowheads="1"/>
            </p:cNvSpPr>
            <p:nvPr/>
          </p:nvSpPr>
          <p:spPr bwMode="auto">
            <a:xfrm>
              <a:off x="3840" y="1745"/>
              <a:ext cx="48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3200">
                  <a:ea typeface="宋体" panose="02010600030101010101" pitchFamily="2" charset="-122"/>
                </a:rPr>
                <a:t>…</a:t>
              </a:r>
            </a:p>
          </p:txBody>
        </p:sp>
        <p:sp>
          <p:nvSpPr>
            <p:cNvPr id="11289" name="文本框 843805">
              <a:extLst>
                <a:ext uri="{FF2B5EF4-FFF2-40B4-BE49-F238E27FC236}">
                  <a16:creationId xmlns:a16="http://schemas.microsoft.com/office/drawing/2014/main" id="{DF895B65-A970-4C7A-BF66-3D0A21DB8522}"/>
                </a:ext>
              </a:extLst>
            </p:cNvPr>
            <p:cNvSpPr txBox="1">
              <a:spLocks noChangeArrowheads="1"/>
            </p:cNvSpPr>
            <p:nvPr/>
          </p:nvSpPr>
          <p:spPr bwMode="auto">
            <a:xfrm>
              <a:off x="1977" y="3929"/>
              <a:ext cx="321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200" b="1">
                  <a:solidFill>
                    <a:srgbClr val="006699"/>
                  </a:solidFill>
                  <a:ea typeface="宋体" panose="02010600030101010101" pitchFamily="2" charset="-122"/>
                </a:rPr>
                <a:t>图</a:t>
              </a:r>
              <a:r>
                <a:rPr lang="en-US" altLang="zh-CN" sz="2200" b="1">
                  <a:solidFill>
                    <a:srgbClr val="006699"/>
                  </a:solidFill>
                  <a:ea typeface="宋体" panose="02010600030101010101" pitchFamily="2" charset="-122"/>
                </a:rPr>
                <a:t>1.10    </a:t>
              </a:r>
              <a:r>
                <a:rPr lang="zh-CN" altLang="en-US" sz="2200" b="1">
                  <a:solidFill>
                    <a:srgbClr val="006699"/>
                  </a:solidFill>
                  <a:ea typeface="宋体" panose="02010600030101010101" pitchFamily="2" charset="-122"/>
                </a:rPr>
                <a:t>数据库的三级模式结构</a:t>
              </a:r>
            </a:p>
          </p:txBody>
        </p:sp>
      </p:grpSp>
      <p:sp>
        <p:nvSpPr>
          <p:cNvPr id="11290" name="圆角矩形标注 843806">
            <a:extLst>
              <a:ext uri="{FF2B5EF4-FFF2-40B4-BE49-F238E27FC236}">
                <a16:creationId xmlns:a16="http://schemas.microsoft.com/office/drawing/2014/main" id="{3BB6ADAF-8674-4814-B700-4A99E0CD8E27}"/>
              </a:ext>
            </a:extLst>
          </p:cNvPr>
          <p:cNvSpPr>
            <a:spLocks noChangeArrowheads="1"/>
          </p:cNvSpPr>
          <p:nvPr/>
        </p:nvSpPr>
        <p:spPr bwMode="auto">
          <a:xfrm>
            <a:off x="611188" y="115888"/>
            <a:ext cx="8424862" cy="2160587"/>
          </a:xfrm>
          <a:prstGeom prst="wedgeRoundRectCallout">
            <a:avLst>
              <a:gd name="adj1" fmla="val 11106"/>
              <a:gd name="adj2" fmla="val 117745"/>
              <a:gd name="adj3" fmla="val 16667"/>
            </a:avLst>
          </a:prstGeom>
          <a:solidFill>
            <a:srgbClr val="CCFFFF"/>
          </a:solidFill>
          <a:ln w="9525">
            <a:solidFill>
              <a:schemeClr val="tx1"/>
            </a:solidFill>
            <a:miter lim="800000"/>
            <a:headEnd/>
            <a:tailEnd/>
          </a:ln>
        </p:spPr>
        <p:txBody>
          <a:bodyPr/>
          <a:lstStyle/>
          <a:p>
            <a:r>
              <a:rPr lang="zh-CN" altLang="en-US" b="1">
                <a:ea typeface="宋体" panose="02010600030101010101" pitchFamily="2" charset="-122"/>
              </a:rPr>
              <a:t>学生关系（学号，姓名，性别，出生年月，籍贯，专业代码，班级）</a:t>
            </a:r>
          </a:p>
          <a:p>
            <a:r>
              <a:rPr lang="zh-CN" altLang="en-US" b="1">
                <a:ea typeface="宋体" panose="02010600030101010101" pitchFamily="2" charset="-122"/>
              </a:rPr>
              <a:t>专业关系（专业代码，专业名称）</a:t>
            </a:r>
          </a:p>
          <a:p>
            <a:r>
              <a:rPr lang="zh-CN" altLang="en-US" b="1">
                <a:ea typeface="宋体" panose="02010600030101010101" pitchFamily="2" charset="-122"/>
              </a:rPr>
              <a:t>课程关系（课程号，课程名，学时数）</a:t>
            </a:r>
          </a:p>
          <a:p>
            <a:r>
              <a:rPr lang="zh-CN" altLang="en-US" b="1">
                <a:ea typeface="宋体" panose="02010600030101010101" pitchFamily="2" charset="-122"/>
              </a:rPr>
              <a:t>设置关系（专业代码，课程代码）</a:t>
            </a:r>
          </a:p>
          <a:p>
            <a:r>
              <a:rPr lang="zh-CN" altLang="en-US" b="1">
                <a:ea typeface="宋体" panose="02010600030101010101" pitchFamily="2" charset="-122"/>
              </a:rPr>
              <a:t>学习关系（学号，课程号，分数）</a:t>
            </a:r>
          </a:p>
          <a:p>
            <a:r>
              <a:rPr lang="zh-CN" altLang="en-US" b="1">
                <a:ea typeface="宋体" panose="02010600030101010101" pitchFamily="2" charset="-122"/>
              </a:rPr>
              <a:t>教师关系（教工号，教员姓名，教员性别，教员出生年月，教研室，电话）</a:t>
            </a:r>
          </a:p>
          <a:p>
            <a:r>
              <a:rPr lang="zh-CN" altLang="en-US" b="1">
                <a:ea typeface="宋体" panose="02010600030101010101" pitchFamily="2" charset="-122"/>
              </a:rPr>
              <a:t>讲授关系（教工号，课程号） </a:t>
            </a:r>
            <a:endParaRPr lang="en-US" altLang="zh-CN" b="1">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75501"/>
    </mc:Choice>
    <mc:Fallback xmlns="">
      <p:transition spd="slow" advTm="75501"/>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5156" name="矩形 945155">
            <a:extLst>
              <a:ext uri="{FF2B5EF4-FFF2-40B4-BE49-F238E27FC236}">
                <a16:creationId xmlns:a16="http://schemas.microsoft.com/office/drawing/2014/main" id="{DA1D883A-8D7B-4D3D-8EF4-DC0793620C28}"/>
              </a:ext>
            </a:extLst>
          </p:cNvPr>
          <p:cNvSpPr/>
          <p:nvPr/>
        </p:nvSpPr>
        <p:spPr>
          <a:xfrm>
            <a:off x="1042988" y="214313"/>
            <a:ext cx="8043862"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sz="3400" noProof="1"/>
              <a:t>一、数据库内部体系结构的三级模式结构</a:t>
            </a:r>
            <a:r>
              <a:rPr lang="zh-CN" altLang="en-US" noProof="1"/>
              <a:t> </a:t>
            </a:r>
          </a:p>
        </p:txBody>
      </p:sp>
      <p:grpSp>
        <p:nvGrpSpPr>
          <p:cNvPr id="12290" name="组合 945156">
            <a:extLst>
              <a:ext uri="{FF2B5EF4-FFF2-40B4-BE49-F238E27FC236}">
                <a16:creationId xmlns:a16="http://schemas.microsoft.com/office/drawing/2014/main" id="{A9229CC6-9ABC-4846-80B5-23C13EBA159A}"/>
              </a:ext>
            </a:extLst>
          </p:cNvPr>
          <p:cNvGrpSpPr>
            <a:grpSpLocks/>
          </p:cNvGrpSpPr>
          <p:nvPr/>
        </p:nvGrpSpPr>
        <p:grpSpPr bwMode="auto">
          <a:xfrm>
            <a:off x="611188" y="1268413"/>
            <a:ext cx="7777162" cy="4960937"/>
            <a:chOff x="528" y="1073"/>
            <a:chExt cx="4774" cy="3125"/>
          </a:xfrm>
        </p:grpSpPr>
        <p:sp>
          <p:nvSpPr>
            <p:cNvPr id="12291" name="圆柱形 945157">
              <a:extLst>
                <a:ext uri="{FF2B5EF4-FFF2-40B4-BE49-F238E27FC236}">
                  <a16:creationId xmlns:a16="http://schemas.microsoft.com/office/drawing/2014/main" id="{AC7F3FE7-4D47-4076-8972-9FF438AEDEAB}"/>
                </a:ext>
              </a:extLst>
            </p:cNvPr>
            <p:cNvSpPr>
              <a:spLocks noChangeArrowheads="1"/>
            </p:cNvSpPr>
            <p:nvPr/>
          </p:nvSpPr>
          <p:spPr bwMode="auto">
            <a:xfrm>
              <a:off x="2688" y="3377"/>
              <a:ext cx="1127" cy="432"/>
            </a:xfrm>
            <a:prstGeom prst="can">
              <a:avLst>
                <a:gd name="adj" fmla="val 25000"/>
              </a:avLst>
            </a:prstGeom>
            <a:solidFill>
              <a:srgbClr val="FFCC99"/>
            </a:solidFill>
            <a:ln w="19050">
              <a:solidFill>
                <a:schemeClr val="tx1"/>
              </a:solidFill>
              <a:round/>
              <a:headEnd/>
              <a:tailEnd/>
            </a:ln>
          </p:spPr>
          <p:txBody>
            <a:bodyPr wrap="none" anchor="ctr"/>
            <a:lstStyle/>
            <a:p>
              <a:pPr algn="ctr"/>
              <a:r>
                <a:rPr lang="zh-CN" altLang="en-US" sz="2000" b="1">
                  <a:ea typeface="宋体" panose="02010600030101010101" pitchFamily="2" charset="-122"/>
                </a:rPr>
                <a:t>数据库</a:t>
              </a:r>
            </a:p>
          </p:txBody>
        </p:sp>
        <p:sp>
          <p:nvSpPr>
            <p:cNvPr id="12292" name="矩形 945158">
              <a:extLst>
                <a:ext uri="{FF2B5EF4-FFF2-40B4-BE49-F238E27FC236}">
                  <a16:creationId xmlns:a16="http://schemas.microsoft.com/office/drawing/2014/main" id="{04880749-175A-4BEE-96D4-6BC43A9263EF}"/>
                </a:ext>
              </a:extLst>
            </p:cNvPr>
            <p:cNvSpPr>
              <a:spLocks noChangeArrowheads="1"/>
            </p:cNvSpPr>
            <p:nvPr/>
          </p:nvSpPr>
          <p:spPr bwMode="auto">
            <a:xfrm>
              <a:off x="528" y="1217"/>
              <a:ext cx="934" cy="288"/>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solidFill>
                    <a:srgbClr val="000000"/>
                  </a:solidFill>
                  <a:ea typeface="宋体" panose="02010600030101010101" pitchFamily="2" charset="-122"/>
                </a:rPr>
                <a:t>应用程序</a:t>
              </a:r>
              <a:r>
                <a:rPr lang="en-US" altLang="zh-CN" sz="2000" b="1">
                  <a:ea typeface="宋体" panose="02010600030101010101" pitchFamily="2" charset="-122"/>
                </a:rPr>
                <a:t>1</a:t>
              </a:r>
            </a:p>
          </p:txBody>
        </p:sp>
        <p:sp>
          <p:nvSpPr>
            <p:cNvPr id="12293" name="矩形 945159">
              <a:extLst>
                <a:ext uri="{FF2B5EF4-FFF2-40B4-BE49-F238E27FC236}">
                  <a16:creationId xmlns:a16="http://schemas.microsoft.com/office/drawing/2014/main" id="{B43B1BCB-65D5-455B-A370-42E05D1023ED}"/>
                </a:ext>
              </a:extLst>
            </p:cNvPr>
            <p:cNvSpPr>
              <a:spLocks noChangeArrowheads="1"/>
            </p:cNvSpPr>
            <p:nvPr/>
          </p:nvSpPr>
          <p:spPr bwMode="auto">
            <a:xfrm>
              <a:off x="1680" y="1217"/>
              <a:ext cx="929" cy="288"/>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应用程序</a:t>
              </a:r>
              <a:r>
                <a:rPr lang="en-US" altLang="zh-CN" sz="2000" b="1">
                  <a:ea typeface="宋体" panose="02010600030101010101" pitchFamily="2" charset="-122"/>
                </a:rPr>
                <a:t>2</a:t>
              </a:r>
            </a:p>
          </p:txBody>
        </p:sp>
        <p:sp>
          <p:nvSpPr>
            <p:cNvPr id="12294" name="矩形 945160">
              <a:extLst>
                <a:ext uri="{FF2B5EF4-FFF2-40B4-BE49-F238E27FC236}">
                  <a16:creationId xmlns:a16="http://schemas.microsoft.com/office/drawing/2014/main" id="{AC40337C-4AC7-4508-9C19-719BC4593637}"/>
                </a:ext>
              </a:extLst>
            </p:cNvPr>
            <p:cNvSpPr>
              <a:spLocks noChangeArrowheads="1"/>
            </p:cNvSpPr>
            <p:nvPr/>
          </p:nvSpPr>
          <p:spPr bwMode="auto">
            <a:xfrm>
              <a:off x="2832" y="1217"/>
              <a:ext cx="927" cy="288"/>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应用程序</a:t>
              </a:r>
              <a:r>
                <a:rPr lang="en-US" altLang="zh-CN" sz="2000" b="1">
                  <a:ea typeface="宋体" panose="02010600030101010101" pitchFamily="2" charset="-122"/>
                </a:rPr>
                <a:t>3</a:t>
              </a:r>
            </a:p>
          </p:txBody>
        </p:sp>
        <p:sp>
          <p:nvSpPr>
            <p:cNvPr id="12295" name="矩形 945161">
              <a:extLst>
                <a:ext uri="{FF2B5EF4-FFF2-40B4-BE49-F238E27FC236}">
                  <a16:creationId xmlns:a16="http://schemas.microsoft.com/office/drawing/2014/main" id="{BB881C09-D2BC-47E0-9C55-E5ECDB275FEB}"/>
                </a:ext>
              </a:extLst>
            </p:cNvPr>
            <p:cNvSpPr>
              <a:spLocks noChangeArrowheads="1"/>
            </p:cNvSpPr>
            <p:nvPr/>
          </p:nvSpPr>
          <p:spPr bwMode="auto">
            <a:xfrm>
              <a:off x="4368" y="1217"/>
              <a:ext cx="934" cy="288"/>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应用程序</a:t>
              </a:r>
              <a:r>
                <a:rPr lang="en-US" altLang="zh-CN" sz="2000" b="1">
                  <a:ea typeface="宋体" panose="02010600030101010101" pitchFamily="2" charset="-122"/>
                </a:rPr>
                <a:t>M</a:t>
              </a:r>
            </a:p>
          </p:txBody>
        </p:sp>
        <p:sp>
          <p:nvSpPr>
            <p:cNvPr id="12296" name="矩形 945162">
              <a:extLst>
                <a:ext uri="{FF2B5EF4-FFF2-40B4-BE49-F238E27FC236}">
                  <a16:creationId xmlns:a16="http://schemas.microsoft.com/office/drawing/2014/main" id="{DDE3BA65-E44E-4D98-A0EF-428EBD9E7EB3}"/>
                </a:ext>
              </a:extLst>
            </p:cNvPr>
            <p:cNvSpPr>
              <a:spLocks noChangeArrowheads="1"/>
            </p:cNvSpPr>
            <p:nvPr/>
          </p:nvSpPr>
          <p:spPr bwMode="auto">
            <a:xfrm>
              <a:off x="1056" y="1841"/>
              <a:ext cx="934" cy="286"/>
            </a:xfrm>
            <a:prstGeom prst="rect">
              <a:avLst/>
            </a:prstGeom>
            <a:solidFill>
              <a:srgbClr val="CCFFFF"/>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外模式</a:t>
              </a:r>
              <a:r>
                <a:rPr lang="en-US" altLang="zh-CN" sz="2000" b="1">
                  <a:ea typeface="宋体" panose="02010600030101010101" pitchFamily="2" charset="-122"/>
                </a:rPr>
                <a:t>1</a:t>
              </a:r>
            </a:p>
          </p:txBody>
        </p:sp>
        <p:sp>
          <p:nvSpPr>
            <p:cNvPr id="12297" name="矩形 945163">
              <a:extLst>
                <a:ext uri="{FF2B5EF4-FFF2-40B4-BE49-F238E27FC236}">
                  <a16:creationId xmlns:a16="http://schemas.microsoft.com/office/drawing/2014/main" id="{8AAEDE2F-F1DF-49AF-9738-D00C37D74C81}"/>
                </a:ext>
              </a:extLst>
            </p:cNvPr>
            <p:cNvSpPr>
              <a:spLocks noChangeArrowheads="1"/>
            </p:cNvSpPr>
            <p:nvPr/>
          </p:nvSpPr>
          <p:spPr bwMode="auto">
            <a:xfrm>
              <a:off x="2784" y="1841"/>
              <a:ext cx="927" cy="288"/>
            </a:xfrm>
            <a:prstGeom prst="rect">
              <a:avLst/>
            </a:prstGeom>
            <a:solidFill>
              <a:srgbClr val="CCFFFF"/>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外模式</a:t>
              </a:r>
              <a:r>
                <a:rPr lang="en-US" altLang="zh-CN" sz="2000" b="1">
                  <a:ea typeface="宋体" panose="02010600030101010101" pitchFamily="2" charset="-122"/>
                </a:rPr>
                <a:t>2</a:t>
              </a:r>
            </a:p>
          </p:txBody>
        </p:sp>
        <p:sp>
          <p:nvSpPr>
            <p:cNvPr id="12298" name="矩形 945164">
              <a:extLst>
                <a:ext uri="{FF2B5EF4-FFF2-40B4-BE49-F238E27FC236}">
                  <a16:creationId xmlns:a16="http://schemas.microsoft.com/office/drawing/2014/main" id="{CAA53A17-BF1F-4E95-96D7-8A0738F69531}"/>
                </a:ext>
              </a:extLst>
            </p:cNvPr>
            <p:cNvSpPr>
              <a:spLocks noChangeArrowheads="1"/>
            </p:cNvSpPr>
            <p:nvPr/>
          </p:nvSpPr>
          <p:spPr bwMode="auto">
            <a:xfrm>
              <a:off x="4368" y="1841"/>
              <a:ext cx="927" cy="290"/>
            </a:xfrm>
            <a:prstGeom prst="rect">
              <a:avLst/>
            </a:prstGeom>
            <a:solidFill>
              <a:srgbClr val="CCFFFF"/>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外模式</a:t>
              </a:r>
              <a:r>
                <a:rPr lang="en-US" altLang="zh-CN" sz="2000" b="1">
                  <a:ea typeface="宋体" panose="02010600030101010101" pitchFamily="2" charset="-122"/>
                </a:rPr>
                <a:t>N</a:t>
              </a:r>
            </a:p>
          </p:txBody>
        </p:sp>
        <p:sp>
          <p:nvSpPr>
            <p:cNvPr id="12299" name="矩形 945165">
              <a:extLst>
                <a:ext uri="{FF2B5EF4-FFF2-40B4-BE49-F238E27FC236}">
                  <a16:creationId xmlns:a16="http://schemas.microsoft.com/office/drawing/2014/main" id="{8F245757-DC49-483E-8E53-83F722C3C23D}"/>
                </a:ext>
              </a:extLst>
            </p:cNvPr>
            <p:cNvSpPr>
              <a:spLocks noChangeArrowheads="1"/>
            </p:cNvSpPr>
            <p:nvPr/>
          </p:nvSpPr>
          <p:spPr bwMode="auto">
            <a:xfrm>
              <a:off x="2784" y="2369"/>
              <a:ext cx="943" cy="288"/>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逻辑模式</a:t>
              </a:r>
            </a:p>
          </p:txBody>
        </p:sp>
        <p:sp>
          <p:nvSpPr>
            <p:cNvPr id="12300" name="矩形 945166">
              <a:extLst>
                <a:ext uri="{FF2B5EF4-FFF2-40B4-BE49-F238E27FC236}">
                  <a16:creationId xmlns:a16="http://schemas.microsoft.com/office/drawing/2014/main" id="{43A254C4-841A-4864-9B1C-BF374EEB22B4}"/>
                </a:ext>
              </a:extLst>
            </p:cNvPr>
            <p:cNvSpPr>
              <a:spLocks noChangeArrowheads="1"/>
            </p:cNvSpPr>
            <p:nvPr/>
          </p:nvSpPr>
          <p:spPr bwMode="auto">
            <a:xfrm>
              <a:off x="2784" y="2897"/>
              <a:ext cx="948" cy="286"/>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内模式</a:t>
              </a:r>
            </a:p>
          </p:txBody>
        </p:sp>
        <p:sp>
          <p:nvSpPr>
            <p:cNvPr id="12301" name="直接连接符 945167">
              <a:extLst>
                <a:ext uri="{FF2B5EF4-FFF2-40B4-BE49-F238E27FC236}">
                  <a16:creationId xmlns:a16="http://schemas.microsoft.com/office/drawing/2014/main" id="{747A77A0-A87E-4391-A4E9-956C5F745A08}"/>
                </a:ext>
              </a:extLst>
            </p:cNvPr>
            <p:cNvSpPr>
              <a:spLocks noChangeShapeType="1"/>
            </p:cNvSpPr>
            <p:nvPr/>
          </p:nvSpPr>
          <p:spPr bwMode="auto">
            <a:xfrm>
              <a:off x="912" y="1505"/>
              <a:ext cx="528"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02" name="直接连接符 945168">
              <a:extLst>
                <a:ext uri="{FF2B5EF4-FFF2-40B4-BE49-F238E27FC236}">
                  <a16:creationId xmlns:a16="http://schemas.microsoft.com/office/drawing/2014/main" id="{23784EFC-0A5F-4C52-BAA9-19404B06E4CA}"/>
                </a:ext>
              </a:extLst>
            </p:cNvPr>
            <p:cNvSpPr>
              <a:spLocks noChangeShapeType="1"/>
            </p:cNvSpPr>
            <p:nvPr/>
          </p:nvSpPr>
          <p:spPr bwMode="auto">
            <a:xfrm flipH="1">
              <a:off x="1680" y="1505"/>
              <a:ext cx="384"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03" name="直接连接符 945169">
              <a:extLst>
                <a:ext uri="{FF2B5EF4-FFF2-40B4-BE49-F238E27FC236}">
                  <a16:creationId xmlns:a16="http://schemas.microsoft.com/office/drawing/2014/main" id="{0705F601-991A-4346-A735-39444B030CEE}"/>
                </a:ext>
              </a:extLst>
            </p:cNvPr>
            <p:cNvSpPr>
              <a:spLocks noChangeShapeType="1"/>
            </p:cNvSpPr>
            <p:nvPr/>
          </p:nvSpPr>
          <p:spPr bwMode="auto">
            <a:xfrm>
              <a:off x="4800" y="1505"/>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04" name="直接连接符 945170">
              <a:extLst>
                <a:ext uri="{FF2B5EF4-FFF2-40B4-BE49-F238E27FC236}">
                  <a16:creationId xmlns:a16="http://schemas.microsoft.com/office/drawing/2014/main" id="{9E98728E-DA40-4759-9041-176ACEBEC80D}"/>
                </a:ext>
              </a:extLst>
            </p:cNvPr>
            <p:cNvSpPr>
              <a:spLocks noChangeShapeType="1"/>
            </p:cNvSpPr>
            <p:nvPr/>
          </p:nvSpPr>
          <p:spPr bwMode="auto">
            <a:xfrm>
              <a:off x="3216" y="1505"/>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05" name="直接连接符 945171">
              <a:extLst>
                <a:ext uri="{FF2B5EF4-FFF2-40B4-BE49-F238E27FC236}">
                  <a16:creationId xmlns:a16="http://schemas.microsoft.com/office/drawing/2014/main" id="{014B4FB5-3588-469F-A8D7-D5A17F149748}"/>
                </a:ext>
              </a:extLst>
            </p:cNvPr>
            <p:cNvSpPr>
              <a:spLocks noChangeShapeType="1"/>
            </p:cNvSpPr>
            <p:nvPr/>
          </p:nvSpPr>
          <p:spPr bwMode="auto">
            <a:xfrm>
              <a:off x="3216" y="2129"/>
              <a:ext cx="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06" name="直接连接符 945172">
              <a:extLst>
                <a:ext uri="{FF2B5EF4-FFF2-40B4-BE49-F238E27FC236}">
                  <a16:creationId xmlns:a16="http://schemas.microsoft.com/office/drawing/2014/main" id="{C6155D89-66D2-4BC3-8D53-2CBA50BD659E}"/>
                </a:ext>
              </a:extLst>
            </p:cNvPr>
            <p:cNvSpPr>
              <a:spLocks noChangeShapeType="1"/>
            </p:cNvSpPr>
            <p:nvPr/>
          </p:nvSpPr>
          <p:spPr bwMode="auto">
            <a:xfrm>
              <a:off x="3216" y="2657"/>
              <a:ext cx="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07" name="直接连接符 945173">
              <a:extLst>
                <a:ext uri="{FF2B5EF4-FFF2-40B4-BE49-F238E27FC236}">
                  <a16:creationId xmlns:a16="http://schemas.microsoft.com/office/drawing/2014/main" id="{68F5B461-3BD1-4382-A174-017F249D0508}"/>
                </a:ext>
              </a:extLst>
            </p:cNvPr>
            <p:cNvSpPr>
              <a:spLocks noChangeShapeType="1"/>
            </p:cNvSpPr>
            <p:nvPr/>
          </p:nvSpPr>
          <p:spPr bwMode="auto">
            <a:xfrm>
              <a:off x="3216" y="3185"/>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08" name="直接连接符 945174">
              <a:extLst>
                <a:ext uri="{FF2B5EF4-FFF2-40B4-BE49-F238E27FC236}">
                  <a16:creationId xmlns:a16="http://schemas.microsoft.com/office/drawing/2014/main" id="{088F0DA2-C640-4BEC-BDE2-065EC2D87CF5}"/>
                </a:ext>
              </a:extLst>
            </p:cNvPr>
            <p:cNvSpPr>
              <a:spLocks noChangeShapeType="1"/>
            </p:cNvSpPr>
            <p:nvPr/>
          </p:nvSpPr>
          <p:spPr bwMode="auto">
            <a:xfrm>
              <a:off x="1536" y="2129"/>
              <a:ext cx="1488"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09" name="直接连接符 945175">
              <a:extLst>
                <a:ext uri="{FF2B5EF4-FFF2-40B4-BE49-F238E27FC236}">
                  <a16:creationId xmlns:a16="http://schemas.microsoft.com/office/drawing/2014/main" id="{1317E980-F863-4211-BB86-5FF9973B75CF}"/>
                </a:ext>
              </a:extLst>
            </p:cNvPr>
            <p:cNvSpPr>
              <a:spLocks noChangeShapeType="1"/>
            </p:cNvSpPr>
            <p:nvPr/>
          </p:nvSpPr>
          <p:spPr bwMode="auto">
            <a:xfrm flipH="1">
              <a:off x="3456" y="2129"/>
              <a:ext cx="1296"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10" name="文本框 945176">
              <a:extLst>
                <a:ext uri="{FF2B5EF4-FFF2-40B4-BE49-F238E27FC236}">
                  <a16:creationId xmlns:a16="http://schemas.microsoft.com/office/drawing/2014/main" id="{BF8A6FD4-AF8F-4003-8CBA-7942EF5CDBB7}"/>
                </a:ext>
              </a:extLst>
            </p:cNvPr>
            <p:cNvSpPr txBox="1">
              <a:spLocks noChangeArrowheads="1"/>
            </p:cNvSpPr>
            <p:nvPr/>
          </p:nvSpPr>
          <p:spPr bwMode="auto">
            <a:xfrm>
              <a:off x="3840" y="1073"/>
              <a:ext cx="38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3200">
                  <a:ea typeface="宋体" panose="02010600030101010101" pitchFamily="2" charset="-122"/>
                </a:rPr>
                <a:t>…</a:t>
              </a:r>
            </a:p>
          </p:txBody>
        </p:sp>
        <p:sp>
          <p:nvSpPr>
            <p:cNvPr id="12311" name="文本框 945177">
              <a:extLst>
                <a:ext uri="{FF2B5EF4-FFF2-40B4-BE49-F238E27FC236}">
                  <a16:creationId xmlns:a16="http://schemas.microsoft.com/office/drawing/2014/main" id="{C9148DF5-53A8-429B-B2D8-E64DAE4BE39C}"/>
                </a:ext>
              </a:extLst>
            </p:cNvPr>
            <p:cNvSpPr txBox="1">
              <a:spLocks noChangeArrowheads="1"/>
            </p:cNvSpPr>
            <p:nvPr/>
          </p:nvSpPr>
          <p:spPr bwMode="auto">
            <a:xfrm>
              <a:off x="3840" y="1745"/>
              <a:ext cx="48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3200">
                  <a:ea typeface="宋体" panose="02010600030101010101" pitchFamily="2" charset="-122"/>
                </a:rPr>
                <a:t>…</a:t>
              </a:r>
            </a:p>
          </p:txBody>
        </p:sp>
        <p:sp>
          <p:nvSpPr>
            <p:cNvPr id="12312" name="文本框 945178">
              <a:extLst>
                <a:ext uri="{FF2B5EF4-FFF2-40B4-BE49-F238E27FC236}">
                  <a16:creationId xmlns:a16="http://schemas.microsoft.com/office/drawing/2014/main" id="{D3522197-46EB-4D98-9C8C-C0ABEC83BBCD}"/>
                </a:ext>
              </a:extLst>
            </p:cNvPr>
            <p:cNvSpPr txBox="1">
              <a:spLocks noChangeArrowheads="1"/>
            </p:cNvSpPr>
            <p:nvPr/>
          </p:nvSpPr>
          <p:spPr bwMode="auto">
            <a:xfrm>
              <a:off x="1977" y="3929"/>
              <a:ext cx="321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200" b="1">
                  <a:solidFill>
                    <a:srgbClr val="006699"/>
                  </a:solidFill>
                  <a:ea typeface="宋体" panose="02010600030101010101" pitchFamily="2" charset="-122"/>
                </a:rPr>
                <a:t>图</a:t>
              </a:r>
              <a:r>
                <a:rPr lang="en-US" altLang="zh-CN" sz="2200" b="1">
                  <a:solidFill>
                    <a:srgbClr val="006699"/>
                  </a:solidFill>
                  <a:ea typeface="宋体" panose="02010600030101010101" pitchFamily="2" charset="-122"/>
                </a:rPr>
                <a:t>1.10    </a:t>
              </a:r>
              <a:r>
                <a:rPr lang="zh-CN" altLang="en-US" sz="2200" b="1">
                  <a:solidFill>
                    <a:srgbClr val="006699"/>
                  </a:solidFill>
                  <a:ea typeface="宋体" panose="02010600030101010101" pitchFamily="2" charset="-122"/>
                </a:rPr>
                <a:t>数据库的三级模式结构</a:t>
              </a:r>
            </a:p>
          </p:txBody>
        </p:sp>
      </p:grpSp>
    </p:spTree>
  </p:cSld>
  <p:clrMapOvr>
    <a:masterClrMapping/>
  </p:clrMapOvr>
  <mc:AlternateContent xmlns:mc="http://schemas.openxmlformats.org/markup-compatibility/2006" xmlns:p14="http://schemas.microsoft.com/office/powerpoint/2010/main">
    <mc:Choice Requires="p14">
      <p:transition spd="slow" p14:dur="2000" advTm="12863"/>
    </mc:Choice>
    <mc:Fallback xmlns="">
      <p:transition spd="slow" advTm="12863"/>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4805" name="矩形 844804">
            <a:extLst>
              <a:ext uri="{FF2B5EF4-FFF2-40B4-BE49-F238E27FC236}">
                <a16:creationId xmlns:a16="http://schemas.microsoft.com/office/drawing/2014/main" id="{034EE1A4-3277-4389-8BC6-24D4DB1E6E89}"/>
              </a:ext>
            </a:extLst>
          </p:cNvPr>
          <p:cNvSpPr/>
          <p:nvPr/>
        </p:nvSpPr>
        <p:spPr>
          <a:xfrm>
            <a:off x="468313" y="1196975"/>
            <a:ext cx="8207375" cy="5338763"/>
          </a:xfrm>
          <a:prstGeom prst="rect">
            <a:avLst/>
          </a:prstGeom>
          <a:noFill/>
          <a:ln w="9525">
            <a:noFill/>
          </a:ln>
        </p:spPr>
        <p:txBody>
          <a:bodyPr/>
          <a:lstStyle>
            <a:lvl1pPr marL="342900" indent="-342900">
              <a:defRPr>
                <a:solidFill>
                  <a:schemeClr val="tx1"/>
                </a:solidFill>
                <a:latin typeface="Arial" panose="020B0604020202020204" pitchFamily="34" charset="0"/>
                <a:ea typeface="楷体_GB2312" pitchFamily="49" charset="-122"/>
              </a:defRPr>
            </a:lvl1pPr>
            <a:lvl2pPr>
              <a:defRPr>
                <a:solidFill>
                  <a:schemeClr val="tx1"/>
                </a:solidFill>
                <a:latin typeface="Arial" panose="020B0604020202020204" pitchFamily="34" charset="0"/>
                <a:ea typeface="楷体_GB2312" pitchFamily="49" charset="-122"/>
              </a:defRPr>
            </a:lvl2pPr>
            <a:lvl3pPr>
              <a:defRPr>
                <a:solidFill>
                  <a:schemeClr val="tx1"/>
                </a:solidFill>
                <a:latin typeface="Arial" panose="020B0604020202020204" pitchFamily="34" charset="0"/>
                <a:ea typeface="楷体_GB2312" pitchFamily="49" charset="-122"/>
              </a:defRPr>
            </a:lvl3pPr>
            <a:lvl4pPr>
              <a:defRPr>
                <a:solidFill>
                  <a:schemeClr val="tx1"/>
                </a:solidFill>
                <a:latin typeface="Arial" panose="020B0604020202020204" pitchFamily="34" charset="0"/>
                <a:ea typeface="楷体_GB2312" pitchFamily="49" charset="-122"/>
              </a:defRPr>
            </a:lvl4pPr>
            <a:lvl5pPr>
              <a:defRPr>
                <a:solidFill>
                  <a:schemeClr val="tx1"/>
                </a:solidFill>
                <a:latin typeface="Arial" panose="020B0604020202020204" pitchFamily="34" charset="0"/>
                <a:ea typeface="楷体_GB2312" pitchFamily="49" charset="-122"/>
              </a:defRPr>
            </a:lvl5pPr>
            <a:lvl6pPr fontAlgn="base">
              <a:spcBef>
                <a:spcPct val="0"/>
              </a:spcBef>
              <a:spcAft>
                <a:spcPct val="0"/>
              </a:spcAft>
              <a:defRPr>
                <a:solidFill>
                  <a:schemeClr val="tx1"/>
                </a:solidFill>
                <a:latin typeface="Arial" panose="020B0604020202020204" pitchFamily="34" charset="0"/>
                <a:ea typeface="楷体_GB2312" pitchFamily="49" charset="-122"/>
              </a:defRPr>
            </a:lvl6pPr>
            <a:lvl7pPr fontAlgn="base">
              <a:spcBef>
                <a:spcPct val="0"/>
              </a:spcBef>
              <a:spcAft>
                <a:spcPct val="0"/>
              </a:spcAft>
              <a:defRPr>
                <a:solidFill>
                  <a:schemeClr val="tx1"/>
                </a:solidFill>
                <a:latin typeface="Arial" panose="020B0604020202020204" pitchFamily="34" charset="0"/>
                <a:ea typeface="楷体_GB2312" pitchFamily="49" charset="-122"/>
              </a:defRPr>
            </a:lvl7pPr>
            <a:lvl8pPr fontAlgn="base">
              <a:spcBef>
                <a:spcPct val="0"/>
              </a:spcBef>
              <a:spcAft>
                <a:spcPct val="0"/>
              </a:spcAft>
              <a:defRPr>
                <a:solidFill>
                  <a:schemeClr val="tx1"/>
                </a:solidFill>
                <a:latin typeface="Arial" panose="020B0604020202020204" pitchFamily="34" charset="0"/>
                <a:ea typeface="楷体_GB2312" pitchFamily="49" charset="-122"/>
              </a:defRPr>
            </a:lvl8pPr>
            <a:lvl9pPr fontAlgn="base">
              <a:spcBef>
                <a:spcPct val="0"/>
              </a:spcBef>
              <a:spcAft>
                <a:spcPct val="0"/>
              </a:spcAft>
              <a:defRPr>
                <a:solidFill>
                  <a:schemeClr val="tx1"/>
                </a:solidFill>
                <a:latin typeface="Arial" panose="020B0604020202020204" pitchFamily="34" charset="0"/>
                <a:ea typeface="楷体_GB2312" pitchFamily="49" charset="-122"/>
              </a:defRPr>
            </a:lvl9pPr>
          </a:lstStyle>
          <a:p>
            <a:pPr>
              <a:lnSpc>
                <a:spcPct val="130000"/>
              </a:lnSpc>
              <a:spcBef>
                <a:spcPct val="20000"/>
              </a:spcBef>
              <a:buClr>
                <a:schemeClr val="folHlink"/>
              </a:buClr>
              <a:buSzPct val="60000"/>
            </a:pPr>
            <a:r>
              <a:rPr lang="en-US" altLang="zh-CN" sz="2800" b="1">
                <a:effectLst>
                  <a:outerShdw blurRad="38100" dist="38100" dir="2700000" algn="tl">
                    <a:srgbClr val="C0C0C0"/>
                  </a:outerShdw>
                </a:effectLst>
                <a:latin typeface="Tahoma" panose="020B0604030504040204" pitchFamily="34" charset="0"/>
              </a:rPr>
              <a:t>          </a:t>
            </a:r>
            <a:r>
              <a:rPr lang="en-US" altLang="zh-CN" sz="30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2</a:t>
            </a:r>
            <a:r>
              <a:rPr lang="zh-CN" altLang="en-US" sz="30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、外模式</a:t>
            </a:r>
          </a:p>
          <a:p>
            <a:pPr>
              <a:lnSpc>
                <a:spcPct val="130000"/>
              </a:lnSpc>
              <a:spcBef>
                <a:spcPct val="15000"/>
              </a:spcBef>
              <a:buClr>
                <a:schemeClr val="folHlink"/>
              </a:buClr>
              <a:buSzPct val="60000"/>
            </a:pPr>
            <a:r>
              <a:rPr lang="zh-CN" altLang="en-US" sz="2800" b="1">
                <a:effectLst>
                  <a:outerShdw blurRad="38100" dist="38100" dir="2700000" algn="tl">
                    <a:srgbClr val="C0C0C0"/>
                  </a:outerShdw>
                </a:effectLst>
                <a:latin typeface="Tahoma" panose="020B0604030504040204" pitchFamily="34" charset="0"/>
              </a:rPr>
              <a:t>          是对数据库用户能看见和使用的局部数据逻辑结构的描述，体现了</a:t>
            </a:r>
            <a:r>
              <a:rPr lang="zh-CN" altLang="en-US" sz="2800" b="1">
                <a:solidFill>
                  <a:srgbClr val="D60093"/>
                </a:solidFill>
                <a:effectLst>
                  <a:outerShdw blurRad="38100" dist="38100" dir="2700000" algn="tl">
                    <a:srgbClr val="C0C0C0"/>
                  </a:outerShdw>
                </a:effectLst>
                <a:latin typeface="Tahoma" panose="020B0604030504040204" pitchFamily="34" charset="0"/>
              </a:rPr>
              <a:t>应用程序员对数据库的数据观点。</a:t>
            </a:r>
            <a:r>
              <a:rPr lang="en-US" altLang="zh-CN" sz="2800" b="1">
                <a:effectLst>
                  <a:outerShdw blurRad="38100" dist="38100" dir="2700000" algn="tl">
                    <a:srgbClr val="C0C0C0"/>
                  </a:outerShdw>
                </a:effectLst>
                <a:latin typeface="Tahoma" panose="020B0604030504040204" pitchFamily="34" charset="0"/>
              </a:rPr>
              <a:t> </a:t>
            </a:r>
          </a:p>
          <a:p>
            <a:pPr>
              <a:lnSpc>
                <a:spcPct val="130000"/>
              </a:lnSpc>
              <a:spcBef>
                <a:spcPct val="15000"/>
              </a:spcBef>
              <a:buClr>
                <a:schemeClr val="folHlink"/>
              </a:buClr>
              <a:buSzPct val="60000"/>
            </a:pPr>
            <a:r>
              <a:rPr lang="zh-CN" altLang="en-US" sz="2800" b="1">
                <a:solidFill>
                  <a:srgbClr val="006699"/>
                </a:solidFill>
                <a:effectLst>
                  <a:outerShdw blurRad="38100" dist="38100" dir="2700000" algn="tl">
                    <a:srgbClr val="C0C0C0"/>
                  </a:outerShdw>
                </a:effectLst>
                <a:latin typeface="Tahoma" panose="020B0604030504040204" pitchFamily="34" charset="0"/>
              </a:rPr>
              <a:t>   说明：</a:t>
            </a:r>
          </a:p>
          <a:p>
            <a:pPr>
              <a:lnSpc>
                <a:spcPct val="130000"/>
              </a:lnSpc>
              <a:spcBef>
                <a:spcPct val="15000"/>
              </a:spcBef>
              <a:buClr>
                <a:schemeClr val="folHlink"/>
              </a:buClr>
              <a:buSzPct val="60000"/>
            </a:pPr>
            <a:r>
              <a:rPr lang="zh-CN" altLang="en-US" sz="2800" b="1">
                <a:effectLst>
                  <a:outerShdw blurRad="38100" dist="38100" dir="2700000" algn="tl">
                    <a:srgbClr val="C0C0C0"/>
                  </a:outerShdw>
                </a:effectLst>
                <a:latin typeface="Tahoma" panose="020B0604030504040204" pitchFamily="34" charset="0"/>
              </a:rPr>
              <a:t>          ① 外模式是用户和</a:t>
            </a:r>
            <a:r>
              <a:rPr lang="en-US" altLang="zh-CN" sz="2800" b="1">
                <a:effectLst>
                  <a:outerShdw blurRad="38100" dist="38100" dir="2700000" algn="tl">
                    <a:srgbClr val="C0C0C0"/>
                  </a:outerShdw>
                </a:effectLst>
                <a:latin typeface="Tahoma" panose="020B0604030504040204" pitchFamily="34" charset="0"/>
              </a:rPr>
              <a:t>DBAS</a:t>
            </a:r>
            <a:r>
              <a:rPr lang="zh-CN" altLang="en-US" sz="2800" b="1">
                <a:effectLst>
                  <a:outerShdw blurRad="38100" dist="38100" dir="2700000" algn="tl">
                    <a:srgbClr val="C0C0C0"/>
                  </a:outerShdw>
                </a:effectLst>
                <a:latin typeface="Tahoma" panose="020B0604030504040204" pitchFamily="34" charset="0"/>
              </a:rPr>
              <a:t>的接口；</a:t>
            </a:r>
          </a:p>
          <a:p>
            <a:pPr>
              <a:lnSpc>
                <a:spcPct val="130000"/>
              </a:lnSpc>
              <a:spcBef>
                <a:spcPct val="15000"/>
              </a:spcBef>
              <a:buClr>
                <a:schemeClr val="folHlink"/>
              </a:buClr>
              <a:buSzPct val="60000"/>
            </a:pPr>
            <a:r>
              <a:rPr lang="zh-CN" altLang="en-US" sz="2800" b="1">
                <a:effectLst>
                  <a:outerShdw blurRad="38100" dist="38100" dir="2700000" algn="tl">
                    <a:srgbClr val="C0C0C0"/>
                  </a:outerShdw>
                </a:effectLst>
                <a:latin typeface="Tahoma" panose="020B0604030504040204" pitchFamily="34" charset="0"/>
              </a:rPr>
              <a:t>          ② 一个</a:t>
            </a:r>
            <a:r>
              <a:rPr lang="en-US" altLang="zh-CN" sz="2800" b="1">
                <a:effectLst>
                  <a:outerShdw blurRad="38100" dist="38100" dir="2700000" algn="tl">
                    <a:srgbClr val="C0C0C0"/>
                  </a:outerShdw>
                </a:effectLst>
                <a:latin typeface="Tahoma" panose="020B0604030504040204" pitchFamily="34" charset="0"/>
              </a:rPr>
              <a:t>DB</a:t>
            </a:r>
            <a:r>
              <a:rPr lang="zh-CN" altLang="en-US" sz="2800" b="1">
                <a:effectLst>
                  <a:outerShdw blurRad="38100" dist="38100" dir="2700000" algn="tl">
                    <a:srgbClr val="C0C0C0"/>
                  </a:outerShdw>
                </a:effectLst>
                <a:latin typeface="Tahoma" panose="020B0604030504040204" pitchFamily="34" charset="0"/>
              </a:rPr>
              <a:t>可有多个外模式。</a:t>
            </a:r>
          </a:p>
        </p:txBody>
      </p:sp>
      <p:sp>
        <p:nvSpPr>
          <p:cNvPr id="844806" name="矩形 844805">
            <a:extLst>
              <a:ext uri="{FF2B5EF4-FFF2-40B4-BE49-F238E27FC236}">
                <a16:creationId xmlns:a16="http://schemas.microsoft.com/office/drawing/2014/main" id="{3B6AB8A5-A63A-4CB0-9360-23E347CF9535}"/>
              </a:ext>
            </a:extLst>
          </p:cNvPr>
          <p:cNvSpPr/>
          <p:nvPr/>
        </p:nvSpPr>
        <p:spPr>
          <a:xfrm>
            <a:off x="1042988" y="214313"/>
            <a:ext cx="8043862"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sz="3400" noProof="1"/>
              <a:t>一、数据库内部体系结构的三级模式结构</a:t>
            </a:r>
            <a:r>
              <a:rPr lang="zh-CN" altLang="en-US" noProof="1"/>
              <a:t> </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76386"/>
    </mc:Choice>
    <mc:Fallback xmlns="">
      <p:transition spd="slow" advTm="176386"/>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44805">
                                            <p:txEl>
                                              <p:pRg st="0" end="0"/>
                                            </p:txEl>
                                          </p:spTgt>
                                        </p:tgtEl>
                                        <p:attrNameLst>
                                          <p:attrName>style.visibility</p:attrName>
                                        </p:attrNameLst>
                                      </p:cBhvr>
                                      <p:to>
                                        <p:strVal val="visible"/>
                                      </p:to>
                                    </p:set>
                                    <p:animEffect transition="in" filter="wipe(left)">
                                      <p:cBhvr>
                                        <p:cTn id="7" dur="1000"/>
                                        <p:tgtEl>
                                          <p:spTgt spid="844805">
                                            <p:txEl>
                                              <p:pRg st="0" end="0"/>
                                            </p:txEl>
                                          </p:spTgt>
                                        </p:tgtEl>
                                      </p:cBhvr>
                                    </p:animEffect>
                                  </p:childTnLst>
                                </p:cTn>
                              </p:par>
                            </p:childTnLst>
                          </p:cTn>
                        </p:par>
                        <p:par>
                          <p:cTn id="8" fill="hold" nodeType="afterGroup">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844805">
                                            <p:txEl>
                                              <p:pRg st="1" end="1"/>
                                            </p:txEl>
                                          </p:spTgt>
                                        </p:tgtEl>
                                        <p:attrNameLst>
                                          <p:attrName>style.visibility</p:attrName>
                                        </p:attrNameLst>
                                      </p:cBhvr>
                                      <p:to>
                                        <p:strVal val="visible"/>
                                      </p:to>
                                    </p:set>
                                    <p:animEffect transition="in" filter="wipe(left)">
                                      <p:cBhvr>
                                        <p:cTn id="11" dur="1000"/>
                                        <p:tgtEl>
                                          <p:spTgt spid="844805">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844805">
                                            <p:txEl>
                                              <p:pRg st="2" end="2"/>
                                            </p:txEl>
                                          </p:spTgt>
                                        </p:tgtEl>
                                        <p:attrNameLst>
                                          <p:attrName>style.visibility</p:attrName>
                                        </p:attrNameLst>
                                      </p:cBhvr>
                                      <p:to>
                                        <p:strVal val="visible"/>
                                      </p:to>
                                    </p:set>
                                    <p:animEffect transition="in" filter="wipe(left)">
                                      <p:cBhvr>
                                        <p:cTn id="16" dur="1000"/>
                                        <p:tgtEl>
                                          <p:spTgt spid="844805">
                                            <p:txEl>
                                              <p:pRg st="2" end="2"/>
                                            </p:txEl>
                                          </p:spTgt>
                                        </p:tgtEl>
                                      </p:cBhvr>
                                    </p:animEffect>
                                  </p:childTnLst>
                                </p:cTn>
                              </p:par>
                            </p:childTnLst>
                          </p:cTn>
                        </p:par>
                        <p:par>
                          <p:cTn id="17" fill="hold" nodeType="afterGroup">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844805">
                                            <p:txEl>
                                              <p:pRg st="3" end="3"/>
                                            </p:txEl>
                                          </p:spTgt>
                                        </p:tgtEl>
                                        <p:attrNameLst>
                                          <p:attrName>style.visibility</p:attrName>
                                        </p:attrNameLst>
                                      </p:cBhvr>
                                      <p:to>
                                        <p:strVal val="visible"/>
                                      </p:to>
                                    </p:set>
                                    <p:animEffect transition="in" filter="wipe(left)">
                                      <p:cBhvr>
                                        <p:cTn id="20" dur="1000"/>
                                        <p:tgtEl>
                                          <p:spTgt spid="844805">
                                            <p:txEl>
                                              <p:pRg st="3" end="3"/>
                                            </p:txEl>
                                          </p:spTgt>
                                        </p:tgtEl>
                                      </p:cBhvr>
                                    </p:animEffect>
                                  </p:childTnLst>
                                </p:cTn>
                              </p:par>
                            </p:childTnLst>
                          </p:cTn>
                        </p:par>
                        <p:par>
                          <p:cTn id="21" fill="hold" nodeType="afterGroup">
                            <p:stCondLst>
                              <p:cond delay="2000"/>
                            </p:stCondLst>
                            <p:childTnLst>
                              <p:par>
                                <p:cTn id="22" presetID="22" presetClass="entr" presetSubtype="8" fill="hold" grpId="0" nodeType="afterEffect">
                                  <p:stCondLst>
                                    <p:cond delay="0"/>
                                  </p:stCondLst>
                                  <p:childTnLst>
                                    <p:set>
                                      <p:cBhvr>
                                        <p:cTn id="23" dur="1" fill="hold">
                                          <p:stCondLst>
                                            <p:cond delay="0"/>
                                          </p:stCondLst>
                                        </p:cTn>
                                        <p:tgtEl>
                                          <p:spTgt spid="844805">
                                            <p:txEl>
                                              <p:pRg st="4" end="4"/>
                                            </p:txEl>
                                          </p:spTgt>
                                        </p:tgtEl>
                                        <p:attrNameLst>
                                          <p:attrName>style.visibility</p:attrName>
                                        </p:attrNameLst>
                                      </p:cBhvr>
                                      <p:to>
                                        <p:strVal val="visible"/>
                                      </p:to>
                                    </p:set>
                                    <p:animEffect transition="in" filter="wipe(left)">
                                      <p:cBhvr>
                                        <p:cTn id="24" dur="1000"/>
                                        <p:tgtEl>
                                          <p:spTgt spid="84480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4805"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45889" name="表格 845888">
            <a:extLst>
              <a:ext uri="{FF2B5EF4-FFF2-40B4-BE49-F238E27FC236}">
                <a16:creationId xmlns:a16="http://schemas.microsoft.com/office/drawing/2014/main" id="{C2005E79-CD22-4816-88FE-E6CC3527DCCD}"/>
              </a:ext>
            </a:extLst>
          </p:cNvPr>
          <p:cNvGraphicFramePr/>
          <p:nvPr/>
        </p:nvGraphicFramePr>
        <p:xfrm>
          <a:off x="395288" y="1314450"/>
          <a:ext cx="8329613" cy="4997450"/>
        </p:xfrm>
        <a:graphic>
          <a:graphicData uri="http://schemas.openxmlformats.org/drawingml/2006/table">
            <a:tbl>
              <a:tblPr/>
              <a:tblGrid>
                <a:gridCol w="1368425">
                  <a:extLst>
                    <a:ext uri="{9D8B030D-6E8A-4147-A177-3AD203B41FA5}">
                      <a16:colId xmlns:a16="http://schemas.microsoft.com/office/drawing/2014/main" val="20000"/>
                    </a:ext>
                  </a:extLst>
                </a:gridCol>
                <a:gridCol w="346075">
                  <a:extLst>
                    <a:ext uri="{9D8B030D-6E8A-4147-A177-3AD203B41FA5}">
                      <a16:colId xmlns:a16="http://schemas.microsoft.com/office/drawing/2014/main" val="20001"/>
                    </a:ext>
                  </a:extLst>
                </a:gridCol>
                <a:gridCol w="989013">
                  <a:extLst>
                    <a:ext uri="{9D8B030D-6E8A-4147-A177-3AD203B41FA5}">
                      <a16:colId xmlns:a16="http://schemas.microsoft.com/office/drawing/2014/main" val="20002"/>
                    </a:ext>
                  </a:extLst>
                </a:gridCol>
                <a:gridCol w="493712">
                  <a:extLst>
                    <a:ext uri="{9D8B030D-6E8A-4147-A177-3AD203B41FA5}">
                      <a16:colId xmlns:a16="http://schemas.microsoft.com/office/drawing/2014/main" val="20003"/>
                    </a:ext>
                  </a:extLst>
                </a:gridCol>
                <a:gridCol w="1098550">
                  <a:extLst>
                    <a:ext uri="{9D8B030D-6E8A-4147-A177-3AD203B41FA5}">
                      <a16:colId xmlns:a16="http://schemas.microsoft.com/office/drawing/2014/main" val="20004"/>
                    </a:ext>
                  </a:extLst>
                </a:gridCol>
                <a:gridCol w="288925">
                  <a:extLst>
                    <a:ext uri="{9D8B030D-6E8A-4147-A177-3AD203B41FA5}">
                      <a16:colId xmlns:a16="http://schemas.microsoft.com/office/drawing/2014/main" val="20005"/>
                    </a:ext>
                  </a:extLst>
                </a:gridCol>
                <a:gridCol w="444500">
                  <a:extLst>
                    <a:ext uri="{9D8B030D-6E8A-4147-A177-3AD203B41FA5}">
                      <a16:colId xmlns:a16="http://schemas.microsoft.com/office/drawing/2014/main" val="20006"/>
                    </a:ext>
                  </a:extLst>
                </a:gridCol>
                <a:gridCol w="803275">
                  <a:extLst>
                    <a:ext uri="{9D8B030D-6E8A-4147-A177-3AD203B41FA5}">
                      <a16:colId xmlns:a16="http://schemas.microsoft.com/office/drawing/2014/main" val="20007"/>
                    </a:ext>
                  </a:extLst>
                </a:gridCol>
                <a:gridCol w="469900">
                  <a:extLst>
                    <a:ext uri="{9D8B030D-6E8A-4147-A177-3AD203B41FA5}">
                      <a16:colId xmlns:a16="http://schemas.microsoft.com/office/drawing/2014/main" val="20008"/>
                    </a:ext>
                  </a:extLst>
                </a:gridCol>
                <a:gridCol w="682625">
                  <a:extLst>
                    <a:ext uri="{9D8B030D-6E8A-4147-A177-3AD203B41FA5}">
                      <a16:colId xmlns:a16="http://schemas.microsoft.com/office/drawing/2014/main" val="20009"/>
                    </a:ext>
                  </a:extLst>
                </a:gridCol>
                <a:gridCol w="1344613">
                  <a:extLst>
                    <a:ext uri="{9D8B030D-6E8A-4147-A177-3AD203B41FA5}">
                      <a16:colId xmlns:a16="http://schemas.microsoft.com/office/drawing/2014/main" val="20010"/>
                    </a:ext>
                  </a:extLst>
                </a:gridCol>
              </a:tblGrid>
              <a:tr h="529142">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400" dirty="0"/>
                        <a:t>    课程号</a:t>
                      </a:r>
                    </a:p>
                  </a:txBody>
                  <a:tcPr marT="45764" marB="45764">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400" dirty="0"/>
                        <a:t>  课程名</a:t>
                      </a:r>
                    </a:p>
                  </a:txBody>
                  <a:tcPr marT="45764" marB="45764">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400" dirty="0"/>
                        <a:t>  学时数</a:t>
                      </a:r>
                    </a:p>
                  </a:txBody>
                  <a:tcPr marT="45764" marB="45764">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400" dirty="0"/>
                        <a:t>  任课教员</a:t>
                      </a:r>
                    </a:p>
                  </a:txBody>
                  <a:tcPr marT="45764" marB="45764">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400" dirty="0">
                          <a:solidFill>
                            <a:srgbClr val="800000"/>
                          </a:solidFill>
                        </a:rPr>
                        <a:t>  </a:t>
                      </a:r>
                      <a:r>
                        <a:rPr lang="zh-CN" altLang="en-US" sz="2400" dirty="0"/>
                        <a:t>任课教研室</a:t>
                      </a:r>
                    </a:p>
                  </a:txBody>
                  <a:tcPr marT="45764" marB="45764">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R w="28575"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extLst>
                  <a:ext uri="{0D108BD9-81ED-4DB2-BD59-A6C34878D82A}">
                    <a16:rowId xmlns:a16="http://schemas.microsoft.com/office/drawing/2014/main" val="10000"/>
                  </a:ext>
                </a:extLst>
              </a:tr>
              <a:tr h="503717">
                <a:tc gridSpan="11">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000" dirty="0"/>
                        <a:t>                                                   </a:t>
                      </a:r>
                      <a:r>
                        <a:rPr lang="en-US" altLang="zh-CN" sz="2000">
                          <a:solidFill>
                            <a:srgbClr val="660033"/>
                          </a:solidFill>
                        </a:rPr>
                        <a:t>(a)</a:t>
                      </a:r>
                    </a:p>
                  </a:txBody>
                  <a:tcPr marT="45764" marB="45764">
                    <a:lnL w="28575"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extLst>
                  <a:ext uri="{0D108BD9-81ED-4DB2-BD59-A6C34878D82A}">
                    <a16:rowId xmlns:a16="http://schemas.microsoft.com/office/drawing/2014/main" val="10001"/>
                  </a:ext>
                </a:extLst>
              </a:tr>
              <a:tr h="529142">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400" dirty="0">
                          <a:solidFill>
                            <a:srgbClr val="CCCCFF"/>
                          </a:solidFill>
                        </a:rPr>
                        <a:t>学号</a:t>
                      </a:r>
                    </a:p>
                  </a:txBody>
                  <a:tcPr marT="45764" marB="45764">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400" dirty="0">
                          <a:solidFill>
                            <a:srgbClr val="CCCCFF"/>
                          </a:solidFill>
                        </a:rPr>
                        <a:t>姓名</a:t>
                      </a:r>
                    </a:p>
                  </a:txBody>
                  <a:tcPr marT="45764" marB="45764">
                    <a:lnL w="12700" cap="flat" cmpd="sng">
                      <a:solidFill>
                        <a:schemeClr val="tx1"/>
                      </a:solidFill>
                      <a:prstDash val="solid"/>
                      <a:headEnd type="none" w="sm" len="lg"/>
                      <a:tailEnd type="none" w="sm" len="lg"/>
                    </a:lnL>
                    <a:lnR w="12700" cap="flat" cmpd="sng">
                      <a:solidFill>
                        <a:schemeClr val="tx1"/>
                      </a:solidFill>
                      <a:prstDash val="solid"/>
                      <a:headEnd type="none" w="sm" len="sm"/>
                      <a:tailEnd type="none" w="sm" len="sm"/>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R w="12700" cap="flat" cmpd="sng">
                      <a:solidFill>
                        <a:schemeClr val="tx1"/>
                      </a:solidFill>
                      <a:prstDash val="solid"/>
                      <a:headEnd type="none" w="sm" len="sm"/>
                      <a:tailEnd type="none" w="sm" len="sm"/>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400" dirty="0">
                          <a:solidFill>
                            <a:srgbClr val="CCCCFF"/>
                          </a:solidFill>
                        </a:rPr>
                        <a:t>课程号</a:t>
                      </a:r>
                    </a:p>
                  </a:txBody>
                  <a:tcPr marT="45764" marB="45764">
                    <a:lnL w="12700" cap="flat" cmpd="sng">
                      <a:solidFill>
                        <a:schemeClr val="tx1"/>
                      </a:solidFill>
                      <a:prstDash val="solid"/>
                      <a:headEnd type="none" w="sm" len="sm"/>
                      <a:tailEnd type="none" w="sm" len="sm"/>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400" dirty="0">
                          <a:solidFill>
                            <a:srgbClr val="CCCCFF"/>
                          </a:solidFill>
                        </a:rPr>
                        <a:t>课程名</a:t>
                      </a:r>
                      <a:endParaRPr lang="en-US" altLang="zh-CN" sz="2400">
                        <a:solidFill>
                          <a:srgbClr val="CCCCFF"/>
                        </a:solidFill>
                      </a:endParaRPr>
                    </a:p>
                  </a:txBody>
                  <a:tcPr marT="45764" marB="45764">
                    <a:lnL w="12700" cap="flat" cmpd="sng">
                      <a:solidFill>
                        <a:schemeClr val="tx1"/>
                      </a:solidFill>
                      <a:prstDash val="solid"/>
                      <a:headEnd type="none" w="sm" len="lg"/>
                      <a:tailEnd type="none" w="sm" len="lg"/>
                    </a:lnL>
                    <a:lnR w="12700" cap="flat" cmpd="sng">
                      <a:solidFill>
                        <a:schemeClr val="tx1"/>
                      </a:solidFill>
                      <a:prstDash val="solid"/>
                      <a:headEnd type="none" w="sm" len="sm"/>
                      <a:tailEnd type="none" w="sm" len="sm"/>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R w="12700" cap="flat" cmpd="sng">
                      <a:solidFill>
                        <a:schemeClr val="tx1"/>
                      </a:solidFill>
                      <a:prstDash val="solid"/>
                      <a:headEnd type="none" w="sm" len="sm"/>
                      <a:tailEnd type="none" w="sm" len="sm"/>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400" dirty="0">
                          <a:solidFill>
                            <a:srgbClr val="CCCCFF"/>
                          </a:solidFill>
                        </a:rPr>
                        <a:t>学时</a:t>
                      </a:r>
                    </a:p>
                  </a:txBody>
                  <a:tcPr marT="45764" marB="45764">
                    <a:lnL w="12700" cap="flat" cmpd="sng">
                      <a:solidFill>
                        <a:schemeClr val="tx1"/>
                      </a:solidFill>
                      <a:prstDash val="solid"/>
                      <a:headEnd type="none" w="sm" len="sm"/>
                      <a:tailEnd type="none" w="sm" len="sm"/>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400" dirty="0">
                          <a:solidFill>
                            <a:srgbClr val="CCCCFF"/>
                          </a:solidFill>
                        </a:rPr>
                        <a:t>分数</a:t>
                      </a:r>
                    </a:p>
                  </a:txBody>
                  <a:tcPr marT="45764" marB="45764">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2"/>
                  </a:ext>
                </a:extLst>
              </a:tr>
              <a:tr h="530731">
                <a:tc gridSpan="11">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000">
                          <a:solidFill>
                            <a:srgbClr val="CCCCFF"/>
                          </a:solidFill>
                        </a:rPr>
                        <a:t>                                                   </a:t>
                      </a:r>
                      <a:r>
                        <a:rPr lang="en-US" altLang="zh-CN" sz="2000">
                          <a:solidFill>
                            <a:srgbClr val="CCCCFF"/>
                          </a:solidFill>
                        </a:rPr>
                        <a:t>(b)</a:t>
                      </a:r>
                    </a:p>
                  </a:txBody>
                  <a:tcPr marT="45764" marB="45764">
                    <a:lnL w="28575"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extLst>
                  <a:ext uri="{0D108BD9-81ED-4DB2-BD59-A6C34878D82A}">
                    <a16:rowId xmlns:a16="http://schemas.microsoft.com/office/drawing/2014/main" val="10003"/>
                  </a:ext>
                </a:extLst>
              </a:tr>
              <a:tr h="529141">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400" dirty="0">
                          <a:solidFill>
                            <a:srgbClr val="CCCCFF"/>
                          </a:solidFill>
                        </a:rPr>
                        <a:t>             学号</a:t>
                      </a:r>
                    </a:p>
                  </a:txBody>
                  <a:tcPr marT="45764" marB="45764">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gridSpan="4">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400" dirty="0">
                          <a:solidFill>
                            <a:srgbClr val="CCCCFF"/>
                          </a:solidFill>
                        </a:rPr>
                        <a:t>            姓名</a:t>
                      </a:r>
                    </a:p>
                  </a:txBody>
                  <a:tcPr marT="45764" marB="45764">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gridSpan="4">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400" dirty="0">
                          <a:solidFill>
                            <a:srgbClr val="CCCCFF"/>
                          </a:solidFill>
                        </a:rPr>
                        <a:t>        平均分数</a:t>
                      </a:r>
                    </a:p>
                  </a:txBody>
                  <a:tcPr marT="45764" marB="45764">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extLst>
                  <a:ext uri="{0D108BD9-81ED-4DB2-BD59-A6C34878D82A}">
                    <a16:rowId xmlns:a16="http://schemas.microsoft.com/office/drawing/2014/main" val="10004"/>
                  </a:ext>
                </a:extLst>
              </a:tr>
              <a:tr h="503718">
                <a:tc gridSpan="11">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000">
                          <a:solidFill>
                            <a:srgbClr val="CCCCFF"/>
                          </a:solidFill>
                        </a:rPr>
                        <a:t>                                                   </a:t>
                      </a:r>
                      <a:r>
                        <a:rPr lang="en-US" altLang="zh-CN" sz="2000">
                          <a:solidFill>
                            <a:srgbClr val="CCCCFF"/>
                          </a:solidFill>
                        </a:rPr>
                        <a:t>(c)</a:t>
                      </a:r>
                    </a:p>
                  </a:txBody>
                  <a:tcPr marT="45764" marB="45764">
                    <a:lnL w="28575"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extLst>
                  <a:ext uri="{0D108BD9-81ED-4DB2-BD59-A6C34878D82A}">
                    <a16:rowId xmlns:a16="http://schemas.microsoft.com/office/drawing/2014/main" val="10005"/>
                  </a:ext>
                </a:extLst>
              </a:tr>
              <a:tr h="1871859">
                <a:tc gridSpan="11">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000" dirty="0"/>
                        <a:t>教学安排：</a:t>
                      </a:r>
                      <a:r>
                        <a:rPr lang="en-US" altLang="zh-CN" sz="2000"/>
                        <a:t>TA(C#</a:t>
                      </a:r>
                      <a:r>
                        <a:rPr lang="zh-CN" altLang="en-US" sz="2000"/>
                        <a:t>，</a:t>
                      </a:r>
                      <a:r>
                        <a:rPr lang="en-US" altLang="zh-CN" sz="2000"/>
                        <a:t>CNAME</a:t>
                      </a:r>
                      <a:r>
                        <a:rPr lang="zh-CN" altLang="en-US" sz="2000"/>
                        <a:t>，</a:t>
                      </a:r>
                      <a:r>
                        <a:rPr lang="en-US" altLang="zh-CN" sz="2000"/>
                        <a:t>CLASSH</a:t>
                      </a:r>
                      <a:r>
                        <a:rPr lang="zh-CN" altLang="en-US" sz="2000"/>
                        <a:t>，</a:t>
                      </a:r>
                      <a:r>
                        <a:rPr lang="en-US" altLang="zh-CN" sz="2000"/>
                        <a:t>TNAME</a:t>
                      </a:r>
                      <a:r>
                        <a:rPr lang="zh-CN" altLang="en-US" sz="2000" dirty="0"/>
                        <a:t>，</a:t>
                      </a:r>
                      <a:r>
                        <a:rPr lang="en-US" altLang="zh-CN" sz="2000"/>
                        <a:t>TRSECTION)</a:t>
                      </a:r>
                    </a:p>
                    <a:p>
                      <a:pPr marL="0" lvl="0" indent="0">
                        <a:buClr>
                          <a:schemeClr val="folHlink"/>
                        </a:buClr>
                        <a:buSzPct val="60000"/>
                        <a:buNone/>
                      </a:pPr>
                      <a:r>
                        <a:rPr lang="zh-CN" altLang="en-US" sz="2000" dirty="0">
                          <a:solidFill>
                            <a:srgbClr val="808080"/>
                          </a:solidFill>
                        </a:rPr>
                        <a:t>课程成绩：</a:t>
                      </a:r>
                      <a:r>
                        <a:rPr lang="en-US" altLang="zh-CN" sz="2000">
                          <a:solidFill>
                            <a:srgbClr val="808080"/>
                          </a:solidFill>
                        </a:rPr>
                        <a:t>CG(S#</a:t>
                      </a:r>
                      <a:r>
                        <a:rPr lang="zh-CN" altLang="en-US" sz="2000">
                          <a:solidFill>
                            <a:srgbClr val="808080"/>
                          </a:solidFill>
                        </a:rPr>
                        <a:t>，</a:t>
                      </a:r>
                      <a:r>
                        <a:rPr lang="en-US" altLang="zh-CN" sz="2000">
                          <a:solidFill>
                            <a:srgbClr val="808080"/>
                          </a:solidFill>
                        </a:rPr>
                        <a:t>SNAME</a:t>
                      </a:r>
                      <a:r>
                        <a:rPr lang="zh-CN" altLang="en-US" sz="2000">
                          <a:solidFill>
                            <a:srgbClr val="808080"/>
                          </a:solidFill>
                        </a:rPr>
                        <a:t>，</a:t>
                      </a:r>
                      <a:r>
                        <a:rPr lang="en-US" altLang="zh-CN" sz="2000">
                          <a:solidFill>
                            <a:srgbClr val="808080"/>
                          </a:solidFill>
                        </a:rPr>
                        <a:t>C#</a:t>
                      </a:r>
                      <a:r>
                        <a:rPr lang="zh-CN" altLang="en-US" sz="2000" dirty="0">
                          <a:solidFill>
                            <a:srgbClr val="808080"/>
                          </a:solidFill>
                        </a:rPr>
                        <a:t>，</a:t>
                      </a:r>
                      <a:r>
                        <a:rPr lang="en-US" altLang="zh-CN" sz="2000">
                          <a:solidFill>
                            <a:srgbClr val="808080"/>
                          </a:solidFill>
                        </a:rPr>
                        <a:t>CNAME</a:t>
                      </a:r>
                      <a:r>
                        <a:rPr lang="zh-CN" altLang="en-US" sz="2000" dirty="0">
                          <a:solidFill>
                            <a:srgbClr val="808080"/>
                          </a:solidFill>
                        </a:rPr>
                        <a:t>，</a:t>
                      </a:r>
                      <a:r>
                        <a:rPr lang="en-US" altLang="zh-CN" sz="2000">
                          <a:solidFill>
                            <a:srgbClr val="808080"/>
                          </a:solidFill>
                        </a:rPr>
                        <a:t>CLASSH</a:t>
                      </a:r>
                      <a:r>
                        <a:rPr lang="zh-CN" altLang="en-US" sz="2000" dirty="0">
                          <a:solidFill>
                            <a:srgbClr val="808080"/>
                          </a:solidFill>
                        </a:rPr>
                        <a:t>，</a:t>
                      </a:r>
                      <a:r>
                        <a:rPr lang="en-US" altLang="zh-CN" sz="2000">
                          <a:solidFill>
                            <a:srgbClr val="808080"/>
                          </a:solidFill>
                        </a:rPr>
                        <a:t>GRADE)</a:t>
                      </a:r>
                    </a:p>
                    <a:p>
                      <a:pPr marL="0" lvl="0" indent="0">
                        <a:buClr>
                          <a:schemeClr val="folHlink"/>
                        </a:buClr>
                        <a:buSzPct val="60000"/>
                        <a:buNone/>
                      </a:pPr>
                      <a:r>
                        <a:rPr lang="zh-CN" altLang="en-US" sz="2000" dirty="0">
                          <a:solidFill>
                            <a:srgbClr val="808080"/>
                          </a:solidFill>
                        </a:rPr>
                        <a:t>平均成绩：</a:t>
                      </a:r>
                      <a:r>
                        <a:rPr lang="en-US" altLang="zh-CN" sz="2000">
                          <a:solidFill>
                            <a:srgbClr val="808080"/>
                          </a:solidFill>
                        </a:rPr>
                        <a:t>A_GRADE(S#</a:t>
                      </a:r>
                      <a:r>
                        <a:rPr lang="zh-CN" altLang="en-US" sz="2000">
                          <a:solidFill>
                            <a:srgbClr val="808080"/>
                          </a:solidFill>
                        </a:rPr>
                        <a:t>，</a:t>
                      </a:r>
                      <a:r>
                        <a:rPr lang="en-US" altLang="zh-CN" sz="2000">
                          <a:solidFill>
                            <a:srgbClr val="808080"/>
                          </a:solidFill>
                        </a:rPr>
                        <a:t>SNAME</a:t>
                      </a:r>
                      <a:r>
                        <a:rPr lang="zh-CN" altLang="en-US" sz="2000">
                          <a:solidFill>
                            <a:srgbClr val="808080"/>
                          </a:solidFill>
                        </a:rPr>
                        <a:t>，</a:t>
                      </a:r>
                      <a:r>
                        <a:rPr lang="en-US" altLang="zh-CN" sz="2000">
                          <a:solidFill>
                            <a:srgbClr val="808080"/>
                          </a:solidFill>
                        </a:rPr>
                        <a:t>AVE_GRADE)</a:t>
                      </a:r>
                    </a:p>
                    <a:p>
                      <a:pPr marL="0" lvl="0" indent="0">
                        <a:buClr>
                          <a:schemeClr val="folHlink"/>
                        </a:buClr>
                        <a:buSzPct val="60000"/>
                        <a:buNone/>
                      </a:pPr>
                      <a:r>
                        <a:rPr lang="en-US" altLang="zh-CN" sz="2000"/>
                        <a:t>                                                   </a:t>
                      </a:r>
                      <a:r>
                        <a:rPr lang="en-US" altLang="zh-CN" sz="2000">
                          <a:solidFill>
                            <a:srgbClr val="660033"/>
                          </a:solidFill>
                        </a:rPr>
                        <a:t>(d)</a:t>
                      </a:r>
                    </a:p>
                  </a:txBody>
                  <a:tcPr marT="45764" marB="45764">
                    <a:lnL w="28575"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tcPr>
                </a:tc>
                <a:tc hMerge="1">
                  <a:txBody>
                    <a:bodyPr/>
                    <a:lstStyle/>
                    <a:p>
                      <a:endParaRPr lang="zh-CN"/>
                    </a:p>
                  </a:txBody>
                  <a:tcPr>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tcPr>
                </a:tc>
                <a:extLst>
                  <a:ext uri="{0D108BD9-81ED-4DB2-BD59-A6C34878D82A}">
                    <a16:rowId xmlns:a16="http://schemas.microsoft.com/office/drawing/2014/main" val="10006"/>
                  </a:ext>
                </a:extLst>
              </a:tr>
            </a:tbl>
          </a:graphicData>
        </a:graphic>
      </p:graphicFrame>
      <p:sp>
        <p:nvSpPr>
          <p:cNvPr id="14377" name="矩形 845864">
            <a:extLst>
              <a:ext uri="{FF2B5EF4-FFF2-40B4-BE49-F238E27FC236}">
                <a16:creationId xmlns:a16="http://schemas.microsoft.com/office/drawing/2014/main" id="{B15DD559-72AE-4368-9CEE-89E14AAABAE5}"/>
              </a:ext>
            </a:extLst>
          </p:cNvPr>
          <p:cNvSpPr>
            <a:spLocks noChangeArrowheads="1"/>
          </p:cNvSpPr>
          <p:nvPr/>
        </p:nvSpPr>
        <p:spPr bwMode="auto">
          <a:xfrm>
            <a:off x="1582738" y="260350"/>
            <a:ext cx="2844800" cy="62230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r>
              <a:rPr lang="zh-CN" altLang="en-US" sz="2800" b="1">
                <a:solidFill>
                  <a:schemeClr val="tx2"/>
                </a:solidFill>
                <a:latin typeface="Tahoma" panose="020B0604030504040204" pitchFamily="34" charset="0"/>
                <a:ea typeface="黑体" panose="02010609060101010101" pitchFamily="49" charset="-122"/>
              </a:rPr>
              <a:t>外模式示例</a:t>
            </a:r>
          </a:p>
        </p:txBody>
      </p:sp>
    </p:spTree>
  </p:cSld>
  <p:clrMapOvr>
    <a:masterClrMapping/>
  </p:clrMapOvr>
  <mc:AlternateContent xmlns:mc="http://schemas.openxmlformats.org/markup-compatibility/2006" xmlns:p14="http://schemas.microsoft.com/office/powerpoint/2010/main">
    <mc:Choice Requires="p14">
      <p:transition spd="slow" p14:dur="2000" advTm="49253"/>
    </mc:Choice>
    <mc:Fallback xmlns="">
      <p:transition spd="slow" advTm="49253"/>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51298" name="表格 951297">
            <a:extLst>
              <a:ext uri="{FF2B5EF4-FFF2-40B4-BE49-F238E27FC236}">
                <a16:creationId xmlns:a16="http://schemas.microsoft.com/office/drawing/2014/main" id="{9860C43B-E3AC-4088-907E-7B7EA66FCAA2}"/>
              </a:ext>
            </a:extLst>
          </p:cNvPr>
          <p:cNvGraphicFramePr/>
          <p:nvPr/>
        </p:nvGraphicFramePr>
        <p:xfrm>
          <a:off x="395288" y="1314450"/>
          <a:ext cx="8329613" cy="4997450"/>
        </p:xfrm>
        <a:graphic>
          <a:graphicData uri="http://schemas.openxmlformats.org/drawingml/2006/table">
            <a:tbl>
              <a:tblPr/>
              <a:tblGrid>
                <a:gridCol w="1368425">
                  <a:extLst>
                    <a:ext uri="{9D8B030D-6E8A-4147-A177-3AD203B41FA5}">
                      <a16:colId xmlns:a16="http://schemas.microsoft.com/office/drawing/2014/main" val="20000"/>
                    </a:ext>
                  </a:extLst>
                </a:gridCol>
                <a:gridCol w="346075">
                  <a:extLst>
                    <a:ext uri="{9D8B030D-6E8A-4147-A177-3AD203B41FA5}">
                      <a16:colId xmlns:a16="http://schemas.microsoft.com/office/drawing/2014/main" val="20001"/>
                    </a:ext>
                  </a:extLst>
                </a:gridCol>
                <a:gridCol w="989013">
                  <a:extLst>
                    <a:ext uri="{9D8B030D-6E8A-4147-A177-3AD203B41FA5}">
                      <a16:colId xmlns:a16="http://schemas.microsoft.com/office/drawing/2014/main" val="20002"/>
                    </a:ext>
                  </a:extLst>
                </a:gridCol>
                <a:gridCol w="493712">
                  <a:extLst>
                    <a:ext uri="{9D8B030D-6E8A-4147-A177-3AD203B41FA5}">
                      <a16:colId xmlns:a16="http://schemas.microsoft.com/office/drawing/2014/main" val="20003"/>
                    </a:ext>
                  </a:extLst>
                </a:gridCol>
                <a:gridCol w="1098550">
                  <a:extLst>
                    <a:ext uri="{9D8B030D-6E8A-4147-A177-3AD203B41FA5}">
                      <a16:colId xmlns:a16="http://schemas.microsoft.com/office/drawing/2014/main" val="20004"/>
                    </a:ext>
                  </a:extLst>
                </a:gridCol>
                <a:gridCol w="288925">
                  <a:extLst>
                    <a:ext uri="{9D8B030D-6E8A-4147-A177-3AD203B41FA5}">
                      <a16:colId xmlns:a16="http://schemas.microsoft.com/office/drawing/2014/main" val="20005"/>
                    </a:ext>
                  </a:extLst>
                </a:gridCol>
                <a:gridCol w="444500">
                  <a:extLst>
                    <a:ext uri="{9D8B030D-6E8A-4147-A177-3AD203B41FA5}">
                      <a16:colId xmlns:a16="http://schemas.microsoft.com/office/drawing/2014/main" val="20006"/>
                    </a:ext>
                  </a:extLst>
                </a:gridCol>
                <a:gridCol w="803275">
                  <a:extLst>
                    <a:ext uri="{9D8B030D-6E8A-4147-A177-3AD203B41FA5}">
                      <a16:colId xmlns:a16="http://schemas.microsoft.com/office/drawing/2014/main" val="20007"/>
                    </a:ext>
                  </a:extLst>
                </a:gridCol>
                <a:gridCol w="469900">
                  <a:extLst>
                    <a:ext uri="{9D8B030D-6E8A-4147-A177-3AD203B41FA5}">
                      <a16:colId xmlns:a16="http://schemas.microsoft.com/office/drawing/2014/main" val="20008"/>
                    </a:ext>
                  </a:extLst>
                </a:gridCol>
                <a:gridCol w="682625">
                  <a:extLst>
                    <a:ext uri="{9D8B030D-6E8A-4147-A177-3AD203B41FA5}">
                      <a16:colId xmlns:a16="http://schemas.microsoft.com/office/drawing/2014/main" val="20009"/>
                    </a:ext>
                  </a:extLst>
                </a:gridCol>
                <a:gridCol w="1344613">
                  <a:extLst>
                    <a:ext uri="{9D8B030D-6E8A-4147-A177-3AD203B41FA5}">
                      <a16:colId xmlns:a16="http://schemas.microsoft.com/office/drawing/2014/main" val="20010"/>
                    </a:ext>
                  </a:extLst>
                </a:gridCol>
              </a:tblGrid>
              <a:tr h="529142">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400" dirty="0">
                          <a:solidFill>
                            <a:srgbClr val="CCCCFF"/>
                          </a:solidFill>
                        </a:rPr>
                        <a:t>    课程号</a:t>
                      </a:r>
                    </a:p>
                  </a:txBody>
                  <a:tcPr marT="45764" marB="45764">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400" dirty="0">
                          <a:solidFill>
                            <a:srgbClr val="CCCCFF"/>
                          </a:solidFill>
                        </a:rPr>
                        <a:t>  课程名</a:t>
                      </a:r>
                    </a:p>
                  </a:txBody>
                  <a:tcPr marT="45764" marB="45764">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400" dirty="0">
                          <a:solidFill>
                            <a:srgbClr val="CCCCFF"/>
                          </a:solidFill>
                        </a:rPr>
                        <a:t>  学时数</a:t>
                      </a:r>
                    </a:p>
                  </a:txBody>
                  <a:tcPr marT="45764" marB="45764">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400" dirty="0">
                          <a:solidFill>
                            <a:srgbClr val="CCCCFF"/>
                          </a:solidFill>
                        </a:rPr>
                        <a:t>  任课教员</a:t>
                      </a:r>
                    </a:p>
                  </a:txBody>
                  <a:tcPr marT="45764" marB="45764">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400" dirty="0">
                          <a:solidFill>
                            <a:srgbClr val="CCCCFF"/>
                          </a:solidFill>
                        </a:rPr>
                        <a:t>  任课教研室</a:t>
                      </a:r>
                    </a:p>
                  </a:txBody>
                  <a:tcPr marT="45764" marB="45764">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R w="28575"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extLst>
                  <a:ext uri="{0D108BD9-81ED-4DB2-BD59-A6C34878D82A}">
                    <a16:rowId xmlns:a16="http://schemas.microsoft.com/office/drawing/2014/main" val="10000"/>
                  </a:ext>
                </a:extLst>
              </a:tr>
              <a:tr h="503717">
                <a:tc gridSpan="11">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000" dirty="0"/>
                        <a:t>                                                   </a:t>
                      </a:r>
                      <a:r>
                        <a:rPr lang="en-US" altLang="zh-CN" sz="2000">
                          <a:solidFill>
                            <a:srgbClr val="CCCCFF"/>
                          </a:solidFill>
                        </a:rPr>
                        <a:t>(a)</a:t>
                      </a:r>
                    </a:p>
                  </a:txBody>
                  <a:tcPr marT="45764" marB="45764">
                    <a:lnL w="28575"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extLst>
                  <a:ext uri="{0D108BD9-81ED-4DB2-BD59-A6C34878D82A}">
                    <a16:rowId xmlns:a16="http://schemas.microsoft.com/office/drawing/2014/main" val="10001"/>
                  </a:ext>
                </a:extLst>
              </a:tr>
              <a:tr h="529142">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400" dirty="0"/>
                        <a:t>学号</a:t>
                      </a:r>
                    </a:p>
                  </a:txBody>
                  <a:tcPr marT="45764" marB="45764">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400" dirty="0"/>
                        <a:t>姓名</a:t>
                      </a:r>
                    </a:p>
                  </a:txBody>
                  <a:tcPr marT="45764" marB="45764">
                    <a:lnL w="12700" cap="flat" cmpd="sng">
                      <a:solidFill>
                        <a:schemeClr val="tx1"/>
                      </a:solidFill>
                      <a:prstDash val="solid"/>
                      <a:headEnd type="none" w="sm" len="lg"/>
                      <a:tailEnd type="none" w="sm" len="lg"/>
                    </a:lnL>
                    <a:lnR w="12700" cap="flat" cmpd="sng">
                      <a:solidFill>
                        <a:schemeClr val="tx1"/>
                      </a:solidFill>
                      <a:prstDash val="solid"/>
                      <a:headEnd type="none" w="sm" len="sm"/>
                      <a:tailEnd type="none" w="sm" len="sm"/>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R w="12700" cap="flat" cmpd="sng">
                      <a:solidFill>
                        <a:schemeClr val="tx1"/>
                      </a:solidFill>
                      <a:prstDash val="solid"/>
                      <a:headEnd type="none" w="sm" len="sm"/>
                      <a:tailEnd type="none" w="sm" len="sm"/>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400" dirty="0"/>
                        <a:t>课程号</a:t>
                      </a:r>
                    </a:p>
                  </a:txBody>
                  <a:tcPr marT="45764" marB="45764">
                    <a:lnL w="12700" cap="flat" cmpd="sng">
                      <a:solidFill>
                        <a:schemeClr val="tx1"/>
                      </a:solidFill>
                      <a:prstDash val="solid"/>
                      <a:headEnd type="none" w="sm" len="sm"/>
                      <a:tailEnd type="none" w="sm" len="sm"/>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400" dirty="0"/>
                        <a:t>课程名</a:t>
                      </a:r>
                      <a:endParaRPr lang="en-US" altLang="zh-CN" sz="2400"/>
                    </a:p>
                  </a:txBody>
                  <a:tcPr marT="45764" marB="45764">
                    <a:lnL w="12700" cap="flat" cmpd="sng">
                      <a:solidFill>
                        <a:schemeClr val="tx1"/>
                      </a:solidFill>
                      <a:prstDash val="solid"/>
                      <a:headEnd type="none" w="sm" len="lg"/>
                      <a:tailEnd type="none" w="sm" len="lg"/>
                    </a:lnL>
                    <a:lnR w="12700" cap="flat" cmpd="sng">
                      <a:solidFill>
                        <a:schemeClr val="tx1"/>
                      </a:solidFill>
                      <a:prstDash val="solid"/>
                      <a:headEnd type="none" w="sm" len="sm"/>
                      <a:tailEnd type="none" w="sm" len="sm"/>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R w="12700" cap="flat" cmpd="sng">
                      <a:solidFill>
                        <a:schemeClr val="tx1"/>
                      </a:solidFill>
                      <a:prstDash val="solid"/>
                      <a:headEnd type="none" w="sm" len="sm"/>
                      <a:tailEnd type="none" w="sm" len="sm"/>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400" dirty="0"/>
                        <a:t>学时</a:t>
                      </a:r>
                    </a:p>
                  </a:txBody>
                  <a:tcPr marT="45764" marB="45764">
                    <a:lnL w="12700" cap="flat" cmpd="sng">
                      <a:solidFill>
                        <a:schemeClr val="tx1"/>
                      </a:solidFill>
                      <a:prstDash val="solid"/>
                      <a:headEnd type="none" w="sm" len="sm"/>
                      <a:tailEnd type="none" w="sm" len="sm"/>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400" dirty="0"/>
                        <a:t>分数</a:t>
                      </a:r>
                    </a:p>
                  </a:txBody>
                  <a:tcPr marT="45764" marB="45764">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2"/>
                  </a:ext>
                </a:extLst>
              </a:tr>
              <a:tr h="530731">
                <a:tc gridSpan="11">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000">
                          <a:solidFill>
                            <a:srgbClr val="CCCCFF"/>
                          </a:solidFill>
                        </a:rPr>
                        <a:t>                                                   </a:t>
                      </a:r>
                      <a:r>
                        <a:rPr lang="en-US" altLang="zh-CN" sz="2000">
                          <a:solidFill>
                            <a:srgbClr val="660033"/>
                          </a:solidFill>
                        </a:rPr>
                        <a:t>(b)</a:t>
                      </a:r>
                    </a:p>
                  </a:txBody>
                  <a:tcPr marT="45764" marB="45764">
                    <a:lnL w="28575"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extLst>
                  <a:ext uri="{0D108BD9-81ED-4DB2-BD59-A6C34878D82A}">
                    <a16:rowId xmlns:a16="http://schemas.microsoft.com/office/drawing/2014/main" val="10003"/>
                  </a:ext>
                </a:extLst>
              </a:tr>
              <a:tr h="529141">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400" dirty="0">
                          <a:solidFill>
                            <a:srgbClr val="CCCCFF"/>
                          </a:solidFill>
                        </a:rPr>
                        <a:t>             学号</a:t>
                      </a:r>
                    </a:p>
                  </a:txBody>
                  <a:tcPr marT="45764" marB="45764">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gridSpan="4">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400" dirty="0">
                          <a:solidFill>
                            <a:srgbClr val="CCCCFF"/>
                          </a:solidFill>
                        </a:rPr>
                        <a:t>            姓名</a:t>
                      </a:r>
                    </a:p>
                  </a:txBody>
                  <a:tcPr marT="45764" marB="45764">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gridSpan="4">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400" dirty="0">
                          <a:solidFill>
                            <a:srgbClr val="CCCCFF"/>
                          </a:solidFill>
                        </a:rPr>
                        <a:t>        平均分数</a:t>
                      </a:r>
                    </a:p>
                  </a:txBody>
                  <a:tcPr marT="45764" marB="45764">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extLst>
                  <a:ext uri="{0D108BD9-81ED-4DB2-BD59-A6C34878D82A}">
                    <a16:rowId xmlns:a16="http://schemas.microsoft.com/office/drawing/2014/main" val="10004"/>
                  </a:ext>
                </a:extLst>
              </a:tr>
              <a:tr h="503718">
                <a:tc gridSpan="11">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000">
                          <a:solidFill>
                            <a:srgbClr val="CCCCFF"/>
                          </a:solidFill>
                        </a:rPr>
                        <a:t>                                                   </a:t>
                      </a:r>
                      <a:r>
                        <a:rPr lang="en-US" altLang="zh-CN" sz="2000">
                          <a:solidFill>
                            <a:srgbClr val="CCCCFF"/>
                          </a:solidFill>
                        </a:rPr>
                        <a:t>(c)</a:t>
                      </a:r>
                    </a:p>
                  </a:txBody>
                  <a:tcPr marT="45764" marB="45764">
                    <a:lnL w="28575"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extLst>
                  <a:ext uri="{0D108BD9-81ED-4DB2-BD59-A6C34878D82A}">
                    <a16:rowId xmlns:a16="http://schemas.microsoft.com/office/drawing/2014/main" val="10005"/>
                  </a:ext>
                </a:extLst>
              </a:tr>
              <a:tr h="1871859">
                <a:tc gridSpan="11">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000" dirty="0">
                          <a:solidFill>
                            <a:srgbClr val="808080"/>
                          </a:solidFill>
                        </a:rPr>
                        <a:t>教学安排：</a:t>
                      </a:r>
                      <a:r>
                        <a:rPr lang="en-US" altLang="zh-CN" sz="2000">
                          <a:solidFill>
                            <a:srgbClr val="808080"/>
                          </a:solidFill>
                        </a:rPr>
                        <a:t>TA(C#</a:t>
                      </a:r>
                      <a:r>
                        <a:rPr lang="zh-CN" altLang="en-US" sz="2000">
                          <a:solidFill>
                            <a:srgbClr val="808080"/>
                          </a:solidFill>
                        </a:rPr>
                        <a:t>，</a:t>
                      </a:r>
                      <a:r>
                        <a:rPr lang="en-US" altLang="zh-CN" sz="2000">
                          <a:solidFill>
                            <a:srgbClr val="808080"/>
                          </a:solidFill>
                        </a:rPr>
                        <a:t>CNAME</a:t>
                      </a:r>
                      <a:r>
                        <a:rPr lang="zh-CN" altLang="en-US" sz="2000">
                          <a:solidFill>
                            <a:srgbClr val="808080"/>
                          </a:solidFill>
                        </a:rPr>
                        <a:t>，</a:t>
                      </a:r>
                      <a:r>
                        <a:rPr lang="en-US" altLang="zh-CN" sz="2000">
                          <a:solidFill>
                            <a:srgbClr val="808080"/>
                          </a:solidFill>
                        </a:rPr>
                        <a:t>CLASSH</a:t>
                      </a:r>
                      <a:r>
                        <a:rPr lang="zh-CN" altLang="en-US" sz="2000">
                          <a:solidFill>
                            <a:srgbClr val="808080"/>
                          </a:solidFill>
                        </a:rPr>
                        <a:t>，</a:t>
                      </a:r>
                      <a:r>
                        <a:rPr lang="en-US" altLang="zh-CN" sz="2000">
                          <a:solidFill>
                            <a:srgbClr val="808080"/>
                          </a:solidFill>
                        </a:rPr>
                        <a:t>TNAME</a:t>
                      </a:r>
                      <a:r>
                        <a:rPr lang="zh-CN" altLang="en-US" sz="2000" dirty="0">
                          <a:solidFill>
                            <a:srgbClr val="808080"/>
                          </a:solidFill>
                        </a:rPr>
                        <a:t>，</a:t>
                      </a:r>
                      <a:r>
                        <a:rPr lang="en-US" altLang="zh-CN" sz="2000">
                          <a:solidFill>
                            <a:srgbClr val="808080"/>
                          </a:solidFill>
                        </a:rPr>
                        <a:t>TRSECTION)</a:t>
                      </a:r>
                    </a:p>
                    <a:p>
                      <a:pPr marL="0" lvl="0" indent="0">
                        <a:buClr>
                          <a:schemeClr val="folHlink"/>
                        </a:buClr>
                        <a:buSzPct val="60000"/>
                        <a:buNone/>
                      </a:pPr>
                      <a:r>
                        <a:rPr lang="zh-CN" altLang="en-US" sz="2000" dirty="0"/>
                        <a:t>课程成绩：</a:t>
                      </a:r>
                      <a:r>
                        <a:rPr lang="en-US" altLang="zh-CN" sz="2000"/>
                        <a:t>CG(S#</a:t>
                      </a:r>
                      <a:r>
                        <a:rPr lang="zh-CN" altLang="en-US" sz="2000"/>
                        <a:t>，</a:t>
                      </a:r>
                      <a:r>
                        <a:rPr lang="en-US" altLang="zh-CN" sz="2000"/>
                        <a:t>SNAME</a:t>
                      </a:r>
                      <a:r>
                        <a:rPr lang="zh-CN" altLang="en-US" sz="2000"/>
                        <a:t>，</a:t>
                      </a:r>
                      <a:r>
                        <a:rPr lang="en-US" altLang="zh-CN" sz="2000"/>
                        <a:t>C#</a:t>
                      </a:r>
                      <a:r>
                        <a:rPr lang="zh-CN" altLang="en-US" sz="2000" dirty="0"/>
                        <a:t>，</a:t>
                      </a:r>
                      <a:r>
                        <a:rPr lang="en-US" altLang="zh-CN" sz="2000"/>
                        <a:t>CNAME</a:t>
                      </a:r>
                      <a:r>
                        <a:rPr lang="zh-CN" altLang="en-US" sz="2000" dirty="0"/>
                        <a:t>，</a:t>
                      </a:r>
                      <a:r>
                        <a:rPr lang="en-US" altLang="zh-CN" sz="2000"/>
                        <a:t>CLASSH</a:t>
                      </a:r>
                      <a:r>
                        <a:rPr lang="zh-CN" altLang="en-US" sz="2000" dirty="0"/>
                        <a:t>，</a:t>
                      </a:r>
                      <a:r>
                        <a:rPr lang="en-US" altLang="zh-CN" sz="2000"/>
                        <a:t>GRADE)</a:t>
                      </a:r>
                    </a:p>
                    <a:p>
                      <a:pPr marL="0" lvl="0" indent="0">
                        <a:buClr>
                          <a:schemeClr val="folHlink"/>
                        </a:buClr>
                        <a:buSzPct val="60000"/>
                        <a:buNone/>
                      </a:pPr>
                      <a:r>
                        <a:rPr lang="zh-CN" altLang="en-US" sz="2000" dirty="0">
                          <a:solidFill>
                            <a:srgbClr val="808080"/>
                          </a:solidFill>
                        </a:rPr>
                        <a:t>平均成绩：</a:t>
                      </a:r>
                      <a:r>
                        <a:rPr lang="en-US" altLang="zh-CN" sz="2000">
                          <a:solidFill>
                            <a:srgbClr val="808080"/>
                          </a:solidFill>
                        </a:rPr>
                        <a:t>A_GRADE(S#</a:t>
                      </a:r>
                      <a:r>
                        <a:rPr lang="zh-CN" altLang="en-US" sz="2000">
                          <a:solidFill>
                            <a:srgbClr val="808080"/>
                          </a:solidFill>
                        </a:rPr>
                        <a:t>，</a:t>
                      </a:r>
                      <a:r>
                        <a:rPr lang="en-US" altLang="zh-CN" sz="2000">
                          <a:solidFill>
                            <a:srgbClr val="808080"/>
                          </a:solidFill>
                        </a:rPr>
                        <a:t>SNAME</a:t>
                      </a:r>
                      <a:r>
                        <a:rPr lang="zh-CN" altLang="en-US" sz="2000">
                          <a:solidFill>
                            <a:srgbClr val="808080"/>
                          </a:solidFill>
                        </a:rPr>
                        <a:t>，</a:t>
                      </a:r>
                      <a:r>
                        <a:rPr lang="en-US" altLang="zh-CN" sz="2000">
                          <a:solidFill>
                            <a:srgbClr val="808080"/>
                          </a:solidFill>
                        </a:rPr>
                        <a:t>AVE_GRADE)</a:t>
                      </a:r>
                    </a:p>
                    <a:p>
                      <a:pPr marL="0" lvl="0" indent="0">
                        <a:buClr>
                          <a:schemeClr val="folHlink"/>
                        </a:buClr>
                        <a:buSzPct val="60000"/>
                        <a:buNone/>
                      </a:pPr>
                      <a:r>
                        <a:rPr lang="en-US" altLang="zh-CN" sz="2000"/>
                        <a:t>                                                   </a:t>
                      </a:r>
                      <a:r>
                        <a:rPr lang="en-US" altLang="zh-CN" sz="2000">
                          <a:solidFill>
                            <a:srgbClr val="660033"/>
                          </a:solidFill>
                        </a:rPr>
                        <a:t>(d)</a:t>
                      </a:r>
                    </a:p>
                  </a:txBody>
                  <a:tcPr marT="45764" marB="45764">
                    <a:lnL w="28575"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tcPr>
                </a:tc>
                <a:tc hMerge="1">
                  <a:txBody>
                    <a:bodyPr/>
                    <a:lstStyle/>
                    <a:p>
                      <a:endParaRPr lang="zh-CN"/>
                    </a:p>
                  </a:txBody>
                  <a:tcPr>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tcPr>
                </a:tc>
                <a:extLst>
                  <a:ext uri="{0D108BD9-81ED-4DB2-BD59-A6C34878D82A}">
                    <a16:rowId xmlns:a16="http://schemas.microsoft.com/office/drawing/2014/main" val="10006"/>
                  </a:ext>
                </a:extLst>
              </a:tr>
            </a:tbl>
          </a:graphicData>
        </a:graphic>
      </p:graphicFrame>
      <p:sp>
        <p:nvSpPr>
          <p:cNvPr id="15401" name="矩形 951337">
            <a:extLst>
              <a:ext uri="{FF2B5EF4-FFF2-40B4-BE49-F238E27FC236}">
                <a16:creationId xmlns:a16="http://schemas.microsoft.com/office/drawing/2014/main" id="{C73C9721-8398-44FD-804C-161AD6167842}"/>
              </a:ext>
            </a:extLst>
          </p:cNvPr>
          <p:cNvSpPr>
            <a:spLocks noChangeArrowheads="1"/>
          </p:cNvSpPr>
          <p:nvPr/>
        </p:nvSpPr>
        <p:spPr bwMode="auto">
          <a:xfrm>
            <a:off x="1582738" y="260350"/>
            <a:ext cx="2844800" cy="62230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r>
              <a:rPr lang="zh-CN" altLang="en-US" sz="2800" b="1">
                <a:solidFill>
                  <a:schemeClr val="tx2"/>
                </a:solidFill>
                <a:latin typeface="Tahoma" panose="020B0604030504040204" pitchFamily="34" charset="0"/>
                <a:ea typeface="黑体" panose="02010609060101010101" pitchFamily="49" charset="-122"/>
              </a:rPr>
              <a:t>外模式示例</a:t>
            </a:r>
          </a:p>
        </p:txBody>
      </p:sp>
    </p:spTree>
  </p:cSld>
  <p:clrMapOvr>
    <a:masterClrMapping/>
  </p:clrMapOvr>
  <mc:AlternateContent xmlns:mc="http://schemas.openxmlformats.org/markup-compatibility/2006" xmlns:p14="http://schemas.microsoft.com/office/powerpoint/2010/main">
    <mc:Choice Requires="p14">
      <p:transition spd="slow" p14:dur="2000" advTm="50337"/>
    </mc:Choice>
    <mc:Fallback xmlns="">
      <p:transition spd="slow" advTm="50337"/>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52322" name="表格 952321">
            <a:extLst>
              <a:ext uri="{FF2B5EF4-FFF2-40B4-BE49-F238E27FC236}">
                <a16:creationId xmlns:a16="http://schemas.microsoft.com/office/drawing/2014/main" id="{43FC79D8-12E7-4CFA-983E-93A5D4FB153E}"/>
              </a:ext>
            </a:extLst>
          </p:cNvPr>
          <p:cNvGraphicFramePr/>
          <p:nvPr/>
        </p:nvGraphicFramePr>
        <p:xfrm>
          <a:off x="395288" y="1314450"/>
          <a:ext cx="8329613" cy="4997450"/>
        </p:xfrm>
        <a:graphic>
          <a:graphicData uri="http://schemas.openxmlformats.org/drawingml/2006/table">
            <a:tbl>
              <a:tblPr/>
              <a:tblGrid>
                <a:gridCol w="1368425">
                  <a:extLst>
                    <a:ext uri="{9D8B030D-6E8A-4147-A177-3AD203B41FA5}">
                      <a16:colId xmlns:a16="http://schemas.microsoft.com/office/drawing/2014/main" val="20000"/>
                    </a:ext>
                  </a:extLst>
                </a:gridCol>
                <a:gridCol w="346075">
                  <a:extLst>
                    <a:ext uri="{9D8B030D-6E8A-4147-A177-3AD203B41FA5}">
                      <a16:colId xmlns:a16="http://schemas.microsoft.com/office/drawing/2014/main" val="20001"/>
                    </a:ext>
                  </a:extLst>
                </a:gridCol>
                <a:gridCol w="989013">
                  <a:extLst>
                    <a:ext uri="{9D8B030D-6E8A-4147-A177-3AD203B41FA5}">
                      <a16:colId xmlns:a16="http://schemas.microsoft.com/office/drawing/2014/main" val="20002"/>
                    </a:ext>
                  </a:extLst>
                </a:gridCol>
                <a:gridCol w="493712">
                  <a:extLst>
                    <a:ext uri="{9D8B030D-6E8A-4147-A177-3AD203B41FA5}">
                      <a16:colId xmlns:a16="http://schemas.microsoft.com/office/drawing/2014/main" val="20003"/>
                    </a:ext>
                  </a:extLst>
                </a:gridCol>
                <a:gridCol w="1098550">
                  <a:extLst>
                    <a:ext uri="{9D8B030D-6E8A-4147-A177-3AD203B41FA5}">
                      <a16:colId xmlns:a16="http://schemas.microsoft.com/office/drawing/2014/main" val="20004"/>
                    </a:ext>
                  </a:extLst>
                </a:gridCol>
                <a:gridCol w="288925">
                  <a:extLst>
                    <a:ext uri="{9D8B030D-6E8A-4147-A177-3AD203B41FA5}">
                      <a16:colId xmlns:a16="http://schemas.microsoft.com/office/drawing/2014/main" val="20005"/>
                    </a:ext>
                  </a:extLst>
                </a:gridCol>
                <a:gridCol w="444500">
                  <a:extLst>
                    <a:ext uri="{9D8B030D-6E8A-4147-A177-3AD203B41FA5}">
                      <a16:colId xmlns:a16="http://schemas.microsoft.com/office/drawing/2014/main" val="20006"/>
                    </a:ext>
                  </a:extLst>
                </a:gridCol>
                <a:gridCol w="803275">
                  <a:extLst>
                    <a:ext uri="{9D8B030D-6E8A-4147-A177-3AD203B41FA5}">
                      <a16:colId xmlns:a16="http://schemas.microsoft.com/office/drawing/2014/main" val="20007"/>
                    </a:ext>
                  </a:extLst>
                </a:gridCol>
                <a:gridCol w="469900">
                  <a:extLst>
                    <a:ext uri="{9D8B030D-6E8A-4147-A177-3AD203B41FA5}">
                      <a16:colId xmlns:a16="http://schemas.microsoft.com/office/drawing/2014/main" val="20008"/>
                    </a:ext>
                  </a:extLst>
                </a:gridCol>
                <a:gridCol w="682625">
                  <a:extLst>
                    <a:ext uri="{9D8B030D-6E8A-4147-A177-3AD203B41FA5}">
                      <a16:colId xmlns:a16="http://schemas.microsoft.com/office/drawing/2014/main" val="20009"/>
                    </a:ext>
                  </a:extLst>
                </a:gridCol>
                <a:gridCol w="1344613">
                  <a:extLst>
                    <a:ext uri="{9D8B030D-6E8A-4147-A177-3AD203B41FA5}">
                      <a16:colId xmlns:a16="http://schemas.microsoft.com/office/drawing/2014/main" val="20010"/>
                    </a:ext>
                  </a:extLst>
                </a:gridCol>
              </a:tblGrid>
              <a:tr h="529142">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400" dirty="0">
                          <a:solidFill>
                            <a:srgbClr val="CCCCFF"/>
                          </a:solidFill>
                        </a:rPr>
                        <a:t>    课程号</a:t>
                      </a:r>
                    </a:p>
                  </a:txBody>
                  <a:tcPr marT="45764" marB="45764">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400" dirty="0">
                          <a:solidFill>
                            <a:srgbClr val="CCCCFF"/>
                          </a:solidFill>
                        </a:rPr>
                        <a:t>  课程名</a:t>
                      </a:r>
                    </a:p>
                  </a:txBody>
                  <a:tcPr marT="45764" marB="45764">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400" dirty="0">
                          <a:solidFill>
                            <a:srgbClr val="CCCCFF"/>
                          </a:solidFill>
                        </a:rPr>
                        <a:t>  学时数</a:t>
                      </a:r>
                    </a:p>
                  </a:txBody>
                  <a:tcPr marT="45764" marB="45764">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400" dirty="0">
                          <a:solidFill>
                            <a:srgbClr val="CCCCFF"/>
                          </a:solidFill>
                        </a:rPr>
                        <a:t>  任课教员</a:t>
                      </a:r>
                    </a:p>
                  </a:txBody>
                  <a:tcPr marT="45764" marB="45764">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400" dirty="0">
                          <a:solidFill>
                            <a:srgbClr val="CCCCFF"/>
                          </a:solidFill>
                        </a:rPr>
                        <a:t>  任课教研室</a:t>
                      </a:r>
                    </a:p>
                  </a:txBody>
                  <a:tcPr marT="45764" marB="45764">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R w="28575"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extLst>
                  <a:ext uri="{0D108BD9-81ED-4DB2-BD59-A6C34878D82A}">
                    <a16:rowId xmlns:a16="http://schemas.microsoft.com/office/drawing/2014/main" val="10000"/>
                  </a:ext>
                </a:extLst>
              </a:tr>
              <a:tr h="503717">
                <a:tc gridSpan="11">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000" dirty="0"/>
                        <a:t>                                                   </a:t>
                      </a:r>
                      <a:r>
                        <a:rPr lang="en-US" altLang="zh-CN" sz="2000">
                          <a:solidFill>
                            <a:srgbClr val="CCCCFF"/>
                          </a:solidFill>
                        </a:rPr>
                        <a:t>(a)</a:t>
                      </a:r>
                    </a:p>
                  </a:txBody>
                  <a:tcPr marT="45764" marB="45764">
                    <a:lnL w="28575"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extLst>
                  <a:ext uri="{0D108BD9-81ED-4DB2-BD59-A6C34878D82A}">
                    <a16:rowId xmlns:a16="http://schemas.microsoft.com/office/drawing/2014/main" val="10001"/>
                  </a:ext>
                </a:extLst>
              </a:tr>
              <a:tr h="529142">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400" dirty="0">
                          <a:solidFill>
                            <a:srgbClr val="CCCCFF"/>
                          </a:solidFill>
                        </a:rPr>
                        <a:t>学号</a:t>
                      </a:r>
                    </a:p>
                  </a:txBody>
                  <a:tcPr marT="45764" marB="45764">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400" dirty="0">
                          <a:solidFill>
                            <a:srgbClr val="CCCCFF"/>
                          </a:solidFill>
                        </a:rPr>
                        <a:t>姓名</a:t>
                      </a:r>
                    </a:p>
                  </a:txBody>
                  <a:tcPr marT="45764" marB="45764">
                    <a:lnL w="12700" cap="flat" cmpd="sng">
                      <a:solidFill>
                        <a:schemeClr val="tx1"/>
                      </a:solidFill>
                      <a:prstDash val="solid"/>
                      <a:headEnd type="none" w="sm" len="lg"/>
                      <a:tailEnd type="none" w="sm" len="lg"/>
                    </a:lnL>
                    <a:lnR w="12700" cap="flat" cmpd="sng">
                      <a:solidFill>
                        <a:schemeClr val="tx1"/>
                      </a:solidFill>
                      <a:prstDash val="solid"/>
                      <a:headEnd type="none" w="sm" len="sm"/>
                      <a:tailEnd type="none" w="sm" len="sm"/>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R w="12700" cap="flat" cmpd="sng">
                      <a:solidFill>
                        <a:schemeClr val="tx1"/>
                      </a:solidFill>
                      <a:prstDash val="solid"/>
                      <a:headEnd type="none" w="sm" len="sm"/>
                      <a:tailEnd type="none" w="sm" len="sm"/>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400" dirty="0">
                          <a:solidFill>
                            <a:srgbClr val="CCCCFF"/>
                          </a:solidFill>
                        </a:rPr>
                        <a:t>课程号</a:t>
                      </a:r>
                    </a:p>
                  </a:txBody>
                  <a:tcPr marT="45764" marB="45764">
                    <a:lnL w="12700" cap="flat" cmpd="sng">
                      <a:solidFill>
                        <a:schemeClr val="tx1"/>
                      </a:solidFill>
                      <a:prstDash val="solid"/>
                      <a:headEnd type="none" w="sm" len="sm"/>
                      <a:tailEnd type="none" w="sm" len="sm"/>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400" dirty="0">
                          <a:solidFill>
                            <a:srgbClr val="CCCCFF"/>
                          </a:solidFill>
                        </a:rPr>
                        <a:t>课程名</a:t>
                      </a:r>
                      <a:endParaRPr lang="en-US" altLang="zh-CN" sz="2400">
                        <a:solidFill>
                          <a:srgbClr val="CCCCFF"/>
                        </a:solidFill>
                      </a:endParaRPr>
                    </a:p>
                  </a:txBody>
                  <a:tcPr marT="45764" marB="45764">
                    <a:lnL w="12700" cap="flat" cmpd="sng">
                      <a:solidFill>
                        <a:schemeClr val="tx1"/>
                      </a:solidFill>
                      <a:prstDash val="solid"/>
                      <a:headEnd type="none" w="sm" len="lg"/>
                      <a:tailEnd type="none" w="sm" len="lg"/>
                    </a:lnL>
                    <a:lnR w="12700" cap="flat" cmpd="sng">
                      <a:solidFill>
                        <a:schemeClr val="tx1"/>
                      </a:solidFill>
                      <a:prstDash val="solid"/>
                      <a:headEnd type="none" w="sm" len="sm"/>
                      <a:tailEnd type="none" w="sm" len="sm"/>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R w="12700" cap="flat" cmpd="sng">
                      <a:solidFill>
                        <a:schemeClr val="tx1"/>
                      </a:solidFill>
                      <a:prstDash val="solid"/>
                      <a:headEnd type="none" w="sm" len="sm"/>
                      <a:tailEnd type="none" w="sm" len="sm"/>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400" dirty="0">
                          <a:solidFill>
                            <a:srgbClr val="CCCCFF"/>
                          </a:solidFill>
                        </a:rPr>
                        <a:t>学时</a:t>
                      </a:r>
                    </a:p>
                  </a:txBody>
                  <a:tcPr marT="45764" marB="45764">
                    <a:lnL w="12700" cap="flat" cmpd="sng">
                      <a:solidFill>
                        <a:schemeClr val="tx1"/>
                      </a:solidFill>
                      <a:prstDash val="solid"/>
                      <a:headEnd type="none" w="sm" len="sm"/>
                      <a:tailEnd type="none" w="sm" len="sm"/>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400" dirty="0">
                          <a:solidFill>
                            <a:srgbClr val="CCCCFF"/>
                          </a:solidFill>
                        </a:rPr>
                        <a:t>分数</a:t>
                      </a:r>
                    </a:p>
                  </a:txBody>
                  <a:tcPr marT="45764" marB="45764">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2"/>
                  </a:ext>
                </a:extLst>
              </a:tr>
              <a:tr h="530731">
                <a:tc gridSpan="11">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000">
                          <a:solidFill>
                            <a:srgbClr val="CCCCFF"/>
                          </a:solidFill>
                        </a:rPr>
                        <a:t>                                                   </a:t>
                      </a:r>
                      <a:r>
                        <a:rPr lang="en-US" altLang="zh-CN" sz="2000">
                          <a:solidFill>
                            <a:srgbClr val="CCCCFF"/>
                          </a:solidFill>
                        </a:rPr>
                        <a:t>(b)</a:t>
                      </a:r>
                    </a:p>
                  </a:txBody>
                  <a:tcPr marT="45764" marB="45764">
                    <a:lnL w="28575"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extLst>
                  <a:ext uri="{0D108BD9-81ED-4DB2-BD59-A6C34878D82A}">
                    <a16:rowId xmlns:a16="http://schemas.microsoft.com/office/drawing/2014/main" val="10003"/>
                  </a:ext>
                </a:extLst>
              </a:tr>
              <a:tr h="529141">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400" dirty="0"/>
                        <a:t>             学号</a:t>
                      </a:r>
                    </a:p>
                  </a:txBody>
                  <a:tcPr marT="45764" marB="45764">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gridSpan="4">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400" dirty="0"/>
                        <a:t>            姓名</a:t>
                      </a:r>
                    </a:p>
                  </a:txBody>
                  <a:tcPr marT="45764" marB="45764">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gridSpan="4">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400" dirty="0"/>
                        <a:t>        平均分数</a:t>
                      </a:r>
                    </a:p>
                  </a:txBody>
                  <a:tcPr marT="45764" marB="45764">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extLst>
                  <a:ext uri="{0D108BD9-81ED-4DB2-BD59-A6C34878D82A}">
                    <a16:rowId xmlns:a16="http://schemas.microsoft.com/office/drawing/2014/main" val="10004"/>
                  </a:ext>
                </a:extLst>
              </a:tr>
              <a:tr h="503718">
                <a:tc gridSpan="11">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000">
                          <a:solidFill>
                            <a:srgbClr val="CCCCFF"/>
                          </a:solidFill>
                        </a:rPr>
                        <a:t>                                                   </a:t>
                      </a:r>
                      <a:r>
                        <a:rPr lang="en-US" altLang="zh-CN" sz="2000">
                          <a:solidFill>
                            <a:srgbClr val="660033"/>
                          </a:solidFill>
                        </a:rPr>
                        <a:t>(c)</a:t>
                      </a:r>
                    </a:p>
                  </a:txBody>
                  <a:tcPr marT="45764" marB="45764">
                    <a:lnL w="28575"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extLst>
                  <a:ext uri="{0D108BD9-81ED-4DB2-BD59-A6C34878D82A}">
                    <a16:rowId xmlns:a16="http://schemas.microsoft.com/office/drawing/2014/main" val="10005"/>
                  </a:ext>
                </a:extLst>
              </a:tr>
              <a:tr h="1871859">
                <a:tc gridSpan="11">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000" dirty="0">
                          <a:solidFill>
                            <a:srgbClr val="808080"/>
                          </a:solidFill>
                        </a:rPr>
                        <a:t>教学安排：</a:t>
                      </a:r>
                      <a:r>
                        <a:rPr lang="en-US" altLang="zh-CN" sz="2000">
                          <a:solidFill>
                            <a:srgbClr val="808080"/>
                          </a:solidFill>
                        </a:rPr>
                        <a:t>TA(C#</a:t>
                      </a:r>
                      <a:r>
                        <a:rPr lang="zh-CN" altLang="en-US" sz="2000">
                          <a:solidFill>
                            <a:srgbClr val="808080"/>
                          </a:solidFill>
                        </a:rPr>
                        <a:t>，</a:t>
                      </a:r>
                      <a:r>
                        <a:rPr lang="en-US" altLang="zh-CN" sz="2000">
                          <a:solidFill>
                            <a:srgbClr val="808080"/>
                          </a:solidFill>
                        </a:rPr>
                        <a:t>CNAME</a:t>
                      </a:r>
                      <a:r>
                        <a:rPr lang="zh-CN" altLang="en-US" sz="2000">
                          <a:solidFill>
                            <a:srgbClr val="808080"/>
                          </a:solidFill>
                        </a:rPr>
                        <a:t>，</a:t>
                      </a:r>
                      <a:r>
                        <a:rPr lang="en-US" altLang="zh-CN" sz="2000">
                          <a:solidFill>
                            <a:srgbClr val="808080"/>
                          </a:solidFill>
                        </a:rPr>
                        <a:t>CLASSH</a:t>
                      </a:r>
                      <a:r>
                        <a:rPr lang="zh-CN" altLang="en-US" sz="2000">
                          <a:solidFill>
                            <a:srgbClr val="808080"/>
                          </a:solidFill>
                        </a:rPr>
                        <a:t>，</a:t>
                      </a:r>
                      <a:r>
                        <a:rPr lang="en-US" altLang="zh-CN" sz="2000">
                          <a:solidFill>
                            <a:srgbClr val="808080"/>
                          </a:solidFill>
                        </a:rPr>
                        <a:t>TNAME</a:t>
                      </a:r>
                      <a:r>
                        <a:rPr lang="zh-CN" altLang="en-US" sz="2000" dirty="0">
                          <a:solidFill>
                            <a:srgbClr val="808080"/>
                          </a:solidFill>
                        </a:rPr>
                        <a:t>，</a:t>
                      </a:r>
                      <a:r>
                        <a:rPr lang="en-US" altLang="zh-CN" sz="2000">
                          <a:solidFill>
                            <a:srgbClr val="808080"/>
                          </a:solidFill>
                        </a:rPr>
                        <a:t>TRSECTION)</a:t>
                      </a:r>
                    </a:p>
                    <a:p>
                      <a:pPr marL="0" lvl="0" indent="0">
                        <a:buClr>
                          <a:schemeClr val="folHlink"/>
                        </a:buClr>
                        <a:buSzPct val="60000"/>
                        <a:buNone/>
                      </a:pPr>
                      <a:r>
                        <a:rPr lang="zh-CN" altLang="en-US" sz="2000" dirty="0">
                          <a:solidFill>
                            <a:srgbClr val="808080"/>
                          </a:solidFill>
                        </a:rPr>
                        <a:t>课程成绩：</a:t>
                      </a:r>
                      <a:r>
                        <a:rPr lang="en-US" altLang="zh-CN" sz="2000">
                          <a:solidFill>
                            <a:srgbClr val="808080"/>
                          </a:solidFill>
                        </a:rPr>
                        <a:t>CG(S#</a:t>
                      </a:r>
                      <a:r>
                        <a:rPr lang="zh-CN" altLang="en-US" sz="2000">
                          <a:solidFill>
                            <a:srgbClr val="808080"/>
                          </a:solidFill>
                        </a:rPr>
                        <a:t>，</a:t>
                      </a:r>
                      <a:r>
                        <a:rPr lang="en-US" altLang="zh-CN" sz="2000">
                          <a:solidFill>
                            <a:srgbClr val="808080"/>
                          </a:solidFill>
                        </a:rPr>
                        <a:t>SNAME</a:t>
                      </a:r>
                      <a:r>
                        <a:rPr lang="zh-CN" altLang="en-US" sz="2000">
                          <a:solidFill>
                            <a:srgbClr val="808080"/>
                          </a:solidFill>
                        </a:rPr>
                        <a:t>，</a:t>
                      </a:r>
                      <a:r>
                        <a:rPr lang="en-US" altLang="zh-CN" sz="2000">
                          <a:solidFill>
                            <a:srgbClr val="808080"/>
                          </a:solidFill>
                        </a:rPr>
                        <a:t>C#</a:t>
                      </a:r>
                      <a:r>
                        <a:rPr lang="zh-CN" altLang="en-US" sz="2000" dirty="0">
                          <a:solidFill>
                            <a:srgbClr val="808080"/>
                          </a:solidFill>
                        </a:rPr>
                        <a:t>，</a:t>
                      </a:r>
                      <a:r>
                        <a:rPr lang="en-US" altLang="zh-CN" sz="2000">
                          <a:solidFill>
                            <a:srgbClr val="808080"/>
                          </a:solidFill>
                        </a:rPr>
                        <a:t>CNAME</a:t>
                      </a:r>
                      <a:r>
                        <a:rPr lang="zh-CN" altLang="en-US" sz="2000" dirty="0">
                          <a:solidFill>
                            <a:srgbClr val="808080"/>
                          </a:solidFill>
                        </a:rPr>
                        <a:t>，</a:t>
                      </a:r>
                      <a:r>
                        <a:rPr lang="en-US" altLang="zh-CN" sz="2000">
                          <a:solidFill>
                            <a:srgbClr val="808080"/>
                          </a:solidFill>
                        </a:rPr>
                        <a:t>CLASSH</a:t>
                      </a:r>
                      <a:r>
                        <a:rPr lang="zh-CN" altLang="en-US" sz="2000" dirty="0">
                          <a:solidFill>
                            <a:srgbClr val="808080"/>
                          </a:solidFill>
                        </a:rPr>
                        <a:t>，</a:t>
                      </a:r>
                      <a:r>
                        <a:rPr lang="en-US" altLang="zh-CN" sz="2000">
                          <a:solidFill>
                            <a:srgbClr val="808080"/>
                          </a:solidFill>
                        </a:rPr>
                        <a:t>GRADE)</a:t>
                      </a:r>
                    </a:p>
                    <a:p>
                      <a:pPr marL="0" lvl="0" indent="0">
                        <a:buClr>
                          <a:schemeClr val="folHlink"/>
                        </a:buClr>
                        <a:buSzPct val="60000"/>
                        <a:buNone/>
                      </a:pPr>
                      <a:r>
                        <a:rPr lang="zh-CN" altLang="en-US" sz="2000" dirty="0"/>
                        <a:t>平均成绩：</a:t>
                      </a:r>
                      <a:r>
                        <a:rPr lang="en-US" altLang="zh-CN" sz="2000"/>
                        <a:t>A_GRADE(S#</a:t>
                      </a:r>
                      <a:r>
                        <a:rPr lang="zh-CN" altLang="en-US" sz="2000"/>
                        <a:t>，</a:t>
                      </a:r>
                      <a:r>
                        <a:rPr lang="en-US" altLang="zh-CN" sz="2000"/>
                        <a:t>SNAME</a:t>
                      </a:r>
                      <a:r>
                        <a:rPr lang="zh-CN" altLang="en-US" sz="2000"/>
                        <a:t>，</a:t>
                      </a:r>
                      <a:r>
                        <a:rPr lang="en-US" altLang="zh-CN" sz="2000"/>
                        <a:t>AVE_GRADE)</a:t>
                      </a:r>
                    </a:p>
                    <a:p>
                      <a:pPr marL="0" lvl="0" indent="0">
                        <a:buClr>
                          <a:schemeClr val="folHlink"/>
                        </a:buClr>
                        <a:buSzPct val="60000"/>
                        <a:buNone/>
                      </a:pPr>
                      <a:r>
                        <a:rPr lang="en-US" altLang="zh-CN" sz="2000"/>
                        <a:t>                                                   </a:t>
                      </a:r>
                      <a:r>
                        <a:rPr lang="en-US" altLang="zh-CN" sz="2000">
                          <a:solidFill>
                            <a:srgbClr val="660033"/>
                          </a:solidFill>
                        </a:rPr>
                        <a:t>(d)</a:t>
                      </a:r>
                    </a:p>
                  </a:txBody>
                  <a:tcPr marT="45764" marB="45764">
                    <a:lnL w="28575"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tcPr>
                </a:tc>
                <a:tc hMerge="1">
                  <a:txBody>
                    <a:bodyPr/>
                    <a:lstStyle/>
                    <a:p>
                      <a:endParaRPr lang="zh-CN"/>
                    </a:p>
                  </a:txBody>
                  <a:tcPr>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tcPr>
                </a:tc>
                <a:extLst>
                  <a:ext uri="{0D108BD9-81ED-4DB2-BD59-A6C34878D82A}">
                    <a16:rowId xmlns:a16="http://schemas.microsoft.com/office/drawing/2014/main" val="10006"/>
                  </a:ext>
                </a:extLst>
              </a:tr>
            </a:tbl>
          </a:graphicData>
        </a:graphic>
      </p:graphicFrame>
      <p:sp>
        <p:nvSpPr>
          <p:cNvPr id="16425" name="矩形 952361">
            <a:extLst>
              <a:ext uri="{FF2B5EF4-FFF2-40B4-BE49-F238E27FC236}">
                <a16:creationId xmlns:a16="http://schemas.microsoft.com/office/drawing/2014/main" id="{0F494401-D3D0-4390-B328-E3970DF84BA6}"/>
              </a:ext>
            </a:extLst>
          </p:cNvPr>
          <p:cNvSpPr>
            <a:spLocks noChangeArrowheads="1"/>
          </p:cNvSpPr>
          <p:nvPr/>
        </p:nvSpPr>
        <p:spPr bwMode="auto">
          <a:xfrm>
            <a:off x="1582738" y="260350"/>
            <a:ext cx="2844800" cy="62230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r>
              <a:rPr lang="zh-CN" altLang="en-US" sz="2800" b="1">
                <a:solidFill>
                  <a:schemeClr val="tx2"/>
                </a:solidFill>
                <a:latin typeface="Tahoma" panose="020B0604030504040204" pitchFamily="34" charset="0"/>
                <a:ea typeface="黑体" panose="02010609060101010101" pitchFamily="49" charset="-122"/>
              </a:rPr>
              <a:t>外模式示例</a:t>
            </a:r>
          </a:p>
        </p:txBody>
      </p:sp>
    </p:spTree>
  </p:cSld>
  <p:clrMapOvr>
    <a:masterClrMapping/>
  </p:clrMapOvr>
  <mc:AlternateContent xmlns:mc="http://schemas.openxmlformats.org/markup-compatibility/2006" xmlns:p14="http://schemas.microsoft.com/office/powerpoint/2010/main">
    <mc:Choice Requires="p14">
      <p:transition spd="slow" p14:dur="2000" advTm="44122"/>
    </mc:Choice>
    <mc:Fallback xmlns="">
      <p:transition spd="slow" advTm="44122"/>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2417" name="矩形 912416">
            <a:extLst>
              <a:ext uri="{FF2B5EF4-FFF2-40B4-BE49-F238E27FC236}">
                <a16:creationId xmlns:a16="http://schemas.microsoft.com/office/drawing/2014/main" id="{D8F15771-283C-40CA-952F-C1505DCE7BA7}"/>
              </a:ext>
            </a:extLst>
          </p:cNvPr>
          <p:cNvSpPr/>
          <p:nvPr/>
        </p:nvSpPr>
        <p:spPr>
          <a:xfrm>
            <a:off x="1042988" y="214313"/>
            <a:ext cx="8043862"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sz="3400" noProof="1"/>
              <a:t>一、数据库内部体系结构的三级模式结构</a:t>
            </a:r>
            <a:r>
              <a:rPr lang="zh-CN" altLang="en-US" noProof="1"/>
              <a:t> </a:t>
            </a:r>
          </a:p>
        </p:txBody>
      </p:sp>
      <p:sp>
        <p:nvSpPr>
          <p:cNvPr id="912389" name="矩形 912388">
            <a:extLst>
              <a:ext uri="{FF2B5EF4-FFF2-40B4-BE49-F238E27FC236}">
                <a16:creationId xmlns:a16="http://schemas.microsoft.com/office/drawing/2014/main" id="{1A70475C-07D0-4547-87B4-9D14776FE730}"/>
              </a:ext>
            </a:extLst>
          </p:cNvPr>
          <p:cNvSpPr/>
          <p:nvPr/>
        </p:nvSpPr>
        <p:spPr>
          <a:xfrm>
            <a:off x="468313" y="1125538"/>
            <a:ext cx="7993062" cy="64770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r>
              <a:rPr lang="en-US" altLang="zh-CN" noProof="1"/>
              <a:t>         </a:t>
            </a:r>
            <a:r>
              <a:rPr lang="en-US" altLang="zh-CN" sz="3000" noProof="1">
                <a:solidFill>
                  <a:srgbClr val="660033"/>
                </a:solidFill>
                <a:ea typeface="华文新魏" panose="02010800040101010101" pitchFamily="2" charset="-122"/>
              </a:rPr>
              <a:t>1</a:t>
            </a:r>
            <a:r>
              <a:rPr lang="zh-CN" altLang="en-US" sz="3000" noProof="1">
                <a:solidFill>
                  <a:srgbClr val="660033"/>
                </a:solidFill>
                <a:ea typeface="华文新魏" panose="02010800040101010101" pitchFamily="2" charset="-122"/>
              </a:rPr>
              <a:t>、三级数据库结构</a:t>
            </a:r>
            <a:r>
              <a:rPr lang="zh-CN" altLang="en-US" noProof="1"/>
              <a:t> </a:t>
            </a:r>
          </a:p>
        </p:txBody>
      </p:sp>
      <p:grpSp>
        <p:nvGrpSpPr>
          <p:cNvPr id="17411" name="组合 912389">
            <a:extLst>
              <a:ext uri="{FF2B5EF4-FFF2-40B4-BE49-F238E27FC236}">
                <a16:creationId xmlns:a16="http://schemas.microsoft.com/office/drawing/2014/main" id="{394FE553-09C9-45F7-978C-7A4988849415}"/>
              </a:ext>
            </a:extLst>
          </p:cNvPr>
          <p:cNvGrpSpPr>
            <a:grpSpLocks/>
          </p:cNvGrpSpPr>
          <p:nvPr/>
        </p:nvGrpSpPr>
        <p:grpSpPr bwMode="auto">
          <a:xfrm>
            <a:off x="684213" y="1703388"/>
            <a:ext cx="7920037" cy="4960937"/>
            <a:chOff x="528" y="1073"/>
            <a:chExt cx="4774" cy="3125"/>
          </a:xfrm>
        </p:grpSpPr>
        <p:sp>
          <p:nvSpPr>
            <p:cNvPr id="17412" name="圆柱形 912390">
              <a:extLst>
                <a:ext uri="{FF2B5EF4-FFF2-40B4-BE49-F238E27FC236}">
                  <a16:creationId xmlns:a16="http://schemas.microsoft.com/office/drawing/2014/main" id="{54D656D9-75F5-4B33-9E34-4F11A3A00D54}"/>
                </a:ext>
              </a:extLst>
            </p:cNvPr>
            <p:cNvSpPr>
              <a:spLocks noChangeArrowheads="1"/>
            </p:cNvSpPr>
            <p:nvPr/>
          </p:nvSpPr>
          <p:spPr bwMode="auto">
            <a:xfrm>
              <a:off x="2688" y="3377"/>
              <a:ext cx="1127" cy="432"/>
            </a:xfrm>
            <a:prstGeom prst="can">
              <a:avLst>
                <a:gd name="adj" fmla="val 25000"/>
              </a:avLst>
            </a:prstGeom>
            <a:solidFill>
              <a:srgbClr val="FFCC99"/>
            </a:solidFill>
            <a:ln w="19050">
              <a:solidFill>
                <a:schemeClr val="tx1"/>
              </a:solidFill>
              <a:round/>
              <a:headEnd/>
              <a:tailEnd/>
            </a:ln>
          </p:spPr>
          <p:txBody>
            <a:bodyPr wrap="none" anchor="ctr"/>
            <a:lstStyle/>
            <a:p>
              <a:pPr algn="ctr"/>
              <a:r>
                <a:rPr lang="zh-CN" altLang="en-US" sz="2000" b="1">
                  <a:ea typeface="宋体" panose="02010600030101010101" pitchFamily="2" charset="-122"/>
                </a:rPr>
                <a:t>数据库</a:t>
              </a:r>
            </a:p>
          </p:txBody>
        </p:sp>
        <p:sp>
          <p:nvSpPr>
            <p:cNvPr id="17413" name="矩形 912391">
              <a:extLst>
                <a:ext uri="{FF2B5EF4-FFF2-40B4-BE49-F238E27FC236}">
                  <a16:creationId xmlns:a16="http://schemas.microsoft.com/office/drawing/2014/main" id="{9B8E67A1-AC51-458C-8AF9-3BBBD69C3482}"/>
                </a:ext>
              </a:extLst>
            </p:cNvPr>
            <p:cNvSpPr>
              <a:spLocks noChangeArrowheads="1"/>
            </p:cNvSpPr>
            <p:nvPr/>
          </p:nvSpPr>
          <p:spPr bwMode="auto">
            <a:xfrm>
              <a:off x="528" y="1217"/>
              <a:ext cx="934" cy="288"/>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solidFill>
                    <a:srgbClr val="000000"/>
                  </a:solidFill>
                  <a:ea typeface="宋体" panose="02010600030101010101" pitchFamily="2" charset="-122"/>
                </a:rPr>
                <a:t>应用程序</a:t>
              </a:r>
              <a:r>
                <a:rPr lang="en-US" altLang="zh-CN" sz="2000" b="1">
                  <a:ea typeface="宋体" panose="02010600030101010101" pitchFamily="2" charset="-122"/>
                </a:rPr>
                <a:t>1</a:t>
              </a:r>
            </a:p>
          </p:txBody>
        </p:sp>
        <p:sp>
          <p:nvSpPr>
            <p:cNvPr id="17414" name="矩形 912392">
              <a:extLst>
                <a:ext uri="{FF2B5EF4-FFF2-40B4-BE49-F238E27FC236}">
                  <a16:creationId xmlns:a16="http://schemas.microsoft.com/office/drawing/2014/main" id="{40C7DA63-0E28-4403-AFA5-F5ED904DC1F8}"/>
                </a:ext>
              </a:extLst>
            </p:cNvPr>
            <p:cNvSpPr>
              <a:spLocks noChangeArrowheads="1"/>
            </p:cNvSpPr>
            <p:nvPr/>
          </p:nvSpPr>
          <p:spPr bwMode="auto">
            <a:xfrm>
              <a:off x="1680" y="1217"/>
              <a:ext cx="929" cy="288"/>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应用程序</a:t>
              </a:r>
              <a:r>
                <a:rPr lang="en-US" altLang="zh-CN" sz="2000" b="1">
                  <a:ea typeface="宋体" panose="02010600030101010101" pitchFamily="2" charset="-122"/>
                </a:rPr>
                <a:t>2</a:t>
              </a:r>
            </a:p>
          </p:txBody>
        </p:sp>
        <p:sp>
          <p:nvSpPr>
            <p:cNvPr id="17415" name="矩形 912393">
              <a:extLst>
                <a:ext uri="{FF2B5EF4-FFF2-40B4-BE49-F238E27FC236}">
                  <a16:creationId xmlns:a16="http://schemas.microsoft.com/office/drawing/2014/main" id="{4B65BC13-9416-4008-89A0-A67BCA0FD2F4}"/>
                </a:ext>
              </a:extLst>
            </p:cNvPr>
            <p:cNvSpPr>
              <a:spLocks noChangeArrowheads="1"/>
            </p:cNvSpPr>
            <p:nvPr/>
          </p:nvSpPr>
          <p:spPr bwMode="auto">
            <a:xfrm>
              <a:off x="2832" y="1217"/>
              <a:ext cx="927" cy="288"/>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应用程序</a:t>
              </a:r>
              <a:r>
                <a:rPr lang="en-US" altLang="zh-CN" sz="2000" b="1">
                  <a:ea typeface="宋体" panose="02010600030101010101" pitchFamily="2" charset="-122"/>
                </a:rPr>
                <a:t>3</a:t>
              </a:r>
            </a:p>
          </p:txBody>
        </p:sp>
        <p:sp>
          <p:nvSpPr>
            <p:cNvPr id="17416" name="矩形 912394">
              <a:extLst>
                <a:ext uri="{FF2B5EF4-FFF2-40B4-BE49-F238E27FC236}">
                  <a16:creationId xmlns:a16="http://schemas.microsoft.com/office/drawing/2014/main" id="{CC728D3C-5B27-482E-81B9-A7DEB702D936}"/>
                </a:ext>
              </a:extLst>
            </p:cNvPr>
            <p:cNvSpPr>
              <a:spLocks noChangeArrowheads="1"/>
            </p:cNvSpPr>
            <p:nvPr/>
          </p:nvSpPr>
          <p:spPr bwMode="auto">
            <a:xfrm>
              <a:off x="4368" y="1217"/>
              <a:ext cx="934" cy="288"/>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应用程序</a:t>
              </a:r>
              <a:r>
                <a:rPr lang="en-US" altLang="zh-CN" sz="2000" b="1">
                  <a:ea typeface="宋体" panose="02010600030101010101" pitchFamily="2" charset="-122"/>
                </a:rPr>
                <a:t>M</a:t>
              </a:r>
            </a:p>
          </p:txBody>
        </p:sp>
        <p:sp>
          <p:nvSpPr>
            <p:cNvPr id="17417" name="矩形 912395">
              <a:extLst>
                <a:ext uri="{FF2B5EF4-FFF2-40B4-BE49-F238E27FC236}">
                  <a16:creationId xmlns:a16="http://schemas.microsoft.com/office/drawing/2014/main" id="{FB489952-2889-40AC-9BDE-E9F45792A81F}"/>
                </a:ext>
              </a:extLst>
            </p:cNvPr>
            <p:cNvSpPr>
              <a:spLocks noChangeArrowheads="1"/>
            </p:cNvSpPr>
            <p:nvPr/>
          </p:nvSpPr>
          <p:spPr bwMode="auto">
            <a:xfrm>
              <a:off x="1056" y="1841"/>
              <a:ext cx="934" cy="286"/>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外模式</a:t>
              </a:r>
              <a:r>
                <a:rPr lang="en-US" altLang="zh-CN" sz="2000" b="1">
                  <a:ea typeface="宋体" panose="02010600030101010101" pitchFamily="2" charset="-122"/>
                </a:rPr>
                <a:t>1</a:t>
              </a:r>
            </a:p>
          </p:txBody>
        </p:sp>
        <p:sp>
          <p:nvSpPr>
            <p:cNvPr id="17418" name="矩形 912396">
              <a:extLst>
                <a:ext uri="{FF2B5EF4-FFF2-40B4-BE49-F238E27FC236}">
                  <a16:creationId xmlns:a16="http://schemas.microsoft.com/office/drawing/2014/main" id="{A31CC42B-9533-4D06-94DC-58AAE80122F4}"/>
                </a:ext>
              </a:extLst>
            </p:cNvPr>
            <p:cNvSpPr>
              <a:spLocks noChangeArrowheads="1"/>
            </p:cNvSpPr>
            <p:nvPr/>
          </p:nvSpPr>
          <p:spPr bwMode="auto">
            <a:xfrm>
              <a:off x="2784" y="1841"/>
              <a:ext cx="927" cy="288"/>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外模式</a:t>
              </a:r>
              <a:r>
                <a:rPr lang="en-US" altLang="zh-CN" sz="2000" b="1">
                  <a:ea typeface="宋体" panose="02010600030101010101" pitchFamily="2" charset="-122"/>
                </a:rPr>
                <a:t>2</a:t>
              </a:r>
            </a:p>
          </p:txBody>
        </p:sp>
        <p:sp>
          <p:nvSpPr>
            <p:cNvPr id="17419" name="矩形 912397">
              <a:extLst>
                <a:ext uri="{FF2B5EF4-FFF2-40B4-BE49-F238E27FC236}">
                  <a16:creationId xmlns:a16="http://schemas.microsoft.com/office/drawing/2014/main" id="{CC85C3A3-67E5-454D-8001-0199DEEB990F}"/>
                </a:ext>
              </a:extLst>
            </p:cNvPr>
            <p:cNvSpPr>
              <a:spLocks noChangeArrowheads="1"/>
            </p:cNvSpPr>
            <p:nvPr/>
          </p:nvSpPr>
          <p:spPr bwMode="auto">
            <a:xfrm>
              <a:off x="4368" y="1841"/>
              <a:ext cx="927" cy="290"/>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外模式</a:t>
              </a:r>
              <a:r>
                <a:rPr lang="en-US" altLang="zh-CN" sz="2000" b="1">
                  <a:ea typeface="宋体" panose="02010600030101010101" pitchFamily="2" charset="-122"/>
                </a:rPr>
                <a:t>N</a:t>
              </a:r>
            </a:p>
          </p:txBody>
        </p:sp>
        <p:sp>
          <p:nvSpPr>
            <p:cNvPr id="17420" name="矩形 912398">
              <a:extLst>
                <a:ext uri="{FF2B5EF4-FFF2-40B4-BE49-F238E27FC236}">
                  <a16:creationId xmlns:a16="http://schemas.microsoft.com/office/drawing/2014/main" id="{DEA99B6E-EBAD-4FBF-8564-247436DAE937}"/>
                </a:ext>
              </a:extLst>
            </p:cNvPr>
            <p:cNvSpPr>
              <a:spLocks noChangeArrowheads="1"/>
            </p:cNvSpPr>
            <p:nvPr/>
          </p:nvSpPr>
          <p:spPr bwMode="auto">
            <a:xfrm>
              <a:off x="2784" y="2369"/>
              <a:ext cx="943" cy="288"/>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逻辑模式</a:t>
              </a:r>
            </a:p>
          </p:txBody>
        </p:sp>
        <p:sp>
          <p:nvSpPr>
            <p:cNvPr id="17421" name="矩形 912399">
              <a:extLst>
                <a:ext uri="{FF2B5EF4-FFF2-40B4-BE49-F238E27FC236}">
                  <a16:creationId xmlns:a16="http://schemas.microsoft.com/office/drawing/2014/main" id="{DC656070-E1E3-4D6F-8968-917DC6E332FD}"/>
                </a:ext>
              </a:extLst>
            </p:cNvPr>
            <p:cNvSpPr>
              <a:spLocks noChangeArrowheads="1"/>
            </p:cNvSpPr>
            <p:nvPr/>
          </p:nvSpPr>
          <p:spPr bwMode="auto">
            <a:xfrm>
              <a:off x="2784" y="2897"/>
              <a:ext cx="948" cy="286"/>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内模式</a:t>
              </a:r>
            </a:p>
          </p:txBody>
        </p:sp>
        <p:sp>
          <p:nvSpPr>
            <p:cNvPr id="17422" name="直接连接符 912400">
              <a:extLst>
                <a:ext uri="{FF2B5EF4-FFF2-40B4-BE49-F238E27FC236}">
                  <a16:creationId xmlns:a16="http://schemas.microsoft.com/office/drawing/2014/main" id="{C7B36091-1E8F-4E2A-AEA8-3DA1A8521253}"/>
                </a:ext>
              </a:extLst>
            </p:cNvPr>
            <p:cNvSpPr>
              <a:spLocks noChangeShapeType="1"/>
            </p:cNvSpPr>
            <p:nvPr/>
          </p:nvSpPr>
          <p:spPr bwMode="auto">
            <a:xfrm>
              <a:off x="912" y="1505"/>
              <a:ext cx="528"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23" name="直接连接符 912401">
              <a:extLst>
                <a:ext uri="{FF2B5EF4-FFF2-40B4-BE49-F238E27FC236}">
                  <a16:creationId xmlns:a16="http://schemas.microsoft.com/office/drawing/2014/main" id="{F4888685-EBF8-44C1-BE16-421C5A1E78FB}"/>
                </a:ext>
              </a:extLst>
            </p:cNvPr>
            <p:cNvSpPr>
              <a:spLocks noChangeShapeType="1"/>
            </p:cNvSpPr>
            <p:nvPr/>
          </p:nvSpPr>
          <p:spPr bwMode="auto">
            <a:xfrm flipH="1">
              <a:off x="1680" y="1505"/>
              <a:ext cx="384"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24" name="直接连接符 912402">
              <a:extLst>
                <a:ext uri="{FF2B5EF4-FFF2-40B4-BE49-F238E27FC236}">
                  <a16:creationId xmlns:a16="http://schemas.microsoft.com/office/drawing/2014/main" id="{95670E84-8162-4B4F-93B7-1FFBE2B577BE}"/>
                </a:ext>
              </a:extLst>
            </p:cNvPr>
            <p:cNvSpPr>
              <a:spLocks noChangeShapeType="1"/>
            </p:cNvSpPr>
            <p:nvPr/>
          </p:nvSpPr>
          <p:spPr bwMode="auto">
            <a:xfrm>
              <a:off x="4800" y="1505"/>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25" name="直接连接符 912403">
              <a:extLst>
                <a:ext uri="{FF2B5EF4-FFF2-40B4-BE49-F238E27FC236}">
                  <a16:creationId xmlns:a16="http://schemas.microsoft.com/office/drawing/2014/main" id="{3C25FE61-6FD4-4262-A5A2-656CA4A03FD5}"/>
                </a:ext>
              </a:extLst>
            </p:cNvPr>
            <p:cNvSpPr>
              <a:spLocks noChangeShapeType="1"/>
            </p:cNvSpPr>
            <p:nvPr/>
          </p:nvSpPr>
          <p:spPr bwMode="auto">
            <a:xfrm>
              <a:off x="3216" y="1505"/>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26" name="直接连接符 912404">
              <a:extLst>
                <a:ext uri="{FF2B5EF4-FFF2-40B4-BE49-F238E27FC236}">
                  <a16:creationId xmlns:a16="http://schemas.microsoft.com/office/drawing/2014/main" id="{7CB34E71-035A-4A54-A16A-5E240FFA9589}"/>
                </a:ext>
              </a:extLst>
            </p:cNvPr>
            <p:cNvSpPr>
              <a:spLocks noChangeShapeType="1"/>
            </p:cNvSpPr>
            <p:nvPr/>
          </p:nvSpPr>
          <p:spPr bwMode="auto">
            <a:xfrm>
              <a:off x="3216" y="2129"/>
              <a:ext cx="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27" name="直接连接符 912405">
              <a:extLst>
                <a:ext uri="{FF2B5EF4-FFF2-40B4-BE49-F238E27FC236}">
                  <a16:creationId xmlns:a16="http://schemas.microsoft.com/office/drawing/2014/main" id="{128902AF-6CF5-4168-9AB7-B644AEF3A484}"/>
                </a:ext>
              </a:extLst>
            </p:cNvPr>
            <p:cNvSpPr>
              <a:spLocks noChangeShapeType="1"/>
            </p:cNvSpPr>
            <p:nvPr/>
          </p:nvSpPr>
          <p:spPr bwMode="auto">
            <a:xfrm>
              <a:off x="3216" y="2657"/>
              <a:ext cx="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28" name="直接连接符 912406">
              <a:extLst>
                <a:ext uri="{FF2B5EF4-FFF2-40B4-BE49-F238E27FC236}">
                  <a16:creationId xmlns:a16="http://schemas.microsoft.com/office/drawing/2014/main" id="{87D3E1FF-CD51-4A15-9E92-DDC3928AB297}"/>
                </a:ext>
              </a:extLst>
            </p:cNvPr>
            <p:cNvSpPr>
              <a:spLocks noChangeShapeType="1"/>
            </p:cNvSpPr>
            <p:nvPr/>
          </p:nvSpPr>
          <p:spPr bwMode="auto">
            <a:xfrm>
              <a:off x="3216" y="3185"/>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29" name="直接连接符 912407">
              <a:extLst>
                <a:ext uri="{FF2B5EF4-FFF2-40B4-BE49-F238E27FC236}">
                  <a16:creationId xmlns:a16="http://schemas.microsoft.com/office/drawing/2014/main" id="{C6D6AC70-6B25-491D-93DB-8B29E373C2B6}"/>
                </a:ext>
              </a:extLst>
            </p:cNvPr>
            <p:cNvSpPr>
              <a:spLocks noChangeShapeType="1"/>
            </p:cNvSpPr>
            <p:nvPr/>
          </p:nvSpPr>
          <p:spPr bwMode="auto">
            <a:xfrm>
              <a:off x="1536" y="2129"/>
              <a:ext cx="1488"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30" name="直接连接符 912408">
              <a:extLst>
                <a:ext uri="{FF2B5EF4-FFF2-40B4-BE49-F238E27FC236}">
                  <a16:creationId xmlns:a16="http://schemas.microsoft.com/office/drawing/2014/main" id="{70970365-F45B-4F63-912C-BB9BB3C5B7A7}"/>
                </a:ext>
              </a:extLst>
            </p:cNvPr>
            <p:cNvSpPr>
              <a:spLocks noChangeShapeType="1"/>
            </p:cNvSpPr>
            <p:nvPr/>
          </p:nvSpPr>
          <p:spPr bwMode="auto">
            <a:xfrm flipH="1">
              <a:off x="3456" y="2129"/>
              <a:ext cx="1296"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31" name="文本框 912409">
              <a:extLst>
                <a:ext uri="{FF2B5EF4-FFF2-40B4-BE49-F238E27FC236}">
                  <a16:creationId xmlns:a16="http://schemas.microsoft.com/office/drawing/2014/main" id="{F34DB183-9D53-446E-A511-1009073633F2}"/>
                </a:ext>
              </a:extLst>
            </p:cNvPr>
            <p:cNvSpPr txBox="1">
              <a:spLocks noChangeArrowheads="1"/>
            </p:cNvSpPr>
            <p:nvPr/>
          </p:nvSpPr>
          <p:spPr bwMode="auto">
            <a:xfrm>
              <a:off x="3840" y="1073"/>
              <a:ext cx="38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3200">
                  <a:ea typeface="宋体" panose="02010600030101010101" pitchFamily="2" charset="-122"/>
                </a:rPr>
                <a:t>…</a:t>
              </a:r>
            </a:p>
          </p:txBody>
        </p:sp>
        <p:sp>
          <p:nvSpPr>
            <p:cNvPr id="17432" name="文本框 912410">
              <a:extLst>
                <a:ext uri="{FF2B5EF4-FFF2-40B4-BE49-F238E27FC236}">
                  <a16:creationId xmlns:a16="http://schemas.microsoft.com/office/drawing/2014/main" id="{D1519811-5EE6-4827-84FE-DACE2C89F4C7}"/>
                </a:ext>
              </a:extLst>
            </p:cNvPr>
            <p:cNvSpPr txBox="1">
              <a:spLocks noChangeArrowheads="1"/>
            </p:cNvSpPr>
            <p:nvPr/>
          </p:nvSpPr>
          <p:spPr bwMode="auto">
            <a:xfrm>
              <a:off x="3840" y="1745"/>
              <a:ext cx="48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3200">
                  <a:ea typeface="宋体" panose="02010600030101010101" pitchFamily="2" charset="-122"/>
                </a:rPr>
                <a:t>…</a:t>
              </a:r>
            </a:p>
          </p:txBody>
        </p:sp>
        <p:sp>
          <p:nvSpPr>
            <p:cNvPr id="17433" name="文本框 912411">
              <a:extLst>
                <a:ext uri="{FF2B5EF4-FFF2-40B4-BE49-F238E27FC236}">
                  <a16:creationId xmlns:a16="http://schemas.microsoft.com/office/drawing/2014/main" id="{84EF95CB-F16B-4613-BA46-F1EDF4225C3E}"/>
                </a:ext>
              </a:extLst>
            </p:cNvPr>
            <p:cNvSpPr txBox="1">
              <a:spLocks noChangeArrowheads="1"/>
            </p:cNvSpPr>
            <p:nvPr/>
          </p:nvSpPr>
          <p:spPr bwMode="auto">
            <a:xfrm>
              <a:off x="1977" y="3929"/>
              <a:ext cx="321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200" b="1">
                  <a:solidFill>
                    <a:srgbClr val="006699"/>
                  </a:solidFill>
                  <a:ea typeface="宋体" panose="02010600030101010101" pitchFamily="2" charset="-122"/>
                </a:rPr>
                <a:t>图</a:t>
              </a:r>
              <a:r>
                <a:rPr lang="en-US" altLang="zh-CN" sz="2200" b="1">
                  <a:solidFill>
                    <a:srgbClr val="006699"/>
                  </a:solidFill>
                  <a:ea typeface="宋体" panose="02010600030101010101" pitchFamily="2" charset="-122"/>
                </a:rPr>
                <a:t>1.10    </a:t>
              </a:r>
              <a:r>
                <a:rPr lang="zh-CN" altLang="en-US" sz="2200" b="1">
                  <a:solidFill>
                    <a:srgbClr val="006699"/>
                  </a:solidFill>
                  <a:ea typeface="宋体" panose="02010600030101010101" pitchFamily="2" charset="-122"/>
                </a:rPr>
                <a:t>数据库的三级模式结构</a:t>
              </a:r>
            </a:p>
          </p:txBody>
        </p:sp>
      </p:grpSp>
      <p:sp>
        <p:nvSpPr>
          <p:cNvPr id="912413" name="圆角矩形标注 912412">
            <a:extLst>
              <a:ext uri="{FF2B5EF4-FFF2-40B4-BE49-F238E27FC236}">
                <a16:creationId xmlns:a16="http://schemas.microsoft.com/office/drawing/2014/main" id="{DB2E969F-F531-4FBC-99AE-FE6060008FB3}"/>
              </a:ext>
            </a:extLst>
          </p:cNvPr>
          <p:cNvSpPr/>
          <p:nvPr/>
        </p:nvSpPr>
        <p:spPr>
          <a:xfrm>
            <a:off x="1547813" y="115888"/>
            <a:ext cx="7524750" cy="1225550"/>
          </a:xfrm>
          <a:prstGeom prst="wedgeRoundRectCallout">
            <a:avLst>
              <a:gd name="adj1" fmla="val 9056"/>
              <a:gd name="adj2" fmla="val 47278"/>
              <a:gd name="adj3" fmla="val 16667"/>
            </a:avLst>
          </a:prstGeom>
          <a:solidFill>
            <a:srgbClr val="CCFFFF"/>
          </a:solidFill>
          <a:ln w="9525" cap="flat" cmpd="sng">
            <a:solidFill>
              <a:schemeClr val="tx1"/>
            </a:solidFill>
            <a:prstDash val="solid"/>
            <a:miter/>
            <a:headEnd type="none" w="med" len="med"/>
            <a:tailEnd type="none" w="med" len="med"/>
          </a:ln>
        </p:spPr>
        <p:txBody>
          <a:bodyPr/>
          <a:lstStyle/>
          <a:p>
            <a:pPr>
              <a:lnSpc>
                <a:spcPct val="115000"/>
              </a:lnSpc>
            </a:pPr>
            <a:r>
              <a:rPr lang="zh-CN" altLang="en-US" sz="2000" b="1" noProof="1">
                <a:effectLst>
                  <a:outerShdw blurRad="38100" dist="38100" dir="2700000">
                    <a:srgbClr val="FFFFFF"/>
                  </a:outerShdw>
                </a:effectLst>
              </a:rPr>
              <a:t>排课外模式</a:t>
            </a:r>
            <a:r>
              <a:rPr lang="en-US" altLang="zh-CN" sz="2000" b="1" noProof="1">
                <a:effectLst>
                  <a:outerShdw blurRad="38100" dist="38100" dir="2700000">
                    <a:srgbClr val="FFFFFF"/>
                  </a:outerShdw>
                </a:effectLst>
              </a:rPr>
              <a:t>(</a:t>
            </a:r>
            <a:r>
              <a:rPr lang="zh-CN" altLang="en-US" sz="2000" b="1" noProof="1">
                <a:effectLst>
                  <a:outerShdw blurRad="38100" dist="38100" dir="2700000">
                    <a:srgbClr val="FFFFFF"/>
                  </a:outerShdw>
                </a:effectLst>
              </a:rPr>
              <a:t>课程号，课程名，学时，教员姓名，教研室</a:t>
            </a:r>
            <a:r>
              <a:rPr lang="en-US" altLang="zh-CN" sz="2000" b="1" noProof="1">
                <a:effectLst>
                  <a:outerShdw blurRad="38100" dist="38100" dir="2700000">
                    <a:srgbClr val="FFFFFF"/>
                  </a:outerShdw>
                </a:effectLst>
              </a:rPr>
              <a:t>)</a:t>
            </a:r>
          </a:p>
          <a:p>
            <a:pPr>
              <a:lnSpc>
                <a:spcPct val="115000"/>
              </a:lnSpc>
            </a:pPr>
            <a:r>
              <a:rPr lang="zh-CN" altLang="en-US" sz="2000" b="1" noProof="1">
                <a:effectLst>
                  <a:outerShdw blurRad="38100" dist="38100" dir="2700000">
                    <a:srgbClr val="FFFFFF"/>
                  </a:outerShdw>
                </a:effectLst>
              </a:rPr>
              <a:t>学习成绩外模式</a:t>
            </a:r>
            <a:r>
              <a:rPr lang="en-US" altLang="zh-CN" sz="2000" b="1" noProof="1">
                <a:effectLst>
                  <a:outerShdw blurRad="38100" dist="38100" dir="2700000">
                    <a:srgbClr val="FFFFFF"/>
                  </a:outerShdw>
                </a:effectLst>
              </a:rPr>
              <a:t>(</a:t>
            </a:r>
            <a:r>
              <a:rPr lang="zh-CN" altLang="en-US" sz="2000" b="1" noProof="1">
                <a:effectLst>
                  <a:outerShdw blurRad="38100" dist="38100" dir="2700000">
                    <a:srgbClr val="FFFFFF"/>
                  </a:outerShdw>
                </a:effectLst>
              </a:rPr>
              <a:t>学号，姓名，课程号，课程名，学时，分数</a:t>
            </a:r>
            <a:r>
              <a:rPr lang="en-US" altLang="zh-CN" sz="2000" b="1" noProof="1">
                <a:effectLst>
                  <a:outerShdw blurRad="38100" dist="38100" dir="2700000">
                    <a:srgbClr val="FFFFFF"/>
                  </a:outerShdw>
                </a:effectLst>
              </a:rPr>
              <a:t>)</a:t>
            </a:r>
          </a:p>
          <a:p>
            <a:pPr>
              <a:lnSpc>
                <a:spcPct val="115000"/>
              </a:lnSpc>
            </a:pPr>
            <a:r>
              <a:rPr lang="zh-CN" altLang="en-US" sz="2000" b="1" noProof="1">
                <a:effectLst>
                  <a:outerShdw blurRad="38100" dist="38100" dir="2700000">
                    <a:srgbClr val="FFFFFF"/>
                  </a:outerShdw>
                </a:effectLst>
              </a:rPr>
              <a:t>平均成绩外模式</a:t>
            </a:r>
            <a:r>
              <a:rPr lang="en-US" altLang="zh-CN" sz="2000" b="1" noProof="1">
                <a:effectLst>
                  <a:outerShdw blurRad="38100" dist="38100" dir="2700000">
                    <a:srgbClr val="FFFFFF"/>
                  </a:outerShdw>
                </a:effectLst>
              </a:rPr>
              <a:t>(</a:t>
            </a:r>
            <a:r>
              <a:rPr lang="zh-CN" altLang="en-US" sz="2000" b="1" noProof="1">
                <a:effectLst>
                  <a:outerShdw blurRad="38100" dist="38100" dir="2700000">
                    <a:srgbClr val="FFFFFF"/>
                  </a:outerShdw>
                </a:effectLst>
              </a:rPr>
              <a:t>学号，姓名，平均分数</a:t>
            </a:r>
            <a:r>
              <a:rPr lang="en-US" altLang="zh-CN" sz="2000" b="1" noProof="1">
                <a:effectLst>
                  <a:outerShdw blurRad="38100" dist="38100" dir="2700000">
                    <a:srgbClr val="FFFFFF"/>
                  </a:outerShdw>
                </a:effectLst>
              </a:rPr>
              <a:t>)</a:t>
            </a:r>
          </a:p>
        </p:txBody>
      </p:sp>
      <p:sp>
        <p:nvSpPr>
          <p:cNvPr id="17435" name="左弧形箭头 912413">
            <a:extLst>
              <a:ext uri="{FF2B5EF4-FFF2-40B4-BE49-F238E27FC236}">
                <a16:creationId xmlns:a16="http://schemas.microsoft.com/office/drawing/2014/main" id="{A17FED23-60E8-4B37-A08D-9E56F2A1B4C6}"/>
              </a:ext>
            </a:extLst>
          </p:cNvPr>
          <p:cNvSpPr>
            <a:spLocks noChangeArrowheads="1"/>
          </p:cNvSpPr>
          <p:nvPr/>
        </p:nvSpPr>
        <p:spPr bwMode="auto">
          <a:xfrm>
            <a:off x="1111250" y="260350"/>
            <a:ext cx="863600" cy="2808288"/>
          </a:xfrm>
          <a:prstGeom prst="curvedRightArrow">
            <a:avLst>
              <a:gd name="adj1" fmla="val 30185"/>
              <a:gd name="adj2" fmla="val 48010"/>
              <a:gd name="adj3" fmla="val 33329"/>
            </a:avLst>
          </a:prstGeom>
          <a:solidFill>
            <a:schemeClr val="accent1"/>
          </a:solidFill>
          <a:ln w="12700" cap="sq">
            <a:solidFill>
              <a:schemeClr val="tx1"/>
            </a:solidFill>
            <a:miter lim="800000"/>
            <a:headEnd type="none" w="sm" len="sm"/>
            <a:tailEnd type="none" w="sm" len="sm"/>
          </a:ln>
        </p:spPr>
        <p:txBody>
          <a:bodyPr wrap="none" anchor="ctr"/>
          <a:lstStyle/>
          <a:p>
            <a:pPr algn="ctr"/>
            <a:endParaRPr lang="zh-CN" altLang="en-US"/>
          </a:p>
        </p:txBody>
      </p:sp>
      <p:sp>
        <p:nvSpPr>
          <p:cNvPr id="17436" name="右弧形箭头 912414">
            <a:extLst>
              <a:ext uri="{FF2B5EF4-FFF2-40B4-BE49-F238E27FC236}">
                <a16:creationId xmlns:a16="http://schemas.microsoft.com/office/drawing/2014/main" id="{45173DA5-9D68-4E0A-BC39-C3C7EB0CF347}"/>
              </a:ext>
            </a:extLst>
          </p:cNvPr>
          <p:cNvSpPr>
            <a:spLocks noChangeArrowheads="1"/>
          </p:cNvSpPr>
          <p:nvPr/>
        </p:nvSpPr>
        <p:spPr bwMode="auto">
          <a:xfrm>
            <a:off x="5867400" y="1317625"/>
            <a:ext cx="433388" cy="1944688"/>
          </a:xfrm>
          <a:prstGeom prst="curvedLeftArrow">
            <a:avLst>
              <a:gd name="adj1" fmla="val 89744"/>
              <a:gd name="adj2" fmla="val 179487"/>
              <a:gd name="adj3" fmla="val 33329"/>
            </a:avLst>
          </a:prstGeom>
          <a:solidFill>
            <a:srgbClr val="990099"/>
          </a:solidFill>
          <a:ln w="12700" cap="sq">
            <a:solidFill>
              <a:srgbClr val="990099"/>
            </a:solidFill>
            <a:miter lim="800000"/>
            <a:headEnd type="none" w="sm" len="sm"/>
            <a:tailEnd type="none" w="sm" len="sm"/>
          </a:ln>
        </p:spPr>
        <p:txBody>
          <a:bodyPr/>
          <a:lstStyle/>
          <a:p>
            <a:endParaRPr lang="zh-CN" altLang="en-US"/>
          </a:p>
        </p:txBody>
      </p:sp>
      <p:sp>
        <p:nvSpPr>
          <p:cNvPr id="17437" name="任意多边形 912415">
            <a:extLst>
              <a:ext uri="{FF2B5EF4-FFF2-40B4-BE49-F238E27FC236}">
                <a16:creationId xmlns:a16="http://schemas.microsoft.com/office/drawing/2014/main" id="{C1268C35-DFE9-4FB8-8B62-18A469132212}"/>
              </a:ext>
            </a:extLst>
          </p:cNvPr>
          <p:cNvSpPr>
            <a:spLocks noChangeArrowheads="1"/>
          </p:cNvSpPr>
          <p:nvPr/>
        </p:nvSpPr>
        <p:spPr bwMode="auto">
          <a:xfrm rot="6780000">
            <a:off x="7565232" y="1532731"/>
            <a:ext cx="2093912" cy="701675"/>
          </a:xfrm>
          <a:custGeom>
            <a:avLst/>
            <a:gdLst>
              <a:gd name="T0" fmla="*/ 21600 w 21600"/>
              <a:gd name="T1" fmla="*/ 6079 h 21600"/>
              <a:gd name="T2" fmla="*/ 14974 w 21600"/>
              <a:gd name="T3" fmla="*/ 0 h 21600"/>
              <a:gd name="T4" fmla="*/ 14974 w 21600"/>
              <a:gd name="T5" fmla="*/ 5872 h 21600"/>
              <a:gd name="T6" fmla="*/ 12427 w 21600"/>
              <a:gd name="T7" fmla="*/ 5872 h 21600"/>
              <a:gd name="T8" fmla="*/ 0 w 21600"/>
              <a:gd name="T9" fmla="*/ 12158 h 21600"/>
              <a:gd name="T10" fmla="*/ 0 w 21600"/>
              <a:gd name="T11" fmla="*/ 21600 h 21600"/>
              <a:gd name="T12" fmla="*/ 423 w 21600"/>
              <a:gd name="T13" fmla="*/ 21600 h 21600"/>
              <a:gd name="T14" fmla="*/ 423 w 21600"/>
              <a:gd name="T15" fmla="*/ 12158 h 21600"/>
              <a:gd name="T16" fmla="*/ 12427 w 21600"/>
              <a:gd name="T17" fmla="*/ 6286 h 21600"/>
              <a:gd name="T18" fmla="*/ 14974 w 21600"/>
              <a:gd name="T19" fmla="*/ 6286 h 21600"/>
              <a:gd name="T20" fmla="*/ 14974 w 21600"/>
              <a:gd name="T21" fmla="*/ 12158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600" h="21600">
                <a:moveTo>
                  <a:pt x="21600" y="6079"/>
                </a:moveTo>
                <a:lnTo>
                  <a:pt x="14974" y="0"/>
                </a:lnTo>
                <a:lnTo>
                  <a:pt x="14974" y="5872"/>
                </a:lnTo>
                <a:lnTo>
                  <a:pt x="12427" y="5872"/>
                </a:lnTo>
                <a:cubicBezTo>
                  <a:pt x="5564" y="5872"/>
                  <a:pt x="0" y="8686"/>
                  <a:pt x="0" y="12158"/>
                </a:cubicBezTo>
                <a:lnTo>
                  <a:pt x="0" y="21600"/>
                </a:lnTo>
                <a:lnTo>
                  <a:pt x="423" y="21600"/>
                </a:lnTo>
                <a:lnTo>
                  <a:pt x="423" y="12158"/>
                </a:lnTo>
                <a:cubicBezTo>
                  <a:pt x="423" y="8915"/>
                  <a:pt x="5797" y="6286"/>
                  <a:pt x="12427" y="6286"/>
                </a:cubicBezTo>
                <a:lnTo>
                  <a:pt x="14974" y="6286"/>
                </a:lnTo>
                <a:lnTo>
                  <a:pt x="14974" y="12158"/>
                </a:lnTo>
                <a:close/>
              </a:path>
            </a:pathLst>
          </a:custGeom>
          <a:solidFill>
            <a:schemeClr val="accent1"/>
          </a:solidFill>
          <a:ln w="12700" cap="sq">
            <a:solidFill>
              <a:schemeClr val="tx1"/>
            </a:solidFill>
            <a:miter lim="800000"/>
            <a:headEnd type="none" w="sm" len="sm"/>
            <a:tailEnd type="none" w="sm" len="sm"/>
          </a:ln>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5577"/>
    </mc:Choice>
    <mc:Fallback xmlns="">
      <p:transition spd="slow" advTm="35577"/>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54370" name="表格 954369">
            <a:extLst>
              <a:ext uri="{FF2B5EF4-FFF2-40B4-BE49-F238E27FC236}">
                <a16:creationId xmlns:a16="http://schemas.microsoft.com/office/drawing/2014/main" id="{0B0DDE6A-E78A-4DF9-AB7E-DEE712D5F48D}"/>
              </a:ext>
            </a:extLst>
          </p:cNvPr>
          <p:cNvGraphicFramePr/>
          <p:nvPr/>
        </p:nvGraphicFramePr>
        <p:xfrm>
          <a:off x="395288" y="1314450"/>
          <a:ext cx="8329613" cy="4997450"/>
        </p:xfrm>
        <a:graphic>
          <a:graphicData uri="http://schemas.openxmlformats.org/drawingml/2006/table">
            <a:tbl>
              <a:tblPr/>
              <a:tblGrid>
                <a:gridCol w="1368425">
                  <a:extLst>
                    <a:ext uri="{9D8B030D-6E8A-4147-A177-3AD203B41FA5}">
                      <a16:colId xmlns:a16="http://schemas.microsoft.com/office/drawing/2014/main" val="20000"/>
                    </a:ext>
                  </a:extLst>
                </a:gridCol>
                <a:gridCol w="346075">
                  <a:extLst>
                    <a:ext uri="{9D8B030D-6E8A-4147-A177-3AD203B41FA5}">
                      <a16:colId xmlns:a16="http://schemas.microsoft.com/office/drawing/2014/main" val="20001"/>
                    </a:ext>
                  </a:extLst>
                </a:gridCol>
                <a:gridCol w="989013">
                  <a:extLst>
                    <a:ext uri="{9D8B030D-6E8A-4147-A177-3AD203B41FA5}">
                      <a16:colId xmlns:a16="http://schemas.microsoft.com/office/drawing/2014/main" val="20002"/>
                    </a:ext>
                  </a:extLst>
                </a:gridCol>
                <a:gridCol w="493712">
                  <a:extLst>
                    <a:ext uri="{9D8B030D-6E8A-4147-A177-3AD203B41FA5}">
                      <a16:colId xmlns:a16="http://schemas.microsoft.com/office/drawing/2014/main" val="20003"/>
                    </a:ext>
                  </a:extLst>
                </a:gridCol>
                <a:gridCol w="1098550">
                  <a:extLst>
                    <a:ext uri="{9D8B030D-6E8A-4147-A177-3AD203B41FA5}">
                      <a16:colId xmlns:a16="http://schemas.microsoft.com/office/drawing/2014/main" val="20004"/>
                    </a:ext>
                  </a:extLst>
                </a:gridCol>
                <a:gridCol w="288925">
                  <a:extLst>
                    <a:ext uri="{9D8B030D-6E8A-4147-A177-3AD203B41FA5}">
                      <a16:colId xmlns:a16="http://schemas.microsoft.com/office/drawing/2014/main" val="20005"/>
                    </a:ext>
                  </a:extLst>
                </a:gridCol>
                <a:gridCol w="444500">
                  <a:extLst>
                    <a:ext uri="{9D8B030D-6E8A-4147-A177-3AD203B41FA5}">
                      <a16:colId xmlns:a16="http://schemas.microsoft.com/office/drawing/2014/main" val="20006"/>
                    </a:ext>
                  </a:extLst>
                </a:gridCol>
                <a:gridCol w="803275">
                  <a:extLst>
                    <a:ext uri="{9D8B030D-6E8A-4147-A177-3AD203B41FA5}">
                      <a16:colId xmlns:a16="http://schemas.microsoft.com/office/drawing/2014/main" val="20007"/>
                    </a:ext>
                  </a:extLst>
                </a:gridCol>
                <a:gridCol w="469900">
                  <a:extLst>
                    <a:ext uri="{9D8B030D-6E8A-4147-A177-3AD203B41FA5}">
                      <a16:colId xmlns:a16="http://schemas.microsoft.com/office/drawing/2014/main" val="20008"/>
                    </a:ext>
                  </a:extLst>
                </a:gridCol>
                <a:gridCol w="682625">
                  <a:extLst>
                    <a:ext uri="{9D8B030D-6E8A-4147-A177-3AD203B41FA5}">
                      <a16:colId xmlns:a16="http://schemas.microsoft.com/office/drawing/2014/main" val="20009"/>
                    </a:ext>
                  </a:extLst>
                </a:gridCol>
                <a:gridCol w="1344613">
                  <a:extLst>
                    <a:ext uri="{9D8B030D-6E8A-4147-A177-3AD203B41FA5}">
                      <a16:colId xmlns:a16="http://schemas.microsoft.com/office/drawing/2014/main" val="20010"/>
                    </a:ext>
                  </a:extLst>
                </a:gridCol>
              </a:tblGrid>
              <a:tr h="529142">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400" dirty="0"/>
                        <a:t>    课程号</a:t>
                      </a:r>
                    </a:p>
                  </a:txBody>
                  <a:tcPr marT="45764" marB="45764">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400" dirty="0"/>
                        <a:t>  课程名</a:t>
                      </a:r>
                    </a:p>
                  </a:txBody>
                  <a:tcPr marT="45764" marB="45764">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400" dirty="0"/>
                        <a:t>  学时数</a:t>
                      </a:r>
                    </a:p>
                  </a:txBody>
                  <a:tcPr marT="45764" marB="45764">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400" dirty="0"/>
                        <a:t>  任课教员</a:t>
                      </a:r>
                    </a:p>
                  </a:txBody>
                  <a:tcPr marT="45764" marB="45764">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400" dirty="0"/>
                        <a:t>  任课教研室</a:t>
                      </a:r>
                    </a:p>
                  </a:txBody>
                  <a:tcPr marT="45764" marB="45764">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R w="28575"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extLst>
                  <a:ext uri="{0D108BD9-81ED-4DB2-BD59-A6C34878D82A}">
                    <a16:rowId xmlns:a16="http://schemas.microsoft.com/office/drawing/2014/main" val="10000"/>
                  </a:ext>
                </a:extLst>
              </a:tr>
              <a:tr h="503717">
                <a:tc gridSpan="11">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000" dirty="0"/>
                        <a:t>                                                   </a:t>
                      </a:r>
                      <a:r>
                        <a:rPr lang="en-US" altLang="zh-CN" sz="2000">
                          <a:solidFill>
                            <a:srgbClr val="660033"/>
                          </a:solidFill>
                        </a:rPr>
                        <a:t>(a)</a:t>
                      </a:r>
                    </a:p>
                  </a:txBody>
                  <a:tcPr marT="45764" marB="45764">
                    <a:lnL w="28575"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extLst>
                  <a:ext uri="{0D108BD9-81ED-4DB2-BD59-A6C34878D82A}">
                    <a16:rowId xmlns:a16="http://schemas.microsoft.com/office/drawing/2014/main" val="10001"/>
                  </a:ext>
                </a:extLst>
              </a:tr>
              <a:tr h="529142">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400" dirty="0"/>
                        <a:t>学号</a:t>
                      </a:r>
                    </a:p>
                  </a:txBody>
                  <a:tcPr marT="45764" marB="45764">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400" dirty="0"/>
                        <a:t>姓名</a:t>
                      </a:r>
                    </a:p>
                  </a:txBody>
                  <a:tcPr marT="45764" marB="45764">
                    <a:lnL w="12700" cap="flat" cmpd="sng">
                      <a:solidFill>
                        <a:schemeClr val="tx1"/>
                      </a:solidFill>
                      <a:prstDash val="solid"/>
                      <a:headEnd type="none" w="sm" len="lg"/>
                      <a:tailEnd type="none" w="sm" len="lg"/>
                    </a:lnL>
                    <a:lnR w="12700" cap="flat" cmpd="sng">
                      <a:solidFill>
                        <a:schemeClr val="tx1"/>
                      </a:solidFill>
                      <a:prstDash val="solid"/>
                      <a:headEnd type="none" w="sm" len="sm"/>
                      <a:tailEnd type="none" w="sm" len="sm"/>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R w="12700" cap="flat" cmpd="sng">
                      <a:solidFill>
                        <a:schemeClr val="tx1"/>
                      </a:solidFill>
                      <a:prstDash val="solid"/>
                      <a:headEnd type="none" w="sm" len="sm"/>
                      <a:tailEnd type="none" w="sm" len="sm"/>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400" dirty="0"/>
                        <a:t>课程号</a:t>
                      </a:r>
                    </a:p>
                  </a:txBody>
                  <a:tcPr marT="45764" marB="45764">
                    <a:lnL w="12700" cap="flat" cmpd="sng">
                      <a:solidFill>
                        <a:schemeClr val="tx1"/>
                      </a:solidFill>
                      <a:prstDash val="solid"/>
                      <a:headEnd type="none" w="sm" len="sm"/>
                      <a:tailEnd type="none" w="sm" len="sm"/>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400" dirty="0"/>
                        <a:t>课程名</a:t>
                      </a:r>
                      <a:endParaRPr lang="en-US" altLang="zh-CN" sz="2400"/>
                    </a:p>
                  </a:txBody>
                  <a:tcPr marT="45764" marB="45764">
                    <a:lnL w="12700" cap="flat" cmpd="sng">
                      <a:solidFill>
                        <a:schemeClr val="tx1"/>
                      </a:solidFill>
                      <a:prstDash val="solid"/>
                      <a:headEnd type="none" w="sm" len="lg"/>
                      <a:tailEnd type="none" w="sm" len="lg"/>
                    </a:lnL>
                    <a:lnR w="12700" cap="flat" cmpd="sng">
                      <a:solidFill>
                        <a:schemeClr val="tx1"/>
                      </a:solidFill>
                      <a:prstDash val="solid"/>
                      <a:headEnd type="none" w="sm" len="sm"/>
                      <a:tailEnd type="none" w="sm" len="sm"/>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R w="12700" cap="flat" cmpd="sng">
                      <a:solidFill>
                        <a:schemeClr val="tx1"/>
                      </a:solidFill>
                      <a:prstDash val="solid"/>
                      <a:headEnd type="none" w="sm" len="sm"/>
                      <a:tailEnd type="none" w="sm" len="sm"/>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400" dirty="0"/>
                        <a:t>学时</a:t>
                      </a:r>
                    </a:p>
                  </a:txBody>
                  <a:tcPr marT="45764" marB="45764">
                    <a:lnL w="12700" cap="flat" cmpd="sng">
                      <a:solidFill>
                        <a:schemeClr val="tx1"/>
                      </a:solidFill>
                      <a:prstDash val="solid"/>
                      <a:headEnd type="none" w="sm" len="sm"/>
                      <a:tailEnd type="none" w="sm" len="sm"/>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400" dirty="0"/>
                        <a:t>分数</a:t>
                      </a:r>
                    </a:p>
                  </a:txBody>
                  <a:tcPr marT="45764" marB="45764">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2"/>
                  </a:ext>
                </a:extLst>
              </a:tr>
              <a:tr h="530731">
                <a:tc gridSpan="11">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000">
                          <a:solidFill>
                            <a:srgbClr val="CCCCFF"/>
                          </a:solidFill>
                        </a:rPr>
                        <a:t>                                                   </a:t>
                      </a:r>
                      <a:r>
                        <a:rPr lang="en-US" altLang="zh-CN" sz="2000">
                          <a:solidFill>
                            <a:srgbClr val="660033"/>
                          </a:solidFill>
                        </a:rPr>
                        <a:t>(b)</a:t>
                      </a:r>
                    </a:p>
                  </a:txBody>
                  <a:tcPr marT="45764" marB="45764">
                    <a:lnL w="28575"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extLst>
                  <a:ext uri="{0D108BD9-81ED-4DB2-BD59-A6C34878D82A}">
                    <a16:rowId xmlns:a16="http://schemas.microsoft.com/office/drawing/2014/main" val="10003"/>
                  </a:ext>
                </a:extLst>
              </a:tr>
              <a:tr h="529141">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400" dirty="0"/>
                        <a:t>             学号</a:t>
                      </a:r>
                    </a:p>
                  </a:txBody>
                  <a:tcPr marT="45764" marB="45764">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gridSpan="4">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400" dirty="0"/>
                        <a:t>            姓名</a:t>
                      </a:r>
                    </a:p>
                  </a:txBody>
                  <a:tcPr marT="45764" marB="45764">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gridSpan="4">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400" dirty="0"/>
                        <a:t>        平均分数</a:t>
                      </a:r>
                    </a:p>
                  </a:txBody>
                  <a:tcPr marT="45764" marB="45764">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extLst>
                  <a:ext uri="{0D108BD9-81ED-4DB2-BD59-A6C34878D82A}">
                    <a16:rowId xmlns:a16="http://schemas.microsoft.com/office/drawing/2014/main" val="10004"/>
                  </a:ext>
                </a:extLst>
              </a:tr>
              <a:tr h="503718">
                <a:tc gridSpan="11">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000">
                          <a:solidFill>
                            <a:srgbClr val="CCCCFF"/>
                          </a:solidFill>
                        </a:rPr>
                        <a:t>                                                   </a:t>
                      </a:r>
                      <a:r>
                        <a:rPr lang="en-US" altLang="zh-CN" sz="2000">
                          <a:solidFill>
                            <a:srgbClr val="660033"/>
                          </a:solidFill>
                        </a:rPr>
                        <a:t>(c)</a:t>
                      </a:r>
                    </a:p>
                  </a:txBody>
                  <a:tcPr marT="45764" marB="45764">
                    <a:lnL w="28575"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tc hMerge="1">
                  <a:txBody>
                    <a:bodyPr/>
                    <a:lstStyle/>
                    <a:p>
                      <a:endParaRPr lang="zh-CN"/>
                    </a:p>
                  </a:txBody>
                  <a:tcPr>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tcPr>
                </a:tc>
                <a:extLst>
                  <a:ext uri="{0D108BD9-81ED-4DB2-BD59-A6C34878D82A}">
                    <a16:rowId xmlns:a16="http://schemas.microsoft.com/office/drawing/2014/main" val="10005"/>
                  </a:ext>
                </a:extLst>
              </a:tr>
              <a:tr h="1871859">
                <a:tc gridSpan="11">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000" dirty="0"/>
                        <a:t>教学安排：</a:t>
                      </a:r>
                      <a:r>
                        <a:rPr lang="en-US" altLang="zh-CN" sz="2000"/>
                        <a:t>TA(C#</a:t>
                      </a:r>
                      <a:r>
                        <a:rPr lang="zh-CN" altLang="en-US" sz="2000"/>
                        <a:t>，</a:t>
                      </a:r>
                      <a:r>
                        <a:rPr lang="en-US" altLang="zh-CN" sz="2000"/>
                        <a:t>CNAME</a:t>
                      </a:r>
                      <a:r>
                        <a:rPr lang="zh-CN" altLang="en-US" sz="2000"/>
                        <a:t>，</a:t>
                      </a:r>
                      <a:r>
                        <a:rPr lang="en-US" altLang="zh-CN" sz="2000"/>
                        <a:t>CLASSH</a:t>
                      </a:r>
                      <a:r>
                        <a:rPr lang="zh-CN" altLang="en-US" sz="2000"/>
                        <a:t>，</a:t>
                      </a:r>
                      <a:r>
                        <a:rPr lang="en-US" altLang="zh-CN" sz="2000"/>
                        <a:t>TNAME</a:t>
                      </a:r>
                      <a:r>
                        <a:rPr lang="zh-CN" altLang="en-US" sz="2000" dirty="0"/>
                        <a:t>，</a:t>
                      </a:r>
                      <a:r>
                        <a:rPr lang="en-US" altLang="zh-CN" sz="2000"/>
                        <a:t>TRSECTION)</a:t>
                      </a:r>
                    </a:p>
                    <a:p>
                      <a:pPr marL="0" lvl="0" indent="0">
                        <a:buClr>
                          <a:schemeClr val="folHlink"/>
                        </a:buClr>
                        <a:buSzPct val="60000"/>
                        <a:buNone/>
                      </a:pPr>
                      <a:r>
                        <a:rPr lang="zh-CN" altLang="en-US" sz="2000" dirty="0"/>
                        <a:t>课程成绩：</a:t>
                      </a:r>
                      <a:r>
                        <a:rPr lang="en-US" altLang="zh-CN" sz="2000"/>
                        <a:t>CG(S#</a:t>
                      </a:r>
                      <a:r>
                        <a:rPr lang="zh-CN" altLang="en-US" sz="2000"/>
                        <a:t>，</a:t>
                      </a:r>
                      <a:r>
                        <a:rPr lang="en-US" altLang="zh-CN" sz="2000"/>
                        <a:t>SNAME</a:t>
                      </a:r>
                      <a:r>
                        <a:rPr lang="zh-CN" altLang="en-US" sz="2000"/>
                        <a:t>，</a:t>
                      </a:r>
                      <a:r>
                        <a:rPr lang="en-US" altLang="zh-CN" sz="2000"/>
                        <a:t>C#</a:t>
                      </a:r>
                      <a:r>
                        <a:rPr lang="zh-CN" altLang="en-US" sz="2000" dirty="0"/>
                        <a:t>，</a:t>
                      </a:r>
                      <a:r>
                        <a:rPr lang="en-US" altLang="zh-CN" sz="2000"/>
                        <a:t>CNAME</a:t>
                      </a:r>
                      <a:r>
                        <a:rPr lang="zh-CN" altLang="en-US" sz="2000" dirty="0"/>
                        <a:t>，</a:t>
                      </a:r>
                      <a:r>
                        <a:rPr lang="en-US" altLang="zh-CN" sz="2000"/>
                        <a:t>CLASSH</a:t>
                      </a:r>
                      <a:r>
                        <a:rPr lang="zh-CN" altLang="en-US" sz="2000" dirty="0"/>
                        <a:t>，</a:t>
                      </a:r>
                      <a:r>
                        <a:rPr lang="en-US" altLang="zh-CN" sz="2000"/>
                        <a:t>GRADE)</a:t>
                      </a:r>
                    </a:p>
                    <a:p>
                      <a:pPr marL="0" lvl="0" indent="0">
                        <a:buClr>
                          <a:schemeClr val="folHlink"/>
                        </a:buClr>
                        <a:buSzPct val="60000"/>
                        <a:buNone/>
                      </a:pPr>
                      <a:r>
                        <a:rPr lang="zh-CN" altLang="en-US" sz="2000" dirty="0"/>
                        <a:t>平均成绩：</a:t>
                      </a:r>
                      <a:r>
                        <a:rPr lang="en-US" altLang="zh-CN" sz="2000"/>
                        <a:t>A_GRADE(S#</a:t>
                      </a:r>
                      <a:r>
                        <a:rPr lang="zh-CN" altLang="en-US" sz="2000"/>
                        <a:t>，</a:t>
                      </a:r>
                      <a:r>
                        <a:rPr lang="en-US" altLang="zh-CN" sz="2000"/>
                        <a:t>SNAME</a:t>
                      </a:r>
                      <a:r>
                        <a:rPr lang="zh-CN" altLang="en-US" sz="2000"/>
                        <a:t>，</a:t>
                      </a:r>
                      <a:r>
                        <a:rPr lang="en-US" altLang="zh-CN" sz="2000"/>
                        <a:t>AVE_GRADE)</a:t>
                      </a:r>
                    </a:p>
                    <a:p>
                      <a:pPr marL="0" lvl="0" indent="0">
                        <a:buClr>
                          <a:schemeClr val="folHlink"/>
                        </a:buClr>
                        <a:buSzPct val="60000"/>
                        <a:buNone/>
                      </a:pPr>
                      <a:r>
                        <a:rPr lang="en-US" altLang="zh-CN" sz="2000"/>
                        <a:t>                                                   </a:t>
                      </a:r>
                      <a:r>
                        <a:rPr lang="en-US" altLang="zh-CN" sz="2000">
                          <a:solidFill>
                            <a:srgbClr val="660033"/>
                          </a:solidFill>
                        </a:rPr>
                        <a:t>(d)</a:t>
                      </a:r>
                    </a:p>
                  </a:txBody>
                  <a:tcPr marT="45764" marB="45764">
                    <a:lnL w="28575"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lnTlToBr>
                      <a:noFill/>
                    </a:lnTlToBr>
                    <a:lnBlToTr>
                      <a:noFill/>
                    </a:lnBlToTr>
                    <a:noFill/>
                  </a:tcPr>
                </a:tc>
                <a:tc hMerge="1">
                  <a:txBody>
                    <a:bodyPr/>
                    <a:lstStyle/>
                    <a:p>
                      <a:endParaRPr lang="zh-CN"/>
                    </a:p>
                  </a:txBody>
                  <a:tcP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tcPr>
                </a:tc>
                <a:tc hMerge="1">
                  <a:txBody>
                    <a:bodyPr/>
                    <a:lstStyle/>
                    <a:p>
                      <a:endParaRPr lang="zh-CN"/>
                    </a:p>
                  </a:txBody>
                  <a:tcP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tcPr>
                </a:tc>
                <a:tc hMerge="1">
                  <a:txBody>
                    <a:bodyPr/>
                    <a:lstStyle/>
                    <a:p>
                      <a:endParaRPr lang="zh-CN"/>
                    </a:p>
                  </a:txBody>
                  <a:tcPr>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tcPr>
                </a:tc>
                <a:extLst>
                  <a:ext uri="{0D108BD9-81ED-4DB2-BD59-A6C34878D82A}">
                    <a16:rowId xmlns:a16="http://schemas.microsoft.com/office/drawing/2014/main" val="10006"/>
                  </a:ext>
                </a:extLst>
              </a:tr>
            </a:tbl>
          </a:graphicData>
        </a:graphic>
      </p:graphicFrame>
      <p:sp>
        <p:nvSpPr>
          <p:cNvPr id="18473" name="矩形 954409">
            <a:extLst>
              <a:ext uri="{FF2B5EF4-FFF2-40B4-BE49-F238E27FC236}">
                <a16:creationId xmlns:a16="http://schemas.microsoft.com/office/drawing/2014/main" id="{A19F34CF-C27A-47D3-856E-857757BF26D0}"/>
              </a:ext>
            </a:extLst>
          </p:cNvPr>
          <p:cNvSpPr>
            <a:spLocks noChangeArrowheads="1"/>
          </p:cNvSpPr>
          <p:nvPr/>
        </p:nvSpPr>
        <p:spPr bwMode="auto">
          <a:xfrm>
            <a:off x="1582738" y="260350"/>
            <a:ext cx="2844800" cy="62230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r>
              <a:rPr lang="zh-CN" altLang="en-US" sz="2800" b="1">
                <a:solidFill>
                  <a:schemeClr val="tx2"/>
                </a:solidFill>
                <a:latin typeface="Tahoma" panose="020B0604030504040204" pitchFamily="34" charset="0"/>
                <a:ea typeface="黑体" panose="02010609060101010101" pitchFamily="49" charset="-122"/>
              </a:rPr>
              <a:t>外模式示例</a:t>
            </a:r>
          </a:p>
        </p:txBody>
      </p:sp>
      <p:sp>
        <p:nvSpPr>
          <p:cNvPr id="954411" name="直接连接符 954410">
            <a:extLst>
              <a:ext uri="{FF2B5EF4-FFF2-40B4-BE49-F238E27FC236}">
                <a16:creationId xmlns:a16="http://schemas.microsoft.com/office/drawing/2014/main" id="{6A381CBE-0909-4D8F-97C4-25691819A8FB}"/>
              </a:ext>
            </a:extLst>
          </p:cNvPr>
          <p:cNvSpPr>
            <a:spLocks noChangeShapeType="1"/>
          </p:cNvSpPr>
          <p:nvPr/>
        </p:nvSpPr>
        <p:spPr bwMode="auto">
          <a:xfrm>
            <a:off x="539750" y="5292725"/>
            <a:ext cx="7558088" cy="0"/>
          </a:xfrm>
          <a:prstGeom prst="line">
            <a:avLst/>
          </a:prstGeom>
          <a:noFill/>
          <a:ln w="28575" cap="sq">
            <a:solidFill>
              <a:srgbClr val="D60093"/>
            </a:solidFill>
            <a:round/>
            <a:headEnd type="none" w="sm" len="sm"/>
            <a:tailEnd type="none" w="sm" len="sm"/>
          </a:ln>
          <a:effectLst>
            <a:outerShdw dist="35921" dir="2700000" algn="ctr" rotWithShape="0">
              <a:srgbClr val="000066"/>
            </a:outerShdw>
          </a:effectLst>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5193"/>
    </mc:Choice>
    <mc:Fallback xmlns="">
      <p:transition spd="slow" advTm="15193"/>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54411"/>
                                        </p:tgtEl>
                                        <p:attrNameLst>
                                          <p:attrName>style.visibility</p:attrName>
                                        </p:attrNameLst>
                                      </p:cBhvr>
                                      <p:to>
                                        <p:strVal val="visible"/>
                                      </p:to>
                                    </p:set>
                                    <p:animEffect transition="in" filter="wipe(left)">
                                      <p:cBhvr>
                                        <p:cTn id="7" dur="1000"/>
                                        <p:tgtEl>
                                          <p:spTgt spid="9544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矩形 846910">
            <a:extLst>
              <a:ext uri="{FF2B5EF4-FFF2-40B4-BE49-F238E27FC236}">
                <a16:creationId xmlns:a16="http://schemas.microsoft.com/office/drawing/2014/main" id="{B3778EB1-A3EE-4948-9969-C73043EB2954}"/>
              </a:ext>
            </a:extLst>
          </p:cNvPr>
          <p:cNvSpPr>
            <a:spLocks noChangeArrowheads="1"/>
          </p:cNvSpPr>
          <p:nvPr/>
        </p:nvSpPr>
        <p:spPr bwMode="auto">
          <a:xfrm>
            <a:off x="1582738" y="260350"/>
            <a:ext cx="2844800" cy="62230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r>
              <a:rPr lang="zh-CN" altLang="en-US" sz="2800" b="1">
                <a:solidFill>
                  <a:schemeClr val="tx2"/>
                </a:solidFill>
                <a:latin typeface="Tahoma" panose="020B0604030504040204" pitchFamily="34" charset="0"/>
                <a:ea typeface="黑体" panose="02010609060101010101" pitchFamily="49" charset="-122"/>
              </a:rPr>
              <a:t>外模式示例</a:t>
            </a:r>
          </a:p>
        </p:txBody>
      </p:sp>
      <p:graphicFrame>
        <p:nvGraphicFramePr>
          <p:cNvPr id="847070" name="表格 847069">
            <a:extLst>
              <a:ext uri="{FF2B5EF4-FFF2-40B4-BE49-F238E27FC236}">
                <a16:creationId xmlns:a16="http://schemas.microsoft.com/office/drawing/2014/main" id="{C13CF646-D7FC-4C4F-B7C7-B34B974E5C81}"/>
              </a:ext>
            </a:extLst>
          </p:cNvPr>
          <p:cNvGraphicFramePr/>
          <p:nvPr/>
        </p:nvGraphicFramePr>
        <p:xfrm>
          <a:off x="250825" y="4462463"/>
          <a:ext cx="4105275" cy="1657350"/>
        </p:xfrm>
        <a:graphic>
          <a:graphicData uri="http://schemas.openxmlformats.org/drawingml/2006/table">
            <a:tbl>
              <a:tblPr/>
              <a:tblGrid>
                <a:gridCol w="1081088">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1008062">
                  <a:extLst>
                    <a:ext uri="{9D8B030D-6E8A-4147-A177-3AD203B41FA5}">
                      <a16:colId xmlns:a16="http://schemas.microsoft.com/office/drawing/2014/main" val="20002"/>
                    </a:ext>
                  </a:extLst>
                </a:gridCol>
                <a:gridCol w="720725">
                  <a:extLst>
                    <a:ext uri="{9D8B030D-6E8A-4147-A177-3AD203B41FA5}">
                      <a16:colId xmlns:a16="http://schemas.microsoft.com/office/drawing/2014/main" val="20003"/>
                    </a:ext>
                  </a:extLst>
                </a:gridCol>
              </a:tblGrid>
              <a:tr h="529145">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sz="2400">
                          <a:solidFill>
                            <a:srgbClr val="000000"/>
                          </a:solidFill>
                        </a:rPr>
                        <a:t>S</a:t>
                      </a:r>
                      <a:r>
                        <a:rPr lang="zh-CN" altLang="en-US" sz="2400">
                          <a:solidFill>
                            <a:srgbClr val="000000"/>
                          </a:solidFill>
                        </a:rPr>
                        <a:t>＃</a:t>
                      </a:r>
                    </a:p>
                  </a:txBody>
                  <a:tcPr marT="45764" marB="45764" anchor="ctr" anchorCtr="1">
                    <a:lnL w="28575" cap="flat" cmpd="sng">
                      <a:solidFill>
                        <a:srgbClr val="000099"/>
                      </a:solidFill>
                      <a:prstDash val="solid"/>
                      <a:miter/>
                      <a:headEnd type="none" w="med" len="med"/>
                      <a:tailEnd type="none" w="med" len="med"/>
                    </a:lnL>
                    <a:lnR w="28575" cap="flat" cmpd="sng">
                      <a:solidFill>
                        <a:srgbClr val="000099"/>
                      </a:solidFill>
                      <a:prstDash val="solid"/>
                      <a:miter/>
                      <a:headEnd type="none" w="med" len="med"/>
                      <a:tailEnd type="none" w="med" len="med"/>
                    </a:lnR>
                    <a:lnT w="28575" cap="flat" cmpd="sng">
                      <a:solidFill>
                        <a:srgbClr val="000099"/>
                      </a:solidFill>
                      <a:prstDash val="solid"/>
                      <a:miter/>
                      <a:headEnd type="none" w="med" len="med"/>
                      <a:tailEnd type="none" w="med" len="med"/>
                    </a:lnT>
                    <a:lnB w="28575" cap="flat" cmpd="sng">
                      <a:solidFill>
                        <a:srgbClr val="000099"/>
                      </a:solidFill>
                      <a:prstDash val="solid"/>
                      <a:miter/>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sz="2400">
                          <a:solidFill>
                            <a:srgbClr val="000000"/>
                          </a:solidFill>
                        </a:rPr>
                        <a:t>SNAME</a:t>
                      </a:r>
                    </a:p>
                  </a:txBody>
                  <a:tcPr marT="45764" marB="45764" anchor="ctr" anchorCtr="1">
                    <a:lnL w="28575" cap="flat" cmpd="sng">
                      <a:solidFill>
                        <a:srgbClr val="000099"/>
                      </a:solidFill>
                      <a:prstDash val="solid"/>
                      <a:miter/>
                      <a:headEnd type="none" w="med" len="med"/>
                      <a:tailEnd type="none" w="med" len="med"/>
                    </a:lnL>
                    <a:lnR w="28575" cap="flat" cmpd="sng">
                      <a:solidFill>
                        <a:srgbClr val="000099"/>
                      </a:solidFill>
                      <a:prstDash val="solid"/>
                      <a:miter/>
                      <a:headEnd type="none" w="med" len="med"/>
                      <a:tailEnd type="none" w="med" len="med"/>
                    </a:lnR>
                    <a:lnT w="28575" cap="flat" cmpd="sng">
                      <a:solidFill>
                        <a:srgbClr val="000099"/>
                      </a:solidFill>
                      <a:prstDash val="solid"/>
                      <a:miter/>
                      <a:headEnd type="none" w="med" len="med"/>
                      <a:tailEnd type="none" w="med" len="med"/>
                    </a:lnT>
                    <a:lnB w="28575" cap="flat" cmpd="sng">
                      <a:solidFill>
                        <a:srgbClr val="000099"/>
                      </a:solidFill>
                      <a:prstDash val="solid"/>
                      <a:miter/>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sz="2400">
                          <a:effectLst/>
                        </a:rPr>
                        <a:t>SSEX</a:t>
                      </a:r>
                    </a:p>
                  </a:txBody>
                  <a:tcPr marT="45764" marB="45764" anchor="ctr" anchorCtr="1">
                    <a:lnL w="28575" cap="flat" cmpd="sng">
                      <a:solidFill>
                        <a:srgbClr val="000099"/>
                      </a:solidFill>
                      <a:prstDash val="solid"/>
                      <a:miter/>
                      <a:headEnd type="none" w="med" len="med"/>
                      <a:tailEnd type="none" w="med" len="med"/>
                    </a:lnL>
                    <a:lnR w="28575" cap="flat" cmpd="sng">
                      <a:solidFill>
                        <a:srgbClr val="000099"/>
                      </a:solidFill>
                      <a:prstDash val="solid"/>
                      <a:miter/>
                      <a:headEnd type="none" w="med" len="med"/>
                      <a:tailEnd type="none" w="med" len="med"/>
                    </a:lnR>
                    <a:lnT w="28575" cap="flat" cmpd="sng">
                      <a:solidFill>
                        <a:srgbClr val="000099"/>
                      </a:solidFill>
                      <a:prstDash val="solid"/>
                      <a:miter/>
                      <a:headEnd type="none" w="med" len="med"/>
                      <a:tailEnd type="none" w="med" len="med"/>
                    </a:lnT>
                    <a:lnB w="28575" cap="flat" cmpd="sng">
                      <a:solidFill>
                        <a:srgbClr val="000099"/>
                      </a:solidFill>
                      <a:prstDash val="solid"/>
                      <a:miter/>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sz="2100">
                          <a:effectLst/>
                          <a:latin typeface="华文中宋" panose="02010600040101010101" pitchFamily="2" charset="-122"/>
                          <a:ea typeface="华文中宋" panose="02010600040101010101" pitchFamily="2" charset="-122"/>
                        </a:rPr>
                        <a:t>…</a:t>
                      </a:r>
                    </a:p>
                  </a:txBody>
                  <a:tcPr marT="45764" marB="45764" anchor="ctr" anchorCtr="1">
                    <a:lnL w="28575" cap="flat" cmpd="sng">
                      <a:solidFill>
                        <a:srgbClr val="000099"/>
                      </a:solidFill>
                      <a:prstDash val="solid"/>
                      <a:miter/>
                      <a:headEnd type="none" w="med" len="med"/>
                      <a:tailEnd type="none" w="med" len="med"/>
                    </a:lnL>
                    <a:lnR w="28575" cap="flat" cmpd="sng">
                      <a:solidFill>
                        <a:srgbClr val="000099"/>
                      </a:solidFill>
                      <a:prstDash val="solid"/>
                      <a:miter/>
                      <a:headEnd type="none" w="med" len="med"/>
                      <a:tailEnd type="none" w="med" len="med"/>
                    </a:lnR>
                    <a:lnT w="28575" cap="flat" cmpd="sng">
                      <a:solidFill>
                        <a:srgbClr val="000099"/>
                      </a:solidFill>
                      <a:prstDash val="solid"/>
                      <a:miter/>
                      <a:headEnd type="none" w="med" len="med"/>
                      <a:tailEnd type="none" w="med" len="med"/>
                    </a:lnT>
                    <a:lnB w="28575" cap="flat" cmpd="sng">
                      <a:solidFill>
                        <a:srgbClr val="000099"/>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28205">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sz="2400">
                          <a:solidFill>
                            <a:srgbClr val="000000"/>
                          </a:solidFill>
                        </a:rPr>
                        <a:t>S256</a:t>
                      </a:r>
                    </a:p>
                    <a:p>
                      <a:pPr marL="0" lvl="0" indent="0">
                        <a:buClr>
                          <a:schemeClr val="folHlink"/>
                        </a:buClr>
                        <a:buSzPct val="60000"/>
                        <a:buNone/>
                      </a:pPr>
                      <a:r>
                        <a:rPr lang="en-US" altLang="zh-CN" sz="2400">
                          <a:solidFill>
                            <a:srgbClr val="000000"/>
                          </a:solidFill>
                          <a:latin typeface="Arial" panose="020B0604020202020204" pitchFamily="34" charset="0"/>
                        </a:rPr>
                        <a:t>…</a:t>
                      </a:r>
                      <a:endParaRPr lang="en-US" altLang="zh-CN" sz="2400">
                        <a:solidFill>
                          <a:srgbClr val="000000"/>
                        </a:solidFill>
                      </a:endParaRPr>
                    </a:p>
                  </a:txBody>
                  <a:tcPr marT="45764" marB="45764" anchorCtr="1">
                    <a:lnL w="28575" cap="flat" cmpd="sng">
                      <a:solidFill>
                        <a:srgbClr val="000099"/>
                      </a:solidFill>
                      <a:prstDash val="solid"/>
                      <a:miter/>
                      <a:headEnd type="none" w="med" len="med"/>
                      <a:tailEnd type="none" w="med" len="med"/>
                    </a:lnL>
                    <a:lnR w="28575" cap="flat" cmpd="sng">
                      <a:solidFill>
                        <a:srgbClr val="000099"/>
                      </a:solidFill>
                      <a:prstDash val="solid"/>
                      <a:miter/>
                      <a:headEnd type="none" w="med" len="med"/>
                      <a:tailEnd type="none" w="med" len="med"/>
                    </a:lnR>
                    <a:lnT w="28575" cap="flat" cmpd="sng">
                      <a:solidFill>
                        <a:srgbClr val="000099"/>
                      </a:solidFill>
                      <a:prstDash val="solid"/>
                      <a:miter/>
                      <a:headEnd type="none" w="med" len="med"/>
                      <a:tailEnd type="none" w="med" len="med"/>
                    </a:lnT>
                    <a:lnB w="28575" cap="flat" cmpd="sng">
                      <a:solidFill>
                        <a:srgbClr val="000099"/>
                      </a:solidFill>
                      <a:prstDash val="solid"/>
                      <a:miter/>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sz="2400">
                          <a:solidFill>
                            <a:srgbClr val="000000"/>
                          </a:solidFill>
                        </a:rPr>
                        <a:t>Wang</a:t>
                      </a:r>
                    </a:p>
                  </a:txBody>
                  <a:tcPr marT="45764" marB="45764" anchorCtr="1">
                    <a:lnL w="28575" cap="flat" cmpd="sng">
                      <a:solidFill>
                        <a:srgbClr val="000099"/>
                      </a:solidFill>
                      <a:prstDash val="solid"/>
                      <a:miter/>
                      <a:headEnd type="none" w="med" len="med"/>
                      <a:tailEnd type="none" w="med" len="med"/>
                    </a:lnL>
                    <a:lnR w="28575" cap="flat" cmpd="sng">
                      <a:solidFill>
                        <a:srgbClr val="000099"/>
                      </a:solidFill>
                      <a:prstDash val="solid"/>
                      <a:miter/>
                      <a:headEnd type="none" w="med" len="med"/>
                      <a:tailEnd type="none" w="med" len="med"/>
                    </a:lnR>
                    <a:lnT w="28575" cap="flat" cmpd="sng">
                      <a:solidFill>
                        <a:srgbClr val="000099"/>
                      </a:solidFill>
                      <a:prstDash val="solid"/>
                      <a:miter/>
                      <a:headEnd type="none" w="med" len="med"/>
                      <a:tailEnd type="none" w="med" len="med"/>
                    </a:lnT>
                    <a:lnB w="28575" cap="flat" cmpd="sng">
                      <a:solidFill>
                        <a:srgbClr val="000099"/>
                      </a:solidFill>
                      <a:prstDash val="solid"/>
                      <a:miter/>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sz="2400">
                          <a:solidFill>
                            <a:srgbClr val="000000"/>
                          </a:solidFill>
                        </a:rPr>
                        <a:t>F </a:t>
                      </a:r>
                    </a:p>
                  </a:txBody>
                  <a:tcPr marT="45764" marB="45764" anchorCtr="1">
                    <a:lnL w="28575" cap="flat" cmpd="sng">
                      <a:solidFill>
                        <a:srgbClr val="000099"/>
                      </a:solidFill>
                      <a:prstDash val="solid"/>
                      <a:miter/>
                      <a:headEnd type="none" w="med" len="med"/>
                      <a:tailEnd type="none" w="med" len="med"/>
                    </a:lnL>
                    <a:lnR w="28575" cap="flat" cmpd="sng">
                      <a:solidFill>
                        <a:srgbClr val="000099"/>
                      </a:solidFill>
                      <a:prstDash val="solid"/>
                      <a:miter/>
                      <a:headEnd type="none" w="med" len="med"/>
                      <a:tailEnd type="none" w="med" len="med"/>
                    </a:lnR>
                    <a:lnT w="28575" cap="flat" cmpd="sng">
                      <a:solidFill>
                        <a:srgbClr val="000099"/>
                      </a:solidFill>
                      <a:prstDash val="solid"/>
                      <a:miter/>
                      <a:headEnd type="none" w="med" len="med"/>
                      <a:tailEnd type="none" w="med" len="med"/>
                    </a:lnT>
                    <a:lnB w="28575" cap="flat" cmpd="sng">
                      <a:solidFill>
                        <a:srgbClr val="000099"/>
                      </a:solidFill>
                      <a:prstDash val="solid"/>
                      <a:miter/>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sz="2400">
                          <a:solidFill>
                            <a:srgbClr val="000000"/>
                          </a:solidFill>
                          <a:latin typeface="华文中宋" panose="02010600040101010101" pitchFamily="2" charset="-122"/>
                          <a:ea typeface="华文中宋" panose="02010600040101010101" pitchFamily="2" charset="-122"/>
                        </a:rPr>
                        <a:t>…</a:t>
                      </a:r>
                    </a:p>
                  </a:txBody>
                  <a:tcPr marT="45764" marB="45764" anchorCtr="1">
                    <a:lnL w="28575" cap="flat" cmpd="sng">
                      <a:solidFill>
                        <a:srgbClr val="000099"/>
                      </a:solidFill>
                      <a:prstDash val="solid"/>
                      <a:miter/>
                      <a:headEnd type="none" w="med" len="med"/>
                      <a:tailEnd type="none" w="med" len="med"/>
                    </a:lnL>
                    <a:lnR w="28575" cap="flat" cmpd="sng">
                      <a:solidFill>
                        <a:srgbClr val="000099"/>
                      </a:solidFill>
                      <a:prstDash val="solid"/>
                      <a:miter/>
                      <a:headEnd type="none" w="med" len="med"/>
                      <a:tailEnd type="none" w="med" len="med"/>
                    </a:lnR>
                    <a:lnT w="28575" cap="flat" cmpd="sng">
                      <a:solidFill>
                        <a:srgbClr val="000099"/>
                      </a:solidFill>
                      <a:prstDash val="solid"/>
                      <a:miter/>
                      <a:headEnd type="none" w="med" len="med"/>
                      <a:tailEnd type="none" w="med" len="med"/>
                    </a:lnT>
                    <a:lnB w="28575" cap="flat" cmpd="sng">
                      <a:solidFill>
                        <a:srgbClr val="000099"/>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847087" name="表格 847086">
            <a:extLst>
              <a:ext uri="{FF2B5EF4-FFF2-40B4-BE49-F238E27FC236}">
                <a16:creationId xmlns:a16="http://schemas.microsoft.com/office/drawing/2014/main" id="{5644B2BD-9355-4548-9E7A-EE0ABFFEE76F}"/>
              </a:ext>
            </a:extLst>
          </p:cNvPr>
          <p:cNvGraphicFramePr/>
          <p:nvPr/>
        </p:nvGraphicFramePr>
        <p:xfrm>
          <a:off x="5507038" y="4318000"/>
          <a:ext cx="3406775" cy="1728788"/>
        </p:xfrm>
        <a:graphic>
          <a:graphicData uri="http://schemas.openxmlformats.org/drawingml/2006/table">
            <a:tbl>
              <a:tblPr/>
              <a:tblGrid>
                <a:gridCol w="1022350">
                  <a:extLst>
                    <a:ext uri="{9D8B030D-6E8A-4147-A177-3AD203B41FA5}">
                      <a16:colId xmlns:a16="http://schemas.microsoft.com/office/drawing/2014/main" val="20000"/>
                    </a:ext>
                  </a:extLst>
                </a:gridCol>
                <a:gridCol w="1022350">
                  <a:extLst>
                    <a:ext uri="{9D8B030D-6E8A-4147-A177-3AD203B41FA5}">
                      <a16:colId xmlns:a16="http://schemas.microsoft.com/office/drawing/2014/main" val="20001"/>
                    </a:ext>
                  </a:extLst>
                </a:gridCol>
                <a:gridCol w="1362075">
                  <a:extLst>
                    <a:ext uri="{9D8B030D-6E8A-4147-A177-3AD203B41FA5}">
                      <a16:colId xmlns:a16="http://schemas.microsoft.com/office/drawing/2014/main" val="20002"/>
                    </a:ext>
                  </a:extLst>
                </a:gridCol>
              </a:tblGrid>
              <a:tr h="547688">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a:solidFill>
                            <a:srgbClr val="000000"/>
                          </a:solidFill>
                        </a:rPr>
                        <a:t>S</a:t>
                      </a:r>
                      <a:r>
                        <a:rPr lang="zh-CN" altLang="en-US">
                          <a:solidFill>
                            <a:srgbClr val="000000"/>
                          </a:solidFill>
                        </a:rPr>
                        <a:t>＃</a:t>
                      </a:r>
                    </a:p>
                  </a:txBody>
                  <a:tcPr anchor="ctr" anchorCtr="1">
                    <a:lnL w="28575" cap="flat" cmpd="sng">
                      <a:solidFill>
                        <a:srgbClr val="D60093"/>
                      </a:solidFill>
                      <a:prstDash val="solid"/>
                      <a:miter/>
                      <a:headEnd type="none" w="med" len="med"/>
                      <a:tailEnd type="none" w="med" len="med"/>
                    </a:lnL>
                    <a:lnR w="28575" cap="flat" cmpd="sng">
                      <a:solidFill>
                        <a:srgbClr val="D60093"/>
                      </a:solidFill>
                      <a:prstDash val="solid"/>
                      <a:miter/>
                      <a:headEnd type="none" w="med" len="med"/>
                      <a:tailEnd type="none" w="med" len="med"/>
                    </a:lnR>
                    <a:lnT w="28575" cap="flat" cmpd="sng">
                      <a:solidFill>
                        <a:srgbClr val="D60093"/>
                      </a:solidFill>
                      <a:prstDash val="solid"/>
                      <a:miter/>
                      <a:headEnd type="none" w="med" len="med"/>
                      <a:tailEnd type="none" w="med" len="med"/>
                    </a:lnT>
                    <a:lnB w="28575" cap="flat" cmpd="sng">
                      <a:solidFill>
                        <a:srgbClr val="D60093"/>
                      </a:solidFill>
                      <a:prstDash val="solid"/>
                      <a:miter/>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a:solidFill>
                            <a:srgbClr val="000000"/>
                          </a:solidFill>
                        </a:rPr>
                        <a:t>C</a:t>
                      </a:r>
                      <a:r>
                        <a:rPr lang="zh-CN" altLang="en-US">
                          <a:solidFill>
                            <a:srgbClr val="000000"/>
                          </a:solidFill>
                        </a:rPr>
                        <a:t>＃</a:t>
                      </a:r>
                    </a:p>
                  </a:txBody>
                  <a:tcPr anchor="ctr" anchorCtr="1">
                    <a:lnL w="28575" cap="flat" cmpd="sng">
                      <a:solidFill>
                        <a:srgbClr val="D60093"/>
                      </a:solidFill>
                      <a:prstDash val="solid"/>
                      <a:miter/>
                      <a:headEnd type="none" w="med" len="med"/>
                      <a:tailEnd type="none" w="med" len="med"/>
                    </a:lnL>
                    <a:lnR w="28575" cap="flat" cmpd="sng">
                      <a:solidFill>
                        <a:srgbClr val="D60093"/>
                      </a:solidFill>
                      <a:prstDash val="solid"/>
                      <a:miter/>
                      <a:headEnd type="none" w="med" len="med"/>
                      <a:tailEnd type="none" w="med" len="med"/>
                    </a:lnR>
                    <a:lnT w="28575" cap="flat" cmpd="sng">
                      <a:solidFill>
                        <a:srgbClr val="D60093"/>
                      </a:solidFill>
                      <a:prstDash val="solid"/>
                      <a:miter/>
                      <a:headEnd type="none" w="med" len="med"/>
                      <a:tailEnd type="none" w="med" len="med"/>
                    </a:lnT>
                    <a:lnB w="28575" cap="flat" cmpd="sng">
                      <a:solidFill>
                        <a:srgbClr val="D60093"/>
                      </a:solidFill>
                      <a:prstDash val="solid"/>
                      <a:miter/>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a:solidFill>
                            <a:srgbClr val="000000"/>
                          </a:solidFill>
                        </a:rPr>
                        <a:t>GRADE</a:t>
                      </a:r>
                    </a:p>
                  </a:txBody>
                  <a:tcPr anchor="ctr" anchorCtr="1">
                    <a:lnL w="28575" cap="flat" cmpd="sng">
                      <a:solidFill>
                        <a:srgbClr val="D60093"/>
                      </a:solidFill>
                      <a:prstDash val="solid"/>
                      <a:miter/>
                      <a:headEnd type="none" w="med" len="med"/>
                      <a:tailEnd type="none" w="med" len="med"/>
                    </a:lnL>
                    <a:lnR w="28575" cap="flat" cmpd="sng">
                      <a:solidFill>
                        <a:srgbClr val="D60093"/>
                      </a:solidFill>
                      <a:prstDash val="solid"/>
                      <a:miter/>
                      <a:headEnd type="none" w="med" len="med"/>
                      <a:tailEnd type="none" w="med" len="med"/>
                    </a:lnR>
                    <a:lnT w="28575" cap="flat" cmpd="sng">
                      <a:solidFill>
                        <a:srgbClr val="D60093"/>
                      </a:solidFill>
                      <a:prstDash val="solid"/>
                      <a:miter/>
                      <a:headEnd type="none" w="med" len="med"/>
                      <a:tailEnd type="none" w="med" len="med"/>
                    </a:lnT>
                    <a:lnB w="28575" cap="flat" cmpd="sng">
                      <a:solidFill>
                        <a:srgbClr val="D60093"/>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81100">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a:solidFill>
                            <a:srgbClr val="000000"/>
                          </a:solidFill>
                        </a:rPr>
                        <a:t>S256</a:t>
                      </a:r>
                    </a:p>
                  </a:txBody>
                  <a:tcPr anchorCtr="1">
                    <a:lnL w="28575" cap="flat" cmpd="sng">
                      <a:solidFill>
                        <a:srgbClr val="D60093"/>
                      </a:solidFill>
                      <a:prstDash val="solid"/>
                      <a:miter/>
                      <a:headEnd type="none" w="med" len="med"/>
                      <a:tailEnd type="none" w="med" len="med"/>
                    </a:lnL>
                    <a:lnR w="28575" cap="flat" cmpd="sng">
                      <a:solidFill>
                        <a:srgbClr val="D60093"/>
                      </a:solidFill>
                      <a:prstDash val="solid"/>
                      <a:miter/>
                      <a:headEnd type="none" w="med" len="med"/>
                      <a:tailEnd type="none" w="med" len="med"/>
                    </a:lnR>
                    <a:lnT w="28575" cap="flat" cmpd="sng">
                      <a:solidFill>
                        <a:srgbClr val="D60093"/>
                      </a:solidFill>
                      <a:prstDash val="solid"/>
                      <a:miter/>
                      <a:headEnd type="none" w="med" len="med"/>
                      <a:tailEnd type="none" w="med" len="med"/>
                    </a:lnT>
                    <a:lnB w="28575" cap="flat" cmpd="sng">
                      <a:solidFill>
                        <a:srgbClr val="D60093"/>
                      </a:solidFill>
                      <a:prstDash val="solid"/>
                      <a:miter/>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a:solidFill>
                            <a:srgbClr val="000000"/>
                          </a:solidFill>
                        </a:rPr>
                        <a:t>C5</a:t>
                      </a:r>
                    </a:p>
                  </a:txBody>
                  <a:tcPr anchorCtr="1">
                    <a:lnL w="28575" cap="flat" cmpd="sng">
                      <a:solidFill>
                        <a:srgbClr val="D60093"/>
                      </a:solidFill>
                      <a:prstDash val="solid"/>
                      <a:miter/>
                      <a:headEnd type="none" w="med" len="med"/>
                      <a:tailEnd type="none" w="med" len="med"/>
                    </a:lnL>
                    <a:lnR w="28575" cap="flat" cmpd="sng">
                      <a:solidFill>
                        <a:srgbClr val="D60093"/>
                      </a:solidFill>
                      <a:prstDash val="solid"/>
                      <a:miter/>
                      <a:headEnd type="none" w="med" len="med"/>
                      <a:tailEnd type="none" w="med" len="med"/>
                    </a:lnR>
                    <a:lnT w="28575" cap="flat" cmpd="sng">
                      <a:solidFill>
                        <a:srgbClr val="D60093"/>
                      </a:solidFill>
                      <a:prstDash val="solid"/>
                      <a:miter/>
                      <a:headEnd type="none" w="med" len="med"/>
                      <a:tailEnd type="none" w="med" len="med"/>
                    </a:lnT>
                    <a:lnB w="28575" cap="flat" cmpd="sng">
                      <a:solidFill>
                        <a:srgbClr val="D60093"/>
                      </a:solidFill>
                      <a:prstDash val="solid"/>
                      <a:miter/>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a:solidFill>
                            <a:srgbClr val="000000"/>
                          </a:solidFill>
                        </a:rPr>
                        <a:t>80</a:t>
                      </a:r>
                    </a:p>
                  </a:txBody>
                  <a:tcPr anchorCtr="1">
                    <a:lnL w="28575" cap="flat" cmpd="sng">
                      <a:solidFill>
                        <a:srgbClr val="D60093"/>
                      </a:solidFill>
                      <a:prstDash val="solid"/>
                      <a:miter/>
                      <a:headEnd type="none" w="med" len="med"/>
                      <a:tailEnd type="none" w="med" len="med"/>
                    </a:lnL>
                    <a:lnR w="28575" cap="flat" cmpd="sng">
                      <a:solidFill>
                        <a:srgbClr val="D60093"/>
                      </a:solidFill>
                      <a:prstDash val="solid"/>
                      <a:miter/>
                      <a:headEnd type="none" w="med" len="med"/>
                      <a:tailEnd type="none" w="med" len="med"/>
                    </a:lnR>
                    <a:lnT w="28575" cap="flat" cmpd="sng">
                      <a:solidFill>
                        <a:srgbClr val="D60093"/>
                      </a:solidFill>
                      <a:prstDash val="solid"/>
                      <a:miter/>
                      <a:headEnd type="none" w="med" len="med"/>
                      <a:tailEnd type="none" w="med" len="med"/>
                    </a:lnT>
                    <a:lnB w="28575" cap="flat" cmpd="sng">
                      <a:solidFill>
                        <a:srgbClr val="D60093"/>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847101" name="直接连接符 847100">
            <a:extLst>
              <a:ext uri="{FF2B5EF4-FFF2-40B4-BE49-F238E27FC236}">
                <a16:creationId xmlns:a16="http://schemas.microsoft.com/office/drawing/2014/main" id="{ACCB12D4-17B6-4ECA-9C9F-E90D09BEA0A9}"/>
              </a:ext>
            </a:extLst>
          </p:cNvPr>
          <p:cNvSpPr>
            <a:spLocks noChangeShapeType="1"/>
          </p:cNvSpPr>
          <p:nvPr/>
        </p:nvSpPr>
        <p:spPr bwMode="auto">
          <a:xfrm flipH="1">
            <a:off x="827088" y="2517775"/>
            <a:ext cx="1800225" cy="1944688"/>
          </a:xfrm>
          <a:prstGeom prst="line">
            <a:avLst/>
          </a:prstGeom>
          <a:noFill/>
          <a:ln w="28575">
            <a:solidFill>
              <a:srgbClr val="FF0000"/>
            </a:solidFill>
            <a:prstDash val="dash"/>
            <a:miter lim="800000"/>
            <a:headEnd/>
            <a:tailEnd/>
          </a:ln>
          <a:effectLst>
            <a:outerShdw dist="35921" dir="2700000" algn="ctr" rotWithShape="0">
              <a:srgbClr val="000066"/>
            </a:outerShdw>
          </a:effectLst>
          <a:extLst>
            <a:ext uri="{909E8E84-426E-40DD-AFC4-6F175D3DCCD1}">
              <a14:hiddenFill xmlns:a14="http://schemas.microsoft.com/office/drawing/2010/main">
                <a:noFill/>
              </a14:hiddenFill>
            </a:ext>
          </a:extLst>
        </p:spPr>
        <p:txBody>
          <a:bodyPr/>
          <a:lstStyle/>
          <a:p>
            <a:endParaRPr lang="zh-CN" altLang="en-US"/>
          </a:p>
        </p:txBody>
      </p:sp>
      <p:sp>
        <p:nvSpPr>
          <p:cNvPr id="847102" name="直接连接符 847101">
            <a:extLst>
              <a:ext uri="{FF2B5EF4-FFF2-40B4-BE49-F238E27FC236}">
                <a16:creationId xmlns:a16="http://schemas.microsoft.com/office/drawing/2014/main" id="{C6168815-4D4F-4D92-A3D2-9EFB0F5101D0}"/>
              </a:ext>
            </a:extLst>
          </p:cNvPr>
          <p:cNvSpPr>
            <a:spLocks noChangeShapeType="1"/>
          </p:cNvSpPr>
          <p:nvPr/>
        </p:nvSpPr>
        <p:spPr bwMode="auto">
          <a:xfrm flipH="1">
            <a:off x="1835150" y="2517775"/>
            <a:ext cx="1944688" cy="1944688"/>
          </a:xfrm>
          <a:prstGeom prst="line">
            <a:avLst/>
          </a:prstGeom>
          <a:noFill/>
          <a:ln w="28575">
            <a:solidFill>
              <a:srgbClr val="FF0000"/>
            </a:solidFill>
            <a:prstDash val="dash"/>
            <a:miter lim="800000"/>
            <a:headEnd/>
            <a:tailEnd/>
          </a:ln>
          <a:effectLst>
            <a:outerShdw dist="35921" dir="2700000" algn="ctr" rotWithShape="0">
              <a:srgbClr val="000066"/>
            </a:outerShdw>
          </a:effectLst>
          <a:extLst>
            <a:ext uri="{909E8E84-426E-40DD-AFC4-6F175D3DCCD1}">
              <a14:hiddenFill xmlns:a14="http://schemas.microsoft.com/office/drawing/2010/main">
                <a:noFill/>
              </a14:hiddenFill>
            </a:ext>
          </a:extLst>
        </p:spPr>
        <p:txBody>
          <a:bodyPr/>
          <a:lstStyle/>
          <a:p>
            <a:endParaRPr lang="zh-CN" altLang="en-US"/>
          </a:p>
        </p:txBody>
      </p:sp>
      <p:sp>
        <p:nvSpPr>
          <p:cNvPr id="847103" name="直接连接符 847102">
            <a:extLst>
              <a:ext uri="{FF2B5EF4-FFF2-40B4-BE49-F238E27FC236}">
                <a16:creationId xmlns:a16="http://schemas.microsoft.com/office/drawing/2014/main" id="{5691DA35-B349-47BB-ADA5-E142E8020331}"/>
              </a:ext>
            </a:extLst>
          </p:cNvPr>
          <p:cNvSpPr>
            <a:spLocks noChangeShapeType="1"/>
          </p:cNvSpPr>
          <p:nvPr/>
        </p:nvSpPr>
        <p:spPr bwMode="auto">
          <a:xfrm flipH="1">
            <a:off x="5651500" y="2446338"/>
            <a:ext cx="936625" cy="504825"/>
          </a:xfrm>
          <a:prstGeom prst="line">
            <a:avLst/>
          </a:prstGeom>
          <a:noFill/>
          <a:ln w="28575">
            <a:solidFill>
              <a:srgbClr val="FF0000"/>
            </a:solidFill>
            <a:prstDash val="dash"/>
            <a:miter lim="800000"/>
            <a:headEnd/>
            <a:tailEnd/>
          </a:ln>
          <a:effectLst>
            <a:outerShdw dist="35921" dir="2700000" algn="ctr" rotWithShape="0">
              <a:srgbClr val="000066"/>
            </a:outerShdw>
          </a:effectLst>
          <a:extLst>
            <a:ext uri="{909E8E84-426E-40DD-AFC4-6F175D3DCCD1}">
              <a14:hiddenFill xmlns:a14="http://schemas.microsoft.com/office/drawing/2010/main">
                <a:noFill/>
              </a14:hiddenFill>
            </a:ext>
          </a:extLst>
        </p:spPr>
        <p:txBody>
          <a:bodyPr/>
          <a:lstStyle/>
          <a:p>
            <a:endParaRPr lang="zh-CN" altLang="en-US"/>
          </a:p>
        </p:txBody>
      </p:sp>
      <p:sp>
        <p:nvSpPr>
          <p:cNvPr id="847104" name="直接连接符 847103">
            <a:extLst>
              <a:ext uri="{FF2B5EF4-FFF2-40B4-BE49-F238E27FC236}">
                <a16:creationId xmlns:a16="http://schemas.microsoft.com/office/drawing/2014/main" id="{273ECFC2-2925-45CB-9507-5433E126A205}"/>
              </a:ext>
            </a:extLst>
          </p:cNvPr>
          <p:cNvSpPr>
            <a:spLocks noChangeShapeType="1"/>
          </p:cNvSpPr>
          <p:nvPr/>
        </p:nvSpPr>
        <p:spPr bwMode="auto">
          <a:xfrm>
            <a:off x="8099425" y="2517775"/>
            <a:ext cx="215900" cy="1800225"/>
          </a:xfrm>
          <a:prstGeom prst="line">
            <a:avLst/>
          </a:prstGeom>
          <a:noFill/>
          <a:ln w="28575">
            <a:solidFill>
              <a:srgbClr val="FF0000"/>
            </a:solidFill>
            <a:prstDash val="dash"/>
            <a:miter lim="800000"/>
            <a:headEnd/>
            <a:tailEnd/>
          </a:ln>
          <a:effectLst>
            <a:outerShdw dist="35921" dir="2700000" algn="ctr" rotWithShape="0">
              <a:srgbClr val="000066"/>
            </a:outerShdw>
          </a:effectLst>
          <a:extLst>
            <a:ext uri="{909E8E84-426E-40DD-AFC4-6F175D3DCCD1}">
              <a14:hiddenFill xmlns:a14="http://schemas.microsoft.com/office/drawing/2010/main">
                <a:noFill/>
              </a14:hiddenFill>
            </a:ext>
          </a:extLst>
        </p:spPr>
        <p:txBody>
          <a:bodyPr/>
          <a:lstStyle/>
          <a:p>
            <a:endParaRPr lang="zh-CN" altLang="en-US"/>
          </a:p>
        </p:txBody>
      </p:sp>
      <p:sp>
        <p:nvSpPr>
          <p:cNvPr id="19493" name="文本框 847104">
            <a:extLst>
              <a:ext uri="{FF2B5EF4-FFF2-40B4-BE49-F238E27FC236}">
                <a16:creationId xmlns:a16="http://schemas.microsoft.com/office/drawing/2014/main" id="{AC9A30D7-ADBB-4383-A772-9395F738CC43}"/>
              </a:ext>
            </a:extLst>
          </p:cNvPr>
          <p:cNvSpPr txBox="1">
            <a:spLocks noChangeArrowheads="1"/>
          </p:cNvSpPr>
          <p:nvPr/>
        </p:nvSpPr>
        <p:spPr bwMode="auto">
          <a:xfrm>
            <a:off x="179388" y="1412875"/>
            <a:ext cx="1838325" cy="45720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a:solidFill>
                  <a:srgbClr val="990000"/>
                </a:solidFill>
                <a:latin typeface="Tahoma" panose="020B0604030504040204" pitchFamily="34" charset="0"/>
                <a:ea typeface="华文中宋" panose="02010600040101010101" pitchFamily="2" charset="-122"/>
              </a:rPr>
              <a:t>课程成绩</a:t>
            </a:r>
            <a:r>
              <a:rPr lang="en-US" altLang="zh-CN" sz="2400" b="1">
                <a:latin typeface="Tahoma" panose="020B0604030504040204" pitchFamily="34" charset="0"/>
                <a:ea typeface="宋体" panose="02010600030101010101" pitchFamily="2" charset="-122"/>
              </a:rPr>
              <a:t>CG</a:t>
            </a:r>
          </a:p>
        </p:txBody>
      </p:sp>
      <p:sp>
        <p:nvSpPr>
          <p:cNvPr id="19494" name="文本框 847105">
            <a:extLst>
              <a:ext uri="{FF2B5EF4-FFF2-40B4-BE49-F238E27FC236}">
                <a16:creationId xmlns:a16="http://schemas.microsoft.com/office/drawing/2014/main" id="{76B273EB-BC9C-4C76-9EDF-1C0F3F09A38F}"/>
              </a:ext>
            </a:extLst>
          </p:cNvPr>
          <p:cNvSpPr txBox="1">
            <a:spLocks noChangeArrowheads="1"/>
          </p:cNvSpPr>
          <p:nvPr/>
        </p:nvSpPr>
        <p:spPr bwMode="auto">
          <a:xfrm>
            <a:off x="250825" y="3741738"/>
            <a:ext cx="377825" cy="45720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latin typeface="Tahoma" panose="020B0604030504040204" pitchFamily="34" charset="0"/>
                <a:ea typeface="宋体" panose="02010600030101010101" pitchFamily="2" charset="-122"/>
              </a:rPr>
              <a:t>S</a:t>
            </a:r>
          </a:p>
        </p:txBody>
      </p:sp>
      <p:sp>
        <p:nvSpPr>
          <p:cNvPr id="19495" name="文本框 847106">
            <a:extLst>
              <a:ext uri="{FF2B5EF4-FFF2-40B4-BE49-F238E27FC236}">
                <a16:creationId xmlns:a16="http://schemas.microsoft.com/office/drawing/2014/main" id="{CE0D91A8-F06A-4879-9BBD-8A226EE24A02}"/>
              </a:ext>
            </a:extLst>
          </p:cNvPr>
          <p:cNvSpPr txBox="1">
            <a:spLocks noChangeArrowheads="1"/>
          </p:cNvSpPr>
          <p:nvPr/>
        </p:nvSpPr>
        <p:spPr bwMode="auto">
          <a:xfrm>
            <a:off x="8459788" y="3814763"/>
            <a:ext cx="581025" cy="45720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latin typeface="Tahoma" panose="020B0604030504040204" pitchFamily="34" charset="0"/>
                <a:ea typeface="宋体" panose="02010600030101010101" pitchFamily="2" charset="-122"/>
              </a:rPr>
              <a:t>SC</a:t>
            </a:r>
          </a:p>
        </p:txBody>
      </p:sp>
      <p:grpSp>
        <p:nvGrpSpPr>
          <p:cNvPr id="847108" name="组合 847107">
            <a:extLst>
              <a:ext uri="{FF2B5EF4-FFF2-40B4-BE49-F238E27FC236}">
                <a16:creationId xmlns:a16="http://schemas.microsoft.com/office/drawing/2014/main" id="{3F4D6A56-30EB-45C2-A5DB-7B9044795259}"/>
              </a:ext>
            </a:extLst>
          </p:cNvPr>
          <p:cNvGrpSpPr>
            <a:grpSpLocks/>
          </p:cNvGrpSpPr>
          <p:nvPr/>
        </p:nvGrpSpPr>
        <p:grpSpPr bwMode="auto">
          <a:xfrm>
            <a:off x="1111250" y="5729288"/>
            <a:ext cx="4900613" cy="533400"/>
            <a:chOff x="672" y="3552"/>
            <a:chExt cx="3072" cy="336"/>
          </a:xfrm>
        </p:grpSpPr>
        <p:sp>
          <p:nvSpPr>
            <p:cNvPr id="19497" name="直接连接符 847108">
              <a:extLst>
                <a:ext uri="{FF2B5EF4-FFF2-40B4-BE49-F238E27FC236}">
                  <a16:creationId xmlns:a16="http://schemas.microsoft.com/office/drawing/2014/main" id="{033941CD-D7C4-4180-8B17-1E2E0157D95B}"/>
                </a:ext>
              </a:extLst>
            </p:cNvPr>
            <p:cNvSpPr>
              <a:spLocks noChangeShapeType="1"/>
            </p:cNvSpPr>
            <p:nvPr/>
          </p:nvSpPr>
          <p:spPr bwMode="auto">
            <a:xfrm flipV="1">
              <a:off x="672" y="3888"/>
              <a:ext cx="3072" cy="0"/>
            </a:xfrm>
            <a:prstGeom prst="line">
              <a:avLst/>
            </a:prstGeom>
            <a:noFill/>
            <a:ln w="28575">
              <a:solidFill>
                <a:srgbClr val="FF0000"/>
              </a:solidFill>
              <a:miter lim="800000"/>
              <a:headEnd/>
              <a:tailEnd/>
            </a:ln>
            <a:effectLst>
              <a:outerShdw dist="35921" dir="2700000" algn="ctr" rotWithShape="0">
                <a:srgbClr val="000066"/>
              </a:outerShdw>
            </a:effectLst>
            <a:extLst>
              <a:ext uri="{909E8E84-426E-40DD-AFC4-6F175D3DCCD1}">
                <a14:hiddenFill xmlns:a14="http://schemas.microsoft.com/office/drawing/2010/main">
                  <a:noFill/>
                </a14:hiddenFill>
              </a:ext>
            </a:extLst>
          </p:spPr>
          <p:txBody>
            <a:bodyPr/>
            <a:lstStyle/>
            <a:p>
              <a:endParaRPr lang="zh-CN" altLang="en-US"/>
            </a:p>
          </p:txBody>
        </p:sp>
        <p:sp>
          <p:nvSpPr>
            <p:cNvPr id="19498" name="直接连接符 847109">
              <a:extLst>
                <a:ext uri="{FF2B5EF4-FFF2-40B4-BE49-F238E27FC236}">
                  <a16:creationId xmlns:a16="http://schemas.microsoft.com/office/drawing/2014/main" id="{993F37A4-DC53-48E6-B439-A5A87E5B83B7}"/>
                </a:ext>
              </a:extLst>
            </p:cNvPr>
            <p:cNvSpPr>
              <a:spLocks noChangeShapeType="1"/>
            </p:cNvSpPr>
            <p:nvPr/>
          </p:nvSpPr>
          <p:spPr bwMode="auto">
            <a:xfrm flipV="1">
              <a:off x="3744" y="3552"/>
              <a:ext cx="0" cy="336"/>
            </a:xfrm>
            <a:prstGeom prst="line">
              <a:avLst/>
            </a:prstGeom>
            <a:noFill/>
            <a:ln w="28575">
              <a:solidFill>
                <a:srgbClr val="FF0000"/>
              </a:solidFill>
              <a:miter lim="800000"/>
              <a:headEnd/>
              <a:tailEnd type="triangle" w="lg" len="lg"/>
            </a:ln>
            <a:effectLst>
              <a:outerShdw dist="35921" dir="2700000" algn="ctr" rotWithShape="0">
                <a:srgbClr val="000066"/>
              </a:outerShdw>
            </a:effectLst>
            <a:extLst>
              <a:ext uri="{909E8E84-426E-40DD-AFC4-6F175D3DCCD1}">
                <a14:hiddenFill xmlns:a14="http://schemas.microsoft.com/office/drawing/2010/main">
                  <a:noFill/>
                </a14:hiddenFill>
              </a:ext>
            </a:extLst>
          </p:spPr>
          <p:txBody>
            <a:bodyPr/>
            <a:lstStyle/>
            <a:p>
              <a:endParaRPr lang="zh-CN" altLang="en-US"/>
            </a:p>
          </p:txBody>
        </p:sp>
        <p:sp>
          <p:nvSpPr>
            <p:cNvPr id="19499" name="直接连接符 847110">
              <a:extLst>
                <a:ext uri="{FF2B5EF4-FFF2-40B4-BE49-F238E27FC236}">
                  <a16:creationId xmlns:a16="http://schemas.microsoft.com/office/drawing/2014/main" id="{86CFC32B-4A11-4FA6-B0B0-557A0F68B7BF}"/>
                </a:ext>
              </a:extLst>
            </p:cNvPr>
            <p:cNvSpPr>
              <a:spLocks noChangeShapeType="1"/>
            </p:cNvSpPr>
            <p:nvPr/>
          </p:nvSpPr>
          <p:spPr bwMode="auto">
            <a:xfrm flipV="1">
              <a:off x="672" y="3600"/>
              <a:ext cx="0" cy="288"/>
            </a:xfrm>
            <a:prstGeom prst="line">
              <a:avLst/>
            </a:prstGeom>
            <a:noFill/>
            <a:ln w="28575">
              <a:solidFill>
                <a:srgbClr val="FF0000"/>
              </a:solidFill>
              <a:miter lim="800000"/>
              <a:headEnd/>
              <a:tailEnd type="triangle" w="lg" len="lg"/>
            </a:ln>
            <a:effectLst>
              <a:outerShdw dist="35921" dir="2700000" algn="ctr" rotWithShape="0">
                <a:srgbClr val="000066"/>
              </a:outerShdw>
            </a:effectLst>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847112" name="表格 847111">
            <a:extLst>
              <a:ext uri="{FF2B5EF4-FFF2-40B4-BE49-F238E27FC236}">
                <a16:creationId xmlns:a16="http://schemas.microsoft.com/office/drawing/2014/main" id="{7D514359-3E40-47CC-8DBD-D01127543848}"/>
              </a:ext>
            </a:extLst>
          </p:cNvPr>
          <p:cNvGraphicFramePr/>
          <p:nvPr/>
        </p:nvGraphicFramePr>
        <p:xfrm>
          <a:off x="2122488" y="1654175"/>
          <a:ext cx="6624638" cy="927100"/>
        </p:xfrm>
        <a:graphic>
          <a:graphicData uri="http://schemas.openxmlformats.org/drawingml/2006/table">
            <a:tbl>
              <a:tblPr/>
              <a:tblGrid>
                <a:gridCol w="1225550">
                  <a:extLst>
                    <a:ext uri="{9D8B030D-6E8A-4147-A177-3AD203B41FA5}">
                      <a16:colId xmlns:a16="http://schemas.microsoft.com/office/drawing/2014/main" val="20000"/>
                    </a:ext>
                  </a:extLst>
                </a:gridCol>
                <a:gridCol w="1150938">
                  <a:extLst>
                    <a:ext uri="{9D8B030D-6E8A-4147-A177-3AD203B41FA5}">
                      <a16:colId xmlns:a16="http://schemas.microsoft.com/office/drawing/2014/main" val="20001"/>
                    </a:ext>
                  </a:extLst>
                </a:gridCol>
                <a:gridCol w="576262">
                  <a:extLst>
                    <a:ext uri="{9D8B030D-6E8A-4147-A177-3AD203B41FA5}">
                      <a16:colId xmlns:a16="http://schemas.microsoft.com/office/drawing/2014/main" val="20002"/>
                    </a:ext>
                  </a:extLst>
                </a:gridCol>
                <a:gridCol w="1152525">
                  <a:extLst>
                    <a:ext uri="{9D8B030D-6E8A-4147-A177-3AD203B41FA5}">
                      <a16:colId xmlns:a16="http://schemas.microsoft.com/office/drawing/2014/main" val="20003"/>
                    </a:ext>
                  </a:extLst>
                </a:gridCol>
                <a:gridCol w="1295400">
                  <a:extLst>
                    <a:ext uri="{9D8B030D-6E8A-4147-A177-3AD203B41FA5}">
                      <a16:colId xmlns:a16="http://schemas.microsoft.com/office/drawing/2014/main" val="20004"/>
                    </a:ext>
                  </a:extLst>
                </a:gridCol>
                <a:gridCol w="1223963">
                  <a:extLst>
                    <a:ext uri="{9D8B030D-6E8A-4147-A177-3AD203B41FA5}">
                      <a16:colId xmlns:a16="http://schemas.microsoft.com/office/drawing/2014/main" val="20005"/>
                    </a:ext>
                  </a:extLst>
                </a:gridCol>
              </a:tblGrid>
              <a:tr h="397192">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Tx/>
                        <a:buSzTx/>
                        <a:buFontTx/>
                        <a:buNone/>
                      </a:pPr>
                      <a:r>
                        <a:rPr lang="en-US" altLang="zh-CN" sz="2000">
                          <a:effectLst/>
                          <a:latin typeface="华文中宋" panose="02010600040101010101" pitchFamily="2" charset="-122"/>
                          <a:ea typeface="华文中宋" panose="02010600040101010101" pitchFamily="2" charset="-122"/>
                        </a:rPr>
                        <a:t>S#</a:t>
                      </a:r>
                      <a:endParaRPr lang="en-US" altLang="zh-CN" sz="2000" b="0">
                        <a:effectLst/>
                        <a:latin typeface="Times New Roman" panose="02020603050405020304" pitchFamily="18" charset="0"/>
                        <a:ea typeface="宋体" panose="02010600030101010101" pitchFamily="2" charset="-122"/>
                      </a:endParaRPr>
                    </a:p>
                  </a:txBody>
                  <a:tcPr marT="45830" marB="45830">
                    <a:lnL w="12700" cap="flat" cmpd="sng">
                      <a:solidFill>
                        <a:srgbClr val="000000"/>
                      </a:solidFill>
                      <a:prstDash val="solid"/>
                      <a:headEnd type="none" w="sm" len="sm"/>
                      <a:tailEnd type="none" w="sm" len="sm"/>
                    </a:lnL>
                    <a:lnR w="12700" cap="flat" cmpd="sng">
                      <a:solidFill>
                        <a:srgbClr val="000000"/>
                      </a:solidFill>
                      <a:prstDash val="solid"/>
                      <a:headEnd type="none" w="sm" len="sm"/>
                      <a:tailEnd type="none" w="sm" len="sm"/>
                    </a:lnR>
                    <a:lnT w="12700" cap="flat" cmpd="sng">
                      <a:solidFill>
                        <a:srgbClr val="000000"/>
                      </a:solidFill>
                      <a:prstDash val="solid"/>
                      <a:headEnd type="none" w="sm" len="sm"/>
                      <a:tailEnd type="none" w="sm" len="sm"/>
                    </a:lnT>
                    <a:lnB w="12700" cap="flat" cmpd="sng">
                      <a:solidFill>
                        <a:srgbClr val="000000"/>
                      </a:solidFill>
                      <a:prstDash val="solid"/>
                      <a:headEnd type="none" w="sm" len="sm"/>
                      <a:tailEnd type="none" w="sm" len="sm"/>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Tx/>
                        <a:buSzTx/>
                        <a:buFontTx/>
                        <a:buNone/>
                      </a:pPr>
                      <a:r>
                        <a:rPr lang="en-US" altLang="zh-CN" sz="2000">
                          <a:effectLst/>
                          <a:latin typeface="华文中宋" panose="02010600040101010101" pitchFamily="2" charset="-122"/>
                          <a:ea typeface="华文中宋" panose="02010600040101010101" pitchFamily="2" charset="-122"/>
                        </a:rPr>
                        <a:t>SNAME</a:t>
                      </a:r>
                      <a:endParaRPr lang="en-US" altLang="zh-CN" sz="2000" b="0">
                        <a:effectLst/>
                        <a:latin typeface="Times New Roman" panose="02020603050405020304" pitchFamily="18" charset="0"/>
                        <a:ea typeface="宋体" panose="02010600030101010101" pitchFamily="2" charset="-122"/>
                      </a:endParaRPr>
                    </a:p>
                  </a:txBody>
                  <a:tcPr marT="45830" marB="45830">
                    <a:lnL w="12700" cap="flat" cmpd="sng">
                      <a:solidFill>
                        <a:srgbClr val="000000"/>
                      </a:solidFill>
                      <a:prstDash val="solid"/>
                      <a:headEnd type="none" w="sm" len="sm"/>
                      <a:tailEnd type="none" w="sm" len="sm"/>
                    </a:lnL>
                    <a:lnR w="12700" cap="flat" cmpd="sng">
                      <a:solidFill>
                        <a:srgbClr val="000000"/>
                      </a:solidFill>
                      <a:prstDash val="solid"/>
                      <a:headEnd type="none" w="sm" len="sm"/>
                      <a:tailEnd type="none" w="sm" len="sm"/>
                    </a:lnR>
                    <a:lnT w="12700" cap="flat" cmpd="sng">
                      <a:solidFill>
                        <a:srgbClr val="000000"/>
                      </a:solidFill>
                      <a:prstDash val="solid"/>
                      <a:headEnd type="none" w="sm" len="sm"/>
                      <a:tailEnd type="none" w="sm" len="sm"/>
                    </a:lnT>
                    <a:lnB w="12700" cap="flat" cmpd="sng">
                      <a:solidFill>
                        <a:srgbClr val="000000"/>
                      </a:solidFill>
                      <a:prstDash val="solid"/>
                      <a:headEnd type="none" w="sm" len="sm"/>
                      <a:tailEnd type="none" w="sm" len="sm"/>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Tx/>
                        <a:buSzTx/>
                        <a:buFontTx/>
                        <a:buNone/>
                      </a:pPr>
                      <a:r>
                        <a:rPr lang="en-US" altLang="zh-CN" sz="2000">
                          <a:effectLst/>
                          <a:latin typeface="华文中宋" panose="02010600040101010101" pitchFamily="2" charset="-122"/>
                          <a:ea typeface="华文中宋" panose="02010600040101010101" pitchFamily="2" charset="-122"/>
                        </a:rPr>
                        <a:t>C#</a:t>
                      </a:r>
                      <a:endParaRPr lang="en-US" altLang="zh-CN" sz="2000" b="0">
                        <a:effectLst/>
                        <a:latin typeface="Times New Roman" panose="02020603050405020304" pitchFamily="18" charset="0"/>
                        <a:ea typeface="宋体" panose="02010600030101010101" pitchFamily="2" charset="-122"/>
                      </a:endParaRPr>
                    </a:p>
                  </a:txBody>
                  <a:tcPr marT="45830" marB="45830">
                    <a:lnL w="12700" cap="flat" cmpd="sng">
                      <a:solidFill>
                        <a:srgbClr val="000000"/>
                      </a:solidFill>
                      <a:prstDash val="solid"/>
                      <a:headEnd type="none" w="sm" len="sm"/>
                      <a:tailEnd type="none" w="sm" len="sm"/>
                    </a:lnL>
                    <a:lnR w="12700" cap="flat" cmpd="sng">
                      <a:solidFill>
                        <a:srgbClr val="000000"/>
                      </a:solidFill>
                      <a:prstDash val="solid"/>
                      <a:headEnd type="none" w="sm" len="sm"/>
                      <a:tailEnd type="none" w="sm" len="sm"/>
                    </a:lnR>
                    <a:lnT w="12700" cap="flat" cmpd="sng">
                      <a:solidFill>
                        <a:srgbClr val="000000"/>
                      </a:solidFill>
                      <a:prstDash val="solid"/>
                      <a:headEnd type="none" w="sm" len="sm"/>
                      <a:tailEnd type="none" w="sm" len="sm"/>
                    </a:lnT>
                    <a:lnB w="12700" cap="flat" cmpd="sng">
                      <a:solidFill>
                        <a:srgbClr val="000000"/>
                      </a:solidFill>
                      <a:prstDash val="solid"/>
                      <a:headEnd type="none" w="sm" len="sm"/>
                      <a:tailEnd type="none" w="sm" len="sm"/>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Tx/>
                        <a:buSzTx/>
                        <a:buFontTx/>
                        <a:buNone/>
                      </a:pPr>
                      <a:r>
                        <a:rPr lang="en-US" altLang="zh-CN" sz="2000">
                          <a:effectLst/>
                          <a:latin typeface="华文中宋" panose="02010600040101010101" pitchFamily="2" charset="-122"/>
                          <a:ea typeface="华文中宋" panose="02010600040101010101" pitchFamily="2" charset="-122"/>
                        </a:rPr>
                        <a:t>CNAME</a:t>
                      </a:r>
                      <a:endParaRPr lang="en-US" altLang="zh-CN" sz="2000" b="0">
                        <a:effectLst/>
                        <a:latin typeface="Times New Roman" panose="02020603050405020304" pitchFamily="18" charset="0"/>
                        <a:ea typeface="宋体" panose="02010600030101010101" pitchFamily="2" charset="-122"/>
                      </a:endParaRPr>
                    </a:p>
                  </a:txBody>
                  <a:tcPr marT="45830" marB="45830">
                    <a:lnL w="12700" cap="flat" cmpd="sng">
                      <a:solidFill>
                        <a:srgbClr val="000000"/>
                      </a:solidFill>
                      <a:prstDash val="solid"/>
                      <a:headEnd type="none" w="sm" len="sm"/>
                      <a:tailEnd type="none" w="sm" len="sm"/>
                    </a:lnL>
                    <a:lnR w="12700" cap="flat" cmpd="sng">
                      <a:solidFill>
                        <a:srgbClr val="000000"/>
                      </a:solidFill>
                      <a:prstDash val="solid"/>
                      <a:headEnd type="none" w="sm" len="sm"/>
                      <a:tailEnd type="none" w="sm" len="sm"/>
                    </a:lnR>
                    <a:lnT w="12700" cap="flat" cmpd="sng">
                      <a:solidFill>
                        <a:srgbClr val="000000"/>
                      </a:solidFill>
                      <a:prstDash val="solid"/>
                      <a:headEnd type="none" w="sm" len="sm"/>
                      <a:tailEnd type="none" w="sm" len="sm"/>
                    </a:lnT>
                    <a:lnB w="12700" cap="flat" cmpd="sng">
                      <a:solidFill>
                        <a:srgbClr val="000000"/>
                      </a:solidFill>
                      <a:prstDash val="solid"/>
                      <a:headEnd type="none" w="sm" len="sm"/>
                      <a:tailEnd type="none" w="sm" len="sm"/>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Tx/>
                        <a:buSzTx/>
                        <a:buFontTx/>
                        <a:buNone/>
                      </a:pPr>
                      <a:r>
                        <a:rPr lang="en-US" altLang="zh-CN" sz="2000">
                          <a:effectLst/>
                          <a:latin typeface="华文中宋" panose="02010600040101010101" pitchFamily="2" charset="-122"/>
                          <a:ea typeface="华文中宋" panose="02010600040101010101" pitchFamily="2" charset="-122"/>
                        </a:rPr>
                        <a:t>CLASSH</a:t>
                      </a:r>
                      <a:endParaRPr lang="en-US" altLang="zh-CN" sz="2000" b="0">
                        <a:effectLst/>
                        <a:latin typeface="Times New Roman" panose="02020603050405020304" pitchFamily="18" charset="0"/>
                        <a:ea typeface="宋体" panose="02010600030101010101" pitchFamily="2" charset="-122"/>
                      </a:endParaRPr>
                    </a:p>
                  </a:txBody>
                  <a:tcPr marT="45830" marB="45830">
                    <a:lnL w="12700" cap="flat" cmpd="sng">
                      <a:solidFill>
                        <a:srgbClr val="000000"/>
                      </a:solidFill>
                      <a:prstDash val="solid"/>
                      <a:headEnd type="none" w="sm" len="sm"/>
                      <a:tailEnd type="none" w="sm" len="sm"/>
                    </a:lnL>
                    <a:lnR w="12700" cap="flat" cmpd="sng">
                      <a:solidFill>
                        <a:srgbClr val="000000"/>
                      </a:solidFill>
                      <a:prstDash val="solid"/>
                      <a:headEnd type="none" w="sm" len="sm"/>
                      <a:tailEnd type="none" w="sm" len="sm"/>
                    </a:lnR>
                    <a:lnT w="12700" cap="flat" cmpd="sng">
                      <a:solidFill>
                        <a:srgbClr val="000000"/>
                      </a:solidFill>
                      <a:prstDash val="solid"/>
                      <a:headEnd type="none" w="sm" len="sm"/>
                      <a:tailEnd type="none" w="sm" len="sm"/>
                    </a:lnT>
                    <a:lnB w="12700" cap="flat" cmpd="sng">
                      <a:solidFill>
                        <a:srgbClr val="000000"/>
                      </a:solidFill>
                      <a:prstDash val="solid"/>
                      <a:headEnd type="none" w="sm" len="sm"/>
                      <a:tailEnd type="none" w="sm" len="sm"/>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Tx/>
                        <a:buSzTx/>
                        <a:buFontTx/>
                        <a:buNone/>
                      </a:pPr>
                      <a:r>
                        <a:rPr lang="en-US" altLang="zh-CN" sz="2000">
                          <a:effectLst/>
                          <a:latin typeface="华文中宋" panose="02010600040101010101" pitchFamily="2" charset="-122"/>
                          <a:ea typeface="华文中宋" panose="02010600040101010101" pitchFamily="2" charset="-122"/>
                        </a:rPr>
                        <a:t>GRADE</a:t>
                      </a:r>
                      <a:endParaRPr lang="en-US" altLang="zh-CN" sz="2000" b="0">
                        <a:effectLst/>
                        <a:latin typeface="Times New Roman" panose="02020603050405020304" pitchFamily="18" charset="0"/>
                        <a:ea typeface="宋体" panose="02010600030101010101" pitchFamily="2" charset="-122"/>
                      </a:endParaRPr>
                    </a:p>
                  </a:txBody>
                  <a:tcPr marT="45830" marB="45830">
                    <a:lnL w="12700" cap="flat" cmpd="sng">
                      <a:solidFill>
                        <a:srgbClr val="000000"/>
                      </a:solidFill>
                      <a:prstDash val="solid"/>
                      <a:headEnd type="none" w="sm" len="sm"/>
                      <a:tailEnd type="none" w="sm" len="sm"/>
                    </a:lnL>
                    <a:lnR w="12700" cap="flat" cmpd="sng">
                      <a:solidFill>
                        <a:srgbClr val="000000"/>
                      </a:solidFill>
                      <a:prstDash val="solid"/>
                      <a:headEnd type="none" w="sm" len="sm"/>
                      <a:tailEnd type="none" w="sm" len="sm"/>
                    </a:lnR>
                    <a:lnT w="12700" cap="flat" cmpd="sng">
                      <a:solidFill>
                        <a:srgbClr val="000000"/>
                      </a:solidFill>
                      <a:prstDash val="solid"/>
                      <a:headEnd type="none" w="sm" len="sm"/>
                      <a:tailEnd type="none" w="sm" len="sm"/>
                    </a:lnT>
                    <a:lnB w="12700" cap="flat" cmpd="sng">
                      <a:solidFill>
                        <a:srgbClr val="000000"/>
                      </a:solidFill>
                      <a:prstDash val="solid"/>
                      <a:headEnd type="none" w="sm" len="sm"/>
                      <a:tailEnd type="none" w="sm" len="sm"/>
                    </a:lnB>
                    <a:lnTlToBr>
                      <a:noFill/>
                    </a:lnTlToBr>
                    <a:lnBlToTr>
                      <a:noFill/>
                    </a:lnBlToTr>
                    <a:noFill/>
                  </a:tcPr>
                </a:tc>
                <a:extLst>
                  <a:ext uri="{0D108BD9-81ED-4DB2-BD59-A6C34878D82A}">
                    <a16:rowId xmlns:a16="http://schemas.microsoft.com/office/drawing/2014/main" val="10000"/>
                  </a:ext>
                </a:extLst>
              </a:tr>
              <a:tr h="529908">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endParaRPr lang="en-US" altLang="zh-CN" sz="2400"/>
                    </a:p>
                  </a:txBody>
                  <a:tcPr marT="45830" marB="45830">
                    <a:lnL w="12700" cap="flat" cmpd="sng">
                      <a:solidFill>
                        <a:srgbClr val="000000"/>
                      </a:solidFill>
                      <a:prstDash val="solid"/>
                      <a:headEnd type="none" w="sm" len="sm"/>
                      <a:tailEnd type="none" w="sm" len="sm"/>
                    </a:lnL>
                    <a:lnR w="12700" cap="flat" cmpd="sng">
                      <a:solidFill>
                        <a:srgbClr val="000000"/>
                      </a:solidFill>
                      <a:prstDash val="solid"/>
                      <a:headEnd type="none" w="sm" len="sm"/>
                      <a:tailEnd type="none" w="sm" len="sm"/>
                    </a:lnR>
                    <a:lnT w="12700" cap="flat" cmpd="sng">
                      <a:solidFill>
                        <a:srgbClr val="000000"/>
                      </a:solidFill>
                      <a:prstDash val="solid"/>
                      <a:headEnd type="none" w="sm" len="sm"/>
                      <a:tailEnd type="none" w="sm" len="sm"/>
                    </a:lnT>
                    <a:lnB w="12700" cap="flat" cmpd="sng">
                      <a:solidFill>
                        <a:srgbClr val="000000"/>
                      </a:solidFill>
                      <a:prstDash val="solid"/>
                      <a:headEnd type="none" w="sm" len="sm"/>
                      <a:tailEnd type="none" w="sm" len="sm"/>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endParaRPr lang="zh-CN" altLang="en-US" sz="2400" dirty="0"/>
                    </a:p>
                  </a:txBody>
                  <a:tcPr marT="45830" marB="45830">
                    <a:lnL w="12700" cap="flat" cmpd="sng">
                      <a:solidFill>
                        <a:srgbClr val="000000"/>
                      </a:solidFill>
                      <a:prstDash val="solid"/>
                      <a:headEnd type="none" w="sm" len="sm"/>
                      <a:tailEnd type="none" w="sm" len="sm"/>
                    </a:lnL>
                    <a:lnR w="12700" cap="flat" cmpd="sng">
                      <a:solidFill>
                        <a:srgbClr val="000000"/>
                      </a:solidFill>
                      <a:prstDash val="solid"/>
                      <a:headEnd type="none" w="sm" len="sm"/>
                      <a:tailEnd type="none" w="sm" len="sm"/>
                    </a:lnR>
                    <a:lnT w="12700" cap="flat" cmpd="sng">
                      <a:solidFill>
                        <a:srgbClr val="000000"/>
                      </a:solidFill>
                      <a:prstDash val="solid"/>
                      <a:headEnd type="none" w="sm" len="sm"/>
                      <a:tailEnd type="none" w="sm" len="sm"/>
                    </a:lnT>
                    <a:lnB w="12700" cap="flat" cmpd="sng">
                      <a:solidFill>
                        <a:srgbClr val="000000"/>
                      </a:solidFill>
                      <a:prstDash val="solid"/>
                      <a:headEnd type="none" w="sm" len="sm"/>
                      <a:tailEnd type="none" w="sm" len="sm"/>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endParaRPr lang="zh-CN" altLang="en-US" sz="2400" dirty="0"/>
                    </a:p>
                  </a:txBody>
                  <a:tcPr marT="45830" marB="45830">
                    <a:lnL w="12700" cap="flat" cmpd="sng">
                      <a:solidFill>
                        <a:srgbClr val="000000"/>
                      </a:solidFill>
                      <a:prstDash val="solid"/>
                      <a:headEnd type="none" w="sm" len="sm"/>
                      <a:tailEnd type="none" w="sm" len="sm"/>
                    </a:lnL>
                    <a:lnR w="12700" cap="flat" cmpd="sng">
                      <a:solidFill>
                        <a:srgbClr val="000000"/>
                      </a:solidFill>
                      <a:prstDash val="solid"/>
                      <a:headEnd type="none" w="sm" len="sm"/>
                      <a:tailEnd type="none" w="sm" len="sm"/>
                    </a:lnR>
                    <a:lnT w="12700" cap="flat" cmpd="sng">
                      <a:solidFill>
                        <a:srgbClr val="000000"/>
                      </a:solidFill>
                      <a:prstDash val="solid"/>
                      <a:headEnd type="none" w="sm" len="sm"/>
                      <a:tailEnd type="none" w="sm" len="sm"/>
                    </a:lnT>
                    <a:lnB w="12700" cap="flat" cmpd="sng">
                      <a:solidFill>
                        <a:srgbClr val="000000"/>
                      </a:solidFill>
                      <a:prstDash val="solid"/>
                      <a:headEnd type="none" w="sm" len="sm"/>
                      <a:tailEnd type="none" w="sm" len="sm"/>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endParaRPr lang="zh-CN" altLang="en-US" sz="2400" dirty="0"/>
                    </a:p>
                  </a:txBody>
                  <a:tcPr marT="45830" marB="45830">
                    <a:lnL w="12700" cap="flat" cmpd="sng">
                      <a:solidFill>
                        <a:srgbClr val="000000"/>
                      </a:solidFill>
                      <a:prstDash val="solid"/>
                      <a:headEnd type="none" w="sm" len="sm"/>
                      <a:tailEnd type="none" w="sm" len="sm"/>
                    </a:lnL>
                    <a:lnR w="12700" cap="flat" cmpd="sng">
                      <a:solidFill>
                        <a:srgbClr val="000000"/>
                      </a:solidFill>
                      <a:prstDash val="solid"/>
                      <a:headEnd type="none" w="sm" len="sm"/>
                      <a:tailEnd type="none" w="sm" len="sm"/>
                    </a:lnR>
                    <a:lnT w="12700" cap="flat" cmpd="sng">
                      <a:solidFill>
                        <a:srgbClr val="000000"/>
                      </a:solidFill>
                      <a:prstDash val="solid"/>
                      <a:headEnd type="none" w="sm" len="sm"/>
                      <a:tailEnd type="none" w="sm" len="sm"/>
                    </a:lnT>
                    <a:lnB w="12700" cap="flat" cmpd="sng">
                      <a:solidFill>
                        <a:srgbClr val="000000"/>
                      </a:solidFill>
                      <a:prstDash val="solid"/>
                      <a:headEnd type="none" w="sm" len="sm"/>
                      <a:tailEnd type="none" w="sm" len="sm"/>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endParaRPr lang="zh-CN" altLang="en-US" sz="2400" dirty="0"/>
                    </a:p>
                  </a:txBody>
                  <a:tcPr marT="45830" marB="45830">
                    <a:lnL w="12700" cap="flat" cmpd="sng">
                      <a:solidFill>
                        <a:srgbClr val="000000"/>
                      </a:solidFill>
                      <a:prstDash val="solid"/>
                      <a:headEnd type="none" w="sm" len="sm"/>
                      <a:tailEnd type="none" w="sm" len="sm"/>
                    </a:lnL>
                    <a:lnR w="12700" cap="flat" cmpd="sng">
                      <a:solidFill>
                        <a:srgbClr val="000000"/>
                      </a:solidFill>
                      <a:prstDash val="solid"/>
                      <a:headEnd type="none" w="sm" len="sm"/>
                      <a:tailEnd type="none" w="sm" len="sm"/>
                    </a:lnR>
                    <a:lnT w="12700" cap="flat" cmpd="sng">
                      <a:solidFill>
                        <a:srgbClr val="000000"/>
                      </a:solidFill>
                      <a:prstDash val="solid"/>
                      <a:headEnd type="none" w="sm" len="sm"/>
                      <a:tailEnd type="none" w="sm" len="sm"/>
                    </a:lnT>
                    <a:lnB w="12700" cap="flat" cmpd="sng">
                      <a:solidFill>
                        <a:srgbClr val="000000"/>
                      </a:solidFill>
                      <a:prstDash val="solid"/>
                      <a:headEnd type="none" w="sm" len="sm"/>
                      <a:tailEnd type="none" w="sm" len="sm"/>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endParaRPr lang="zh-CN" altLang="en-US" sz="2400" dirty="0"/>
                    </a:p>
                  </a:txBody>
                  <a:tcPr marT="45830" marB="45830">
                    <a:lnL w="12700" cap="flat" cmpd="sng">
                      <a:solidFill>
                        <a:srgbClr val="000000"/>
                      </a:solidFill>
                      <a:prstDash val="solid"/>
                      <a:headEnd type="none" w="sm" len="sm"/>
                      <a:tailEnd type="none" w="sm" len="sm"/>
                    </a:lnL>
                    <a:lnR w="12700" cap="flat" cmpd="sng">
                      <a:solidFill>
                        <a:srgbClr val="000000"/>
                      </a:solidFill>
                      <a:prstDash val="solid"/>
                      <a:headEnd type="none" w="sm" len="sm"/>
                      <a:tailEnd type="none" w="sm" len="sm"/>
                    </a:lnR>
                    <a:lnT w="12700" cap="flat" cmpd="sng">
                      <a:solidFill>
                        <a:srgbClr val="000000"/>
                      </a:solidFill>
                      <a:prstDash val="solid"/>
                      <a:headEnd type="none" w="sm" len="sm"/>
                      <a:tailEnd type="none" w="sm" len="sm"/>
                    </a:lnT>
                    <a:lnB w="12700" cap="flat" cmpd="sng">
                      <a:solidFill>
                        <a:srgbClr val="000000"/>
                      </a:solidFill>
                      <a:prstDash val="solid"/>
                      <a:headEnd type="none" w="sm" len="sm"/>
                      <a:tailEnd type="none" w="sm" len="sm"/>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847135" name="表格 847134">
            <a:extLst>
              <a:ext uri="{FF2B5EF4-FFF2-40B4-BE49-F238E27FC236}">
                <a16:creationId xmlns:a16="http://schemas.microsoft.com/office/drawing/2014/main" id="{D5BD4F1F-E9AA-446C-916B-AB5432CEA9E7}"/>
              </a:ext>
            </a:extLst>
          </p:cNvPr>
          <p:cNvGraphicFramePr/>
          <p:nvPr/>
        </p:nvGraphicFramePr>
        <p:xfrm>
          <a:off x="3130550" y="2878138"/>
          <a:ext cx="3313113" cy="1258887"/>
        </p:xfrm>
        <a:graphic>
          <a:graphicData uri="http://schemas.openxmlformats.org/drawingml/2006/table">
            <a:tbl>
              <a:tblPr/>
              <a:tblGrid>
                <a:gridCol w="792163">
                  <a:extLst>
                    <a:ext uri="{9D8B030D-6E8A-4147-A177-3AD203B41FA5}">
                      <a16:colId xmlns:a16="http://schemas.microsoft.com/office/drawing/2014/main" val="20000"/>
                    </a:ext>
                  </a:extLst>
                </a:gridCol>
                <a:gridCol w="122555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tblGrid>
              <a:tr h="647699">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Tx/>
                        <a:buSzTx/>
                        <a:buFontTx/>
                        <a:buNone/>
                      </a:pPr>
                      <a:r>
                        <a:rPr lang="en-US" altLang="zh-CN" sz="2000">
                          <a:effectLst/>
                          <a:latin typeface="华文中宋" panose="02010600040101010101" pitchFamily="2" charset="-122"/>
                          <a:ea typeface="华文中宋" panose="02010600040101010101" pitchFamily="2" charset="-122"/>
                        </a:rPr>
                        <a:t>C#</a:t>
                      </a:r>
                      <a:endParaRPr lang="en-US" altLang="zh-CN" sz="2000" b="0">
                        <a:effectLst/>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sm" len="sm"/>
                      <a:tailEnd type="none" w="sm" len="sm"/>
                    </a:lnL>
                    <a:lnR w="12700" cap="flat" cmpd="sng">
                      <a:solidFill>
                        <a:srgbClr val="000000"/>
                      </a:solidFill>
                      <a:prstDash val="solid"/>
                      <a:headEnd type="none" w="sm" len="sm"/>
                      <a:tailEnd type="none" w="sm" len="sm"/>
                    </a:lnR>
                    <a:lnT w="12700" cap="flat" cmpd="sng">
                      <a:solidFill>
                        <a:srgbClr val="000000"/>
                      </a:solidFill>
                      <a:prstDash val="solid"/>
                      <a:headEnd type="none" w="sm" len="sm"/>
                      <a:tailEnd type="none" w="sm" len="sm"/>
                    </a:lnT>
                    <a:lnB w="12700" cap="flat" cmpd="sng">
                      <a:solidFill>
                        <a:srgbClr val="000000"/>
                      </a:solidFill>
                      <a:prstDash val="solid"/>
                      <a:headEnd type="none" w="sm" len="sm"/>
                      <a:tailEnd type="none" w="sm" len="sm"/>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Tx/>
                        <a:buSzTx/>
                        <a:buFontTx/>
                        <a:buNone/>
                      </a:pPr>
                      <a:r>
                        <a:rPr lang="en-US" altLang="zh-CN" sz="2000">
                          <a:effectLst/>
                          <a:latin typeface="华文中宋" panose="02010600040101010101" pitchFamily="2" charset="-122"/>
                          <a:ea typeface="华文中宋" panose="02010600040101010101" pitchFamily="2" charset="-122"/>
                        </a:rPr>
                        <a:t>CNAME</a:t>
                      </a:r>
                      <a:endParaRPr lang="en-US" altLang="zh-CN" sz="2000" b="0">
                        <a:effectLst/>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sm" len="sm"/>
                      <a:tailEnd type="none" w="sm" len="sm"/>
                    </a:lnL>
                    <a:lnR w="12700" cap="flat" cmpd="sng">
                      <a:solidFill>
                        <a:srgbClr val="000000"/>
                      </a:solidFill>
                      <a:prstDash val="solid"/>
                      <a:headEnd type="none" w="sm" len="sm"/>
                      <a:tailEnd type="none" w="sm" len="sm"/>
                    </a:lnR>
                    <a:lnT w="12700" cap="flat" cmpd="sng">
                      <a:solidFill>
                        <a:srgbClr val="000000"/>
                      </a:solidFill>
                      <a:prstDash val="solid"/>
                      <a:headEnd type="none" w="sm" len="sm"/>
                      <a:tailEnd type="none" w="sm" len="sm"/>
                    </a:lnT>
                    <a:lnB w="12700" cap="flat" cmpd="sng">
                      <a:solidFill>
                        <a:srgbClr val="000000"/>
                      </a:solidFill>
                      <a:prstDash val="solid"/>
                      <a:headEnd type="none" w="sm" len="sm"/>
                      <a:tailEnd type="none" w="sm" len="sm"/>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Tx/>
                        <a:buSzTx/>
                        <a:buFontTx/>
                        <a:buNone/>
                      </a:pPr>
                      <a:r>
                        <a:rPr lang="en-US" altLang="zh-CN" sz="2000">
                          <a:effectLst/>
                          <a:latin typeface="华文中宋" panose="02010600040101010101" pitchFamily="2" charset="-122"/>
                          <a:ea typeface="华文中宋" panose="02010600040101010101" pitchFamily="2" charset="-122"/>
                        </a:rPr>
                        <a:t>CLASSH</a:t>
                      </a:r>
                      <a:endParaRPr lang="en-US" altLang="zh-CN" sz="2000" b="0">
                        <a:effectLst/>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sm" len="sm"/>
                      <a:tailEnd type="none" w="sm" len="sm"/>
                    </a:lnL>
                    <a:lnR w="12700" cap="flat" cmpd="sng">
                      <a:solidFill>
                        <a:srgbClr val="000000"/>
                      </a:solidFill>
                      <a:prstDash val="solid"/>
                      <a:headEnd type="none" w="sm" len="sm"/>
                      <a:tailEnd type="none" w="sm" len="sm"/>
                    </a:lnR>
                    <a:lnT w="12700" cap="flat" cmpd="sng">
                      <a:solidFill>
                        <a:srgbClr val="000000"/>
                      </a:solidFill>
                      <a:prstDash val="solid"/>
                      <a:headEnd type="none" w="sm" len="sm"/>
                      <a:tailEnd type="none" w="sm" len="sm"/>
                    </a:lnT>
                    <a:lnB w="12700" cap="flat" cmpd="sng">
                      <a:solidFill>
                        <a:srgbClr val="000000"/>
                      </a:solidFill>
                      <a:prstDash val="solid"/>
                      <a:headEnd type="none" w="sm" len="sm"/>
                      <a:tailEnd type="none" w="sm" len="sm"/>
                    </a:lnB>
                    <a:lnTlToBr>
                      <a:noFill/>
                    </a:lnTlToBr>
                    <a:lnBlToTr>
                      <a:noFill/>
                    </a:lnBlToTr>
                    <a:noFill/>
                  </a:tcPr>
                </a:tc>
                <a:extLst>
                  <a:ext uri="{0D108BD9-81ED-4DB2-BD59-A6C34878D82A}">
                    <a16:rowId xmlns:a16="http://schemas.microsoft.com/office/drawing/2014/main" val="10000"/>
                  </a:ext>
                </a:extLst>
              </a:tr>
              <a:tr h="611188">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sz="2400"/>
                        <a:t>C5</a:t>
                      </a:r>
                    </a:p>
                  </a:txBody>
                  <a:tcPr>
                    <a:lnL w="12700" cap="flat" cmpd="sng">
                      <a:solidFill>
                        <a:srgbClr val="000000"/>
                      </a:solidFill>
                      <a:prstDash val="solid"/>
                      <a:headEnd type="none" w="sm" len="sm"/>
                      <a:tailEnd type="none" w="sm" len="sm"/>
                    </a:lnL>
                    <a:lnR w="12700" cap="flat" cmpd="sng">
                      <a:solidFill>
                        <a:srgbClr val="000000"/>
                      </a:solidFill>
                      <a:prstDash val="solid"/>
                      <a:headEnd type="none" w="sm" len="sm"/>
                      <a:tailEnd type="none" w="sm" len="sm"/>
                    </a:lnR>
                    <a:lnT w="12700" cap="flat" cmpd="sng">
                      <a:solidFill>
                        <a:srgbClr val="000000"/>
                      </a:solidFill>
                      <a:prstDash val="solid"/>
                      <a:headEnd type="none" w="sm" len="sm"/>
                      <a:tailEnd type="none" w="sm" len="sm"/>
                    </a:lnT>
                    <a:lnB w="12700" cap="flat" cmpd="sng">
                      <a:solidFill>
                        <a:srgbClr val="000000"/>
                      </a:solidFill>
                      <a:prstDash val="solid"/>
                      <a:headEnd type="none" w="sm" len="sm"/>
                      <a:tailEnd type="none" w="sm" len="sm"/>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400" dirty="0"/>
                        <a:t>数据库</a:t>
                      </a:r>
                    </a:p>
                  </a:txBody>
                  <a:tcPr>
                    <a:lnL w="12700" cap="flat" cmpd="sng">
                      <a:solidFill>
                        <a:srgbClr val="000000"/>
                      </a:solidFill>
                      <a:prstDash val="solid"/>
                      <a:headEnd type="none" w="sm" len="sm"/>
                      <a:tailEnd type="none" w="sm" len="sm"/>
                    </a:lnL>
                    <a:lnR w="12700" cap="flat" cmpd="sng">
                      <a:solidFill>
                        <a:srgbClr val="000000"/>
                      </a:solidFill>
                      <a:prstDash val="solid"/>
                      <a:headEnd type="none" w="sm" len="sm"/>
                      <a:tailEnd type="none" w="sm" len="sm"/>
                    </a:lnR>
                    <a:lnT w="12700" cap="flat" cmpd="sng">
                      <a:solidFill>
                        <a:srgbClr val="000000"/>
                      </a:solidFill>
                      <a:prstDash val="solid"/>
                      <a:headEnd type="none" w="sm" len="sm"/>
                      <a:tailEnd type="none" w="sm" len="sm"/>
                    </a:lnT>
                    <a:lnB w="12700" cap="flat" cmpd="sng">
                      <a:solidFill>
                        <a:srgbClr val="000000"/>
                      </a:solidFill>
                      <a:prstDash val="solid"/>
                      <a:headEnd type="none" w="sm" len="sm"/>
                      <a:tailEnd type="none" w="sm" len="sm"/>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400"/>
                        <a:t>50</a:t>
                      </a:r>
                    </a:p>
                  </a:txBody>
                  <a:tcPr>
                    <a:lnL w="12700" cap="flat" cmpd="sng">
                      <a:solidFill>
                        <a:srgbClr val="000000"/>
                      </a:solidFill>
                      <a:prstDash val="solid"/>
                      <a:headEnd type="none" w="sm" len="sm"/>
                      <a:tailEnd type="none" w="sm" len="sm"/>
                    </a:lnL>
                    <a:lnR w="12700" cap="flat" cmpd="sng">
                      <a:solidFill>
                        <a:srgbClr val="000000"/>
                      </a:solidFill>
                      <a:prstDash val="solid"/>
                      <a:headEnd type="none" w="sm" len="sm"/>
                      <a:tailEnd type="none" w="sm" len="sm"/>
                    </a:lnR>
                    <a:lnT w="12700" cap="flat" cmpd="sng">
                      <a:solidFill>
                        <a:srgbClr val="000000"/>
                      </a:solidFill>
                      <a:prstDash val="solid"/>
                      <a:headEnd type="none" w="sm" len="sm"/>
                      <a:tailEnd type="none" w="sm" len="sm"/>
                    </a:lnT>
                    <a:lnB w="12700" cap="flat" cmpd="sng">
                      <a:solidFill>
                        <a:srgbClr val="000000"/>
                      </a:solidFill>
                      <a:prstDash val="solid"/>
                      <a:headEnd type="none" w="sm" len="sm"/>
                      <a:tailEnd type="none" w="sm" len="sm"/>
                    </a:lnB>
                    <a:lnTlToBr>
                      <a:noFill/>
                    </a:lnTlToBr>
                    <a:lnBlToTr>
                      <a:noFill/>
                    </a:lnBlToTr>
                    <a:noFill/>
                  </a:tcPr>
                </a:tc>
                <a:extLst>
                  <a:ext uri="{0D108BD9-81ED-4DB2-BD59-A6C34878D82A}">
                    <a16:rowId xmlns:a16="http://schemas.microsoft.com/office/drawing/2014/main" val="10001"/>
                  </a:ext>
                </a:extLst>
              </a:tr>
            </a:tbl>
          </a:graphicData>
        </a:graphic>
      </p:graphicFrame>
      <p:sp>
        <p:nvSpPr>
          <p:cNvPr id="847149" name="直接连接符 847148">
            <a:extLst>
              <a:ext uri="{FF2B5EF4-FFF2-40B4-BE49-F238E27FC236}">
                <a16:creationId xmlns:a16="http://schemas.microsoft.com/office/drawing/2014/main" id="{FD6D2B38-60E3-449E-B05C-C70EB84E872A}"/>
              </a:ext>
            </a:extLst>
          </p:cNvPr>
          <p:cNvSpPr>
            <a:spLocks noChangeShapeType="1"/>
          </p:cNvSpPr>
          <p:nvPr/>
        </p:nvSpPr>
        <p:spPr bwMode="auto">
          <a:xfrm flipH="1">
            <a:off x="4498975" y="2517775"/>
            <a:ext cx="1008063" cy="433388"/>
          </a:xfrm>
          <a:prstGeom prst="line">
            <a:avLst/>
          </a:prstGeom>
          <a:noFill/>
          <a:ln w="28575">
            <a:solidFill>
              <a:srgbClr val="FF0000"/>
            </a:solidFill>
            <a:prstDash val="dash"/>
            <a:miter lim="800000"/>
            <a:headEnd/>
            <a:tailEnd/>
          </a:ln>
          <a:effectLst>
            <a:outerShdw dist="35921" dir="2700000" algn="ctr" rotWithShape="0">
              <a:srgbClr val="000066"/>
            </a:outerShdw>
          </a:effectLst>
          <a:extLst>
            <a:ext uri="{909E8E84-426E-40DD-AFC4-6F175D3DCCD1}">
              <a14:hiddenFill xmlns:a14="http://schemas.microsoft.com/office/drawing/2010/main">
                <a:noFill/>
              </a14:hiddenFill>
            </a:ext>
          </a:extLst>
        </p:spPr>
        <p:txBody>
          <a:bodyPr/>
          <a:lstStyle/>
          <a:p>
            <a:endParaRPr lang="zh-CN" altLang="en-US"/>
          </a:p>
        </p:txBody>
      </p:sp>
      <p:sp>
        <p:nvSpPr>
          <p:cNvPr id="19538" name="直接连接符 847149">
            <a:extLst>
              <a:ext uri="{FF2B5EF4-FFF2-40B4-BE49-F238E27FC236}">
                <a16:creationId xmlns:a16="http://schemas.microsoft.com/office/drawing/2014/main" id="{7190F4C1-8D7F-4637-B12B-B057D74E7F77}"/>
              </a:ext>
            </a:extLst>
          </p:cNvPr>
          <p:cNvSpPr>
            <a:spLocks noChangeShapeType="1"/>
          </p:cNvSpPr>
          <p:nvPr/>
        </p:nvSpPr>
        <p:spPr bwMode="auto">
          <a:xfrm>
            <a:off x="3348038" y="4030663"/>
            <a:ext cx="3382962" cy="1008062"/>
          </a:xfrm>
          <a:prstGeom prst="line">
            <a:avLst/>
          </a:prstGeom>
          <a:noFill/>
          <a:ln w="28575">
            <a:solidFill>
              <a:srgbClr val="0066FF"/>
            </a:solidFill>
            <a:miter lim="800000"/>
            <a:headEnd type="arrow" w="med" len="med"/>
            <a:tailEnd type="arrow" w="med" len="med"/>
          </a:ln>
          <a:effectLst>
            <a:outerShdw dist="35921" dir="2700000" algn="ctr" rotWithShape="0">
              <a:srgbClr val="000066"/>
            </a:outerShdw>
          </a:effectLst>
          <a:extLst>
            <a:ext uri="{909E8E84-426E-40DD-AFC4-6F175D3DCCD1}">
              <a14:hiddenFill xmlns:a14="http://schemas.microsoft.com/office/drawing/2010/main">
                <a:noFill/>
              </a14:hiddenFill>
            </a:ext>
          </a:extLst>
        </p:spPr>
        <p:txBody>
          <a:bodyPr/>
          <a:lstStyle/>
          <a:p>
            <a:endParaRPr lang="zh-CN" altLang="en-US"/>
          </a:p>
        </p:txBody>
      </p:sp>
      <p:sp>
        <p:nvSpPr>
          <p:cNvPr id="847151" name="直接连接符 847150">
            <a:extLst>
              <a:ext uri="{FF2B5EF4-FFF2-40B4-BE49-F238E27FC236}">
                <a16:creationId xmlns:a16="http://schemas.microsoft.com/office/drawing/2014/main" id="{A97CBFDD-F9DF-425C-B620-A6F15CC49E31}"/>
              </a:ext>
            </a:extLst>
          </p:cNvPr>
          <p:cNvSpPr>
            <a:spLocks noChangeShapeType="1"/>
          </p:cNvSpPr>
          <p:nvPr/>
        </p:nvSpPr>
        <p:spPr bwMode="auto">
          <a:xfrm flipH="1">
            <a:off x="3706813" y="2517775"/>
            <a:ext cx="1008062" cy="504825"/>
          </a:xfrm>
          <a:prstGeom prst="line">
            <a:avLst/>
          </a:prstGeom>
          <a:noFill/>
          <a:ln w="28575">
            <a:solidFill>
              <a:srgbClr val="FF0000"/>
            </a:solidFill>
            <a:prstDash val="dash"/>
            <a:miter lim="800000"/>
            <a:headEnd/>
            <a:tailEnd/>
          </a:ln>
          <a:effectLst>
            <a:outerShdw dist="35921" dir="2700000" algn="ctr" rotWithShape="0">
              <a:srgbClr val="000066"/>
            </a:outerShdw>
          </a:effectLst>
          <a:extLst>
            <a:ext uri="{909E8E84-426E-40DD-AFC4-6F175D3DCCD1}">
              <a14:hiddenFill xmlns:a14="http://schemas.microsoft.com/office/drawing/2010/main">
                <a:noFill/>
              </a14:hiddenFill>
            </a:ext>
          </a:extLst>
        </p:spPr>
        <p:txBody>
          <a:bodyPr/>
          <a:lstStyle/>
          <a:p>
            <a:endParaRPr lang="zh-CN" altLang="en-US"/>
          </a:p>
        </p:txBody>
      </p:sp>
      <p:sp>
        <p:nvSpPr>
          <p:cNvPr id="19540" name="文本框 847151">
            <a:extLst>
              <a:ext uri="{FF2B5EF4-FFF2-40B4-BE49-F238E27FC236}">
                <a16:creationId xmlns:a16="http://schemas.microsoft.com/office/drawing/2014/main" id="{046FC560-D1B7-45EF-B879-EDCE8D4BB51B}"/>
              </a:ext>
            </a:extLst>
          </p:cNvPr>
          <p:cNvSpPr txBox="1">
            <a:spLocks noChangeArrowheads="1"/>
          </p:cNvSpPr>
          <p:nvPr/>
        </p:nvSpPr>
        <p:spPr bwMode="auto">
          <a:xfrm>
            <a:off x="6515100" y="2878138"/>
            <a:ext cx="387350" cy="45720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latin typeface="Tahoma" panose="020B0604030504040204" pitchFamily="34" charset="0"/>
                <a:ea typeface="宋体" panose="02010600030101010101" pitchFamily="2" charset="-122"/>
              </a:rPr>
              <a:t>C</a:t>
            </a:r>
          </a:p>
        </p:txBody>
      </p:sp>
      <p:sp>
        <p:nvSpPr>
          <p:cNvPr id="847153" name="文本框 847152">
            <a:extLst>
              <a:ext uri="{FF2B5EF4-FFF2-40B4-BE49-F238E27FC236}">
                <a16:creationId xmlns:a16="http://schemas.microsoft.com/office/drawing/2014/main" id="{B9C42DBE-C1DB-4BC0-A9C5-EC24FEF469C6}"/>
              </a:ext>
            </a:extLst>
          </p:cNvPr>
          <p:cNvSpPr txBox="1"/>
          <p:nvPr/>
        </p:nvSpPr>
        <p:spPr>
          <a:xfrm>
            <a:off x="2195513" y="2060575"/>
            <a:ext cx="6551612" cy="457200"/>
          </a:xfrm>
          <a:prstGeom prst="rect">
            <a:avLst/>
          </a:prstGeom>
          <a:noFill/>
          <a:ln w="12700">
            <a:noFill/>
          </a:ln>
        </p:spPr>
        <p:txBody>
          <a:bodyPr>
            <a:spAutoFit/>
          </a:bodyPr>
          <a:lstStyle/>
          <a:p>
            <a:pPr>
              <a:spcBef>
                <a:spcPct val="50000"/>
              </a:spcBef>
            </a:pPr>
            <a:r>
              <a:rPr lang="en-US" altLang="zh-CN" sz="2400" b="1" noProof="1">
                <a:solidFill>
                  <a:srgbClr val="000000"/>
                </a:solidFill>
                <a:effectLst>
                  <a:outerShdw blurRad="38100" dist="38100" dir="2700000">
                    <a:srgbClr val="C0C0C0"/>
                  </a:outerShdw>
                </a:effectLst>
                <a:latin typeface="Tahoma" panose="020B0604030504040204" pitchFamily="34" charset="0"/>
              </a:rPr>
              <a:t> S256    Wang  C5   </a:t>
            </a:r>
            <a:r>
              <a:rPr lang="zh-CN" altLang="en-US" sz="2400" b="1" noProof="1">
                <a:solidFill>
                  <a:srgbClr val="000000"/>
                </a:solidFill>
                <a:effectLst>
                  <a:outerShdw blurRad="38100" dist="38100" dir="2700000">
                    <a:srgbClr val="C0C0C0"/>
                  </a:outerShdw>
                </a:effectLst>
                <a:latin typeface="Tahoma" panose="020B0604030504040204" pitchFamily="34" charset="0"/>
              </a:rPr>
              <a:t>数据库      </a:t>
            </a:r>
            <a:r>
              <a:rPr lang="en-US" altLang="zh-CN" sz="2400" b="1" noProof="1">
                <a:solidFill>
                  <a:srgbClr val="000000"/>
                </a:solidFill>
                <a:effectLst>
                  <a:outerShdw blurRad="38100" dist="38100" dir="2700000">
                    <a:srgbClr val="C0C0C0"/>
                  </a:outerShdw>
                </a:effectLst>
                <a:latin typeface="Tahoma" panose="020B0604030504040204" pitchFamily="34" charset="0"/>
              </a:rPr>
              <a:t>50          80</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41661"/>
    </mc:Choice>
    <mc:Fallback xmlns="">
      <p:transition spd="slow" advTm="141661"/>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47108"/>
                                        </p:tgtEl>
                                        <p:attrNameLst>
                                          <p:attrName>style.visibility</p:attrName>
                                        </p:attrNameLst>
                                      </p:cBhvr>
                                      <p:to>
                                        <p:strVal val="visible"/>
                                      </p:to>
                                    </p:set>
                                    <p:animEffect transition="in" filter="wipe(left)">
                                      <p:cBhvr>
                                        <p:cTn id="7" dur="1000"/>
                                        <p:tgtEl>
                                          <p:spTgt spid="84710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847101"/>
                                        </p:tgtEl>
                                        <p:attrNameLst>
                                          <p:attrName>style.visibility</p:attrName>
                                        </p:attrNameLst>
                                      </p:cBhvr>
                                      <p:to>
                                        <p:strVal val="visible"/>
                                      </p:to>
                                    </p:set>
                                    <p:animEffect transition="in" filter="wipe(down)">
                                      <p:cBhvr>
                                        <p:cTn id="12" dur="1000"/>
                                        <p:tgtEl>
                                          <p:spTgt spid="847101"/>
                                        </p:tgtEl>
                                      </p:cBhvr>
                                    </p:animEffect>
                                  </p:childTnLst>
                                </p:cTn>
                              </p:par>
                              <p:par>
                                <p:cTn id="13" presetID="22" presetClass="entr" presetSubtype="4" fill="hold" nodeType="withEffect">
                                  <p:stCondLst>
                                    <p:cond delay="0"/>
                                  </p:stCondLst>
                                  <p:childTnLst>
                                    <p:set>
                                      <p:cBhvr>
                                        <p:cTn id="14" dur="1" fill="hold">
                                          <p:stCondLst>
                                            <p:cond delay="0"/>
                                          </p:stCondLst>
                                        </p:cTn>
                                        <p:tgtEl>
                                          <p:spTgt spid="847102"/>
                                        </p:tgtEl>
                                        <p:attrNameLst>
                                          <p:attrName>style.visibility</p:attrName>
                                        </p:attrNameLst>
                                      </p:cBhvr>
                                      <p:to>
                                        <p:strVal val="visible"/>
                                      </p:to>
                                    </p:set>
                                    <p:animEffect transition="in" filter="wipe(down)">
                                      <p:cBhvr>
                                        <p:cTn id="15" dur="1000"/>
                                        <p:tgtEl>
                                          <p:spTgt spid="847102"/>
                                        </p:tgtEl>
                                      </p:cBhvr>
                                    </p:animEffect>
                                  </p:childTnLst>
                                </p:cTn>
                              </p:par>
                              <p:par>
                                <p:cTn id="16" presetID="22" presetClass="entr" presetSubtype="4" fill="hold" nodeType="withEffect">
                                  <p:stCondLst>
                                    <p:cond delay="0"/>
                                  </p:stCondLst>
                                  <p:childTnLst>
                                    <p:set>
                                      <p:cBhvr>
                                        <p:cTn id="17" dur="1" fill="hold">
                                          <p:stCondLst>
                                            <p:cond delay="0"/>
                                          </p:stCondLst>
                                        </p:cTn>
                                        <p:tgtEl>
                                          <p:spTgt spid="847103"/>
                                        </p:tgtEl>
                                        <p:attrNameLst>
                                          <p:attrName>style.visibility</p:attrName>
                                        </p:attrNameLst>
                                      </p:cBhvr>
                                      <p:to>
                                        <p:strVal val="visible"/>
                                      </p:to>
                                    </p:set>
                                    <p:animEffect transition="in" filter="wipe(down)">
                                      <p:cBhvr>
                                        <p:cTn id="18" dur="1000"/>
                                        <p:tgtEl>
                                          <p:spTgt spid="847103"/>
                                        </p:tgtEl>
                                      </p:cBhvr>
                                    </p:animEffect>
                                  </p:childTnLst>
                                </p:cTn>
                              </p:par>
                              <p:par>
                                <p:cTn id="19" presetID="22" presetClass="entr" presetSubtype="4" fill="hold" nodeType="withEffect">
                                  <p:stCondLst>
                                    <p:cond delay="0"/>
                                  </p:stCondLst>
                                  <p:childTnLst>
                                    <p:set>
                                      <p:cBhvr>
                                        <p:cTn id="20" dur="1" fill="hold">
                                          <p:stCondLst>
                                            <p:cond delay="0"/>
                                          </p:stCondLst>
                                        </p:cTn>
                                        <p:tgtEl>
                                          <p:spTgt spid="847104"/>
                                        </p:tgtEl>
                                        <p:attrNameLst>
                                          <p:attrName>style.visibility</p:attrName>
                                        </p:attrNameLst>
                                      </p:cBhvr>
                                      <p:to>
                                        <p:strVal val="visible"/>
                                      </p:to>
                                    </p:set>
                                    <p:animEffect transition="in" filter="wipe(down)">
                                      <p:cBhvr>
                                        <p:cTn id="21" dur="1000"/>
                                        <p:tgtEl>
                                          <p:spTgt spid="847104"/>
                                        </p:tgtEl>
                                      </p:cBhvr>
                                    </p:animEffect>
                                  </p:childTnLst>
                                </p:cTn>
                              </p:par>
                              <p:par>
                                <p:cTn id="22" presetID="22" presetClass="entr" presetSubtype="4" fill="hold" nodeType="withEffect">
                                  <p:stCondLst>
                                    <p:cond delay="0"/>
                                  </p:stCondLst>
                                  <p:childTnLst>
                                    <p:set>
                                      <p:cBhvr>
                                        <p:cTn id="23" dur="1" fill="hold">
                                          <p:stCondLst>
                                            <p:cond delay="0"/>
                                          </p:stCondLst>
                                        </p:cTn>
                                        <p:tgtEl>
                                          <p:spTgt spid="847149"/>
                                        </p:tgtEl>
                                        <p:attrNameLst>
                                          <p:attrName>style.visibility</p:attrName>
                                        </p:attrNameLst>
                                      </p:cBhvr>
                                      <p:to>
                                        <p:strVal val="visible"/>
                                      </p:to>
                                    </p:set>
                                    <p:animEffect transition="in" filter="wipe(down)">
                                      <p:cBhvr>
                                        <p:cTn id="24" dur="1000"/>
                                        <p:tgtEl>
                                          <p:spTgt spid="847149"/>
                                        </p:tgtEl>
                                      </p:cBhvr>
                                    </p:animEffect>
                                  </p:childTnLst>
                                </p:cTn>
                              </p:par>
                              <p:par>
                                <p:cTn id="25" presetID="22" presetClass="entr" presetSubtype="4" fill="hold" nodeType="withEffect">
                                  <p:stCondLst>
                                    <p:cond delay="0"/>
                                  </p:stCondLst>
                                  <p:childTnLst>
                                    <p:set>
                                      <p:cBhvr>
                                        <p:cTn id="26" dur="1" fill="hold">
                                          <p:stCondLst>
                                            <p:cond delay="0"/>
                                          </p:stCondLst>
                                        </p:cTn>
                                        <p:tgtEl>
                                          <p:spTgt spid="847151"/>
                                        </p:tgtEl>
                                        <p:attrNameLst>
                                          <p:attrName>style.visibility</p:attrName>
                                        </p:attrNameLst>
                                      </p:cBhvr>
                                      <p:to>
                                        <p:strVal val="visible"/>
                                      </p:to>
                                    </p:set>
                                    <p:animEffect transition="in" filter="wipe(down)">
                                      <p:cBhvr>
                                        <p:cTn id="27" dur="1000"/>
                                        <p:tgtEl>
                                          <p:spTgt spid="847151"/>
                                        </p:tgtEl>
                                      </p:cBhvr>
                                    </p:animEffect>
                                  </p:childTnLst>
                                </p:cTn>
                              </p:par>
                            </p:childTnLst>
                          </p:cTn>
                        </p:par>
                        <p:par>
                          <p:cTn id="28" fill="hold" nodeType="afterGroup">
                            <p:stCondLst>
                              <p:cond delay="1000"/>
                            </p:stCondLst>
                            <p:childTnLst>
                              <p:par>
                                <p:cTn id="29" presetID="22" presetClass="entr" presetSubtype="1" fill="hold" grpId="0" nodeType="afterEffect">
                                  <p:stCondLst>
                                    <p:cond delay="500"/>
                                  </p:stCondLst>
                                  <p:childTnLst>
                                    <p:set>
                                      <p:cBhvr>
                                        <p:cTn id="30" dur="1" fill="hold">
                                          <p:stCondLst>
                                            <p:cond delay="0"/>
                                          </p:stCondLst>
                                        </p:cTn>
                                        <p:tgtEl>
                                          <p:spTgt spid="847153"/>
                                        </p:tgtEl>
                                        <p:attrNameLst>
                                          <p:attrName>style.visibility</p:attrName>
                                        </p:attrNameLst>
                                      </p:cBhvr>
                                      <p:to>
                                        <p:strVal val="visible"/>
                                      </p:to>
                                    </p:set>
                                    <p:animEffect transition="in" filter="wipe(up)">
                                      <p:cBhvr>
                                        <p:cTn id="31" dur="1000"/>
                                        <p:tgtEl>
                                          <p:spTgt spid="847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715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6180" name="矩形 946179">
            <a:extLst>
              <a:ext uri="{FF2B5EF4-FFF2-40B4-BE49-F238E27FC236}">
                <a16:creationId xmlns:a16="http://schemas.microsoft.com/office/drawing/2014/main" id="{4C537C15-7EC3-4F0E-AE07-B8BA7D6F5A6E}"/>
              </a:ext>
            </a:extLst>
          </p:cNvPr>
          <p:cNvSpPr/>
          <p:nvPr/>
        </p:nvSpPr>
        <p:spPr>
          <a:xfrm>
            <a:off x="1042988" y="214313"/>
            <a:ext cx="8043862"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sz="3400" noProof="1"/>
              <a:t>一、数据库内部体系结构的三级模式结构</a:t>
            </a:r>
            <a:r>
              <a:rPr lang="zh-CN" altLang="en-US" noProof="1"/>
              <a:t> </a:t>
            </a:r>
          </a:p>
        </p:txBody>
      </p:sp>
      <p:grpSp>
        <p:nvGrpSpPr>
          <p:cNvPr id="20482" name="组合 946180">
            <a:extLst>
              <a:ext uri="{FF2B5EF4-FFF2-40B4-BE49-F238E27FC236}">
                <a16:creationId xmlns:a16="http://schemas.microsoft.com/office/drawing/2014/main" id="{78B43B5B-B39D-4DF6-B406-D6C84E328629}"/>
              </a:ext>
            </a:extLst>
          </p:cNvPr>
          <p:cNvGrpSpPr>
            <a:grpSpLocks/>
          </p:cNvGrpSpPr>
          <p:nvPr/>
        </p:nvGrpSpPr>
        <p:grpSpPr bwMode="auto">
          <a:xfrm>
            <a:off x="611188" y="1268413"/>
            <a:ext cx="7705725" cy="4960937"/>
            <a:chOff x="528" y="1073"/>
            <a:chExt cx="4774" cy="3125"/>
          </a:xfrm>
        </p:grpSpPr>
        <p:sp>
          <p:nvSpPr>
            <p:cNvPr id="20483" name="圆柱形 946181">
              <a:extLst>
                <a:ext uri="{FF2B5EF4-FFF2-40B4-BE49-F238E27FC236}">
                  <a16:creationId xmlns:a16="http://schemas.microsoft.com/office/drawing/2014/main" id="{39AB21F2-496F-41D1-970B-39E5FE899A2F}"/>
                </a:ext>
              </a:extLst>
            </p:cNvPr>
            <p:cNvSpPr>
              <a:spLocks noChangeArrowheads="1"/>
            </p:cNvSpPr>
            <p:nvPr/>
          </p:nvSpPr>
          <p:spPr bwMode="auto">
            <a:xfrm>
              <a:off x="2688" y="3377"/>
              <a:ext cx="1127" cy="432"/>
            </a:xfrm>
            <a:prstGeom prst="can">
              <a:avLst>
                <a:gd name="adj" fmla="val 25000"/>
              </a:avLst>
            </a:prstGeom>
            <a:solidFill>
              <a:srgbClr val="FFCC99"/>
            </a:solidFill>
            <a:ln w="19050">
              <a:solidFill>
                <a:schemeClr val="tx1"/>
              </a:solidFill>
              <a:round/>
              <a:headEnd/>
              <a:tailEnd/>
            </a:ln>
          </p:spPr>
          <p:txBody>
            <a:bodyPr wrap="none" anchor="ctr"/>
            <a:lstStyle/>
            <a:p>
              <a:pPr algn="ctr"/>
              <a:r>
                <a:rPr lang="zh-CN" altLang="en-US" sz="2000" b="1">
                  <a:ea typeface="宋体" panose="02010600030101010101" pitchFamily="2" charset="-122"/>
                </a:rPr>
                <a:t>数据库</a:t>
              </a:r>
            </a:p>
          </p:txBody>
        </p:sp>
        <p:sp>
          <p:nvSpPr>
            <p:cNvPr id="20484" name="矩形 946182">
              <a:extLst>
                <a:ext uri="{FF2B5EF4-FFF2-40B4-BE49-F238E27FC236}">
                  <a16:creationId xmlns:a16="http://schemas.microsoft.com/office/drawing/2014/main" id="{1E115F90-D9B1-4D97-9EE8-E3B2A58C041A}"/>
                </a:ext>
              </a:extLst>
            </p:cNvPr>
            <p:cNvSpPr>
              <a:spLocks noChangeArrowheads="1"/>
            </p:cNvSpPr>
            <p:nvPr/>
          </p:nvSpPr>
          <p:spPr bwMode="auto">
            <a:xfrm>
              <a:off x="528" y="1217"/>
              <a:ext cx="934" cy="288"/>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solidFill>
                    <a:srgbClr val="000000"/>
                  </a:solidFill>
                  <a:ea typeface="宋体" panose="02010600030101010101" pitchFamily="2" charset="-122"/>
                </a:rPr>
                <a:t>应用程序</a:t>
              </a:r>
              <a:r>
                <a:rPr lang="en-US" altLang="zh-CN" sz="2000" b="1">
                  <a:ea typeface="宋体" panose="02010600030101010101" pitchFamily="2" charset="-122"/>
                </a:rPr>
                <a:t>1</a:t>
              </a:r>
            </a:p>
          </p:txBody>
        </p:sp>
        <p:sp>
          <p:nvSpPr>
            <p:cNvPr id="20485" name="矩形 946183">
              <a:extLst>
                <a:ext uri="{FF2B5EF4-FFF2-40B4-BE49-F238E27FC236}">
                  <a16:creationId xmlns:a16="http://schemas.microsoft.com/office/drawing/2014/main" id="{E91EA287-F16B-4E1D-8742-6770C4C4D117}"/>
                </a:ext>
              </a:extLst>
            </p:cNvPr>
            <p:cNvSpPr>
              <a:spLocks noChangeArrowheads="1"/>
            </p:cNvSpPr>
            <p:nvPr/>
          </p:nvSpPr>
          <p:spPr bwMode="auto">
            <a:xfrm>
              <a:off x="1680" y="1217"/>
              <a:ext cx="929" cy="288"/>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应用程序</a:t>
              </a:r>
              <a:r>
                <a:rPr lang="en-US" altLang="zh-CN" sz="2000" b="1">
                  <a:ea typeface="宋体" panose="02010600030101010101" pitchFamily="2" charset="-122"/>
                </a:rPr>
                <a:t>2</a:t>
              </a:r>
            </a:p>
          </p:txBody>
        </p:sp>
        <p:sp>
          <p:nvSpPr>
            <p:cNvPr id="20486" name="矩形 946184">
              <a:extLst>
                <a:ext uri="{FF2B5EF4-FFF2-40B4-BE49-F238E27FC236}">
                  <a16:creationId xmlns:a16="http://schemas.microsoft.com/office/drawing/2014/main" id="{6181559D-43B9-419D-9AB3-2626EFB2480B}"/>
                </a:ext>
              </a:extLst>
            </p:cNvPr>
            <p:cNvSpPr>
              <a:spLocks noChangeArrowheads="1"/>
            </p:cNvSpPr>
            <p:nvPr/>
          </p:nvSpPr>
          <p:spPr bwMode="auto">
            <a:xfrm>
              <a:off x="2832" y="1217"/>
              <a:ext cx="927" cy="288"/>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应用程序</a:t>
              </a:r>
              <a:r>
                <a:rPr lang="en-US" altLang="zh-CN" sz="2000" b="1">
                  <a:ea typeface="宋体" panose="02010600030101010101" pitchFamily="2" charset="-122"/>
                </a:rPr>
                <a:t>3</a:t>
              </a:r>
            </a:p>
          </p:txBody>
        </p:sp>
        <p:sp>
          <p:nvSpPr>
            <p:cNvPr id="20487" name="矩形 946185">
              <a:extLst>
                <a:ext uri="{FF2B5EF4-FFF2-40B4-BE49-F238E27FC236}">
                  <a16:creationId xmlns:a16="http://schemas.microsoft.com/office/drawing/2014/main" id="{C492F8E9-6626-404E-8579-51F952D94EC6}"/>
                </a:ext>
              </a:extLst>
            </p:cNvPr>
            <p:cNvSpPr>
              <a:spLocks noChangeArrowheads="1"/>
            </p:cNvSpPr>
            <p:nvPr/>
          </p:nvSpPr>
          <p:spPr bwMode="auto">
            <a:xfrm>
              <a:off x="4368" y="1217"/>
              <a:ext cx="934" cy="288"/>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应用程序</a:t>
              </a:r>
              <a:r>
                <a:rPr lang="en-US" altLang="zh-CN" sz="2000" b="1">
                  <a:ea typeface="宋体" panose="02010600030101010101" pitchFamily="2" charset="-122"/>
                </a:rPr>
                <a:t>M</a:t>
              </a:r>
            </a:p>
          </p:txBody>
        </p:sp>
        <p:sp>
          <p:nvSpPr>
            <p:cNvPr id="20488" name="矩形 946186">
              <a:extLst>
                <a:ext uri="{FF2B5EF4-FFF2-40B4-BE49-F238E27FC236}">
                  <a16:creationId xmlns:a16="http://schemas.microsoft.com/office/drawing/2014/main" id="{72868F3D-5FA3-4823-B18A-C5A550D89E5F}"/>
                </a:ext>
              </a:extLst>
            </p:cNvPr>
            <p:cNvSpPr>
              <a:spLocks noChangeArrowheads="1"/>
            </p:cNvSpPr>
            <p:nvPr/>
          </p:nvSpPr>
          <p:spPr bwMode="auto">
            <a:xfrm>
              <a:off x="1056" y="1841"/>
              <a:ext cx="934" cy="286"/>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外模式</a:t>
              </a:r>
              <a:r>
                <a:rPr lang="en-US" altLang="zh-CN" sz="2000" b="1">
                  <a:ea typeface="宋体" panose="02010600030101010101" pitchFamily="2" charset="-122"/>
                </a:rPr>
                <a:t>1</a:t>
              </a:r>
            </a:p>
          </p:txBody>
        </p:sp>
        <p:sp>
          <p:nvSpPr>
            <p:cNvPr id="20489" name="矩形 946187">
              <a:extLst>
                <a:ext uri="{FF2B5EF4-FFF2-40B4-BE49-F238E27FC236}">
                  <a16:creationId xmlns:a16="http://schemas.microsoft.com/office/drawing/2014/main" id="{EB8F1389-7579-4001-BEB1-8DB883A2B36D}"/>
                </a:ext>
              </a:extLst>
            </p:cNvPr>
            <p:cNvSpPr>
              <a:spLocks noChangeArrowheads="1"/>
            </p:cNvSpPr>
            <p:nvPr/>
          </p:nvSpPr>
          <p:spPr bwMode="auto">
            <a:xfrm>
              <a:off x="2784" y="1841"/>
              <a:ext cx="927" cy="288"/>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外模式</a:t>
              </a:r>
              <a:r>
                <a:rPr lang="en-US" altLang="zh-CN" sz="2000" b="1">
                  <a:ea typeface="宋体" panose="02010600030101010101" pitchFamily="2" charset="-122"/>
                </a:rPr>
                <a:t>2</a:t>
              </a:r>
            </a:p>
          </p:txBody>
        </p:sp>
        <p:sp>
          <p:nvSpPr>
            <p:cNvPr id="20490" name="矩形 946188">
              <a:extLst>
                <a:ext uri="{FF2B5EF4-FFF2-40B4-BE49-F238E27FC236}">
                  <a16:creationId xmlns:a16="http://schemas.microsoft.com/office/drawing/2014/main" id="{BA5A55AF-394C-4A29-A801-3677B1F7BB5E}"/>
                </a:ext>
              </a:extLst>
            </p:cNvPr>
            <p:cNvSpPr>
              <a:spLocks noChangeArrowheads="1"/>
            </p:cNvSpPr>
            <p:nvPr/>
          </p:nvSpPr>
          <p:spPr bwMode="auto">
            <a:xfrm>
              <a:off x="4368" y="1841"/>
              <a:ext cx="927" cy="290"/>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外模式</a:t>
              </a:r>
              <a:r>
                <a:rPr lang="en-US" altLang="zh-CN" sz="2000" b="1">
                  <a:ea typeface="宋体" panose="02010600030101010101" pitchFamily="2" charset="-122"/>
                </a:rPr>
                <a:t>N</a:t>
              </a:r>
            </a:p>
          </p:txBody>
        </p:sp>
        <p:sp>
          <p:nvSpPr>
            <p:cNvPr id="20491" name="矩形 946189">
              <a:extLst>
                <a:ext uri="{FF2B5EF4-FFF2-40B4-BE49-F238E27FC236}">
                  <a16:creationId xmlns:a16="http://schemas.microsoft.com/office/drawing/2014/main" id="{CF9EAD19-47E3-44D5-B317-5C61CAF330F2}"/>
                </a:ext>
              </a:extLst>
            </p:cNvPr>
            <p:cNvSpPr>
              <a:spLocks noChangeArrowheads="1"/>
            </p:cNvSpPr>
            <p:nvPr/>
          </p:nvSpPr>
          <p:spPr bwMode="auto">
            <a:xfrm>
              <a:off x="2784" y="2369"/>
              <a:ext cx="943" cy="288"/>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逻辑模式</a:t>
              </a:r>
            </a:p>
          </p:txBody>
        </p:sp>
        <p:sp>
          <p:nvSpPr>
            <p:cNvPr id="20492" name="矩形 946190">
              <a:extLst>
                <a:ext uri="{FF2B5EF4-FFF2-40B4-BE49-F238E27FC236}">
                  <a16:creationId xmlns:a16="http://schemas.microsoft.com/office/drawing/2014/main" id="{43A91DD7-B452-4739-B315-54D8D7FE27EB}"/>
                </a:ext>
              </a:extLst>
            </p:cNvPr>
            <p:cNvSpPr>
              <a:spLocks noChangeArrowheads="1"/>
            </p:cNvSpPr>
            <p:nvPr/>
          </p:nvSpPr>
          <p:spPr bwMode="auto">
            <a:xfrm>
              <a:off x="2784" y="2897"/>
              <a:ext cx="948" cy="286"/>
            </a:xfrm>
            <a:prstGeom prst="rect">
              <a:avLst/>
            </a:prstGeom>
            <a:solidFill>
              <a:srgbClr val="CCFFFF"/>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内模式</a:t>
              </a:r>
            </a:p>
          </p:txBody>
        </p:sp>
        <p:sp>
          <p:nvSpPr>
            <p:cNvPr id="20493" name="直接连接符 946191">
              <a:extLst>
                <a:ext uri="{FF2B5EF4-FFF2-40B4-BE49-F238E27FC236}">
                  <a16:creationId xmlns:a16="http://schemas.microsoft.com/office/drawing/2014/main" id="{79BBCD51-A164-4210-896B-831EFE64480D}"/>
                </a:ext>
              </a:extLst>
            </p:cNvPr>
            <p:cNvSpPr>
              <a:spLocks noChangeShapeType="1"/>
            </p:cNvSpPr>
            <p:nvPr/>
          </p:nvSpPr>
          <p:spPr bwMode="auto">
            <a:xfrm>
              <a:off x="912" y="1505"/>
              <a:ext cx="528"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94" name="直接连接符 946192">
              <a:extLst>
                <a:ext uri="{FF2B5EF4-FFF2-40B4-BE49-F238E27FC236}">
                  <a16:creationId xmlns:a16="http://schemas.microsoft.com/office/drawing/2014/main" id="{44873663-1189-4B42-AD12-84945FFEB8B8}"/>
                </a:ext>
              </a:extLst>
            </p:cNvPr>
            <p:cNvSpPr>
              <a:spLocks noChangeShapeType="1"/>
            </p:cNvSpPr>
            <p:nvPr/>
          </p:nvSpPr>
          <p:spPr bwMode="auto">
            <a:xfrm flipH="1">
              <a:off x="1680" y="1505"/>
              <a:ext cx="384"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95" name="直接连接符 946193">
              <a:extLst>
                <a:ext uri="{FF2B5EF4-FFF2-40B4-BE49-F238E27FC236}">
                  <a16:creationId xmlns:a16="http://schemas.microsoft.com/office/drawing/2014/main" id="{07850086-0CCB-4E02-879C-41DC28240335}"/>
                </a:ext>
              </a:extLst>
            </p:cNvPr>
            <p:cNvSpPr>
              <a:spLocks noChangeShapeType="1"/>
            </p:cNvSpPr>
            <p:nvPr/>
          </p:nvSpPr>
          <p:spPr bwMode="auto">
            <a:xfrm>
              <a:off x="4800" y="1505"/>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96" name="直接连接符 946194">
              <a:extLst>
                <a:ext uri="{FF2B5EF4-FFF2-40B4-BE49-F238E27FC236}">
                  <a16:creationId xmlns:a16="http://schemas.microsoft.com/office/drawing/2014/main" id="{DF154E77-99DC-4F3B-AE9E-B72E9083DA39}"/>
                </a:ext>
              </a:extLst>
            </p:cNvPr>
            <p:cNvSpPr>
              <a:spLocks noChangeShapeType="1"/>
            </p:cNvSpPr>
            <p:nvPr/>
          </p:nvSpPr>
          <p:spPr bwMode="auto">
            <a:xfrm>
              <a:off x="3216" y="1505"/>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97" name="直接连接符 946195">
              <a:extLst>
                <a:ext uri="{FF2B5EF4-FFF2-40B4-BE49-F238E27FC236}">
                  <a16:creationId xmlns:a16="http://schemas.microsoft.com/office/drawing/2014/main" id="{6A495D36-7BB9-486F-B634-299F7A698B1F}"/>
                </a:ext>
              </a:extLst>
            </p:cNvPr>
            <p:cNvSpPr>
              <a:spLocks noChangeShapeType="1"/>
            </p:cNvSpPr>
            <p:nvPr/>
          </p:nvSpPr>
          <p:spPr bwMode="auto">
            <a:xfrm>
              <a:off x="3216" y="2129"/>
              <a:ext cx="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98" name="直接连接符 946196">
              <a:extLst>
                <a:ext uri="{FF2B5EF4-FFF2-40B4-BE49-F238E27FC236}">
                  <a16:creationId xmlns:a16="http://schemas.microsoft.com/office/drawing/2014/main" id="{F53C4BA1-8FAB-485F-BB49-EACD5761FEAE}"/>
                </a:ext>
              </a:extLst>
            </p:cNvPr>
            <p:cNvSpPr>
              <a:spLocks noChangeShapeType="1"/>
            </p:cNvSpPr>
            <p:nvPr/>
          </p:nvSpPr>
          <p:spPr bwMode="auto">
            <a:xfrm>
              <a:off x="3216" y="2657"/>
              <a:ext cx="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99" name="直接连接符 946197">
              <a:extLst>
                <a:ext uri="{FF2B5EF4-FFF2-40B4-BE49-F238E27FC236}">
                  <a16:creationId xmlns:a16="http://schemas.microsoft.com/office/drawing/2014/main" id="{2077BA42-2B17-4060-8CCE-57E42A55E53A}"/>
                </a:ext>
              </a:extLst>
            </p:cNvPr>
            <p:cNvSpPr>
              <a:spLocks noChangeShapeType="1"/>
            </p:cNvSpPr>
            <p:nvPr/>
          </p:nvSpPr>
          <p:spPr bwMode="auto">
            <a:xfrm>
              <a:off x="3216" y="3185"/>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00" name="直接连接符 946198">
              <a:extLst>
                <a:ext uri="{FF2B5EF4-FFF2-40B4-BE49-F238E27FC236}">
                  <a16:creationId xmlns:a16="http://schemas.microsoft.com/office/drawing/2014/main" id="{666EF2DD-1C96-4F54-8137-1B38A2966F3A}"/>
                </a:ext>
              </a:extLst>
            </p:cNvPr>
            <p:cNvSpPr>
              <a:spLocks noChangeShapeType="1"/>
            </p:cNvSpPr>
            <p:nvPr/>
          </p:nvSpPr>
          <p:spPr bwMode="auto">
            <a:xfrm>
              <a:off x="1536" y="2129"/>
              <a:ext cx="1488"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01" name="直接连接符 946199">
              <a:extLst>
                <a:ext uri="{FF2B5EF4-FFF2-40B4-BE49-F238E27FC236}">
                  <a16:creationId xmlns:a16="http://schemas.microsoft.com/office/drawing/2014/main" id="{BE5B738A-3F45-421E-A7E3-BD67A8403755}"/>
                </a:ext>
              </a:extLst>
            </p:cNvPr>
            <p:cNvSpPr>
              <a:spLocks noChangeShapeType="1"/>
            </p:cNvSpPr>
            <p:nvPr/>
          </p:nvSpPr>
          <p:spPr bwMode="auto">
            <a:xfrm flipH="1">
              <a:off x="3456" y="2129"/>
              <a:ext cx="1296"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02" name="文本框 946200">
              <a:extLst>
                <a:ext uri="{FF2B5EF4-FFF2-40B4-BE49-F238E27FC236}">
                  <a16:creationId xmlns:a16="http://schemas.microsoft.com/office/drawing/2014/main" id="{EF760FC2-500C-4B64-AD79-733C5098E242}"/>
                </a:ext>
              </a:extLst>
            </p:cNvPr>
            <p:cNvSpPr txBox="1">
              <a:spLocks noChangeArrowheads="1"/>
            </p:cNvSpPr>
            <p:nvPr/>
          </p:nvSpPr>
          <p:spPr bwMode="auto">
            <a:xfrm>
              <a:off x="3840" y="1073"/>
              <a:ext cx="38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3200">
                  <a:ea typeface="宋体" panose="02010600030101010101" pitchFamily="2" charset="-122"/>
                </a:rPr>
                <a:t>…</a:t>
              </a:r>
            </a:p>
          </p:txBody>
        </p:sp>
        <p:sp>
          <p:nvSpPr>
            <p:cNvPr id="20503" name="文本框 946201">
              <a:extLst>
                <a:ext uri="{FF2B5EF4-FFF2-40B4-BE49-F238E27FC236}">
                  <a16:creationId xmlns:a16="http://schemas.microsoft.com/office/drawing/2014/main" id="{688B9402-49F2-49E2-8214-193B16C07695}"/>
                </a:ext>
              </a:extLst>
            </p:cNvPr>
            <p:cNvSpPr txBox="1">
              <a:spLocks noChangeArrowheads="1"/>
            </p:cNvSpPr>
            <p:nvPr/>
          </p:nvSpPr>
          <p:spPr bwMode="auto">
            <a:xfrm>
              <a:off x="3840" y="1745"/>
              <a:ext cx="48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3200">
                  <a:ea typeface="宋体" panose="02010600030101010101" pitchFamily="2" charset="-122"/>
                </a:rPr>
                <a:t>…</a:t>
              </a:r>
            </a:p>
          </p:txBody>
        </p:sp>
        <p:sp>
          <p:nvSpPr>
            <p:cNvPr id="20504" name="文本框 946202">
              <a:extLst>
                <a:ext uri="{FF2B5EF4-FFF2-40B4-BE49-F238E27FC236}">
                  <a16:creationId xmlns:a16="http://schemas.microsoft.com/office/drawing/2014/main" id="{1AD95DEB-0856-49C9-9196-2EF065C12B52}"/>
                </a:ext>
              </a:extLst>
            </p:cNvPr>
            <p:cNvSpPr txBox="1">
              <a:spLocks noChangeArrowheads="1"/>
            </p:cNvSpPr>
            <p:nvPr/>
          </p:nvSpPr>
          <p:spPr bwMode="auto">
            <a:xfrm>
              <a:off x="1977" y="3929"/>
              <a:ext cx="321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200" b="1">
                  <a:solidFill>
                    <a:srgbClr val="006699"/>
                  </a:solidFill>
                  <a:ea typeface="宋体" panose="02010600030101010101" pitchFamily="2" charset="-122"/>
                </a:rPr>
                <a:t>图</a:t>
              </a:r>
              <a:r>
                <a:rPr lang="en-US" altLang="zh-CN" sz="2200" b="1">
                  <a:solidFill>
                    <a:srgbClr val="006699"/>
                  </a:solidFill>
                  <a:ea typeface="宋体" panose="02010600030101010101" pitchFamily="2" charset="-122"/>
                </a:rPr>
                <a:t>1.10    </a:t>
              </a:r>
              <a:r>
                <a:rPr lang="zh-CN" altLang="en-US" sz="2200" b="1">
                  <a:solidFill>
                    <a:srgbClr val="006699"/>
                  </a:solidFill>
                  <a:ea typeface="宋体" panose="02010600030101010101" pitchFamily="2" charset="-122"/>
                </a:rPr>
                <a:t>数据库的三级模式结构</a:t>
              </a:r>
            </a:p>
          </p:txBody>
        </p:sp>
      </p:grpSp>
    </p:spTree>
  </p:cSld>
  <p:clrMapOvr>
    <a:masterClrMapping/>
  </p:clrMapOvr>
  <mc:AlternateContent xmlns:mc="http://schemas.openxmlformats.org/markup-compatibility/2006" xmlns:p14="http://schemas.microsoft.com/office/powerpoint/2010/main">
    <mc:Choice Requires="p14">
      <p:transition spd="slow" p14:dur="2000" advTm="11100"/>
    </mc:Choice>
    <mc:Fallback xmlns="">
      <p:transition spd="slow" advTm="1110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8901" name="矩形 848900">
            <a:extLst>
              <a:ext uri="{FF2B5EF4-FFF2-40B4-BE49-F238E27FC236}">
                <a16:creationId xmlns:a16="http://schemas.microsoft.com/office/drawing/2014/main" id="{66D0E94A-A87F-4B0E-BB87-7F18A791A2D0}"/>
              </a:ext>
            </a:extLst>
          </p:cNvPr>
          <p:cNvSpPr/>
          <p:nvPr/>
        </p:nvSpPr>
        <p:spPr>
          <a:xfrm>
            <a:off x="468313" y="1196975"/>
            <a:ext cx="8207375" cy="5338763"/>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a:lnSpc>
                <a:spcPct val="140000"/>
              </a:lnSpc>
            </a:pPr>
            <a:r>
              <a:rPr lang="en-US" altLang="zh-CN" noProof="1"/>
              <a:t>          </a:t>
            </a:r>
            <a:r>
              <a:rPr lang="en-US" altLang="zh-CN" sz="3000" noProof="1">
                <a:solidFill>
                  <a:srgbClr val="660033"/>
                </a:solidFill>
                <a:ea typeface="华文新魏" panose="02010800040101010101" pitchFamily="2" charset="-122"/>
              </a:rPr>
              <a:t>3</a:t>
            </a:r>
            <a:r>
              <a:rPr lang="zh-CN" altLang="en-US" sz="3000" noProof="1">
                <a:solidFill>
                  <a:srgbClr val="660033"/>
                </a:solidFill>
                <a:ea typeface="华文新魏" panose="02010800040101010101" pitchFamily="2" charset="-122"/>
              </a:rPr>
              <a:t>、内模式</a:t>
            </a:r>
          </a:p>
          <a:p>
            <a:pPr>
              <a:lnSpc>
                <a:spcPct val="140000"/>
              </a:lnSpc>
            </a:pPr>
            <a:r>
              <a:rPr lang="zh-CN" altLang="en-US" noProof="1"/>
              <a:t>          是对数据库表物理存储结构的描述。</a:t>
            </a:r>
          </a:p>
          <a:p>
            <a:r>
              <a:rPr lang="zh-CN" altLang="en-US" noProof="1">
                <a:solidFill>
                  <a:srgbClr val="006699"/>
                </a:solidFill>
              </a:rPr>
              <a:t>   说明：</a:t>
            </a:r>
          </a:p>
          <a:p>
            <a:pPr>
              <a:lnSpc>
                <a:spcPct val="140000"/>
              </a:lnSpc>
            </a:pPr>
            <a:r>
              <a:rPr lang="zh-CN" altLang="en-US" noProof="1"/>
              <a:t>           一个</a:t>
            </a:r>
            <a:r>
              <a:rPr lang="en-US" altLang="zh-CN" noProof="1"/>
              <a:t>DB</a:t>
            </a:r>
            <a:r>
              <a:rPr lang="zh-CN" altLang="en-US" noProof="1"/>
              <a:t>只有一个与概念模式对应的内模式。内模式是数据在数据库内部的表示，它定义了数据的内部记录类型、记录寻址技术、索引和文件的组织方式及数据控制方面的内容。</a:t>
            </a:r>
          </a:p>
        </p:txBody>
      </p:sp>
      <p:sp>
        <p:nvSpPr>
          <p:cNvPr id="848902" name="矩形 848901">
            <a:extLst>
              <a:ext uri="{FF2B5EF4-FFF2-40B4-BE49-F238E27FC236}">
                <a16:creationId xmlns:a16="http://schemas.microsoft.com/office/drawing/2014/main" id="{8CE9B42A-707D-485F-996F-1F16F9DCEFC1}"/>
              </a:ext>
            </a:extLst>
          </p:cNvPr>
          <p:cNvSpPr/>
          <p:nvPr/>
        </p:nvSpPr>
        <p:spPr>
          <a:xfrm>
            <a:off x="1042988" y="214313"/>
            <a:ext cx="8043862"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sz="3400" noProof="1"/>
              <a:t>一、数据库内部体系结构的三级模式结构</a:t>
            </a:r>
            <a:r>
              <a:rPr lang="zh-CN" altLang="en-US" noProof="1"/>
              <a:t> </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84946"/>
    </mc:Choice>
    <mc:Fallback xmlns="">
      <p:transition spd="slow" advTm="184946"/>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48901">
                                            <p:txEl>
                                              <p:pRg st="0" end="0"/>
                                            </p:txEl>
                                          </p:spTgt>
                                        </p:tgtEl>
                                        <p:attrNameLst>
                                          <p:attrName>style.visibility</p:attrName>
                                        </p:attrNameLst>
                                      </p:cBhvr>
                                      <p:to>
                                        <p:strVal val="visible"/>
                                      </p:to>
                                    </p:set>
                                    <p:animEffect transition="in" filter="wipe(left)">
                                      <p:cBhvr>
                                        <p:cTn id="7" dur="1000"/>
                                        <p:tgtEl>
                                          <p:spTgt spid="848901">
                                            <p:txEl>
                                              <p:pRg st="0" end="0"/>
                                            </p:txEl>
                                          </p:spTgt>
                                        </p:tgtEl>
                                      </p:cBhvr>
                                    </p:animEffect>
                                  </p:childTnLst>
                                </p:cTn>
                              </p:par>
                            </p:childTnLst>
                          </p:cTn>
                        </p:par>
                        <p:par>
                          <p:cTn id="8" fill="hold" nodeType="afterGroup">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848901">
                                            <p:txEl>
                                              <p:pRg st="1" end="1"/>
                                            </p:txEl>
                                          </p:spTgt>
                                        </p:tgtEl>
                                        <p:attrNameLst>
                                          <p:attrName>style.visibility</p:attrName>
                                        </p:attrNameLst>
                                      </p:cBhvr>
                                      <p:to>
                                        <p:strVal val="visible"/>
                                      </p:to>
                                    </p:set>
                                    <p:animEffect transition="in" filter="wipe(left)">
                                      <p:cBhvr>
                                        <p:cTn id="11" dur="1000"/>
                                        <p:tgtEl>
                                          <p:spTgt spid="848901">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848901">
                                            <p:txEl>
                                              <p:pRg st="2" end="2"/>
                                            </p:txEl>
                                          </p:spTgt>
                                        </p:tgtEl>
                                        <p:attrNameLst>
                                          <p:attrName>style.visibility</p:attrName>
                                        </p:attrNameLst>
                                      </p:cBhvr>
                                      <p:to>
                                        <p:strVal val="visible"/>
                                      </p:to>
                                    </p:set>
                                    <p:animEffect transition="in" filter="wipe(left)">
                                      <p:cBhvr>
                                        <p:cTn id="16" dur="1000"/>
                                        <p:tgtEl>
                                          <p:spTgt spid="848901">
                                            <p:txEl>
                                              <p:pRg st="2" end="2"/>
                                            </p:txEl>
                                          </p:spTgt>
                                        </p:tgtEl>
                                      </p:cBhvr>
                                    </p:animEffect>
                                  </p:childTnLst>
                                </p:cTn>
                              </p:par>
                            </p:childTnLst>
                          </p:cTn>
                        </p:par>
                        <p:par>
                          <p:cTn id="17" fill="hold" nodeType="afterGroup">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848901">
                                            <p:txEl>
                                              <p:pRg st="3" end="3"/>
                                            </p:txEl>
                                          </p:spTgt>
                                        </p:tgtEl>
                                        <p:attrNameLst>
                                          <p:attrName>style.visibility</p:attrName>
                                        </p:attrNameLst>
                                      </p:cBhvr>
                                      <p:to>
                                        <p:strVal val="visible"/>
                                      </p:to>
                                    </p:set>
                                    <p:animEffect transition="in" filter="wipe(left)">
                                      <p:cBhvr>
                                        <p:cTn id="20" dur="1000"/>
                                        <p:tgtEl>
                                          <p:spTgt spid="84890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8901"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3413" name="矩形 913412">
            <a:extLst>
              <a:ext uri="{FF2B5EF4-FFF2-40B4-BE49-F238E27FC236}">
                <a16:creationId xmlns:a16="http://schemas.microsoft.com/office/drawing/2014/main" id="{2EF57557-6546-411F-9041-E42EAB68D772}"/>
              </a:ext>
            </a:extLst>
          </p:cNvPr>
          <p:cNvSpPr/>
          <p:nvPr/>
        </p:nvSpPr>
        <p:spPr>
          <a:xfrm>
            <a:off x="468313" y="1125538"/>
            <a:ext cx="7993062" cy="64770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r>
              <a:rPr lang="en-US" altLang="zh-CN" noProof="1"/>
              <a:t>         </a:t>
            </a:r>
            <a:r>
              <a:rPr lang="en-US" altLang="zh-CN" sz="3000" noProof="1">
                <a:solidFill>
                  <a:srgbClr val="660033"/>
                </a:solidFill>
                <a:ea typeface="华文新魏" panose="02010800040101010101" pitchFamily="2" charset="-122"/>
              </a:rPr>
              <a:t>3</a:t>
            </a:r>
            <a:r>
              <a:rPr lang="zh-CN" altLang="en-US" sz="3000" noProof="1">
                <a:solidFill>
                  <a:srgbClr val="660033"/>
                </a:solidFill>
                <a:ea typeface="华文新魏" panose="02010800040101010101" pitchFamily="2" charset="-122"/>
              </a:rPr>
              <a:t>、内模式</a:t>
            </a:r>
            <a:endParaRPr lang="zh-CN" altLang="en-US" noProof="1"/>
          </a:p>
        </p:txBody>
      </p:sp>
      <p:grpSp>
        <p:nvGrpSpPr>
          <p:cNvPr id="22530" name="组合 913413">
            <a:extLst>
              <a:ext uri="{FF2B5EF4-FFF2-40B4-BE49-F238E27FC236}">
                <a16:creationId xmlns:a16="http://schemas.microsoft.com/office/drawing/2014/main" id="{506DCB8D-2758-4493-8097-8F9EE65AC4A9}"/>
              </a:ext>
            </a:extLst>
          </p:cNvPr>
          <p:cNvGrpSpPr>
            <a:grpSpLocks/>
          </p:cNvGrpSpPr>
          <p:nvPr/>
        </p:nvGrpSpPr>
        <p:grpSpPr bwMode="auto">
          <a:xfrm>
            <a:off x="838200" y="1703388"/>
            <a:ext cx="7910513" cy="4960937"/>
            <a:chOff x="528" y="1073"/>
            <a:chExt cx="4774" cy="3125"/>
          </a:xfrm>
        </p:grpSpPr>
        <p:sp>
          <p:nvSpPr>
            <p:cNvPr id="22531" name="圆柱形 913414">
              <a:extLst>
                <a:ext uri="{FF2B5EF4-FFF2-40B4-BE49-F238E27FC236}">
                  <a16:creationId xmlns:a16="http://schemas.microsoft.com/office/drawing/2014/main" id="{78F4A59B-E205-41A2-98D9-550FE233AF33}"/>
                </a:ext>
              </a:extLst>
            </p:cNvPr>
            <p:cNvSpPr>
              <a:spLocks noChangeArrowheads="1"/>
            </p:cNvSpPr>
            <p:nvPr/>
          </p:nvSpPr>
          <p:spPr bwMode="auto">
            <a:xfrm>
              <a:off x="2688" y="3377"/>
              <a:ext cx="1127" cy="432"/>
            </a:xfrm>
            <a:prstGeom prst="can">
              <a:avLst>
                <a:gd name="adj" fmla="val 25000"/>
              </a:avLst>
            </a:prstGeom>
            <a:solidFill>
              <a:srgbClr val="FFCC99"/>
            </a:solidFill>
            <a:ln w="19050">
              <a:solidFill>
                <a:schemeClr val="tx1"/>
              </a:solidFill>
              <a:round/>
              <a:headEnd/>
              <a:tailEnd/>
            </a:ln>
          </p:spPr>
          <p:txBody>
            <a:bodyPr wrap="none" anchor="ctr"/>
            <a:lstStyle/>
            <a:p>
              <a:pPr algn="ctr"/>
              <a:r>
                <a:rPr lang="zh-CN" altLang="en-US" sz="2000" b="1">
                  <a:ea typeface="宋体" panose="02010600030101010101" pitchFamily="2" charset="-122"/>
                </a:rPr>
                <a:t>数据库</a:t>
              </a:r>
            </a:p>
          </p:txBody>
        </p:sp>
        <p:sp>
          <p:nvSpPr>
            <p:cNvPr id="22532" name="矩形 913415">
              <a:extLst>
                <a:ext uri="{FF2B5EF4-FFF2-40B4-BE49-F238E27FC236}">
                  <a16:creationId xmlns:a16="http://schemas.microsoft.com/office/drawing/2014/main" id="{F806BCA2-DD54-4683-B061-CA8FA96F1E37}"/>
                </a:ext>
              </a:extLst>
            </p:cNvPr>
            <p:cNvSpPr>
              <a:spLocks noChangeArrowheads="1"/>
            </p:cNvSpPr>
            <p:nvPr/>
          </p:nvSpPr>
          <p:spPr bwMode="auto">
            <a:xfrm>
              <a:off x="528" y="1217"/>
              <a:ext cx="934" cy="288"/>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solidFill>
                    <a:srgbClr val="000000"/>
                  </a:solidFill>
                  <a:ea typeface="宋体" panose="02010600030101010101" pitchFamily="2" charset="-122"/>
                </a:rPr>
                <a:t>应用程序</a:t>
              </a:r>
              <a:r>
                <a:rPr lang="en-US" altLang="zh-CN" sz="2000" b="1">
                  <a:ea typeface="宋体" panose="02010600030101010101" pitchFamily="2" charset="-122"/>
                </a:rPr>
                <a:t>1</a:t>
              </a:r>
            </a:p>
          </p:txBody>
        </p:sp>
        <p:sp>
          <p:nvSpPr>
            <p:cNvPr id="22533" name="矩形 913416">
              <a:extLst>
                <a:ext uri="{FF2B5EF4-FFF2-40B4-BE49-F238E27FC236}">
                  <a16:creationId xmlns:a16="http://schemas.microsoft.com/office/drawing/2014/main" id="{B38B9E80-0056-419F-A82F-0136DECC4220}"/>
                </a:ext>
              </a:extLst>
            </p:cNvPr>
            <p:cNvSpPr>
              <a:spLocks noChangeArrowheads="1"/>
            </p:cNvSpPr>
            <p:nvPr/>
          </p:nvSpPr>
          <p:spPr bwMode="auto">
            <a:xfrm>
              <a:off x="1680" y="1217"/>
              <a:ext cx="929" cy="288"/>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应用程序</a:t>
              </a:r>
              <a:r>
                <a:rPr lang="en-US" altLang="zh-CN" sz="2000" b="1">
                  <a:ea typeface="宋体" panose="02010600030101010101" pitchFamily="2" charset="-122"/>
                </a:rPr>
                <a:t>2</a:t>
              </a:r>
            </a:p>
          </p:txBody>
        </p:sp>
        <p:sp>
          <p:nvSpPr>
            <p:cNvPr id="22534" name="矩形 913417">
              <a:extLst>
                <a:ext uri="{FF2B5EF4-FFF2-40B4-BE49-F238E27FC236}">
                  <a16:creationId xmlns:a16="http://schemas.microsoft.com/office/drawing/2014/main" id="{C573C10C-FB6F-4BF7-B9BF-5513A99A4BEC}"/>
                </a:ext>
              </a:extLst>
            </p:cNvPr>
            <p:cNvSpPr>
              <a:spLocks noChangeArrowheads="1"/>
            </p:cNvSpPr>
            <p:nvPr/>
          </p:nvSpPr>
          <p:spPr bwMode="auto">
            <a:xfrm>
              <a:off x="2832" y="1217"/>
              <a:ext cx="927" cy="288"/>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应用程序</a:t>
              </a:r>
              <a:r>
                <a:rPr lang="en-US" altLang="zh-CN" sz="2000" b="1">
                  <a:ea typeface="宋体" panose="02010600030101010101" pitchFamily="2" charset="-122"/>
                </a:rPr>
                <a:t>3</a:t>
              </a:r>
            </a:p>
          </p:txBody>
        </p:sp>
        <p:sp>
          <p:nvSpPr>
            <p:cNvPr id="22535" name="矩形 913418">
              <a:extLst>
                <a:ext uri="{FF2B5EF4-FFF2-40B4-BE49-F238E27FC236}">
                  <a16:creationId xmlns:a16="http://schemas.microsoft.com/office/drawing/2014/main" id="{9E8636DD-6A05-4415-B399-1548470A93A2}"/>
                </a:ext>
              </a:extLst>
            </p:cNvPr>
            <p:cNvSpPr>
              <a:spLocks noChangeArrowheads="1"/>
            </p:cNvSpPr>
            <p:nvPr/>
          </p:nvSpPr>
          <p:spPr bwMode="auto">
            <a:xfrm>
              <a:off x="4368" y="1217"/>
              <a:ext cx="934" cy="288"/>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应用程序</a:t>
              </a:r>
              <a:r>
                <a:rPr lang="en-US" altLang="zh-CN" sz="2000" b="1">
                  <a:ea typeface="宋体" panose="02010600030101010101" pitchFamily="2" charset="-122"/>
                </a:rPr>
                <a:t>M</a:t>
              </a:r>
            </a:p>
          </p:txBody>
        </p:sp>
        <p:sp>
          <p:nvSpPr>
            <p:cNvPr id="22536" name="矩形 913419">
              <a:extLst>
                <a:ext uri="{FF2B5EF4-FFF2-40B4-BE49-F238E27FC236}">
                  <a16:creationId xmlns:a16="http://schemas.microsoft.com/office/drawing/2014/main" id="{3259A92C-4C77-40B8-9729-A4A42C741F49}"/>
                </a:ext>
              </a:extLst>
            </p:cNvPr>
            <p:cNvSpPr>
              <a:spLocks noChangeArrowheads="1"/>
            </p:cNvSpPr>
            <p:nvPr/>
          </p:nvSpPr>
          <p:spPr bwMode="auto">
            <a:xfrm>
              <a:off x="1056" y="1841"/>
              <a:ext cx="934" cy="286"/>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外模式</a:t>
              </a:r>
              <a:r>
                <a:rPr lang="en-US" altLang="zh-CN" sz="2000" b="1">
                  <a:ea typeface="宋体" panose="02010600030101010101" pitchFamily="2" charset="-122"/>
                </a:rPr>
                <a:t>1</a:t>
              </a:r>
            </a:p>
          </p:txBody>
        </p:sp>
        <p:sp>
          <p:nvSpPr>
            <p:cNvPr id="22537" name="矩形 913420">
              <a:extLst>
                <a:ext uri="{FF2B5EF4-FFF2-40B4-BE49-F238E27FC236}">
                  <a16:creationId xmlns:a16="http://schemas.microsoft.com/office/drawing/2014/main" id="{B4AAEA56-B5FA-44CC-BC7B-D80C2F560294}"/>
                </a:ext>
              </a:extLst>
            </p:cNvPr>
            <p:cNvSpPr>
              <a:spLocks noChangeArrowheads="1"/>
            </p:cNvSpPr>
            <p:nvPr/>
          </p:nvSpPr>
          <p:spPr bwMode="auto">
            <a:xfrm>
              <a:off x="2784" y="1841"/>
              <a:ext cx="927" cy="288"/>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外模式</a:t>
              </a:r>
              <a:r>
                <a:rPr lang="en-US" altLang="zh-CN" sz="2000" b="1">
                  <a:ea typeface="宋体" panose="02010600030101010101" pitchFamily="2" charset="-122"/>
                </a:rPr>
                <a:t>2</a:t>
              </a:r>
            </a:p>
          </p:txBody>
        </p:sp>
        <p:sp>
          <p:nvSpPr>
            <p:cNvPr id="22538" name="矩形 913421">
              <a:extLst>
                <a:ext uri="{FF2B5EF4-FFF2-40B4-BE49-F238E27FC236}">
                  <a16:creationId xmlns:a16="http://schemas.microsoft.com/office/drawing/2014/main" id="{E406344C-CDBE-4F2A-BA22-EEB819F0177D}"/>
                </a:ext>
              </a:extLst>
            </p:cNvPr>
            <p:cNvSpPr>
              <a:spLocks noChangeArrowheads="1"/>
            </p:cNvSpPr>
            <p:nvPr/>
          </p:nvSpPr>
          <p:spPr bwMode="auto">
            <a:xfrm>
              <a:off x="4368" y="1841"/>
              <a:ext cx="927" cy="290"/>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外模式</a:t>
              </a:r>
              <a:r>
                <a:rPr lang="en-US" altLang="zh-CN" sz="2000" b="1">
                  <a:ea typeface="宋体" panose="02010600030101010101" pitchFamily="2" charset="-122"/>
                </a:rPr>
                <a:t>N</a:t>
              </a:r>
            </a:p>
          </p:txBody>
        </p:sp>
        <p:sp>
          <p:nvSpPr>
            <p:cNvPr id="22539" name="矩形 913422">
              <a:extLst>
                <a:ext uri="{FF2B5EF4-FFF2-40B4-BE49-F238E27FC236}">
                  <a16:creationId xmlns:a16="http://schemas.microsoft.com/office/drawing/2014/main" id="{CFD8763C-4B20-4ED7-85B9-BDFF3E4ED1F4}"/>
                </a:ext>
              </a:extLst>
            </p:cNvPr>
            <p:cNvSpPr>
              <a:spLocks noChangeArrowheads="1"/>
            </p:cNvSpPr>
            <p:nvPr/>
          </p:nvSpPr>
          <p:spPr bwMode="auto">
            <a:xfrm>
              <a:off x="2784" y="2369"/>
              <a:ext cx="943" cy="288"/>
            </a:xfrm>
            <a:prstGeom prst="rect">
              <a:avLst/>
            </a:prstGeom>
            <a:solidFill>
              <a:srgbClr val="FFCC99"/>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逻辑模式</a:t>
              </a:r>
            </a:p>
          </p:txBody>
        </p:sp>
        <p:sp>
          <p:nvSpPr>
            <p:cNvPr id="22540" name="矩形 913423">
              <a:extLst>
                <a:ext uri="{FF2B5EF4-FFF2-40B4-BE49-F238E27FC236}">
                  <a16:creationId xmlns:a16="http://schemas.microsoft.com/office/drawing/2014/main" id="{74CC0689-F0F0-4479-BD0B-A02B42A077C9}"/>
                </a:ext>
              </a:extLst>
            </p:cNvPr>
            <p:cNvSpPr>
              <a:spLocks noChangeArrowheads="1"/>
            </p:cNvSpPr>
            <p:nvPr/>
          </p:nvSpPr>
          <p:spPr bwMode="auto">
            <a:xfrm>
              <a:off x="2784" y="2897"/>
              <a:ext cx="948" cy="286"/>
            </a:xfrm>
            <a:prstGeom prst="rect">
              <a:avLst/>
            </a:prstGeom>
            <a:solidFill>
              <a:srgbClr val="CCFFFF"/>
            </a:solidFill>
            <a:ln w="19050">
              <a:solidFill>
                <a:schemeClr val="tx1"/>
              </a:solidFill>
              <a:miter lim="800000"/>
              <a:headEnd/>
              <a:tailEnd/>
            </a:ln>
          </p:spPr>
          <p:txBody>
            <a:bodyPr wrap="none" anchor="ctr"/>
            <a:lstStyle/>
            <a:p>
              <a:pPr algn="ctr"/>
              <a:r>
                <a:rPr lang="zh-CN" altLang="en-US" sz="2000" b="1">
                  <a:ea typeface="宋体" panose="02010600030101010101" pitchFamily="2" charset="-122"/>
                </a:rPr>
                <a:t>内模式</a:t>
              </a:r>
            </a:p>
          </p:txBody>
        </p:sp>
        <p:sp>
          <p:nvSpPr>
            <p:cNvPr id="22541" name="直接连接符 913424">
              <a:extLst>
                <a:ext uri="{FF2B5EF4-FFF2-40B4-BE49-F238E27FC236}">
                  <a16:creationId xmlns:a16="http://schemas.microsoft.com/office/drawing/2014/main" id="{128A5B2C-11F6-48E4-A3FE-892ABB8D2DE7}"/>
                </a:ext>
              </a:extLst>
            </p:cNvPr>
            <p:cNvSpPr>
              <a:spLocks noChangeShapeType="1"/>
            </p:cNvSpPr>
            <p:nvPr/>
          </p:nvSpPr>
          <p:spPr bwMode="auto">
            <a:xfrm>
              <a:off x="912" y="1505"/>
              <a:ext cx="528"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42" name="直接连接符 913425">
              <a:extLst>
                <a:ext uri="{FF2B5EF4-FFF2-40B4-BE49-F238E27FC236}">
                  <a16:creationId xmlns:a16="http://schemas.microsoft.com/office/drawing/2014/main" id="{0D1A8C0E-C6DE-4B97-8CB0-27C48542B251}"/>
                </a:ext>
              </a:extLst>
            </p:cNvPr>
            <p:cNvSpPr>
              <a:spLocks noChangeShapeType="1"/>
            </p:cNvSpPr>
            <p:nvPr/>
          </p:nvSpPr>
          <p:spPr bwMode="auto">
            <a:xfrm flipH="1">
              <a:off x="1680" y="1505"/>
              <a:ext cx="384"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43" name="直接连接符 913426">
              <a:extLst>
                <a:ext uri="{FF2B5EF4-FFF2-40B4-BE49-F238E27FC236}">
                  <a16:creationId xmlns:a16="http://schemas.microsoft.com/office/drawing/2014/main" id="{0DD39CE0-8F81-480F-9345-FFB2E08D5BDC}"/>
                </a:ext>
              </a:extLst>
            </p:cNvPr>
            <p:cNvSpPr>
              <a:spLocks noChangeShapeType="1"/>
            </p:cNvSpPr>
            <p:nvPr/>
          </p:nvSpPr>
          <p:spPr bwMode="auto">
            <a:xfrm>
              <a:off x="4800" y="1505"/>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44" name="直接连接符 913427">
              <a:extLst>
                <a:ext uri="{FF2B5EF4-FFF2-40B4-BE49-F238E27FC236}">
                  <a16:creationId xmlns:a16="http://schemas.microsoft.com/office/drawing/2014/main" id="{8A9E0382-170D-4214-B986-7DAAF92F1BBF}"/>
                </a:ext>
              </a:extLst>
            </p:cNvPr>
            <p:cNvSpPr>
              <a:spLocks noChangeShapeType="1"/>
            </p:cNvSpPr>
            <p:nvPr/>
          </p:nvSpPr>
          <p:spPr bwMode="auto">
            <a:xfrm>
              <a:off x="3216" y="1505"/>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45" name="直接连接符 913428">
              <a:extLst>
                <a:ext uri="{FF2B5EF4-FFF2-40B4-BE49-F238E27FC236}">
                  <a16:creationId xmlns:a16="http://schemas.microsoft.com/office/drawing/2014/main" id="{95D2272E-B7E9-4C2D-8E7F-D945D2D7596C}"/>
                </a:ext>
              </a:extLst>
            </p:cNvPr>
            <p:cNvSpPr>
              <a:spLocks noChangeShapeType="1"/>
            </p:cNvSpPr>
            <p:nvPr/>
          </p:nvSpPr>
          <p:spPr bwMode="auto">
            <a:xfrm>
              <a:off x="3216" y="2129"/>
              <a:ext cx="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46" name="直接连接符 913429">
              <a:extLst>
                <a:ext uri="{FF2B5EF4-FFF2-40B4-BE49-F238E27FC236}">
                  <a16:creationId xmlns:a16="http://schemas.microsoft.com/office/drawing/2014/main" id="{68C6BE36-E577-4ED1-8C67-FD8666A6277C}"/>
                </a:ext>
              </a:extLst>
            </p:cNvPr>
            <p:cNvSpPr>
              <a:spLocks noChangeShapeType="1"/>
            </p:cNvSpPr>
            <p:nvPr/>
          </p:nvSpPr>
          <p:spPr bwMode="auto">
            <a:xfrm>
              <a:off x="3216" y="2657"/>
              <a:ext cx="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47" name="直接连接符 913430">
              <a:extLst>
                <a:ext uri="{FF2B5EF4-FFF2-40B4-BE49-F238E27FC236}">
                  <a16:creationId xmlns:a16="http://schemas.microsoft.com/office/drawing/2014/main" id="{36BD081F-46A0-4395-AEA6-EC0E78F9C7CE}"/>
                </a:ext>
              </a:extLst>
            </p:cNvPr>
            <p:cNvSpPr>
              <a:spLocks noChangeShapeType="1"/>
            </p:cNvSpPr>
            <p:nvPr/>
          </p:nvSpPr>
          <p:spPr bwMode="auto">
            <a:xfrm>
              <a:off x="3216" y="3185"/>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48" name="直接连接符 913431">
              <a:extLst>
                <a:ext uri="{FF2B5EF4-FFF2-40B4-BE49-F238E27FC236}">
                  <a16:creationId xmlns:a16="http://schemas.microsoft.com/office/drawing/2014/main" id="{A82DDA25-BC38-46EC-8B76-B356BE2E989A}"/>
                </a:ext>
              </a:extLst>
            </p:cNvPr>
            <p:cNvSpPr>
              <a:spLocks noChangeShapeType="1"/>
            </p:cNvSpPr>
            <p:nvPr/>
          </p:nvSpPr>
          <p:spPr bwMode="auto">
            <a:xfrm>
              <a:off x="1536" y="2129"/>
              <a:ext cx="1488"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49" name="直接连接符 913432">
              <a:extLst>
                <a:ext uri="{FF2B5EF4-FFF2-40B4-BE49-F238E27FC236}">
                  <a16:creationId xmlns:a16="http://schemas.microsoft.com/office/drawing/2014/main" id="{AF7551BE-F289-4C2C-9D68-11C1C0BADC4C}"/>
                </a:ext>
              </a:extLst>
            </p:cNvPr>
            <p:cNvSpPr>
              <a:spLocks noChangeShapeType="1"/>
            </p:cNvSpPr>
            <p:nvPr/>
          </p:nvSpPr>
          <p:spPr bwMode="auto">
            <a:xfrm flipH="1">
              <a:off x="3456" y="2129"/>
              <a:ext cx="1296"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50" name="文本框 913433">
              <a:extLst>
                <a:ext uri="{FF2B5EF4-FFF2-40B4-BE49-F238E27FC236}">
                  <a16:creationId xmlns:a16="http://schemas.microsoft.com/office/drawing/2014/main" id="{876DCC79-E03C-4211-921F-59FED39249BA}"/>
                </a:ext>
              </a:extLst>
            </p:cNvPr>
            <p:cNvSpPr txBox="1">
              <a:spLocks noChangeArrowheads="1"/>
            </p:cNvSpPr>
            <p:nvPr/>
          </p:nvSpPr>
          <p:spPr bwMode="auto">
            <a:xfrm>
              <a:off x="3840" y="1073"/>
              <a:ext cx="38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3200">
                  <a:ea typeface="宋体" panose="02010600030101010101" pitchFamily="2" charset="-122"/>
                </a:rPr>
                <a:t>…</a:t>
              </a:r>
            </a:p>
          </p:txBody>
        </p:sp>
        <p:sp>
          <p:nvSpPr>
            <p:cNvPr id="22551" name="文本框 913434">
              <a:extLst>
                <a:ext uri="{FF2B5EF4-FFF2-40B4-BE49-F238E27FC236}">
                  <a16:creationId xmlns:a16="http://schemas.microsoft.com/office/drawing/2014/main" id="{1AB577EF-815E-4AEA-AE44-7DD8A5C991FD}"/>
                </a:ext>
              </a:extLst>
            </p:cNvPr>
            <p:cNvSpPr txBox="1">
              <a:spLocks noChangeArrowheads="1"/>
            </p:cNvSpPr>
            <p:nvPr/>
          </p:nvSpPr>
          <p:spPr bwMode="auto">
            <a:xfrm>
              <a:off x="3840" y="1745"/>
              <a:ext cx="48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3200">
                  <a:ea typeface="宋体" panose="02010600030101010101" pitchFamily="2" charset="-122"/>
                </a:rPr>
                <a:t>…</a:t>
              </a:r>
            </a:p>
          </p:txBody>
        </p:sp>
        <p:sp>
          <p:nvSpPr>
            <p:cNvPr id="22552" name="文本框 913435">
              <a:extLst>
                <a:ext uri="{FF2B5EF4-FFF2-40B4-BE49-F238E27FC236}">
                  <a16:creationId xmlns:a16="http://schemas.microsoft.com/office/drawing/2014/main" id="{1694CECA-D2B1-488C-AB1D-80FE17281FBB}"/>
                </a:ext>
              </a:extLst>
            </p:cNvPr>
            <p:cNvSpPr txBox="1">
              <a:spLocks noChangeArrowheads="1"/>
            </p:cNvSpPr>
            <p:nvPr/>
          </p:nvSpPr>
          <p:spPr bwMode="auto">
            <a:xfrm>
              <a:off x="1977" y="3929"/>
              <a:ext cx="321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200" b="1">
                  <a:solidFill>
                    <a:srgbClr val="006699"/>
                  </a:solidFill>
                  <a:ea typeface="宋体" panose="02010600030101010101" pitchFamily="2" charset="-122"/>
                </a:rPr>
                <a:t>图</a:t>
              </a:r>
              <a:r>
                <a:rPr lang="en-US" altLang="zh-CN" sz="2200" b="1">
                  <a:solidFill>
                    <a:srgbClr val="006699"/>
                  </a:solidFill>
                  <a:ea typeface="宋体" panose="02010600030101010101" pitchFamily="2" charset="-122"/>
                </a:rPr>
                <a:t>1.10    </a:t>
              </a:r>
              <a:r>
                <a:rPr lang="zh-CN" altLang="en-US" sz="2200" b="1">
                  <a:solidFill>
                    <a:srgbClr val="006699"/>
                  </a:solidFill>
                  <a:ea typeface="宋体" panose="02010600030101010101" pitchFamily="2" charset="-122"/>
                </a:rPr>
                <a:t>数据库的三级模式结构</a:t>
              </a:r>
            </a:p>
          </p:txBody>
        </p:sp>
      </p:grpSp>
      <p:grpSp>
        <p:nvGrpSpPr>
          <p:cNvPr id="22553" name="组合 913436">
            <a:extLst>
              <a:ext uri="{FF2B5EF4-FFF2-40B4-BE49-F238E27FC236}">
                <a16:creationId xmlns:a16="http://schemas.microsoft.com/office/drawing/2014/main" id="{DAFB850B-F385-4551-BD8F-6413AF609394}"/>
              </a:ext>
            </a:extLst>
          </p:cNvPr>
          <p:cNvGrpSpPr>
            <a:grpSpLocks/>
          </p:cNvGrpSpPr>
          <p:nvPr/>
        </p:nvGrpSpPr>
        <p:grpSpPr bwMode="auto">
          <a:xfrm>
            <a:off x="323850" y="3621088"/>
            <a:ext cx="4029075" cy="2976562"/>
            <a:chOff x="204" y="2281"/>
            <a:chExt cx="2538" cy="1875"/>
          </a:xfrm>
        </p:grpSpPr>
        <p:sp>
          <p:nvSpPr>
            <p:cNvPr id="22554" name="文本框 913437">
              <a:extLst>
                <a:ext uri="{FF2B5EF4-FFF2-40B4-BE49-F238E27FC236}">
                  <a16:creationId xmlns:a16="http://schemas.microsoft.com/office/drawing/2014/main" id="{A76E2E31-A4EB-4142-8046-E07B2A4EEE2F}"/>
                </a:ext>
              </a:extLst>
            </p:cNvPr>
            <p:cNvSpPr txBox="1">
              <a:spLocks noChangeArrowheads="1"/>
            </p:cNvSpPr>
            <p:nvPr/>
          </p:nvSpPr>
          <p:spPr bwMode="auto">
            <a:xfrm>
              <a:off x="793" y="3322"/>
              <a:ext cx="572" cy="3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a:lnSpc>
                  <a:spcPct val="120000"/>
                </a:lnSpc>
              </a:pPr>
              <a:r>
                <a:rPr lang="zh-CN" altLang="en-US" sz="1600" b="1">
                  <a:latin typeface="Times New Roman" panose="02020603050405020304" pitchFamily="18" charset="0"/>
                  <a:ea typeface="宋体" panose="02010600030101010101" pitchFamily="2" charset="-122"/>
                </a:rPr>
                <a:t>记录间</a:t>
              </a:r>
            </a:p>
            <a:p>
              <a:pPr algn="just">
                <a:lnSpc>
                  <a:spcPct val="120000"/>
                </a:lnSpc>
              </a:pPr>
              <a:r>
                <a:rPr lang="zh-CN" altLang="en-US" sz="1600" b="1">
                  <a:latin typeface="Times New Roman" panose="02020603050405020304" pitchFamily="18" charset="0"/>
                  <a:ea typeface="宋体" panose="02010600030101010101" pitchFamily="2" charset="-122"/>
                </a:rPr>
                <a:t>链   接</a:t>
              </a:r>
              <a:endParaRPr lang="zh-CN" altLang="en-US" sz="1600" b="1"/>
            </a:p>
          </p:txBody>
        </p:sp>
        <p:grpSp>
          <p:nvGrpSpPr>
            <p:cNvPr id="22555" name="组合 913438">
              <a:extLst>
                <a:ext uri="{FF2B5EF4-FFF2-40B4-BE49-F238E27FC236}">
                  <a16:creationId xmlns:a16="http://schemas.microsoft.com/office/drawing/2014/main" id="{E1A895AF-F04F-46AA-A38E-20EE4375D080}"/>
                </a:ext>
              </a:extLst>
            </p:cNvPr>
            <p:cNvGrpSpPr>
              <a:grpSpLocks/>
            </p:cNvGrpSpPr>
            <p:nvPr/>
          </p:nvGrpSpPr>
          <p:grpSpPr bwMode="auto">
            <a:xfrm>
              <a:off x="1308" y="3086"/>
              <a:ext cx="360" cy="1070"/>
              <a:chOff x="2772" y="4402"/>
              <a:chExt cx="567" cy="1562"/>
            </a:xfrm>
          </p:grpSpPr>
          <p:sp>
            <p:nvSpPr>
              <p:cNvPr id="22556" name="直接连接符 913439">
                <a:extLst>
                  <a:ext uri="{FF2B5EF4-FFF2-40B4-BE49-F238E27FC236}">
                    <a16:creationId xmlns:a16="http://schemas.microsoft.com/office/drawing/2014/main" id="{CCDF5F1C-1850-44B4-AF24-1ECE8FC3A6A6}"/>
                  </a:ext>
                </a:extLst>
              </p:cNvPr>
              <p:cNvSpPr>
                <a:spLocks noChangeShapeType="1"/>
              </p:cNvSpPr>
              <p:nvPr/>
            </p:nvSpPr>
            <p:spPr bwMode="auto">
              <a:xfrm>
                <a:off x="2877" y="4533"/>
                <a:ext cx="360"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57" name="直接连接符 913440">
                <a:extLst>
                  <a:ext uri="{FF2B5EF4-FFF2-40B4-BE49-F238E27FC236}">
                    <a16:creationId xmlns:a16="http://schemas.microsoft.com/office/drawing/2014/main" id="{602625DF-EFEC-4FA2-9759-13AA7303F94C}"/>
                  </a:ext>
                </a:extLst>
              </p:cNvPr>
              <p:cNvSpPr>
                <a:spLocks noChangeShapeType="1"/>
              </p:cNvSpPr>
              <p:nvPr/>
            </p:nvSpPr>
            <p:spPr bwMode="auto">
              <a:xfrm>
                <a:off x="2877" y="4752"/>
                <a:ext cx="360"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58" name="直接连接符 913441">
                <a:extLst>
                  <a:ext uri="{FF2B5EF4-FFF2-40B4-BE49-F238E27FC236}">
                    <a16:creationId xmlns:a16="http://schemas.microsoft.com/office/drawing/2014/main" id="{CCA646B2-9F15-4222-AC0B-73EA324D3652}"/>
                  </a:ext>
                </a:extLst>
              </p:cNvPr>
              <p:cNvSpPr>
                <a:spLocks noChangeShapeType="1"/>
              </p:cNvSpPr>
              <p:nvPr/>
            </p:nvSpPr>
            <p:spPr bwMode="auto">
              <a:xfrm>
                <a:off x="2877" y="4956"/>
                <a:ext cx="360"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59" name="直接连接符 913442">
                <a:extLst>
                  <a:ext uri="{FF2B5EF4-FFF2-40B4-BE49-F238E27FC236}">
                    <a16:creationId xmlns:a16="http://schemas.microsoft.com/office/drawing/2014/main" id="{9134B3CD-AA67-4924-84CC-801B0E50D2FC}"/>
                  </a:ext>
                </a:extLst>
              </p:cNvPr>
              <p:cNvSpPr>
                <a:spLocks noChangeShapeType="1"/>
              </p:cNvSpPr>
              <p:nvPr/>
            </p:nvSpPr>
            <p:spPr bwMode="auto">
              <a:xfrm>
                <a:off x="2877" y="4845"/>
                <a:ext cx="360"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0" name="直接连接符 913443">
                <a:extLst>
                  <a:ext uri="{FF2B5EF4-FFF2-40B4-BE49-F238E27FC236}">
                    <a16:creationId xmlns:a16="http://schemas.microsoft.com/office/drawing/2014/main" id="{D69913F9-6782-4AFC-B746-66C788068196}"/>
                  </a:ext>
                </a:extLst>
              </p:cNvPr>
              <p:cNvSpPr>
                <a:spLocks noChangeShapeType="1"/>
              </p:cNvSpPr>
              <p:nvPr/>
            </p:nvSpPr>
            <p:spPr bwMode="auto">
              <a:xfrm>
                <a:off x="2877" y="4647"/>
                <a:ext cx="360"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1" name="直接连接符 913444">
                <a:extLst>
                  <a:ext uri="{FF2B5EF4-FFF2-40B4-BE49-F238E27FC236}">
                    <a16:creationId xmlns:a16="http://schemas.microsoft.com/office/drawing/2014/main" id="{BB57AA8F-E2E7-49C6-A064-E5775014B378}"/>
                  </a:ext>
                </a:extLst>
              </p:cNvPr>
              <p:cNvSpPr>
                <a:spLocks noChangeShapeType="1"/>
              </p:cNvSpPr>
              <p:nvPr/>
            </p:nvSpPr>
            <p:spPr bwMode="auto">
              <a:xfrm>
                <a:off x="3237" y="4548"/>
                <a:ext cx="0" cy="51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2" name="直接连接符 913445">
                <a:extLst>
                  <a:ext uri="{FF2B5EF4-FFF2-40B4-BE49-F238E27FC236}">
                    <a16:creationId xmlns:a16="http://schemas.microsoft.com/office/drawing/2014/main" id="{73D59B04-0A26-48B8-A861-DBE6CC8C5EAB}"/>
                  </a:ext>
                </a:extLst>
              </p:cNvPr>
              <p:cNvSpPr>
                <a:spLocks noChangeShapeType="1"/>
              </p:cNvSpPr>
              <p:nvPr/>
            </p:nvSpPr>
            <p:spPr bwMode="auto">
              <a:xfrm>
                <a:off x="2877" y="5055"/>
                <a:ext cx="360"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3" name="直接连接符 913446">
                <a:extLst>
                  <a:ext uri="{FF2B5EF4-FFF2-40B4-BE49-F238E27FC236}">
                    <a16:creationId xmlns:a16="http://schemas.microsoft.com/office/drawing/2014/main" id="{2A3302C1-98B6-4155-A963-942A7D15CA17}"/>
                  </a:ext>
                </a:extLst>
              </p:cNvPr>
              <p:cNvSpPr>
                <a:spLocks noChangeShapeType="1"/>
              </p:cNvSpPr>
              <p:nvPr/>
            </p:nvSpPr>
            <p:spPr bwMode="auto">
              <a:xfrm>
                <a:off x="2877" y="5412"/>
                <a:ext cx="360"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4" name="直接连接符 913447">
                <a:extLst>
                  <a:ext uri="{FF2B5EF4-FFF2-40B4-BE49-F238E27FC236}">
                    <a16:creationId xmlns:a16="http://schemas.microsoft.com/office/drawing/2014/main" id="{4BA51F7D-C35B-4361-995C-E13F8EDE3011}"/>
                  </a:ext>
                </a:extLst>
              </p:cNvPr>
              <p:cNvSpPr>
                <a:spLocks noChangeShapeType="1"/>
              </p:cNvSpPr>
              <p:nvPr/>
            </p:nvSpPr>
            <p:spPr bwMode="auto">
              <a:xfrm>
                <a:off x="2877" y="5616"/>
                <a:ext cx="360"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5" name="直接连接符 913448">
                <a:extLst>
                  <a:ext uri="{FF2B5EF4-FFF2-40B4-BE49-F238E27FC236}">
                    <a16:creationId xmlns:a16="http://schemas.microsoft.com/office/drawing/2014/main" id="{6ACDBB13-973B-43B7-B431-721C19FCFACE}"/>
                  </a:ext>
                </a:extLst>
              </p:cNvPr>
              <p:cNvSpPr>
                <a:spLocks noChangeShapeType="1"/>
              </p:cNvSpPr>
              <p:nvPr/>
            </p:nvSpPr>
            <p:spPr bwMode="auto">
              <a:xfrm>
                <a:off x="2877" y="5505"/>
                <a:ext cx="360"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6" name="直接连接符 913449">
                <a:extLst>
                  <a:ext uri="{FF2B5EF4-FFF2-40B4-BE49-F238E27FC236}">
                    <a16:creationId xmlns:a16="http://schemas.microsoft.com/office/drawing/2014/main" id="{64DF67D2-9E26-424B-A5D6-B33078F8DDD7}"/>
                  </a:ext>
                </a:extLst>
              </p:cNvPr>
              <p:cNvSpPr>
                <a:spLocks noChangeShapeType="1"/>
              </p:cNvSpPr>
              <p:nvPr/>
            </p:nvSpPr>
            <p:spPr bwMode="auto">
              <a:xfrm>
                <a:off x="2877" y="5307"/>
                <a:ext cx="360"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7" name="直接连接符 913450">
                <a:extLst>
                  <a:ext uri="{FF2B5EF4-FFF2-40B4-BE49-F238E27FC236}">
                    <a16:creationId xmlns:a16="http://schemas.microsoft.com/office/drawing/2014/main" id="{58ADAB1C-5191-4BF3-8178-94BE6FD01C28}"/>
                  </a:ext>
                </a:extLst>
              </p:cNvPr>
              <p:cNvSpPr>
                <a:spLocks noChangeShapeType="1"/>
              </p:cNvSpPr>
              <p:nvPr/>
            </p:nvSpPr>
            <p:spPr bwMode="auto">
              <a:xfrm>
                <a:off x="2874" y="4548"/>
                <a:ext cx="0" cy="51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8" name="直接连接符 913451">
                <a:extLst>
                  <a:ext uri="{FF2B5EF4-FFF2-40B4-BE49-F238E27FC236}">
                    <a16:creationId xmlns:a16="http://schemas.microsoft.com/office/drawing/2014/main" id="{1A6889A6-0562-4492-98DE-88527756F25A}"/>
                  </a:ext>
                </a:extLst>
              </p:cNvPr>
              <p:cNvSpPr>
                <a:spLocks noChangeShapeType="1"/>
              </p:cNvSpPr>
              <p:nvPr/>
            </p:nvSpPr>
            <p:spPr bwMode="auto">
              <a:xfrm>
                <a:off x="3339" y="4420"/>
                <a:ext cx="0" cy="1536"/>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9" name="直接连接符 913452">
                <a:extLst>
                  <a:ext uri="{FF2B5EF4-FFF2-40B4-BE49-F238E27FC236}">
                    <a16:creationId xmlns:a16="http://schemas.microsoft.com/office/drawing/2014/main" id="{9EFDCE5D-F52F-41F7-BFDC-698809976F31}"/>
                  </a:ext>
                </a:extLst>
              </p:cNvPr>
              <p:cNvSpPr>
                <a:spLocks noChangeShapeType="1"/>
              </p:cNvSpPr>
              <p:nvPr/>
            </p:nvSpPr>
            <p:spPr bwMode="auto">
              <a:xfrm>
                <a:off x="2787" y="4404"/>
                <a:ext cx="550"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70" name="直接连接符 913453">
                <a:extLst>
                  <a:ext uri="{FF2B5EF4-FFF2-40B4-BE49-F238E27FC236}">
                    <a16:creationId xmlns:a16="http://schemas.microsoft.com/office/drawing/2014/main" id="{875AD8C4-9430-4428-B6C7-1F2508E3CCC9}"/>
                  </a:ext>
                </a:extLst>
              </p:cNvPr>
              <p:cNvSpPr>
                <a:spLocks noChangeShapeType="1"/>
              </p:cNvSpPr>
              <p:nvPr/>
            </p:nvSpPr>
            <p:spPr bwMode="auto">
              <a:xfrm>
                <a:off x="2772" y="4402"/>
                <a:ext cx="0" cy="1536"/>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71" name="直接连接符 913454">
                <a:extLst>
                  <a:ext uri="{FF2B5EF4-FFF2-40B4-BE49-F238E27FC236}">
                    <a16:creationId xmlns:a16="http://schemas.microsoft.com/office/drawing/2014/main" id="{9D5125EF-DAB5-4798-B7CC-976BA5E33559}"/>
                  </a:ext>
                </a:extLst>
              </p:cNvPr>
              <p:cNvSpPr>
                <a:spLocks noChangeShapeType="1"/>
              </p:cNvSpPr>
              <p:nvPr/>
            </p:nvSpPr>
            <p:spPr bwMode="auto">
              <a:xfrm>
                <a:off x="2772" y="5964"/>
                <a:ext cx="550"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72" name="直接连接符 913455">
                <a:extLst>
                  <a:ext uri="{FF2B5EF4-FFF2-40B4-BE49-F238E27FC236}">
                    <a16:creationId xmlns:a16="http://schemas.microsoft.com/office/drawing/2014/main" id="{ACDF0AEA-889B-42EF-B13A-6B14D9B2849B}"/>
                  </a:ext>
                </a:extLst>
              </p:cNvPr>
              <p:cNvSpPr>
                <a:spLocks noChangeShapeType="1"/>
              </p:cNvSpPr>
              <p:nvPr/>
            </p:nvSpPr>
            <p:spPr bwMode="auto">
              <a:xfrm>
                <a:off x="2877" y="5826"/>
                <a:ext cx="360"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73" name="直接连接符 913456">
                <a:extLst>
                  <a:ext uri="{FF2B5EF4-FFF2-40B4-BE49-F238E27FC236}">
                    <a16:creationId xmlns:a16="http://schemas.microsoft.com/office/drawing/2014/main" id="{B187263C-BEE0-44D1-B0B3-8C500A458FFE}"/>
                  </a:ext>
                </a:extLst>
              </p:cNvPr>
              <p:cNvSpPr>
                <a:spLocks noChangeShapeType="1"/>
              </p:cNvSpPr>
              <p:nvPr/>
            </p:nvSpPr>
            <p:spPr bwMode="auto">
              <a:xfrm>
                <a:off x="2877" y="5715"/>
                <a:ext cx="360"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74" name="直接连接符 913457">
                <a:extLst>
                  <a:ext uri="{FF2B5EF4-FFF2-40B4-BE49-F238E27FC236}">
                    <a16:creationId xmlns:a16="http://schemas.microsoft.com/office/drawing/2014/main" id="{6CBEF99F-04C8-4356-A6A8-00951B8A5C34}"/>
                  </a:ext>
                </a:extLst>
              </p:cNvPr>
              <p:cNvSpPr>
                <a:spLocks noChangeShapeType="1"/>
              </p:cNvSpPr>
              <p:nvPr/>
            </p:nvSpPr>
            <p:spPr bwMode="auto">
              <a:xfrm>
                <a:off x="3237" y="5310"/>
                <a:ext cx="0" cy="51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75" name="直接连接符 913458">
                <a:extLst>
                  <a:ext uri="{FF2B5EF4-FFF2-40B4-BE49-F238E27FC236}">
                    <a16:creationId xmlns:a16="http://schemas.microsoft.com/office/drawing/2014/main" id="{ABCF0D63-D6C7-4184-8A5B-F1B6DEAE2F8C}"/>
                  </a:ext>
                </a:extLst>
              </p:cNvPr>
              <p:cNvSpPr>
                <a:spLocks noChangeShapeType="1"/>
              </p:cNvSpPr>
              <p:nvPr/>
            </p:nvSpPr>
            <p:spPr bwMode="auto">
              <a:xfrm>
                <a:off x="2877" y="5310"/>
                <a:ext cx="0" cy="51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76" name="任意多边形 913459">
                <a:extLst>
                  <a:ext uri="{FF2B5EF4-FFF2-40B4-BE49-F238E27FC236}">
                    <a16:creationId xmlns:a16="http://schemas.microsoft.com/office/drawing/2014/main" id="{B9CDFB7D-1FA3-4827-B2F5-611AECCE7CEE}"/>
                  </a:ext>
                </a:extLst>
              </p:cNvPr>
              <p:cNvSpPr>
                <a:spLocks noChangeArrowheads="1"/>
              </p:cNvSpPr>
              <p:nvPr/>
            </p:nvSpPr>
            <p:spPr bwMode="auto">
              <a:xfrm rot="2820000">
                <a:off x="3147" y="5094"/>
                <a:ext cx="180" cy="174"/>
              </a:xfrm>
              <a:custGeom>
                <a:avLst/>
                <a:gdLst>
                  <a:gd name="T0" fmla="*/ 0 w 21600"/>
                  <a:gd name="T1" fmla="*/ 0 h 21600"/>
                  <a:gd name="T2" fmla="*/ 21600 w 21600"/>
                  <a:gd name="T3" fmla="*/ 21600 h 21600"/>
                  <a:gd name="T4" fmla="*/ 0 w 21600"/>
                  <a:gd name="T5" fmla="*/ 0 h 21600"/>
                  <a:gd name="T6" fmla="*/ 2160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38100">
                <a:solidFill>
                  <a:srgbClr val="000000"/>
                </a:solidFill>
                <a:round/>
                <a:headEnd/>
                <a:tailEnd type="arrow"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22577" name="文本框 913460">
              <a:extLst>
                <a:ext uri="{FF2B5EF4-FFF2-40B4-BE49-F238E27FC236}">
                  <a16:creationId xmlns:a16="http://schemas.microsoft.com/office/drawing/2014/main" id="{0499DC1B-68A8-4751-878A-029A2A6B9557}"/>
                </a:ext>
              </a:extLst>
            </p:cNvPr>
            <p:cNvSpPr txBox="1">
              <a:spLocks noChangeArrowheads="1"/>
            </p:cNvSpPr>
            <p:nvPr/>
          </p:nvSpPr>
          <p:spPr bwMode="auto">
            <a:xfrm>
              <a:off x="204" y="2620"/>
              <a:ext cx="713" cy="384"/>
            </a:xfrm>
            <a:prstGeom prst="rect">
              <a:avLst/>
            </a:prstGeom>
            <a:solidFill>
              <a:srgbClr val="FFFFFF"/>
            </a:solidFill>
            <a:ln>
              <a:noFill/>
            </a:ln>
            <a:extLst>
              <a:ext uri="{91240B29-F687-4F45-9708-019B960494DF}">
                <a14:hiddenLine xmlns:a14="http://schemas.microsoft.com/office/drawing/2010/main" w="28575">
                  <a:solidFill>
                    <a:srgbClr val="000000"/>
                  </a:solidFill>
                  <a:miter lim="800000"/>
                  <a:headEnd/>
                  <a:tailEnd/>
                </a14:hiddenLine>
              </a:ext>
            </a:extLst>
          </p:spPr>
          <p:txBody>
            <a:bodyPr/>
            <a:lstStyle/>
            <a:p>
              <a:pPr algn="just">
                <a:lnSpc>
                  <a:spcPct val="140000"/>
                </a:lnSpc>
                <a:spcBef>
                  <a:spcPct val="10000"/>
                </a:spcBef>
              </a:pPr>
              <a:r>
                <a:rPr lang="zh-CN" altLang="en-US" sz="1600" b="1">
                  <a:latin typeface="Times New Roman" panose="02020603050405020304" pitchFamily="18" charset="0"/>
                  <a:ea typeface="宋体" panose="02010600030101010101" pitchFamily="2" charset="-122"/>
                </a:rPr>
                <a:t>物理索引</a:t>
              </a:r>
              <a:endParaRPr lang="zh-CN" altLang="en-US" sz="1600" b="1"/>
            </a:p>
          </p:txBody>
        </p:sp>
        <p:grpSp>
          <p:nvGrpSpPr>
            <p:cNvPr id="22578" name="组合 913461">
              <a:extLst>
                <a:ext uri="{FF2B5EF4-FFF2-40B4-BE49-F238E27FC236}">
                  <a16:creationId xmlns:a16="http://schemas.microsoft.com/office/drawing/2014/main" id="{69C3A946-3F66-44DD-B0FD-6B1623C7FFB3}"/>
                </a:ext>
              </a:extLst>
            </p:cNvPr>
            <p:cNvGrpSpPr>
              <a:grpSpLocks/>
            </p:cNvGrpSpPr>
            <p:nvPr/>
          </p:nvGrpSpPr>
          <p:grpSpPr bwMode="auto">
            <a:xfrm>
              <a:off x="459" y="2303"/>
              <a:ext cx="231" cy="280"/>
              <a:chOff x="2154" y="2136"/>
              <a:chExt cx="363" cy="408"/>
            </a:xfrm>
          </p:grpSpPr>
          <p:sp>
            <p:nvSpPr>
              <p:cNvPr id="22579" name="直接连接符 913462">
                <a:extLst>
                  <a:ext uri="{FF2B5EF4-FFF2-40B4-BE49-F238E27FC236}">
                    <a16:creationId xmlns:a16="http://schemas.microsoft.com/office/drawing/2014/main" id="{65B953B4-E752-49FF-897F-681AC5A643C8}"/>
                  </a:ext>
                </a:extLst>
              </p:cNvPr>
              <p:cNvSpPr>
                <a:spLocks noChangeShapeType="1"/>
              </p:cNvSpPr>
              <p:nvPr/>
            </p:nvSpPr>
            <p:spPr bwMode="auto">
              <a:xfrm>
                <a:off x="2157" y="2136"/>
                <a:ext cx="36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80" name="直接连接符 913463">
                <a:extLst>
                  <a:ext uri="{FF2B5EF4-FFF2-40B4-BE49-F238E27FC236}">
                    <a16:creationId xmlns:a16="http://schemas.microsoft.com/office/drawing/2014/main" id="{B6F13B9B-DFE4-4F9D-94BA-67FAD1ADE3EC}"/>
                  </a:ext>
                </a:extLst>
              </p:cNvPr>
              <p:cNvSpPr>
                <a:spLocks noChangeShapeType="1"/>
              </p:cNvSpPr>
              <p:nvPr/>
            </p:nvSpPr>
            <p:spPr bwMode="auto">
              <a:xfrm>
                <a:off x="2157" y="2340"/>
                <a:ext cx="36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81" name="直接连接符 913464">
                <a:extLst>
                  <a:ext uri="{FF2B5EF4-FFF2-40B4-BE49-F238E27FC236}">
                    <a16:creationId xmlns:a16="http://schemas.microsoft.com/office/drawing/2014/main" id="{E86C2989-E858-451E-8C25-3D2765E9120E}"/>
                  </a:ext>
                </a:extLst>
              </p:cNvPr>
              <p:cNvSpPr>
                <a:spLocks noChangeShapeType="1"/>
              </p:cNvSpPr>
              <p:nvPr/>
            </p:nvSpPr>
            <p:spPr bwMode="auto">
              <a:xfrm>
                <a:off x="2157" y="2544"/>
                <a:ext cx="36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82" name="直接连接符 913465">
                <a:extLst>
                  <a:ext uri="{FF2B5EF4-FFF2-40B4-BE49-F238E27FC236}">
                    <a16:creationId xmlns:a16="http://schemas.microsoft.com/office/drawing/2014/main" id="{89DA5690-5204-46CC-85E5-534C7B89AEF7}"/>
                  </a:ext>
                </a:extLst>
              </p:cNvPr>
              <p:cNvSpPr>
                <a:spLocks noChangeShapeType="1"/>
              </p:cNvSpPr>
              <p:nvPr/>
            </p:nvSpPr>
            <p:spPr bwMode="auto">
              <a:xfrm>
                <a:off x="2157" y="2448"/>
                <a:ext cx="36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83" name="直接连接符 913466">
                <a:extLst>
                  <a:ext uri="{FF2B5EF4-FFF2-40B4-BE49-F238E27FC236}">
                    <a16:creationId xmlns:a16="http://schemas.microsoft.com/office/drawing/2014/main" id="{017FB9FD-992F-4691-AA18-B70A45F48621}"/>
                  </a:ext>
                </a:extLst>
              </p:cNvPr>
              <p:cNvSpPr>
                <a:spLocks noChangeShapeType="1"/>
              </p:cNvSpPr>
              <p:nvPr/>
            </p:nvSpPr>
            <p:spPr bwMode="auto">
              <a:xfrm>
                <a:off x="2157" y="2235"/>
                <a:ext cx="36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84" name="直接连接符 913467">
                <a:extLst>
                  <a:ext uri="{FF2B5EF4-FFF2-40B4-BE49-F238E27FC236}">
                    <a16:creationId xmlns:a16="http://schemas.microsoft.com/office/drawing/2014/main" id="{A2DA1F71-E47E-4BA2-833C-CA3573223945}"/>
                  </a:ext>
                </a:extLst>
              </p:cNvPr>
              <p:cNvSpPr>
                <a:spLocks noChangeShapeType="1"/>
              </p:cNvSpPr>
              <p:nvPr/>
            </p:nvSpPr>
            <p:spPr bwMode="auto">
              <a:xfrm>
                <a:off x="2154" y="2136"/>
                <a:ext cx="0" cy="40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85" name="直接连接符 913468">
                <a:extLst>
                  <a:ext uri="{FF2B5EF4-FFF2-40B4-BE49-F238E27FC236}">
                    <a16:creationId xmlns:a16="http://schemas.microsoft.com/office/drawing/2014/main" id="{46F117FF-211E-45BA-B580-64B2A329F360}"/>
                  </a:ext>
                </a:extLst>
              </p:cNvPr>
              <p:cNvSpPr>
                <a:spLocks noChangeShapeType="1"/>
              </p:cNvSpPr>
              <p:nvPr/>
            </p:nvSpPr>
            <p:spPr bwMode="auto">
              <a:xfrm>
                <a:off x="2382" y="2136"/>
                <a:ext cx="0" cy="40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86" name="直接连接符 913469">
                <a:extLst>
                  <a:ext uri="{FF2B5EF4-FFF2-40B4-BE49-F238E27FC236}">
                    <a16:creationId xmlns:a16="http://schemas.microsoft.com/office/drawing/2014/main" id="{667F826B-2A9C-4B3C-BFE3-AB761124C25F}"/>
                  </a:ext>
                </a:extLst>
              </p:cNvPr>
              <p:cNvSpPr>
                <a:spLocks noChangeShapeType="1"/>
              </p:cNvSpPr>
              <p:nvPr/>
            </p:nvSpPr>
            <p:spPr bwMode="auto">
              <a:xfrm>
                <a:off x="2517" y="2136"/>
                <a:ext cx="0" cy="40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2587" name="组合 913470">
              <a:extLst>
                <a:ext uri="{FF2B5EF4-FFF2-40B4-BE49-F238E27FC236}">
                  <a16:creationId xmlns:a16="http://schemas.microsoft.com/office/drawing/2014/main" id="{F591D1AA-072D-45BD-A41B-5AE0F18A78E8}"/>
                </a:ext>
              </a:extLst>
            </p:cNvPr>
            <p:cNvGrpSpPr>
              <a:grpSpLocks/>
            </p:cNvGrpSpPr>
            <p:nvPr/>
          </p:nvGrpSpPr>
          <p:grpSpPr bwMode="auto">
            <a:xfrm>
              <a:off x="852" y="2281"/>
              <a:ext cx="360" cy="832"/>
              <a:chOff x="2772" y="2164"/>
              <a:chExt cx="567" cy="1214"/>
            </a:xfrm>
          </p:grpSpPr>
          <p:sp>
            <p:nvSpPr>
              <p:cNvPr id="22588" name="直接连接符 913471">
                <a:extLst>
                  <a:ext uri="{FF2B5EF4-FFF2-40B4-BE49-F238E27FC236}">
                    <a16:creationId xmlns:a16="http://schemas.microsoft.com/office/drawing/2014/main" id="{F6C54844-D2A2-418B-9530-A726E9517C11}"/>
                  </a:ext>
                </a:extLst>
              </p:cNvPr>
              <p:cNvSpPr>
                <a:spLocks noChangeShapeType="1"/>
              </p:cNvSpPr>
              <p:nvPr/>
            </p:nvSpPr>
            <p:spPr bwMode="auto">
              <a:xfrm>
                <a:off x="2877" y="2295"/>
                <a:ext cx="36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89" name="直接连接符 913472">
                <a:extLst>
                  <a:ext uri="{FF2B5EF4-FFF2-40B4-BE49-F238E27FC236}">
                    <a16:creationId xmlns:a16="http://schemas.microsoft.com/office/drawing/2014/main" id="{60D4C1F5-1488-461A-9100-4B3467278779}"/>
                  </a:ext>
                </a:extLst>
              </p:cNvPr>
              <p:cNvSpPr>
                <a:spLocks noChangeShapeType="1"/>
              </p:cNvSpPr>
              <p:nvPr/>
            </p:nvSpPr>
            <p:spPr bwMode="auto">
              <a:xfrm>
                <a:off x="2877" y="2514"/>
                <a:ext cx="36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90" name="直接连接符 913473">
                <a:extLst>
                  <a:ext uri="{FF2B5EF4-FFF2-40B4-BE49-F238E27FC236}">
                    <a16:creationId xmlns:a16="http://schemas.microsoft.com/office/drawing/2014/main" id="{19542F63-9072-4445-ACA0-04F8F62714C8}"/>
                  </a:ext>
                </a:extLst>
              </p:cNvPr>
              <p:cNvSpPr>
                <a:spLocks noChangeShapeType="1"/>
              </p:cNvSpPr>
              <p:nvPr/>
            </p:nvSpPr>
            <p:spPr bwMode="auto">
              <a:xfrm>
                <a:off x="2877" y="2718"/>
                <a:ext cx="36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91" name="直接连接符 913474">
                <a:extLst>
                  <a:ext uri="{FF2B5EF4-FFF2-40B4-BE49-F238E27FC236}">
                    <a16:creationId xmlns:a16="http://schemas.microsoft.com/office/drawing/2014/main" id="{89F9739A-66A3-4F3D-B4D0-4BB64D032147}"/>
                  </a:ext>
                </a:extLst>
              </p:cNvPr>
              <p:cNvSpPr>
                <a:spLocks noChangeShapeType="1"/>
              </p:cNvSpPr>
              <p:nvPr/>
            </p:nvSpPr>
            <p:spPr bwMode="auto">
              <a:xfrm>
                <a:off x="2877" y="2622"/>
                <a:ext cx="36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92" name="直接连接符 913475">
                <a:extLst>
                  <a:ext uri="{FF2B5EF4-FFF2-40B4-BE49-F238E27FC236}">
                    <a16:creationId xmlns:a16="http://schemas.microsoft.com/office/drawing/2014/main" id="{75661C9E-E84E-4013-ABBE-D4B77656026E}"/>
                  </a:ext>
                </a:extLst>
              </p:cNvPr>
              <p:cNvSpPr>
                <a:spLocks noChangeShapeType="1"/>
              </p:cNvSpPr>
              <p:nvPr/>
            </p:nvSpPr>
            <p:spPr bwMode="auto">
              <a:xfrm>
                <a:off x="2877" y="2409"/>
                <a:ext cx="36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93" name="直接连接符 913476">
                <a:extLst>
                  <a:ext uri="{FF2B5EF4-FFF2-40B4-BE49-F238E27FC236}">
                    <a16:creationId xmlns:a16="http://schemas.microsoft.com/office/drawing/2014/main" id="{536A81C6-0416-4105-B750-E2AAC8DE1800}"/>
                  </a:ext>
                </a:extLst>
              </p:cNvPr>
              <p:cNvSpPr>
                <a:spLocks noChangeShapeType="1"/>
              </p:cNvSpPr>
              <p:nvPr/>
            </p:nvSpPr>
            <p:spPr bwMode="auto">
              <a:xfrm>
                <a:off x="3237" y="2310"/>
                <a:ext cx="0" cy="92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94" name="直接连接符 913477">
                <a:extLst>
                  <a:ext uri="{FF2B5EF4-FFF2-40B4-BE49-F238E27FC236}">
                    <a16:creationId xmlns:a16="http://schemas.microsoft.com/office/drawing/2014/main" id="{FE40D9C0-BA6D-4316-B973-1BD8FDEFCBEC}"/>
                  </a:ext>
                </a:extLst>
              </p:cNvPr>
              <p:cNvSpPr>
                <a:spLocks noChangeShapeType="1"/>
              </p:cNvSpPr>
              <p:nvPr/>
            </p:nvSpPr>
            <p:spPr bwMode="auto">
              <a:xfrm>
                <a:off x="2877" y="2832"/>
                <a:ext cx="36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95" name="直接连接符 913478">
                <a:extLst>
                  <a:ext uri="{FF2B5EF4-FFF2-40B4-BE49-F238E27FC236}">
                    <a16:creationId xmlns:a16="http://schemas.microsoft.com/office/drawing/2014/main" id="{F23CC61C-EF97-4103-8EAA-1A85C2D93873}"/>
                  </a:ext>
                </a:extLst>
              </p:cNvPr>
              <p:cNvSpPr>
                <a:spLocks noChangeShapeType="1"/>
              </p:cNvSpPr>
              <p:nvPr/>
            </p:nvSpPr>
            <p:spPr bwMode="auto">
              <a:xfrm>
                <a:off x="2877" y="3036"/>
                <a:ext cx="36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96" name="直接连接符 913479">
                <a:extLst>
                  <a:ext uri="{FF2B5EF4-FFF2-40B4-BE49-F238E27FC236}">
                    <a16:creationId xmlns:a16="http://schemas.microsoft.com/office/drawing/2014/main" id="{7799B600-9A2D-49EF-B939-B03971AA29D5}"/>
                  </a:ext>
                </a:extLst>
              </p:cNvPr>
              <p:cNvSpPr>
                <a:spLocks noChangeShapeType="1"/>
              </p:cNvSpPr>
              <p:nvPr/>
            </p:nvSpPr>
            <p:spPr bwMode="auto">
              <a:xfrm>
                <a:off x="2877" y="3240"/>
                <a:ext cx="36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97" name="直接连接符 913480">
                <a:extLst>
                  <a:ext uri="{FF2B5EF4-FFF2-40B4-BE49-F238E27FC236}">
                    <a16:creationId xmlns:a16="http://schemas.microsoft.com/office/drawing/2014/main" id="{FAEE78DA-83FC-4C31-A12F-B43F0289E4B2}"/>
                  </a:ext>
                </a:extLst>
              </p:cNvPr>
              <p:cNvSpPr>
                <a:spLocks noChangeShapeType="1"/>
              </p:cNvSpPr>
              <p:nvPr/>
            </p:nvSpPr>
            <p:spPr bwMode="auto">
              <a:xfrm>
                <a:off x="2877" y="3144"/>
                <a:ext cx="36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98" name="直接连接符 913481">
                <a:extLst>
                  <a:ext uri="{FF2B5EF4-FFF2-40B4-BE49-F238E27FC236}">
                    <a16:creationId xmlns:a16="http://schemas.microsoft.com/office/drawing/2014/main" id="{C608E56A-E699-44A9-BDDA-743B6D673EB6}"/>
                  </a:ext>
                </a:extLst>
              </p:cNvPr>
              <p:cNvSpPr>
                <a:spLocks noChangeShapeType="1"/>
              </p:cNvSpPr>
              <p:nvPr/>
            </p:nvSpPr>
            <p:spPr bwMode="auto">
              <a:xfrm>
                <a:off x="2877" y="2931"/>
                <a:ext cx="36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99" name="直接连接符 913482">
                <a:extLst>
                  <a:ext uri="{FF2B5EF4-FFF2-40B4-BE49-F238E27FC236}">
                    <a16:creationId xmlns:a16="http://schemas.microsoft.com/office/drawing/2014/main" id="{17D02EC9-2B57-4FFF-8E53-3CF04B88D505}"/>
                  </a:ext>
                </a:extLst>
              </p:cNvPr>
              <p:cNvSpPr>
                <a:spLocks noChangeShapeType="1"/>
              </p:cNvSpPr>
              <p:nvPr/>
            </p:nvSpPr>
            <p:spPr bwMode="auto">
              <a:xfrm>
                <a:off x="2874" y="2310"/>
                <a:ext cx="0" cy="92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600" name="直接连接符 913483">
                <a:extLst>
                  <a:ext uri="{FF2B5EF4-FFF2-40B4-BE49-F238E27FC236}">
                    <a16:creationId xmlns:a16="http://schemas.microsoft.com/office/drawing/2014/main" id="{3FB08385-D144-4B33-8DCB-E20C5DD00213}"/>
                  </a:ext>
                </a:extLst>
              </p:cNvPr>
              <p:cNvSpPr>
                <a:spLocks noChangeShapeType="1"/>
              </p:cNvSpPr>
              <p:nvPr/>
            </p:nvSpPr>
            <p:spPr bwMode="auto">
              <a:xfrm>
                <a:off x="3339" y="2182"/>
                <a:ext cx="0" cy="119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601" name="直接连接符 913484">
                <a:extLst>
                  <a:ext uri="{FF2B5EF4-FFF2-40B4-BE49-F238E27FC236}">
                    <a16:creationId xmlns:a16="http://schemas.microsoft.com/office/drawing/2014/main" id="{607A036B-3FDD-4FEA-AC8E-252B15E29A7C}"/>
                  </a:ext>
                </a:extLst>
              </p:cNvPr>
              <p:cNvSpPr>
                <a:spLocks noChangeShapeType="1"/>
              </p:cNvSpPr>
              <p:nvPr/>
            </p:nvSpPr>
            <p:spPr bwMode="auto">
              <a:xfrm>
                <a:off x="2787" y="2166"/>
                <a:ext cx="5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602" name="直接连接符 913485">
                <a:extLst>
                  <a:ext uri="{FF2B5EF4-FFF2-40B4-BE49-F238E27FC236}">
                    <a16:creationId xmlns:a16="http://schemas.microsoft.com/office/drawing/2014/main" id="{F5369E2F-8DB3-43AF-9B53-20318D927118}"/>
                  </a:ext>
                </a:extLst>
              </p:cNvPr>
              <p:cNvSpPr>
                <a:spLocks noChangeShapeType="1"/>
              </p:cNvSpPr>
              <p:nvPr/>
            </p:nvSpPr>
            <p:spPr bwMode="auto">
              <a:xfrm>
                <a:off x="2772" y="2164"/>
                <a:ext cx="0" cy="119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603" name="直接连接符 913486">
                <a:extLst>
                  <a:ext uri="{FF2B5EF4-FFF2-40B4-BE49-F238E27FC236}">
                    <a16:creationId xmlns:a16="http://schemas.microsoft.com/office/drawing/2014/main" id="{1D0F4FB5-D4F0-4AE1-A560-116D3C9F9F1B}"/>
                  </a:ext>
                </a:extLst>
              </p:cNvPr>
              <p:cNvSpPr>
                <a:spLocks noChangeShapeType="1"/>
              </p:cNvSpPr>
              <p:nvPr/>
            </p:nvSpPr>
            <p:spPr bwMode="auto">
              <a:xfrm>
                <a:off x="2772" y="3375"/>
                <a:ext cx="5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2604" name="组合 913487">
              <a:extLst>
                <a:ext uri="{FF2B5EF4-FFF2-40B4-BE49-F238E27FC236}">
                  <a16:creationId xmlns:a16="http://schemas.microsoft.com/office/drawing/2014/main" id="{1CCE7C2F-DA05-4926-874A-3832C08A117B}"/>
                </a:ext>
              </a:extLst>
            </p:cNvPr>
            <p:cNvGrpSpPr>
              <a:grpSpLocks/>
            </p:cNvGrpSpPr>
            <p:nvPr/>
          </p:nvGrpSpPr>
          <p:grpSpPr bwMode="auto">
            <a:xfrm>
              <a:off x="690" y="2342"/>
              <a:ext cx="232" cy="78"/>
              <a:chOff x="2517" y="1788"/>
              <a:chExt cx="365" cy="114"/>
            </a:xfrm>
          </p:grpSpPr>
          <p:sp>
            <p:nvSpPr>
              <p:cNvPr id="22605" name="直接连接符 913488">
                <a:extLst>
                  <a:ext uri="{FF2B5EF4-FFF2-40B4-BE49-F238E27FC236}">
                    <a16:creationId xmlns:a16="http://schemas.microsoft.com/office/drawing/2014/main" id="{FDF00792-0C61-49D8-BE22-1B0169FABAF4}"/>
                  </a:ext>
                </a:extLst>
              </p:cNvPr>
              <p:cNvSpPr>
                <a:spLocks noChangeShapeType="1"/>
              </p:cNvSpPr>
              <p:nvPr/>
            </p:nvSpPr>
            <p:spPr bwMode="auto">
              <a:xfrm>
                <a:off x="2517" y="1788"/>
                <a:ext cx="14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606" name="直接连接符 913489">
                <a:extLst>
                  <a:ext uri="{FF2B5EF4-FFF2-40B4-BE49-F238E27FC236}">
                    <a16:creationId xmlns:a16="http://schemas.microsoft.com/office/drawing/2014/main" id="{551CB0C4-86D1-4CBC-B45D-659B1960CCA5}"/>
                  </a:ext>
                </a:extLst>
              </p:cNvPr>
              <p:cNvSpPr>
                <a:spLocks noChangeShapeType="1"/>
              </p:cNvSpPr>
              <p:nvPr/>
            </p:nvSpPr>
            <p:spPr bwMode="auto">
              <a:xfrm>
                <a:off x="2667" y="1788"/>
                <a:ext cx="0" cy="11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607" name="直接连接符 913490">
                <a:extLst>
                  <a:ext uri="{FF2B5EF4-FFF2-40B4-BE49-F238E27FC236}">
                    <a16:creationId xmlns:a16="http://schemas.microsoft.com/office/drawing/2014/main" id="{1259CB11-1E2F-49A5-9C43-45E7A9650F7D}"/>
                  </a:ext>
                </a:extLst>
              </p:cNvPr>
              <p:cNvSpPr>
                <a:spLocks noChangeShapeType="1"/>
              </p:cNvSpPr>
              <p:nvPr/>
            </p:nvSpPr>
            <p:spPr bwMode="auto">
              <a:xfrm>
                <a:off x="2667" y="1902"/>
                <a:ext cx="215" cy="0"/>
              </a:xfrm>
              <a:prstGeom prst="line">
                <a:avLst/>
              </a:prstGeom>
              <a:noFill/>
              <a:ln w="2857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2608" name="右大括号 913491">
              <a:extLst>
                <a:ext uri="{FF2B5EF4-FFF2-40B4-BE49-F238E27FC236}">
                  <a16:creationId xmlns:a16="http://schemas.microsoft.com/office/drawing/2014/main" id="{6971F12E-7B75-49AB-A925-1235CEDEDE3B}"/>
                </a:ext>
              </a:extLst>
            </p:cNvPr>
            <p:cNvSpPr>
              <a:spLocks/>
            </p:cNvSpPr>
            <p:nvPr/>
          </p:nvSpPr>
          <p:spPr bwMode="auto">
            <a:xfrm>
              <a:off x="1827" y="2438"/>
              <a:ext cx="45" cy="1496"/>
            </a:xfrm>
            <a:prstGeom prst="rightBrace">
              <a:avLst>
                <a:gd name="adj1" fmla="val 276883"/>
                <a:gd name="adj2" fmla="val 50000"/>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609" name="右箭头 913492">
              <a:extLst>
                <a:ext uri="{FF2B5EF4-FFF2-40B4-BE49-F238E27FC236}">
                  <a16:creationId xmlns:a16="http://schemas.microsoft.com/office/drawing/2014/main" id="{32140C2E-9909-4477-8479-852666B5B32E}"/>
                </a:ext>
              </a:extLst>
            </p:cNvPr>
            <p:cNvSpPr>
              <a:spLocks noChangeArrowheads="1"/>
            </p:cNvSpPr>
            <p:nvPr/>
          </p:nvSpPr>
          <p:spPr bwMode="auto">
            <a:xfrm rot="-600000">
              <a:off x="1926" y="3053"/>
              <a:ext cx="816" cy="106"/>
            </a:xfrm>
            <a:prstGeom prst="rightArrow">
              <a:avLst>
                <a:gd name="adj1" fmla="val 50000"/>
                <a:gd name="adj2" fmla="val 192417"/>
              </a:avLst>
            </a:prstGeom>
            <a:solidFill>
              <a:schemeClr val="accent1"/>
            </a:solidFill>
            <a:ln w="12700" cap="sq">
              <a:solidFill>
                <a:schemeClr val="tx1"/>
              </a:solidFill>
              <a:miter lim="800000"/>
              <a:headEnd type="none" w="sm" len="sm"/>
              <a:tailEnd type="none" w="sm" len="sm"/>
            </a:ln>
          </p:spPr>
          <p:txBody>
            <a:bodyPr/>
            <a:lstStyle/>
            <a:p>
              <a:endParaRPr lang="zh-CN" altLang="en-US"/>
            </a:p>
          </p:txBody>
        </p:sp>
      </p:grpSp>
      <p:sp>
        <p:nvSpPr>
          <p:cNvPr id="913494" name="矩形 913493">
            <a:extLst>
              <a:ext uri="{FF2B5EF4-FFF2-40B4-BE49-F238E27FC236}">
                <a16:creationId xmlns:a16="http://schemas.microsoft.com/office/drawing/2014/main" id="{E11DBA42-F4A8-49D6-AA4B-CD6DB4B3B2BC}"/>
              </a:ext>
            </a:extLst>
          </p:cNvPr>
          <p:cNvSpPr/>
          <p:nvPr/>
        </p:nvSpPr>
        <p:spPr>
          <a:xfrm>
            <a:off x="1042988" y="214313"/>
            <a:ext cx="8043862"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sz="3400" noProof="1"/>
              <a:t>一、数据库内部体系结构的三级模式结构</a:t>
            </a:r>
            <a:r>
              <a:rPr lang="zh-CN" altLang="en-US" noProof="1"/>
              <a:t> </a:t>
            </a:r>
          </a:p>
        </p:txBody>
      </p:sp>
    </p:spTree>
  </p:cSld>
  <p:clrMapOvr>
    <a:masterClrMapping/>
  </p:clrMapOvr>
  <mc:AlternateContent xmlns:mc="http://schemas.openxmlformats.org/markup-compatibility/2006" xmlns:p14="http://schemas.microsoft.com/office/powerpoint/2010/main">
    <mc:Choice Requires="p14">
      <p:transition spd="slow" p14:dur="2000" advTm="36044"/>
    </mc:Choice>
    <mc:Fallback xmlns="">
      <p:transition spd="slow" advTm="36044"/>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553" name="组合 914436">
            <a:extLst>
              <a:ext uri="{FF2B5EF4-FFF2-40B4-BE49-F238E27FC236}">
                <a16:creationId xmlns:a16="http://schemas.microsoft.com/office/drawing/2014/main" id="{718578C3-E14B-4543-94DC-E8E9646CC2E4}"/>
              </a:ext>
            </a:extLst>
          </p:cNvPr>
          <p:cNvGrpSpPr>
            <a:grpSpLocks/>
          </p:cNvGrpSpPr>
          <p:nvPr/>
        </p:nvGrpSpPr>
        <p:grpSpPr bwMode="auto">
          <a:xfrm>
            <a:off x="0" y="0"/>
            <a:ext cx="8893175" cy="6237288"/>
            <a:chOff x="0" y="0"/>
            <a:chExt cx="5602" cy="3929"/>
          </a:xfrm>
        </p:grpSpPr>
        <p:sp>
          <p:nvSpPr>
            <p:cNvPr id="23554" name="矩形 914437">
              <a:extLst>
                <a:ext uri="{FF2B5EF4-FFF2-40B4-BE49-F238E27FC236}">
                  <a16:creationId xmlns:a16="http://schemas.microsoft.com/office/drawing/2014/main" id="{1E97F3DF-170D-484D-9D85-A884E93F1F09}"/>
                </a:ext>
              </a:extLst>
            </p:cNvPr>
            <p:cNvSpPr>
              <a:spLocks noChangeArrowheads="1"/>
            </p:cNvSpPr>
            <p:nvPr/>
          </p:nvSpPr>
          <p:spPr bwMode="auto">
            <a:xfrm>
              <a:off x="0" y="0"/>
              <a:ext cx="5602" cy="1026"/>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p>
              <a:endParaRPr lang="zh-CN" altLang="en-US"/>
            </a:p>
          </p:txBody>
        </p:sp>
        <p:grpSp>
          <p:nvGrpSpPr>
            <p:cNvPr id="23555" name="组合 914438">
              <a:extLst>
                <a:ext uri="{FF2B5EF4-FFF2-40B4-BE49-F238E27FC236}">
                  <a16:creationId xmlns:a16="http://schemas.microsoft.com/office/drawing/2014/main" id="{03EA4BA8-9F23-47F2-A4ED-DA1D01C0E4F8}"/>
                </a:ext>
              </a:extLst>
            </p:cNvPr>
            <p:cNvGrpSpPr>
              <a:grpSpLocks/>
            </p:cNvGrpSpPr>
            <p:nvPr/>
          </p:nvGrpSpPr>
          <p:grpSpPr bwMode="auto">
            <a:xfrm>
              <a:off x="382" y="2089"/>
              <a:ext cx="877" cy="1615"/>
              <a:chOff x="1962" y="4920"/>
              <a:chExt cx="1380" cy="2357"/>
            </a:xfrm>
          </p:grpSpPr>
          <p:sp>
            <p:nvSpPr>
              <p:cNvPr id="23556" name="文本框 914439">
                <a:extLst>
                  <a:ext uri="{FF2B5EF4-FFF2-40B4-BE49-F238E27FC236}">
                    <a16:creationId xmlns:a16="http://schemas.microsoft.com/office/drawing/2014/main" id="{2FA4FEBB-9110-47D1-ABAF-AE024155BCC5}"/>
                  </a:ext>
                </a:extLst>
              </p:cNvPr>
              <p:cNvSpPr txBox="1">
                <a:spLocks noChangeArrowheads="1"/>
              </p:cNvSpPr>
              <p:nvPr/>
            </p:nvSpPr>
            <p:spPr bwMode="auto">
              <a:xfrm>
                <a:off x="2082" y="6716"/>
                <a:ext cx="1245" cy="56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pPr>
                <a:r>
                  <a:rPr lang="zh-CN" altLang="en-US" sz="1600" b="1">
                    <a:latin typeface="Times New Roman" panose="02020603050405020304" pitchFamily="18" charset="0"/>
                    <a:ea typeface="宋体" panose="02010600030101010101" pitchFamily="2" charset="-122"/>
                  </a:rPr>
                  <a:t>内部层次</a:t>
                </a:r>
              </a:p>
              <a:p>
                <a:pPr algn="just">
                  <a:lnSpc>
                    <a:spcPct val="120000"/>
                  </a:lnSpc>
                </a:pPr>
                <a:r>
                  <a:rPr lang="en-US" altLang="zh-CN" sz="1600" b="1">
                    <a:latin typeface="Times New Roman" panose="02020603050405020304" pitchFamily="18" charset="0"/>
                    <a:ea typeface="宋体" panose="02010600030101010101" pitchFamily="2" charset="-122"/>
                  </a:rPr>
                  <a:t>(</a:t>
                </a:r>
                <a:r>
                  <a:rPr lang="zh-CN" altLang="en-US" sz="1600" b="1">
                    <a:latin typeface="Times New Roman" panose="02020603050405020304" pitchFamily="18" charset="0"/>
                    <a:ea typeface="宋体" panose="02010600030101010101" pitchFamily="2" charset="-122"/>
                  </a:rPr>
                  <a:t>存储层次</a:t>
                </a:r>
                <a:r>
                  <a:rPr lang="en-US" altLang="zh-CN" sz="1600" b="1">
                    <a:latin typeface="Times New Roman" panose="02020603050405020304" pitchFamily="18" charset="0"/>
                    <a:ea typeface="宋体" panose="02010600030101010101" pitchFamily="2" charset="-122"/>
                  </a:rPr>
                  <a:t>)</a:t>
                </a:r>
                <a:endParaRPr lang="en-US" altLang="zh-CN" sz="1600" b="1"/>
              </a:p>
            </p:txBody>
          </p:sp>
          <p:sp>
            <p:nvSpPr>
              <p:cNvPr id="23557" name="文本框 914440">
                <a:extLst>
                  <a:ext uri="{FF2B5EF4-FFF2-40B4-BE49-F238E27FC236}">
                    <a16:creationId xmlns:a16="http://schemas.microsoft.com/office/drawing/2014/main" id="{6B0FDB61-B7DE-4DCE-8118-1106F2419DE6}"/>
                  </a:ext>
                </a:extLst>
              </p:cNvPr>
              <p:cNvSpPr txBox="1">
                <a:spLocks noChangeArrowheads="1"/>
              </p:cNvSpPr>
              <p:nvPr/>
            </p:nvSpPr>
            <p:spPr bwMode="auto">
              <a:xfrm>
                <a:off x="1962" y="5264"/>
                <a:ext cx="900" cy="56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a:lnSpc>
                    <a:spcPct val="120000"/>
                  </a:lnSpc>
                </a:pPr>
                <a:r>
                  <a:rPr lang="zh-CN" altLang="en-US" sz="1600" b="1">
                    <a:latin typeface="Times New Roman" panose="02020603050405020304" pitchFamily="18" charset="0"/>
                    <a:ea typeface="宋体" panose="02010600030101010101" pitchFamily="2" charset="-122"/>
                  </a:rPr>
                  <a:t>记录间</a:t>
                </a:r>
              </a:p>
              <a:p>
                <a:pPr algn="just">
                  <a:lnSpc>
                    <a:spcPct val="120000"/>
                  </a:lnSpc>
                </a:pPr>
                <a:r>
                  <a:rPr lang="zh-CN" altLang="en-US" sz="1600" b="1">
                    <a:latin typeface="Times New Roman" panose="02020603050405020304" pitchFamily="18" charset="0"/>
                    <a:ea typeface="宋体" panose="02010600030101010101" pitchFamily="2" charset="-122"/>
                  </a:rPr>
                  <a:t>链   接</a:t>
                </a:r>
                <a:endParaRPr lang="zh-CN" altLang="en-US" sz="1600" b="1"/>
              </a:p>
            </p:txBody>
          </p:sp>
          <p:grpSp>
            <p:nvGrpSpPr>
              <p:cNvPr id="23558" name="组合 914441">
                <a:extLst>
                  <a:ext uri="{FF2B5EF4-FFF2-40B4-BE49-F238E27FC236}">
                    <a16:creationId xmlns:a16="http://schemas.microsoft.com/office/drawing/2014/main" id="{B84C600B-AC5E-45AC-A6EA-EB26F32D927D}"/>
                  </a:ext>
                </a:extLst>
              </p:cNvPr>
              <p:cNvGrpSpPr>
                <a:grpSpLocks/>
              </p:cNvGrpSpPr>
              <p:nvPr/>
            </p:nvGrpSpPr>
            <p:grpSpPr bwMode="auto">
              <a:xfrm>
                <a:off x="2772" y="4920"/>
                <a:ext cx="567" cy="1562"/>
                <a:chOff x="2772" y="4402"/>
                <a:chExt cx="567" cy="1562"/>
              </a:xfrm>
            </p:grpSpPr>
            <p:sp>
              <p:nvSpPr>
                <p:cNvPr id="23559" name="直接连接符 914442">
                  <a:extLst>
                    <a:ext uri="{FF2B5EF4-FFF2-40B4-BE49-F238E27FC236}">
                      <a16:creationId xmlns:a16="http://schemas.microsoft.com/office/drawing/2014/main" id="{30908C98-E0F4-4D20-87C2-2FE8D76E187F}"/>
                    </a:ext>
                  </a:extLst>
                </p:cNvPr>
                <p:cNvSpPr>
                  <a:spLocks noChangeShapeType="1"/>
                </p:cNvSpPr>
                <p:nvPr/>
              </p:nvSpPr>
              <p:spPr bwMode="auto">
                <a:xfrm>
                  <a:off x="2877" y="4533"/>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60" name="直接连接符 914443">
                  <a:extLst>
                    <a:ext uri="{FF2B5EF4-FFF2-40B4-BE49-F238E27FC236}">
                      <a16:creationId xmlns:a16="http://schemas.microsoft.com/office/drawing/2014/main" id="{76888E75-BA9E-40F9-9691-969E6874A295}"/>
                    </a:ext>
                  </a:extLst>
                </p:cNvPr>
                <p:cNvSpPr>
                  <a:spLocks noChangeShapeType="1"/>
                </p:cNvSpPr>
                <p:nvPr/>
              </p:nvSpPr>
              <p:spPr bwMode="auto">
                <a:xfrm>
                  <a:off x="2877" y="4752"/>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61" name="直接连接符 914444">
                  <a:extLst>
                    <a:ext uri="{FF2B5EF4-FFF2-40B4-BE49-F238E27FC236}">
                      <a16:creationId xmlns:a16="http://schemas.microsoft.com/office/drawing/2014/main" id="{8ACA8C64-B056-4C78-9C86-15624CD2626F}"/>
                    </a:ext>
                  </a:extLst>
                </p:cNvPr>
                <p:cNvSpPr>
                  <a:spLocks noChangeShapeType="1"/>
                </p:cNvSpPr>
                <p:nvPr/>
              </p:nvSpPr>
              <p:spPr bwMode="auto">
                <a:xfrm>
                  <a:off x="2877" y="4956"/>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62" name="直接连接符 914445">
                  <a:extLst>
                    <a:ext uri="{FF2B5EF4-FFF2-40B4-BE49-F238E27FC236}">
                      <a16:creationId xmlns:a16="http://schemas.microsoft.com/office/drawing/2014/main" id="{48FCA804-F8F8-407A-925A-570DD2A93CB8}"/>
                    </a:ext>
                  </a:extLst>
                </p:cNvPr>
                <p:cNvSpPr>
                  <a:spLocks noChangeShapeType="1"/>
                </p:cNvSpPr>
                <p:nvPr/>
              </p:nvSpPr>
              <p:spPr bwMode="auto">
                <a:xfrm>
                  <a:off x="2877" y="4845"/>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63" name="直接连接符 914446">
                  <a:extLst>
                    <a:ext uri="{FF2B5EF4-FFF2-40B4-BE49-F238E27FC236}">
                      <a16:creationId xmlns:a16="http://schemas.microsoft.com/office/drawing/2014/main" id="{8E01ED6A-1BB3-40B7-8B95-49C499BC5D5F}"/>
                    </a:ext>
                  </a:extLst>
                </p:cNvPr>
                <p:cNvSpPr>
                  <a:spLocks noChangeShapeType="1"/>
                </p:cNvSpPr>
                <p:nvPr/>
              </p:nvSpPr>
              <p:spPr bwMode="auto">
                <a:xfrm>
                  <a:off x="2877" y="4647"/>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64" name="直接连接符 914447">
                  <a:extLst>
                    <a:ext uri="{FF2B5EF4-FFF2-40B4-BE49-F238E27FC236}">
                      <a16:creationId xmlns:a16="http://schemas.microsoft.com/office/drawing/2014/main" id="{107F9D2C-86D5-4530-9C0F-3C9615956FBD}"/>
                    </a:ext>
                  </a:extLst>
                </p:cNvPr>
                <p:cNvSpPr>
                  <a:spLocks noChangeShapeType="1"/>
                </p:cNvSpPr>
                <p:nvPr/>
              </p:nvSpPr>
              <p:spPr bwMode="auto">
                <a:xfrm>
                  <a:off x="3237" y="4548"/>
                  <a:ext cx="0" cy="51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65" name="直接连接符 914448">
                  <a:extLst>
                    <a:ext uri="{FF2B5EF4-FFF2-40B4-BE49-F238E27FC236}">
                      <a16:creationId xmlns:a16="http://schemas.microsoft.com/office/drawing/2014/main" id="{28A42374-F4A4-4A05-BC88-EC77FB3B4D05}"/>
                    </a:ext>
                  </a:extLst>
                </p:cNvPr>
                <p:cNvSpPr>
                  <a:spLocks noChangeShapeType="1"/>
                </p:cNvSpPr>
                <p:nvPr/>
              </p:nvSpPr>
              <p:spPr bwMode="auto">
                <a:xfrm>
                  <a:off x="2877" y="5055"/>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66" name="直接连接符 914449">
                  <a:extLst>
                    <a:ext uri="{FF2B5EF4-FFF2-40B4-BE49-F238E27FC236}">
                      <a16:creationId xmlns:a16="http://schemas.microsoft.com/office/drawing/2014/main" id="{7F9CE5CC-57CA-4A8C-ACB6-06B6304BEFA5}"/>
                    </a:ext>
                  </a:extLst>
                </p:cNvPr>
                <p:cNvSpPr>
                  <a:spLocks noChangeShapeType="1"/>
                </p:cNvSpPr>
                <p:nvPr/>
              </p:nvSpPr>
              <p:spPr bwMode="auto">
                <a:xfrm>
                  <a:off x="2877" y="5412"/>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67" name="直接连接符 914450">
                  <a:extLst>
                    <a:ext uri="{FF2B5EF4-FFF2-40B4-BE49-F238E27FC236}">
                      <a16:creationId xmlns:a16="http://schemas.microsoft.com/office/drawing/2014/main" id="{09C2FCDC-5DEA-4D06-BF56-B1CEF745C33F}"/>
                    </a:ext>
                  </a:extLst>
                </p:cNvPr>
                <p:cNvSpPr>
                  <a:spLocks noChangeShapeType="1"/>
                </p:cNvSpPr>
                <p:nvPr/>
              </p:nvSpPr>
              <p:spPr bwMode="auto">
                <a:xfrm>
                  <a:off x="2877" y="5616"/>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68" name="直接连接符 914451">
                  <a:extLst>
                    <a:ext uri="{FF2B5EF4-FFF2-40B4-BE49-F238E27FC236}">
                      <a16:creationId xmlns:a16="http://schemas.microsoft.com/office/drawing/2014/main" id="{AA4D5E1C-F2F3-4050-B3F0-891D3DDC12DE}"/>
                    </a:ext>
                  </a:extLst>
                </p:cNvPr>
                <p:cNvSpPr>
                  <a:spLocks noChangeShapeType="1"/>
                </p:cNvSpPr>
                <p:nvPr/>
              </p:nvSpPr>
              <p:spPr bwMode="auto">
                <a:xfrm>
                  <a:off x="2877" y="5505"/>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69" name="直接连接符 914452">
                  <a:extLst>
                    <a:ext uri="{FF2B5EF4-FFF2-40B4-BE49-F238E27FC236}">
                      <a16:creationId xmlns:a16="http://schemas.microsoft.com/office/drawing/2014/main" id="{77AE610D-190A-44D5-AEAC-A02ED2DBF742}"/>
                    </a:ext>
                  </a:extLst>
                </p:cNvPr>
                <p:cNvSpPr>
                  <a:spLocks noChangeShapeType="1"/>
                </p:cNvSpPr>
                <p:nvPr/>
              </p:nvSpPr>
              <p:spPr bwMode="auto">
                <a:xfrm>
                  <a:off x="2877" y="5307"/>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70" name="直接连接符 914453">
                  <a:extLst>
                    <a:ext uri="{FF2B5EF4-FFF2-40B4-BE49-F238E27FC236}">
                      <a16:creationId xmlns:a16="http://schemas.microsoft.com/office/drawing/2014/main" id="{FEA705BD-34AE-4833-BC76-9BB2379AB0EB}"/>
                    </a:ext>
                  </a:extLst>
                </p:cNvPr>
                <p:cNvSpPr>
                  <a:spLocks noChangeShapeType="1"/>
                </p:cNvSpPr>
                <p:nvPr/>
              </p:nvSpPr>
              <p:spPr bwMode="auto">
                <a:xfrm>
                  <a:off x="2874" y="4548"/>
                  <a:ext cx="0" cy="51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71" name="直接连接符 914454">
                  <a:extLst>
                    <a:ext uri="{FF2B5EF4-FFF2-40B4-BE49-F238E27FC236}">
                      <a16:creationId xmlns:a16="http://schemas.microsoft.com/office/drawing/2014/main" id="{65165D04-8E70-4CCB-B39A-CEB707A753B2}"/>
                    </a:ext>
                  </a:extLst>
                </p:cNvPr>
                <p:cNvSpPr>
                  <a:spLocks noChangeShapeType="1"/>
                </p:cNvSpPr>
                <p:nvPr/>
              </p:nvSpPr>
              <p:spPr bwMode="auto">
                <a:xfrm>
                  <a:off x="3339" y="4420"/>
                  <a:ext cx="0" cy="153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72" name="直接连接符 914455">
                  <a:extLst>
                    <a:ext uri="{FF2B5EF4-FFF2-40B4-BE49-F238E27FC236}">
                      <a16:creationId xmlns:a16="http://schemas.microsoft.com/office/drawing/2014/main" id="{08ABF1D4-7C2E-4953-91A6-26337ED70FBD}"/>
                    </a:ext>
                  </a:extLst>
                </p:cNvPr>
                <p:cNvSpPr>
                  <a:spLocks noChangeShapeType="1"/>
                </p:cNvSpPr>
                <p:nvPr/>
              </p:nvSpPr>
              <p:spPr bwMode="auto">
                <a:xfrm>
                  <a:off x="2787" y="4404"/>
                  <a:ext cx="5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73" name="直接连接符 914456">
                  <a:extLst>
                    <a:ext uri="{FF2B5EF4-FFF2-40B4-BE49-F238E27FC236}">
                      <a16:creationId xmlns:a16="http://schemas.microsoft.com/office/drawing/2014/main" id="{0596D749-321E-4A3D-B17C-91CE04FD8553}"/>
                    </a:ext>
                  </a:extLst>
                </p:cNvPr>
                <p:cNvSpPr>
                  <a:spLocks noChangeShapeType="1"/>
                </p:cNvSpPr>
                <p:nvPr/>
              </p:nvSpPr>
              <p:spPr bwMode="auto">
                <a:xfrm>
                  <a:off x="2772" y="4402"/>
                  <a:ext cx="0" cy="153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74" name="直接连接符 914457">
                  <a:extLst>
                    <a:ext uri="{FF2B5EF4-FFF2-40B4-BE49-F238E27FC236}">
                      <a16:creationId xmlns:a16="http://schemas.microsoft.com/office/drawing/2014/main" id="{DFC1E258-0122-4C4B-99DC-BE8B66F5A0F4}"/>
                    </a:ext>
                  </a:extLst>
                </p:cNvPr>
                <p:cNvSpPr>
                  <a:spLocks noChangeShapeType="1"/>
                </p:cNvSpPr>
                <p:nvPr/>
              </p:nvSpPr>
              <p:spPr bwMode="auto">
                <a:xfrm>
                  <a:off x="2772" y="5964"/>
                  <a:ext cx="5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75" name="直接连接符 914458">
                  <a:extLst>
                    <a:ext uri="{FF2B5EF4-FFF2-40B4-BE49-F238E27FC236}">
                      <a16:creationId xmlns:a16="http://schemas.microsoft.com/office/drawing/2014/main" id="{5FAE12AB-ED98-4E04-BBE9-98E2A557DFA6}"/>
                    </a:ext>
                  </a:extLst>
                </p:cNvPr>
                <p:cNvSpPr>
                  <a:spLocks noChangeShapeType="1"/>
                </p:cNvSpPr>
                <p:nvPr/>
              </p:nvSpPr>
              <p:spPr bwMode="auto">
                <a:xfrm>
                  <a:off x="2877" y="5826"/>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76" name="直接连接符 914459">
                  <a:extLst>
                    <a:ext uri="{FF2B5EF4-FFF2-40B4-BE49-F238E27FC236}">
                      <a16:creationId xmlns:a16="http://schemas.microsoft.com/office/drawing/2014/main" id="{2841B9EC-2279-4E71-A73E-0623B71C9702}"/>
                    </a:ext>
                  </a:extLst>
                </p:cNvPr>
                <p:cNvSpPr>
                  <a:spLocks noChangeShapeType="1"/>
                </p:cNvSpPr>
                <p:nvPr/>
              </p:nvSpPr>
              <p:spPr bwMode="auto">
                <a:xfrm>
                  <a:off x="2877" y="5715"/>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77" name="直接连接符 914460">
                  <a:extLst>
                    <a:ext uri="{FF2B5EF4-FFF2-40B4-BE49-F238E27FC236}">
                      <a16:creationId xmlns:a16="http://schemas.microsoft.com/office/drawing/2014/main" id="{8C875664-C229-42C5-9F58-0F9D01931DE0}"/>
                    </a:ext>
                  </a:extLst>
                </p:cNvPr>
                <p:cNvSpPr>
                  <a:spLocks noChangeShapeType="1"/>
                </p:cNvSpPr>
                <p:nvPr/>
              </p:nvSpPr>
              <p:spPr bwMode="auto">
                <a:xfrm>
                  <a:off x="3237" y="5310"/>
                  <a:ext cx="0" cy="51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78" name="直接连接符 914461">
                  <a:extLst>
                    <a:ext uri="{FF2B5EF4-FFF2-40B4-BE49-F238E27FC236}">
                      <a16:creationId xmlns:a16="http://schemas.microsoft.com/office/drawing/2014/main" id="{DAD3B50C-3D01-486A-BB9F-F870B582DFF8}"/>
                    </a:ext>
                  </a:extLst>
                </p:cNvPr>
                <p:cNvSpPr>
                  <a:spLocks noChangeShapeType="1"/>
                </p:cNvSpPr>
                <p:nvPr/>
              </p:nvSpPr>
              <p:spPr bwMode="auto">
                <a:xfrm>
                  <a:off x="2877" y="5310"/>
                  <a:ext cx="0" cy="51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79" name="任意多边形 914462">
                  <a:extLst>
                    <a:ext uri="{FF2B5EF4-FFF2-40B4-BE49-F238E27FC236}">
                      <a16:creationId xmlns:a16="http://schemas.microsoft.com/office/drawing/2014/main" id="{665C9D5C-6AB5-47E5-9A4C-603F0B468D9C}"/>
                    </a:ext>
                  </a:extLst>
                </p:cNvPr>
                <p:cNvSpPr>
                  <a:spLocks noChangeArrowheads="1"/>
                </p:cNvSpPr>
                <p:nvPr/>
              </p:nvSpPr>
              <p:spPr bwMode="auto">
                <a:xfrm rot="2820000">
                  <a:off x="3147" y="5094"/>
                  <a:ext cx="180" cy="174"/>
                </a:xfrm>
                <a:custGeom>
                  <a:avLst/>
                  <a:gdLst>
                    <a:gd name="T0" fmla="*/ 0 w 21600"/>
                    <a:gd name="T1" fmla="*/ 0 h 21600"/>
                    <a:gd name="T2" fmla="*/ 21600 w 21600"/>
                    <a:gd name="T3" fmla="*/ 21600 h 21600"/>
                    <a:gd name="T4" fmla="*/ 0 w 21600"/>
                    <a:gd name="T5" fmla="*/ 0 h 21600"/>
                    <a:gd name="T6" fmla="*/ 2160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9525">
                  <a:solidFill>
                    <a:srgbClr val="000000"/>
                  </a:solidFill>
                  <a:round/>
                  <a:headEnd/>
                  <a:tailEnd type="arrow"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23580" name="右大括号 914463">
                <a:extLst>
                  <a:ext uri="{FF2B5EF4-FFF2-40B4-BE49-F238E27FC236}">
                    <a16:creationId xmlns:a16="http://schemas.microsoft.com/office/drawing/2014/main" id="{6DC70C27-231A-4AE4-9AB2-D337A033E7CF}"/>
                  </a:ext>
                </a:extLst>
              </p:cNvPr>
              <p:cNvSpPr>
                <a:spLocks/>
              </p:cNvSpPr>
              <p:nvPr/>
            </p:nvSpPr>
            <p:spPr bwMode="auto">
              <a:xfrm rot="5400000">
                <a:off x="2685" y="6053"/>
                <a:ext cx="174" cy="1140"/>
              </a:xfrm>
              <a:prstGeom prst="rightBrace">
                <a:avLst>
                  <a:gd name="adj1" fmla="val 54567"/>
                  <a:gd name="adj2" fmla="val 500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3581" name="组合 914464">
              <a:extLst>
                <a:ext uri="{FF2B5EF4-FFF2-40B4-BE49-F238E27FC236}">
                  <a16:creationId xmlns:a16="http://schemas.microsoft.com/office/drawing/2014/main" id="{572FF214-1043-4654-90D7-92058662A29D}"/>
                </a:ext>
              </a:extLst>
            </p:cNvPr>
            <p:cNvGrpSpPr>
              <a:grpSpLocks/>
            </p:cNvGrpSpPr>
            <p:nvPr/>
          </p:nvGrpSpPr>
          <p:grpSpPr bwMode="auto">
            <a:xfrm>
              <a:off x="249" y="1138"/>
              <a:ext cx="1008" cy="832"/>
              <a:chOff x="1752" y="2104"/>
              <a:chExt cx="1587" cy="1214"/>
            </a:xfrm>
          </p:grpSpPr>
          <p:sp>
            <p:nvSpPr>
              <p:cNvPr id="23582" name="文本框 914465">
                <a:extLst>
                  <a:ext uri="{FF2B5EF4-FFF2-40B4-BE49-F238E27FC236}">
                    <a16:creationId xmlns:a16="http://schemas.microsoft.com/office/drawing/2014/main" id="{C2344545-CCDA-4592-902C-0DCCDAA94A99}"/>
                  </a:ext>
                </a:extLst>
              </p:cNvPr>
              <p:cNvSpPr txBox="1">
                <a:spLocks noChangeArrowheads="1"/>
              </p:cNvSpPr>
              <p:nvPr/>
            </p:nvSpPr>
            <p:spPr bwMode="auto">
              <a:xfrm>
                <a:off x="1752" y="2598"/>
                <a:ext cx="1123" cy="56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a:lnSpc>
                    <a:spcPct val="140000"/>
                  </a:lnSpc>
                  <a:spcBef>
                    <a:spcPct val="10000"/>
                  </a:spcBef>
                </a:pPr>
                <a:r>
                  <a:rPr lang="zh-CN" altLang="en-US" sz="1600" b="1">
                    <a:latin typeface="Times New Roman" panose="02020603050405020304" pitchFamily="18" charset="0"/>
                    <a:ea typeface="宋体" panose="02010600030101010101" pitchFamily="2" charset="-122"/>
                  </a:rPr>
                  <a:t>物理索引</a:t>
                </a:r>
                <a:endParaRPr lang="zh-CN" altLang="en-US" sz="1600" b="1"/>
              </a:p>
            </p:txBody>
          </p:sp>
          <p:grpSp>
            <p:nvGrpSpPr>
              <p:cNvPr id="23583" name="组合 914466">
                <a:extLst>
                  <a:ext uri="{FF2B5EF4-FFF2-40B4-BE49-F238E27FC236}">
                    <a16:creationId xmlns:a16="http://schemas.microsoft.com/office/drawing/2014/main" id="{06DFBD88-C159-45A4-B1E1-32E26EF9D5DA}"/>
                  </a:ext>
                </a:extLst>
              </p:cNvPr>
              <p:cNvGrpSpPr>
                <a:grpSpLocks/>
              </p:cNvGrpSpPr>
              <p:nvPr/>
            </p:nvGrpSpPr>
            <p:grpSpPr bwMode="auto">
              <a:xfrm>
                <a:off x="2154" y="2136"/>
                <a:ext cx="363" cy="408"/>
                <a:chOff x="2154" y="2136"/>
                <a:chExt cx="363" cy="408"/>
              </a:xfrm>
            </p:grpSpPr>
            <p:sp>
              <p:nvSpPr>
                <p:cNvPr id="23584" name="直接连接符 914467">
                  <a:extLst>
                    <a:ext uri="{FF2B5EF4-FFF2-40B4-BE49-F238E27FC236}">
                      <a16:creationId xmlns:a16="http://schemas.microsoft.com/office/drawing/2014/main" id="{8DDF8D8A-629F-4C7C-BB67-AF18B626E2CA}"/>
                    </a:ext>
                  </a:extLst>
                </p:cNvPr>
                <p:cNvSpPr>
                  <a:spLocks noChangeShapeType="1"/>
                </p:cNvSpPr>
                <p:nvPr/>
              </p:nvSpPr>
              <p:spPr bwMode="auto">
                <a:xfrm>
                  <a:off x="2157" y="2136"/>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85" name="直接连接符 914468">
                  <a:extLst>
                    <a:ext uri="{FF2B5EF4-FFF2-40B4-BE49-F238E27FC236}">
                      <a16:creationId xmlns:a16="http://schemas.microsoft.com/office/drawing/2014/main" id="{FF91D962-E3D1-4196-B467-EAA33EFC93A8}"/>
                    </a:ext>
                  </a:extLst>
                </p:cNvPr>
                <p:cNvSpPr>
                  <a:spLocks noChangeShapeType="1"/>
                </p:cNvSpPr>
                <p:nvPr/>
              </p:nvSpPr>
              <p:spPr bwMode="auto">
                <a:xfrm>
                  <a:off x="2157" y="2340"/>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86" name="直接连接符 914469">
                  <a:extLst>
                    <a:ext uri="{FF2B5EF4-FFF2-40B4-BE49-F238E27FC236}">
                      <a16:creationId xmlns:a16="http://schemas.microsoft.com/office/drawing/2014/main" id="{56B8B755-B828-43B3-B54B-B7234F8BFD64}"/>
                    </a:ext>
                  </a:extLst>
                </p:cNvPr>
                <p:cNvSpPr>
                  <a:spLocks noChangeShapeType="1"/>
                </p:cNvSpPr>
                <p:nvPr/>
              </p:nvSpPr>
              <p:spPr bwMode="auto">
                <a:xfrm>
                  <a:off x="2157" y="2544"/>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87" name="直接连接符 914470">
                  <a:extLst>
                    <a:ext uri="{FF2B5EF4-FFF2-40B4-BE49-F238E27FC236}">
                      <a16:creationId xmlns:a16="http://schemas.microsoft.com/office/drawing/2014/main" id="{0263160B-378F-41EA-88EB-9A929E4DCDEC}"/>
                    </a:ext>
                  </a:extLst>
                </p:cNvPr>
                <p:cNvSpPr>
                  <a:spLocks noChangeShapeType="1"/>
                </p:cNvSpPr>
                <p:nvPr/>
              </p:nvSpPr>
              <p:spPr bwMode="auto">
                <a:xfrm>
                  <a:off x="2157" y="2448"/>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88" name="直接连接符 914471">
                  <a:extLst>
                    <a:ext uri="{FF2B5EF4-FFF2-40B4-BE49-F238E27FC236}">
                      <a16:creationId xmlns:a16="http://schemas.microsoft.com/office/drawing/2014/main" id="{62EA2EAC-96AF-467C-AF31-9245862B5BFC}"/>
                    </a:ext>
                  </a:extLst>
                </p:cNvPr>
                <p:cNvSpPr>
                  <a:spLocks noChangeShapeType="1"/>
                </p:cNvSpPr>
                <p:nvPr/>
              </p:nvSpPr>
              <p:spPr bwMode="auto">
                <a:xfrm>
                  <a:off x="2157" y="2235"/>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89" name="直接连接符 914472">
                  <a:extLst>
                    <a:ext uri="{FF2B5EF4-FFF2-40B4-BE49-F238E27FC236}">
                      <a16:creationId xmlns:a16="http://schemas.microsoft.com/office/drawing/2014/main" id="{B8AE88A1-8D21-48E9-8991-14E161F1BAE7}"/>
                    </a:ext>
                  </a:extLst>
                </p:cNvPr>
                <p:cNvSpPr>
                  <a:spLocks noChangeShapeType="1"/>
                </p:cNvSpPr>
                <p:nvPr/>
              </p:nvSpPr>
              <p:spPr bwMode="auto">
                <a:xfrm>
                  <a:off x="2154" y="2136"/>
                  <a:ext cx="0" cy="40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90" name="直接连接符 914473">
                  <a:extLst>
                    <a:ext uri="{FF2B5EF4-FFF2-40B4-BE49-F238E27FC236}">
                      <a16:creationId xmlns:a16="http://schemas.microsoft.com/office/drawing/2014/main" id="{C1E8B823-FFCB-40B0-834A-983F5E22C59B}"/>
                    </a:ext>
                  </a:extLst>
                </p:cNvPr>
                <p:cNvSpPr>
                  <a:spLocks noChangeShapeType="1"/>
                </p:cNvSpPr>
                <p:nvPr/>
              </p:nvSpPr>
              <p:spPr bwMode="auto">
                <a:xfrm>
                  <a:off x="2382" y="2136"/>
                  <a:ext cx="0" cy="40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91" name="直接连接符 914474">
                  <a:extLst>
                    <a:ext uri="{FF2B5EF4-FFF2-40B4-BE49-F238E27FC236}">
                      <a16:creationId xmlns:a16="http://schemas.microsoft.com/office/drawing/2014/main" id="{0B04BCD8-22A4-4FD4-9B06-3495F1EEDDBC}"/>
                    </a:ext>
                  </a:extLst>
                </p:cNvPr>
                <p:cNvSpPr>
                  <a:spLocks noChangeShapeType="1"/>
                </p:cNvSpPr>
                <p:nvPr/>
              </p:nvSpPr>
              <p:spPr bwMode="auto">
                <a:xfrm>
                  <a:off x="2517" y="2136"/>
                  <a:ext cx="0" cy="40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3592" name="组合 914475">
                <a:extLst>
                  <a:ext uri="{FF2B5EF4-FFF2-40B4-BE49-F238E27FC236}">
                    <a16:creationId xmlns:a16="http://schemas.microsoft.com/office/drawing/2014/main" id="{721F4C59-CB8D-40A3-B1FC-F533966A8414}"/>
                  </a:ext>
                </a:extLst>
              </p:cNvPr>
              <p:cNvGrpSpPr>
                <a:grpSpLocks/>
              </p:cNvGrpSpPr>
              <p:nvPr/>
            </p:nvGrpSpPr>
            <p:grpSpPr bwMode="auto">
              <a:xfrm>
                <a:off x="2772" y="2104"/>
                <a:ext cx="567" cy="1214"/>
                <a:chOff x="2772" y="2164"/>
                <a:chExt cx="567" cy="1214"/>
              </a:xfrm>
            </p:grpSpPr>
            <p:sp>
              <p:nvSpPr>
                <p:cNvPr id="23593" name="直接连接符 914476">
                  <a:extLst>
                    <a:ext uri="{FF2B5EF4-FFF2-40B4-BE49-F238E27FC236}">
                      <a16:creationId xmlns:a16="http://schemas.microsoft.com/office/drawing/2014/main" id="{BE12E8E5-377E-4684-809A-27BCD17EE193}"/>
                    </a:ext>
                  </a:extLst>
                </p:cNvPr>
                <p:cNvSpPr>
                  <a:spLocks noChangeShapeType="1"/>
                </p:cNvSpPr>
                <p:nvPr/>
              </p:nvSpPr>
              <p:spPr bwMode="auto">
                <a:xfrm>
                  <a:off x="2877" y="2295"/>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94" name="直接连接符 914477">
                  <a:extLst>
                    <a:ext uri="{FF2B5EF4-FFF2-40B4-BE49-F238E27FC236}">
                      <a16:creationId xmlns:a16="http://schemas.microsoft.com/office/drawing/2014/main" id="{8D2E2A2D-BAFB-4626-B1E0-64124C73D033}"/>
                    </a:ext>
                  </a:extLst>
                </p:cNvPr>
                <p:cNvSpPr>
                  <a:spLocks noChangeShapeType="1"/>
                </p:cNvSpPr>
                <p:nvPr/>
              </p:nvSpPr>
              <p:spPr bwMode="auto">
                <a:xfrm>
                  <a:off x="2877" y="2514"/>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95" name="直接连接符 914478">
                  <a:extLst>
                    <a:ext uri="{FF2B5EF4-FFF2-40B4-BE49-F238E27FC236}">
                      <a16:creationId xmlns:a16="http://schemas.microsoft.com/office/drawing/2014/main" id="{BC0AF9AF-114D-4627-A9DF-D207094F5CA0}"/>
                    </a:ext>
                  </a:extLst>
                </p:cNvPr>
                <p:cNvSpPr>
                  <a:spLocks noChangeShapeType="1"/>
                </p:cNvSpPr>
                <p:nvPr/>
              </p:nvSpPr>
              <p:spPr bwMode="auto">
                <a:xfrm>
                  <a:off x="2877" y="2718"/>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96" name="直接连接符 914479">
                  <a:extLst>
                    <a:ext uri="{FF2B5EF4-FFF2-40B4-BE49-F238E27FC236}">
                      <a16:creationId xmlns:a16="http://schemas.microsoft.com/office/drawing/2014/main" id="{BB32D289-C1DB-48C4-9FAA-536A484A59DE}"/>
                    </a:ext>
                  </a:extLst>
                </p:cNvPr>
                <p:cNvSpPr>
                  <a:spLocks noChangeShapeType="1"/>
                </p:cNvSpPr>
                <p:nvPr/>
              </p:nvSpPr>
              <p:spPr bwMode="auto">
                <a:xfrm>
                  <a:off x="2877" y="2622"/>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97" name="直接连接符 914480">
                  <a:extLst>
                    <a:ext uri="{FF2B5EF4-FFF2-40B4-BE49-F238E27FC236}">
                      <a16:creationId xmlns:a16="http://schemas.microsoft.com/office/drawing/2014/main" id="{895D5624-E386-44C4-BB5D-818AE7332C8D}"/>
                    </a:ext>
                  </a:extLst>
                </p:cNvPr>
                <p:cNvSpPr>
                  <a:spLocks noChangeShapeType="1"/>
                </p:cNvSpPr>
                <p:nvPr/>
              </p:nvSpPr>
              <p:spPr bwMode="auto">
                <a:xfrm>
                  <a:off x="2877" y="2409"/>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98" name="直接连接符 914481">
                  <a:extLst>
                    <a:ext uri="{FF2B5EF4-FFF2-40B4-BE49-F238E27FC236}">
                      <a16:creationId xmlns:a16="http://schemas.microsoft.com/office/drawing/2014/main" id="{A791C989-8043-4CFA-ADC1-EB7D680C506D}"/>
                    </a:ext>
                  </a:extLst>
                </p:cNvPr>
                <p:cNvSpPr>
                  <a:spLocks noChangeShapeType="1"/>
                </p:cNvSpPr>
                <p:nvPr/>
              </p:nvSpPr>
              <p:spPr bwMode="auto">
                <a:xfrm>
                  <a:off x="3237" y="2310"/>
                  <a:ext cx="0" cy="9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99" name="直接连接符 914482">
                  <a:extLst>
                    <a:ext uri="{FF2B5EF4-FFF2-40B4-BE49-F238E27FC236}">
                      <a16:creationId xmlns:a16="http://schemas.microsoft.com/office/drawing/2014/main" id="{4A93B2FE-244C-4E25-AD6C-F160774344E8}"/>
                    </a:ext>
                  </a:extLst>
                </p:cNvPr>
                <p:cNvSpPr>
                  <a:spLocks noChangeShapeType="1"/>
                </p:cNvSpPr>
                <p:nvPr/>
              </p:nvSpPr>
              <p:spPr bwMode="auto">
                <a:xfrm>
                  <a:off x="2877" y="2832"/>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00" name="直接连接符 914483">
                  <a:extLst>
                    <a:ext uri="{FF2B5EF4-FFF2-40B4-BE49-F238E27FC236}">
                      <a16:creationId xmlns:a16="http://schemas.microsoft.com/office/drawing/2014/main" id="{CC7FA638-2B7E-4002-883B-6AA74748F584}"/>
                    </a:ext>
                  </a:extLst>
                </p:cNvPr>
                <p:cNvSpPr>
                  <a:spLocks noChangeShapeType="1"/>
                </p:cNvSpPr>
                <p:nvPr/>
              </p:nvSpPr>
              <p:spPr bwMode="auto">
                <a:xfrm>
                  <a:off x="2877" y="3036"/>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01" name="直接连接符 914484">
                  <a:extLst>
                    <a:ext uri="{FF2B5EF4-FFF2-40B4-BE49-F238E27FC236}">
                      <a16:creationId xmlns:a16="http://schemas.microsoft.com/office/drawing/2014/main" id="{9ADFA723-851D-4F3F-A37D-9B588242CE1C}"/>
                    </a:ext>
                  </a:extLst>
                </p:cNvPr>
                <p:cNvSpPr>
                  <a:spLocks noChangeShapeType="1"/>
                </p:cNvSpPr>
                <p:nvPr/>
              </p:nvSpPr>
              <p:spPr bwMode="auto">
                <a:xfrm>
                  <a:off x="2877" y="3240"/>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02" name="直接连接符 914485">
                  <a:extLst>
                    <a:ext uri="{FF2B5EF4-FFF2-40B4-BE49-F238E27FC236}">
                      <a16:creationId xmlns:a16="http://schemas.microsoft.com/office/drawing/2014/main" id="{44166FB9-4551-4383-9F25-9E2BD7427B8D}"/>
                    </a:ext>
                  </a:extLst>
                </p:cNvPr>
                <p:cNvSpPr>
                  <a:spLocks noChangeShapeType="1"/>
                </p:cNvSpPr>
                <p:nvPr/>
              </p:nvSpPr>
              <p:spPr bwMode="auto">
                <a:xfrm>
                  <a:off x="2877" y="3144"/>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03" name="直接连接符 914486">
                  <a:extLst>
                    <a:ext uri="{FF2B5EF4-FFF2-40B4-BE49-F238E27FC236}">
                      <a16:creationId xmlns:a16="http://schemas.microsoft.com/office/drawing/2014/main" id="{D7E6820F-E40D-4788-BAAF-468FC08BF169}"/>
                    </a:ext>
                  </a:extLst>
                </p:cNvPr>
                <p:cNvSpPr>
                  <a:spLocks noChangeShapeType="1"/>
                </p:cNvSpPr>
                <p:nvPr/>
              </p:nvSpPr>
              <p:spPr bwMode="auto">
                <a:xfrm>
                  <a:off x="2877" y="2931"/>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04" name="直接连接符 914487">
                  <a:extLst>
                    <a:ext uri="{FF2B5EF4-FFF2-40B4-BE49-F238E27FC236}">
                      <a16:creationId xmlns:a16="http://schemas.microsoft.com/office/drawing/2014/main" id="{0C430E30-10D4-4F95-B516-BDCAD77C2817}"/>
                    </a:ext>
                  </a:extLst>
                </p:cNvPr>
                <p:cNvSpPr>
                  <a:spLocks noChangeShapeType="1"/>
                </p:cNvSpPr>
                <p:nvPr/>
              </p:nvSpPr>
              <p:spPr bwMode="auto">
                <a:xfrm>
                  <a:off x="2874" y="2310"/>
                  <a:ext cx="0" cy="9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05" name="直接连接符 914488">
                  <a:extLst>
                    <a:ext uri="{FF2B5EF4-FFF2-40B4-BE49-F238E27FC236}">
                      <a16:creationId xmlns:a16="http://schemas.microsoft.com/office/drawing/2014/main" id="{C3C29D72-5DC5-431E-A92C-361C65F5DB81}"/>
                    </a:ext>
                  </a:extLst>
                </p:cNvPr>
                <p:cNvSpPr>
                  <a:spLocks noChangeShapeType="1"/>
                </p:cNvSpPr>
                <p:nvPr/>
              </p:nvSpPr>
              <p:spPr bwMode="auto">
                <a:xfrm>
                  <a:off x="3339" y="2182"/>
                  <a:ext cx="0" cy="119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06" name="直接连接符 914489">
                  <a:extLst>
                    <a:ext uri="{FF2B5EF4-FFF2-40B4-BE49-F238E27FC236}">
                      <a16:creationId xmlns:a16="http://schemas.microsoft.com/office/drawing/2014/main" id="{3BBA95A2-0C0B-499E-91FA-7D3582C7AF4E}"/>
                    </a:ext>
                  </a:extLst>
                </p:cNvPr>
                <p:cNvSpPr>
                  <a:spLocks noChangeShapeType="1"/>
                </p:cNvSpPr>
                <p:nvPr/>
              </p:nvSpPr>
              <p:spPr bwMode="auto">
                <a:xfrm>
                  <a:off x="2787" y="2166"/>
                  <a:ext cx="5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07" name="直接连接符 914490">
                  <a:extLst>
                    <a:ext uri="{FF2B5EF4-FFF2-40B4-BE49-F238E27FC236}">
                      <a16:creationId xmlns:a16="http://schemas.microsoft.com/office/drawing/2014/main" id="{17F8F476-A6FD-4A73-BBAD-EA44DE136F69}"/>
                    </a:ext>
                  </a:extLst>
                </p:cNvPr>
                <p:cNvSpPr>
                  <a:spLocks noChangeShapeType="1"/>
                </p:cNvSpPr>
                <p:nvPr/>
              </p:nvSpPr>
              <p:spPr bwMode="auto">
                <a:xfrm>
                  <a:off x="2772" y="2164"/>
                  <a:ext cx="0" cy="119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08" name="直接连接符 914491">
                  <a:extLst>
                    <a:ext uri="{FF2B5EF4-FFF2-40B4-BE49-F238E27FC236}">
                      <a16:creationId xmlns:a16="http://schemas.microsoft.com/office/drawing/2014/main" id="{C04A7E48-4727-4676-833B-EE0FF13ACAD3}"/>
                    </a:ext>
                  </a:extLst>
                </p:cNvPr>
                <p:cNvSpPr>
                  <a:spLocks noChangeShapeType="1"/>
                </p:cNvSpPr>
                <p:nvPr/>
              </p:nvSpPr>
              <p:spPr bwMode="auto">
                <a:xfrm>
                  <a:off x="2772" y="3375"/>
                  <a:ext cx="5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3609" name="组合 914492">
                <a:extLst>
                  <a:ext uri="{FF2B5EF4-FFF2-40B4-BE49-F238E27FC236}">
                    <a16:creationId xmlns:a16="http://schemas.microsoft.com/office/drawing/2014/main" id="{EB7097CB-C0D0-462D-A1F5-A0AAF12302D0}"/>
                  </a:ext>
                </a:extLst>
              </p:cNvPr>
              <p:cNvGrpSpPr>
                <a:grpSpLocks/>
              </p:cNvGrpSpPr>
              <p:nvPr/>
            </p:nvGrpSpPr>
            <p:grpSpPr bwMode="auto">
              <a:xfrm>
                <a:off x="2517" y="2193"/>
                <a:ext cx="365" cy="114"/>
                <a:chOff x="2517" y="1788"/>
                <a:chExt cx="365" cy="114"/>
              </a:xfrm>
            </p:grpSpPr>
            <p:sp>
              <p:nvSpPr>
                <p:cNvPr id="23610" name="直接连接符 914493">
                  <a:extLst>
                    <a:ext uri="{FF2B5EF4-FFF2-40B4-BE49-F238E27FC236}">
                      <a16:creationId xmlns:a16="http://schemas.microsoft.com/office/drawing/2014/main" id="{5ACD7434-3F44-4C03-BD7D-7A424EFFC938}"/>
                    </a:ext>
                  </a:extLst>
                </p:cNvPr>
                <p:cNvSpPr>
                  <a:spLocks noChangeShapeType="1"/>
                </p:cNvSpPr>
                <p:nvPr/>
              </p:nvSpPr>
              <p:spPr bwMode="auto">
                <a:xfrm>
                  <a:off x="2517" y="1788"/>
                  <a:ext cx="14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11" name="直接连接符 914494">
                  <a:extLst>
                    <a:ext uri="{FF2B5EF4-FFF2-40B4-BE49-F238E27FC236}">
                      <a16:creationId xmlns:a16="http://schemas.microsoft.com/office/drawing/2014/main" id="{9997B097-E3F3-4308-B42F-0E7277DDCF70}"/>
                    </a:ext>
                  </a:extLst>
                </p:cNvPr>
                <p:cNvSpPr>
                  <a:spLocks noChangeShapeType="1"/>
                </p:cNvSpPr>
                <p:nvPr/>
              </p:nvSpPr>
              <p:spPr bwMode="auto">
                <a:xfrm>
                  <a:off x="2667" y="1788"/>
                  <a:ext cx="0" cy="1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12" name="直接连接符 914495">
                  <a:extLst>
                    <a:ext uri="{FF2B5EF4-FFF2-40B4-BE49-F238E27FC236}">
                      <a16:creationId xmlns:a16="http://schemas.microsoft.com/office/drawing/2014/main" id="{A4EBE3A2-9D9A-41E0-960F-C607F5341CBB}"/>
                    </a:ext>
                  </a:extLst>
                </p:cNvPr>
                <p:cNvSpPr>
                  <a:spLocks noChangeShapeType="1"/>
                </p:cNvSpPr>
                <p:nvPr/>
              </p:nvSpPr>
              <p:spPr bwMode="auto">
                <a:xfrm>
                  <a:off x="2667" y="1902"/>
                  <a:ext cx="215"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23613" name="组合 914496">
              <a:extLst>
                <a:ext uri="{FF2B5EF4-FFF2-40B4-BE49-F238E27FC236}">
                  <a16:creationId xmlns:a16="http://schemas.microsoft.com/office/drawing/2014/main" id="{BC48A1C2-6F35-41AE-A32B-F076DD9DF1AC}"/>
                </a:ext>
              </a:extLst>
            </p:cNvPr>
            <p:cNvGrpSpPr>
              <a:grpSpLocks/>
            </p:cNvGrpSpPr>
            <p:nvPr/>
          </p:nvGrpSpPr>
          <p:grpSpPr bwMode="auto">
            <a:xfrm>
              <a:off x="1650" y="1394"/>
              <a:ext cx="1363" cy="679"/>
              <a:chOff x="3987" y="8256"/>
              <a:chExt cx="2145" cy="991"/>
            </a:xfrm>
          </p:grpSpPr>
          <p:sp>
            <p:nvSpPr>
              <p:cNvPr id="23614" name="文本框 914497">
                <a:extLst>
                  <a:ext uri="{FF2B5EF4-FFF2-40B4-BE49-F238E27FC236}">
                    <a16:creationId xmlns:a16="http://schemas.microsoft.com/office/drawing/2014/main" id="{4C5F6F59-EFCD-4911-A1CF-C6681D5D8CD4}"/>
                  </a:ext>
                </a:extLst>
              </p:cNvPr>
              <p:cNvSpPr txBox="1">
                <a:spLocks noChangeArrowheads="1"/>
              </p:cNvSpPr>
              <p:nvPr/>
            </p:nvSpPr>
            <p:spPr bwMode="auto">
              <a:xfrm>
                <a:off x="4002" y="8256"/>
                <a:ext cx="540" cy="34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a:lnSpc>
                    <a:spcPct val="120000"/>
                  </a:lnSpc>
                </a:pPr>
                <a:r>
                  <a:rPr lang="en-US" altLang="zh-CN" sz="1200">
                    <a:latin typeface="Times New Roman" panose="02020603050405020304" pitchFamily="18" charset="0"/>
                    <a:ea typeface="宋体" panose="02010600030101010101" pitchFamily="2" charset="-122"/>
                  </a:rPr>
                  <a:t>C</a:t>
                </a:r>
                <a:endParaRPr lang="en-US" altLang="zh-CN" sz="1200"/>
              </a:p>
            </p:txBody>
          </p:sp>
          <p:sp>
            <p:nvSpPr>
              <p:cNvPr id="23615" name="文本框 914498">
                <a:extLst>
                  <a:ext uri="{FF2B5EF4-FFF2-40B4-BE49-F238E27FC236}">
                    <a16:creationId xmlns:a16="http://schemas.microsoft.com/office/drawing/2014/main" id="{3086B924-E6D3-4999-8FC1-68955B0FB419}"/>
                  </a:ext>
                </a:extLst>
              </p:cNvPr>
              <p:cNvSpPr txBox="1">
                <a:spLocks noChangeArrowheads="1"/>
              </p:cNvSpPr>
              <p:nvPr/>
            </p:nvSpPr>
            <p:spPr bwMode="auto">
              <a:xfrm>
                <a:off x="3987" y="8550"/>
                <a:ext cx="2143" cy="329"/>
              </a:xfrm>
              <a:prstGeom prst="rect">
                <a:avLst/>
              </a:prstGeom>
              <a:solidFill>
                <a:srgbClr val="FFFFFF"/>
              </a:solidFill>
              <a:ln w="9525">
                <a:solidFill>
                  <a:srgbClr val="000000"/>
                </a:solidFill>
                <a:miter lim="800000"/>
                <a:headEnd/>
                <a:tailEnd/>
              </a:ln>
            </p:spPr>
            <p:txBody>
              <a:bodyPr/>
              <a:lstStyle/>
              <a:p>
                <a:pPr algn="just">
                  <a:lnSpc>
                    <a:spcPct val="120000"/>
                  </a:lnSpc>
                </a:pPr>
                <a:r>
                  <a:rPr lang="en-US" altLang="zh-CN" sz="1400" b="1">
                    <a:latin typeface="Times New Roman" panose="02020603050405020304" pitchFamily="18" charset="0"/>
                    <a:ea typeface="宋体" panose="02010600030101010101" pitchFamily="2" charset="-122"/>
                  </a:rPr>
                  <a:t> C#     CNAME  CLASSH</a:t>
                </a:r>
                <a:endParaRPr lang="en-US" altLang="zh-CN" sz="1400" b="1"/>
              </a:p>
            </p:txBody>
          </p:sp>
          <p:sp>
            <p:nvSpPr>
              <p:cNvPr id="23616" name="直接连接符 914499">
                <a:extLst>
                  <a:ext uri="{FF2B5EF4-FFF2-40B4-BE49-F238E27FC236}">
                    <a16:creationId xmlns:a16="http://schemas.microsoft.com/office/drawing/2014/main" id="{EF3E529D-3835-4B81-A458-9E10B484883B}"/>
                  </a:ext>
                </a:extLst>
              </p:cNvPr>
              <p:cNvSpPr>
                <a:spLocks noChangeShapeType="1"/>
              </p:cNvSpPr>
              <p:nvPr/>
            </p:nvSpPr>
            <p:spPr bwMode="auto">
              <a:xfrm>
                <a:off x="4527" y="8550"/>
                <a:ext cx="0" cy="69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17" name="直接连接符 914500">
                <a:extLst>
                  <a:ext uri="{FF2B5EF4-FFF2-40B4-BE49-F238E27FC236}">
                    <a16:creationId xmlns:a16="http://schemas.microsoft.com/office/drawing/2014/main" id="{B1C6DE07-A134-400D-870D-D4B50F873E6C}"/>
                  </a:ext>
                </a:extLst>
              </p:cNvPr>
              <p:cNvSpPr>
                <a:spLocks noChangeShapeType="1"/>
              </p:cNvSpPr>
              <p:nvPr/>
            </p:nvSpPr>
            <p:spPr bwMode="auto">
              <a:xfrm>
                <a:off x="3987" y="8550"/>
                <a:ext cx="0" cy="69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18" name="直接连接符 914501">
                <a:extLst>
                  <a:ext uri="{FF2B5EF4-FFF2-40B4-BE49-F238E27FC236}">
                    <a16:creationId xmlns:a16="http://schemas.microsoft.com/office/drawing/2014/main" id="{7D5DCB6B-A30B-4D10-9D22-0FBD5178D98C}"/>
                  </a:ext>
                </a:extLst>
              </p:cNvPr>
              <p:cNvSpPr>
                <a:spLocks noChangeShapeType="1"/>
              </p:cNvSpPr>
              <p:nvPr/>
            </p:nvSpPr>
            <p:spPr bwMode="auto">
              <a:xfrm>
                <a:off x="6132" y="8550"/>
                <a:ext cx="0" cy="64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19" name="直接连接符 914502">
                <a:extLst>
                  <a:ext uri="{FF2B5EF4-FFF2-40B4-BE49-F238E27FC236}">
                    <a16:creationId xmlns:a16="http://schemas.microsoft.com/office/drawing/2014/main" id="{13CE44B0-4D0D-4213-83A0-51E62FB9CFC6}"/>
                  </a:ext>
                </a:extLst>
              </p:cNvPr>
              <p:cNvSpPr>
                <a:spLocks noChangeShapeType="1"/>
              </p:cNvSpPr>
              <p:nvPr/>
            </p:nvSpPr>
            <p:spPr bwMode="auto">
              <a:xfrm>
                <a:off x="5247" y="8550"/>
                <a:ext cx="0" cy="64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3620" name="组合 914503">
              <a:extLst>
                <a:ext uri="{FF2B5EF4-FFF2-40B4-BE49-F238E27FC236}">
                  <a16:creationId xmlns:a16="http://schemas.microsoft.com/office/drawing/2014/main" id="{D8FEFBD9-D280-435B-8D54-9EA197A45574}"/>
                </a:ext>
              </a:extLst>
            </p:cNvPr>
            <p:cNvGrpSpPr>
              <a:grpSpLocks/>
            </p:cNvGrpSpPr>
            <p:nvPr/>
          </p:nvGrpSpPr>
          <p:grpSpPr bwMode="auto">
            <a:xfrm>
              <a:off x="1410" y="2208"/>
              <a:ext cx="1660" cy="679"/>
              <a:chOff x="3579" y="9444"/>
              <a:chExt cx="2613" cy="991"/>
            </a:xfrm>
          </p:grpSpPr>
          <p:sp>
            <p:nvSpPr>
              <p:cNvPr id="23621" name="文本框 914504">
                <a:extLst>
                  <a:ext uri="{FF2B5EF4-FFF2-40B4-BE49-F238E27FC236}">
                    <a16:creationId xmlns:a16="http://schemas.microsoft.com/office/drawing/2014/main" id="{BDA46C32-9130-41FD-B1F2-4AB4E5D1A728}"/>
                  </a:ext>
                </a:extLst>
              </p:cNvPr>
              <p:cNvSpPr txBox="1">
                <a:spLocks noChangeArrowheads="1"/>
              </p:cNvSpPr>
              <p:nvPr/>
            </p:nvSpPr>
            <p:spPr bwMode="auto">
              <a:xfrm>
                <a:off x="3597" y="9444"/>
                <a:ext cx="540" cy="34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a:lnSpc>
                    <a:spcPct val="120000"/>
                  </a:lnSpc>
                </a:pPr>
                <a:r>
                  <a:rPr lang="en-US" altLang="zh-CN" sz="1400" b="1">
                    <a:latin typeface="Times New Roman" panose="02020603050405020304" pitchFamily="18" charset="0"/>
                    <a:ea typeface="宋体" panose="02010600030101010101" pitchFamily="2" charset="-122"/>
                  </a:rPr>
                  <a:t>T</a:t>
                </a:r>
                <a:endParaRPr lang="en-US" altLang="zh-CN" sz="1400" b="1"/>
              </a:p>
            </p:txBody>
          </p:sp>
          <p:sp>
            <p:nvSpPr>
              <p:cNvPr id="23622" name="文本框 914505">
                <a:extLst>
                  <a:ext uri="{FF2B5EF4-FFF2-40B4-BE49-F238E27FC236}">
                    <a16:creationId xmlns:a16="http://schemas.microsoft.com/office/drawing/2014/main" id="{D0B212A4-5D53-47D2-A39E-67C1D6EDA105}"/>
                  </a:ext>
                </a:extLst>
              </p:cNvPr>
              <p:cNvSpPr txBox="1">
                <a:spLocks noChangeArrowheads="1"/>
              </p:cNvSpPr>
              <p:nvPr/>
            </p:nvSpPr>
            <p:spPr bwMode="auto">
              <a:xfrm>
                <a:off x="3582" y="9738"/>
                <a:ext cx="2608" cy="329"/>
              </a:xfrm>
              <a:prstGeom prst="rect">
                <a:avLst/>
              </a:prstGeom>
              <a:solidFill>
                <a:srgbClr val="FFFFFF"/>
              </a:solidFill>
              <a:ln w="9525">
                <a:solidFill>
                  <a:srgbClr val="000000"/>
                </a:solidFill>
                <a:miter lim="800000"/>
                <a:headEnd/>
                <a:tailEnd/>
              </a:ln>
            </p:spPr>
            <p:txBody>
              <a:bodyPr/>
              <a:lstStyle/>
              <a:p>
                <a:pPr algn="just">
                  <a:lnSpc>
                    <a:spcPct val="120000"/>
                  </a:lnSpc>
                </a:pPr>
                <a:r>
                  <a:rPr lang="en-US" altLang="zh-CN" sz="1400" b="1">
                    <a:latin typeface="Times New Roman" panose="02020603050405020304" pitchFamily="18" charset="0"/>
                    <a:ea typeface="宋体" panose="02010600030101010101" pitchFamily="2" charset="-122"/>
                  </a:rPr>
                  <a:t>  </a:t>
                </a:r>
                <a:r>
                  <a:rPr lang="en-US" altLang="zh-CN" sz="1300" b="1">
                    <a:latin typeface="Times New Roman" panose="02020603050405020304" pitchFamily="18" charset="0"/>
                    <a:ea typeface="宋体" panose="02010600030101010101" pitchFamily="2" charset="-122"/>
                  </a:rPr>
                  <a:t>T#  TNAME  TRSECTION</a:t>
                </a:r>
                <a:r>
                  <a:rPr lang="en-US" altLang="zh-CN" sz="1400" b="1">
                    <a:latin typeface="Times New Roman" panose="02020603050405020304" pitchFamily="18" charset="0"/>
                    <a:ea typeface="宋体" panose="02010600030101010101" pitchFamily="2" charset="-122"/>
                  </a:rPr>
                  <a:t>  </a:t>
                </a:r>
                <a:r>
                  <a:rPr lang="en-US" altLang="zh-CN" sz="1400" b="1">
                    <a:latin typeface="Times New Roman" panose="02020603050405020304" pitchFamily="18" charset="0"/>
                    <a:ea typeface="黑体" panose="02010609060101010101" pitchFamily="49" charset="-122"/>
                  </a:rPr>
                  <a:t>…</a:t>
                </a:r>
                <a:endParaRPr lang="en-US" altLang="zh-CN" sz="1400" b="1"/>
              </a:p>
            </p:txBody>
          </p:sp>
          <p:sp>
            <p:nvSpPr>
              <p:cNvPr id="23623" name="直接连接符 914506">
                <a:extLst>
                  <a:ext uri="{FF2B5EF4-FFF2-40B4-BE49-F238E27FC236}">
                    <a16:creationId xmlns:a16="http://schemas.microsoft.com/office/drawing/2014/main" id="{ADCCDCDF-B2D7-4C96-A112-EF3CF06BACD1}"/>
                  </a:ext>
                </a:extLst>
              </p:cNvPr>
              <p:cNvSpPr>
                <a:spLocks noChangeShapeType="1"/>
              </p:cNvSpPr>
              <p:nvPr/>
            </p:nvSpPr>
            <p:spPr bwMode="auto">
              <a:xfrm>
                <a:off x="3987" y="9738"/>
                <a:ext cx="0" cy="69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24" name="直接连接符 914507">
                <a:extLst>
                  <a:ext uri="{FF2B5EF4-FFF2-40B4-BE49-F238E27FC236}">
                    <a16:creationId xmlns:a16="http://schemas.microsoft.com/office/drawing/2014/main" id="{6BE9EFF4-F58A-4031-BC0E-75225D823B50}"/>
                  </a:ext>
                </a:extLst>
              </p:cNvPr>
              <p:cNvSpPr>
                <a:spLocks noChangeShapeType="1"/>
              </p:cNvSpPr>
              <p:nvPr/>
            </p:nvSpPr>
            <p:spPr bwMode="auto">
              <a:xfrm>
                <a:off x="3579" y="9738"/>
                <a:ext cx="0" cy="69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25" name="直接连接符 914508">
                <a:extLst>
                  <a:ext uri="{FF2B5EF4-FFF2-40B4-BE49-F238E27FC236}">
                    <a16:creationId xmlns:a16="http://schemas.microsoft.com/office/drawing/2014/main" id="{BFA57DD4-08A3-4780-A471-34F67AC3B2D7}"/>
                  </a:ext>
                </a:extLst>
              </p:cNvPr>
              <p:cNvSpPr>
                <a:spLocks noChangeShapeType="1"/>
              </p:cNvSpPr>
              <p:nvPr/>
            </p:nvSpPr>
            <p:spPr bwMode="auto">
              <a:xfrm>
                <a:off x="5652" y="9738"/>
                <a:ext cx="0" cy="69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26" name="直接连接符 914509">
                <a:extLst>
                  <a:ext uri="{FF2B5EF4-FFF2-40B4-BE49-F238E27FC236}">
                    <a16:creationId xmlns:a16="http://schemas.microsoft.com/office/drawing/2014/main" id="{62B2BDEA-56F6-4528-B7E6-54820E6F5DCB}"/>
                  </a:ext>
                </a:extLst>
              </p:cNvPr>
              <p:cNvSpPr>
                <a:spLocks noChangeShapeType="1"/>
              </p:cNvSpPr>
              <p:nvPr/>
            </p:nvSpPr>
            <p:spPr bwMode="auto">
              <a:xfrm>
                <a:off x="4677" y="9738"/>
                <a:ext cx="0" cy="69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27" name="直接连接符 914510">
                <a:extLst>
                  <a:ext uri="{FF2B5EF4-FFF2-40B4-BE49-F238E27FC236}">
                    <a16:creationId xmlns:a16="http://schemas.microsoft.com/office/drawing/2014/main" id="{6A0F167A-F70F-4EFD-A305-E4BCEB6D03EE}"/>
                  </a:ext>
                </a:extLst>
              </p:cNvPr>
              <p:cNvSpPr>
                <a:spLocks noChangeShapeType="1"/>
              </p:cNvSpPr>
              <p:nvPr/>
            </p:nvSpPr>
            <p:spPr bwMode="auto">
              <a:xfrm>
                <a:off x="6192" y="9738"/>
                <a:ext cx="0" cy="69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3628" name="组合 914511">
              <a:extLst>
                <a:ext uri="{FF2B5EF4-FFF2-40B4-BE49-F238E27FC236}">
                  <a16:creationId xmlns:a16="http://schemas.microsoft.com/office/drawing/2014/main" id="{FEE9152E-1436-4E00-AA6F-D5F28E84ECA5}"/>
                </a:ext>
              </a:extLst>
            </p:cNvPr>
            <p:cNvGrpSpPr>
              <a:grpSpLocks/>
            </p:cNvGrpSpPr>
            <p:nvPr/>
          </p:nvGrpSpPr>
          <p:grpSpPr bwMode="auto">
            <a:xfrm>
              <a:off x="1257" y="1377"/>
              <a:ext cx="376" cy="358"/>
              <a:chOff x="3339" y="3528"/>
              <a:chExt cx="592" cy="522"/>
            </a:xfrm>
          </p:grpSpPr>
          <p:sp>
            <p:nvSpPr>
              <p:cNvPr id="23629" name="直接连接符 914512">
                <a:extLst>
                  <a:ext uri="{FF2B5EF4-FFF2-40B4-BE49-F238E27FC236}">
                    <a16:creationId xmlns:a16="http://schemas.microsoft.com/office/drawing/2014/main" id="{D4CCDF59-3FF7-426F-A0DA-C36180F2D90D}"/>
                  </a:ext>
                </a:extLst>
              </p:cNvPr>
              <p:cNvSpPr>
                <a:spLocks noChangeShapeType="1"/>
              </p:cNvSpPr>
              <p:nvPr/>
            </p:nvSpPr>
            <p:spPr bwMode="auto">
              <a:xfrm>
                <a:off x="3339" y="3528"/>
                <a:ext cx="295" cy="0"/>
              </a:xfrm>
              <a:prstGeom prst="line">
                <a:avLst/>
              </a:prstGeom>
              <a:noFill/>
              <a:ln w="9525">
                <a:solidFill>
                  <a:srgbClr val="000000"/>
                </a:solidFill>
                <a:round/>
                <a:headEnd type="arrow"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3630" name="直接连接符 914513">
                <a:extLst>
                  <a:ext uri="{FF2B5EF4-FFF2-40B4-BE49-F238E27FC236}">
                    <a16:creationId xmlns:a16="http://schemas.microsoft.com/office/drawing/2014/main" id="{2FECD89E-3EC3-4C5D-97AB-39B601F10B43}"/>
                  </a:ext>
                </a:extLst>
              </p:cNvPr>
              <p:cNvSpPr>
                <a:spLocks noChangeShapeType="1"/>
              </p:cNvSpPr>
              <p:nvPr/>
            </p:nvSpPr>
            <p:spPr bwMode="auto">
              <a:xfrm>
                <a:off x="3642" y="3528"/>
                <a:ext cx="0" cy="52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31" name="直接连接符 914514">
                <a:extLst>
                  <a:ext uri="{FF2B5EF4-FFF2-40B4-BE49-F238E27FC236}">
                    <a16:creationId xmlns:a16="http://schemas.microsoft.com/office/drawing/2014/main" id="{85ACEBC9-2B04-4B22-AF19-987002D2E898}"/>
                  </a:ext>
                </a:extLst>
              </p:cNvPr>
              <p:cNvSpPr>
                <a:spLocks noChangeShapeType="1"/>
              </p:cNvSpPr>
              <p:nvPr/>
            </p:nvSpPr>
            <p:spPr bwMode="auto">
              <a:xfrm>
                <a:off x="3642" y="4050"/>
                <a:ext cx="28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3632" name="组合 914515">
              <a:extLst>
                <a:ext uri="{FF2B5EF4-FFF2-40B4-BE49-F238E27FC236}">
                  <a16:creationId xmlns:a16="http://schemas.microsoft.com/office/drawing/2014/main" id="{2D2DFBB2-324F-44B7-9F19-49D6DE6FEE48}"/>
                </a:ext>
              </a:extLst>
            </p:cNvPr>
            <p:cNvGrpSpPr>
              <a:grpSpLocks/>
            </p:cNvGrpSpPr>
            <p:nvPr/>
          </p:nvGrpSpPr>
          <p:grpSpPr bwMode="auto">
            <a:xfrm>
              <a:off x="1879" y="300"/>
              <a:ext cx="800" cy="596"/>
              <a:chOff x="4407" y="1440"/>
              <a:chExt cx="1260" cy="870"/>
            </a:xfrm>
          </p:grpSpPr>
          <p:sp>
            <p:nvSpPr>
              <p:cNvPr id="23633" name="椭圆 914516">
                <a:extLst>
                  <a:ext uri="{FF2B5EF4-FFF2-40B4-BE49-F238E27FC236}">
                    <a16:creationId xmlns:a16="http://schemas.microsoft.com/office/drawing/2014/main" id="{5A474859-9659-4350-B9F7-18D235A85ADF}"/>
                  </a:ext>
                </a:extLst>
              </p:cNvPr>
              <p:cNvSpPr>
                <a:spLocks noChangeArrowheads="1"/>
              </p:cNvSpPr>
              <p:nvPr/>
            </p:nvSpPr>
            <p:spPr bwMode="auto">
              <a:xfrm>
                <a:off x="4407" y="1440"/>
                <a:ext cx="1260" cy="870"/>
              </a:xfrm>
              <a:prstGeom prst="ellipse">
                <a:avLst/>
              </a:prstGeom>
              <a:solidFill>
                <a:srgbClr val="FFFFFF"/>
              </a:solidFill>
              <a:ln w="9525">
                <a:solidFill>
                  <a:srgbClr val="000000"/>
                </a:solidFill>
                <a:round/>
                <a:headEnd/>
                <a:tailEnd/>
              </a:ln>
            </p:spPr>
            <p:txBody>
              <a:bodyPr/>
              <a:lstStyle/>
              <a:p>
                <a:endParaRPr lang="zh-CN" altLang="en-US"/>
              </a:p>
            </p:txBody>
          </p:sp>
          <p:sp>
            <p:nvSpPr>
              <p:cNvPr id="23634" name="文本框 914517">
                <a:extLst>
                  <a:ext uri="{FF2B5EF4-FFF2-40B4-BE49-F238E27FC236}">
                    <a16:creationId xmlns:a16="http://schemas.microsoft.com/office/drawing/2014/main" id="{1C1E76DC-D8F4-4FDC-B3B3-218C7700FFD7}"/>
                  </a:ext>
                </a:extLst>
              </p:cNvPr>
              <p:cNvSpPr txBox="1">
                <a:spLocks noChangeArrowheads="1"/>
              </p:cNvSpPr>
              <p:nvPr/>
            </p:nvSpPr>
            <p:spPr bwMode="auto">
              <a:xfrm>
                <a:off x="4527" y="1629"/>
                <a:ext cx="1009" cy="48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a:lnSpc>
                    <a:spcPct val="140000"/>
                  </a:lnSpc>
                </a:pPr>
                <a:r>
                  <a:rPr lang="zh-CN" altLang="en-US" sz="1600" b="1">
                    <a:latin typeface="Times New Roman" panose="02020603050405020304" pitchFamily="18" charset="0"/>
                    <a:ea typeface="宋体" panose="02010600030101010101" pitchFamily="2" charset="-122"/>
                  </a:rPr>
                  <a:t>逻辑模式</a:t>
                </a:r>
                <a:endParaRPr lang="zh-CN" altLang="en-US" sz="1600" b="1"/>
              </a:p>
            </p:txBody>
          </p:sp>
        </p:grpSp>
        <p:grpSp>
          <p:nvGrpSpPr>
            <p:cNvPr id="23635" name="组合 914518">
              <a:extLst>
                <a:ext uri="{FF2B5EF4-FFF2-40B4-BE49-F238E27FC236}">
                  <a16:creationId xmlns:a16="http://schemas.microsoft.com/office/drawing/2014/main" id="{4A10E5A3-08E5-4EDD-ACB8-00D96710CDC5}"/>
                </a:ext>
              </a:extLst>
            </p:cNvPr>
            <p:cNvGrpSpPr>
              <a:grpSpLocks/>
            </p:cNvGrpSpPr>
            <p:nvPr/>
          </p:nvGrpSpPr>
          <p:grpSpPr bwMode="auto">
            <a:xfrm>
              <a:off x="745" y="300"/>
              <a:ext cx="571" cy="596"/>
              <a:chOff x="2532" y="1470"/>
              <a:chExt cx="900" cy="870"/>
            </a:xfrm>
          </p:grpSpPr>
          <p:sp>
            <p:nvSpPr>
              <p:cNvPr id="23636" name="椭圆 914519">
                <a:extLst>
                  <a:ext uri="{FF2B5EF4-FFF2-40B4-BE49-F238E27FC236}">
                    <a16:creationId xmlns:a16="http://schemas.microsoft.com/office/drawing/2014/main" id="{DD4566A2-35F9-43C0-85D4-6D8C152B3683}"/>
                  </a:ext>
                </a:extLst>
              </p:cNvPr>
              <p:cNvSpPr>
                <a:spLocks noChangeArrowheads="1"/>
              </p:cNvSpPr>
              <p:nvPr/>
            </p:nvSpPr>
            <p:spPr bwMode="auto">
              <a:xfrm>
                <a:off x="2532" y="1470"/>
                <a:ext cx="900" cy="870"/>
              </a:xfrm>
              <a:prstGeom prst="ellipse">
                <a:avLst/>
              </a:prstGeom>
              <a:solidFill>
                <a:srgbClr val="FFFFFF"/>
              </a:solidFill>
              <a:ln w="9525">
                <a:solidFill>
                  <a:srgbClr val="000000"/>
                </a:solidFill>
                <a:round/>
                <a:headEnd/>
                <a:tailEnd/>
              </a:ln>
            </p:spPr>
            <p:txBody>
              <a:bodyPr/>
              <a:lstStyle/>
              <a:p>
                <a:endParaRPr lang="zh-CN" altLang="en-US"/>
              </a:p>
            </p:txBody>
          </p:sp>
          <p:sp>
            <p:nvSpPr>
              <p:cNvPr id="23637" name="文本框 914520">
                <a:extLst>
                  <a:ext uri="{FF2B5EF4-FFF2-40B4-BE49-F238E27FC236}">
                    <a16:creationId xmlns:a16="http://schemas.microsoft.com/office/drawing/2014/main" id="{0615451C-1A12-437C-9AF1-05CFEBC66FF0}"/>
                  </a:ext>
                </a:extLst>
              </p:cNvPr>
              <p:cNvSpPr txBox="1">
                <a:spLocks noChangeArrowheads="1"/>
              </p:cNvSpPr>
              <p:nvPr/>
            </p:nvSpPr>
            <p:spPr bwMode="auto">
              <a:xfrm>
                <a:off x="2637" y="1629"/>
                <a:ext cx="675" cy="56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a:r>
                  <a:rPr lang="zh-CN" altLang="en-US" sz="1600" b="1">
                    <a:latin typeface="Times New Roman" panose="02020603050405020304" pitchFamily="18" charset="0"/>
                    <a:ea typeface="宋体" panose="02010600030101010101" pitchFamily="2" charset="-122"/>
                  </a:rPr>
                  <a:t>内部</a:t>
                </a:r>
              </a:p>
              <a:p>
                <a:pPr algn="ctr">
                  <a:lnSpc>
                    <a:spcPct val="110000"/>
                  </a:lnSpc>
                </a:pPr>
                <a:r>
                  <a:rPr lang="zh-CN" altLang="en-US" sz="1600" b="1">
                    <a:latin typeface="Times New Roman" panose="02020603050405020304" pitchFamily="18" charset="0"/>
                    <a:ea typeface="宋体" panose="02010600030101010101" pitchFamily="2" charset="-122"/>
                  </a:rPr>
                  <a:t>模式</a:t>
                </a:r>
                <a:endParaRPr lang="zh-CN" altLang="en-US" sz="1600" b="1"/>
              </a:p>
            </p:txBody>
          </p:sp>
        </p:grpSp>
        <p:sp>
          <p:nvSpPr>
            <p:cNvPr id="23638" name="直接连接符 914521">
              <a:extLst>
                <a:ext uri="{FF2B5EF4-FFF2-40B4-BE49-F238E27FC236}">
                  <a16:creationId xmlns:a16="http://schemas.microsoft.com/office/drawing/2014/main" id="{24F48B4A-5A2E-4856-8425-086A0B73D6D5}"/>
                </a:ext>
              </a:extLst>
            </p:cNvPr>
            <p:cNvSpPr>
              <a:spLocks noChangeShapeType="1"/>
            </p:cNvSpPr>
            <p:nvPr/>
          </p:nvSpPr>
          <p:spPr bwMode="auto">
            <a:xfrm rot="180000" flipH="1">
              <a:off x="1326" y="777"/>
              <a:ext cx="572" cy="2027"/>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39" name="直接连接符 914522">
              <a:extLst>
                <a:ext uri="{FF2B5EF4-FFF2-40B4-BE49-F238E27FC236}">
                  <a16:creationId xmlns:a16="http://schemas.microsoft.com/office/drawing/2014/main" id="{9FFEAF76-568D-4E12-87B2-C08E2A560EED}"/>
                </a:ext>
              </a:extLst>
            </p:cNvPr>
            <p:cNvSpPr>
              <a:spLocks noChangeShapeType="1"/>
            </p:cNvSpPr>
            <p:nvPr/>
          </p:nvSpPr>
          <p:spPr bwMode="auto">
            <a:xfrm>
              <a:off x="1259" y="2525"/>
              <a:ext cx="162" cy="0"/>
            </a:xfrm>
            <a:prstGeom prst="line">
              <a:avLst/>
            </a:prstGeom>
            <a:noFill/>
            <a:ln w="9525">
              <a:solidFill>
                <a:srgbClr val="000000"/>
              </a:solidFill>
              <a:round/>
              <a:headEnd type="arrow"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3640" name="直接连接符 914523">
              <a:extLst>
                <a:ext uri="{FF2B5EF4-FFF2-40B4-BE49-F238E27FC236}">
                  <a16:creationId xmlns:a16="http://schemas.microsoft.com/office/drawing/2014/main" id="{BBF4843E-198A-480A-A0B6-5961295C0DD1}"/>
                </a:ext>
              </a:extLst>
            </p:cNvPr>
            <p:cNvSpPr>
              <a:spLocks noChangeShapeType="1"/>
            </p:cNvSpPr>
            <p:nvPr/>
          </p:nvSpPr>
          <p:spPr bwMode="auto">
            <a:xfrm rot="-300000">
              <a:off x="2705" y="768"/>
              <a:ext cx="572" cy="1943"/>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3641" name="组合 914524">
              <a:extLst>
                <a:ext uri="{FF2B5EF4-FFF2-40B4-BE49-F238E27FC236}">
                  <a16:creationId xmlns:a16="http://schemas.microsoft.com/office/drawing/2014/main" id="{BA1C1A31-3E95-4F03-B1C5-D1978D1011D1}"/>
                </a:ext>
              </a:extLst>
            </p:cNvPr>
            <p:cNvGrpSpPr>
              <a:grpSpLocks/>
            </p:cNvGrpSpPr>
            <p:nvPr/>
          </p:nvGrpSpPr>
          <p:grpSpPr bwMode="auto">
            <a:xfrm>
              <a:off x="3280" y="1612"/>
              <a:ext cx="2230" cy="861"/>
              <a:chOff x="6522" y="8574"/>
              <a:chExt cx="3510" cy="1256"/>
            </a:xfrm>
          </p:grpSpPr>
          <p:sp>
            <p:nvSpPr>
              <p:cNvPr id="23642" name="文本框 914525">
                <a:extLst>
                  <a:ext uri="{FF2B5EF4-FFF2-40B4-BE49-F238E27FC236}">
                    <a16:creationId xmlns:a16="http://schemas.microsoft.com/office/drawing/2014/main" id="{DE152FE7-BA5D-4DF5-8E73-A5FC25964FA5}"/>
                  </a:ext>
                </a:extLst>
              </p:cNvPr>
              <p:cNvSpPr txBox="1">
                <a:spLocks noChangeArrowheads="1"/>
              </p:cNvSpPr>
              <p:nvPr/>
            </p:nvSpPr>
            <p:spPr bwMode="auto">
              <a:xfrm>
                <a:off x="7347" y="9348"/>
                <a:ext cx="1260" cy="48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a:lnSpc>
                    <a:spcPct val="140000"/>
                  </a:lnSpc>
                  <a:spcBef>
                    <a:spcPct val="20000"/>
                  </a:spcBef>
                </a:pPr>
                <a:r>
                  <a:rPr lang="zh-CN" altLang="en-US" sz="1600" b="1">
                    <a:latin typeface="Times New Roman" panose="02020603050405020304" pitchFamily="18" charset="0"/>
                    <a:ea typeface="宋体" panose="02010600030101010101" pitchFamily="2" charset="-122"/>
                  </a:rPr>
                  <a:t>用户视图</a:t>
                </a:r>
                <a:r>
                  <a:rPr lang="en-US" altLang="zh-CN" sz="1600" b="1">
                    <a:latin typeface="Times New Roman" panose="02020603050405020304" pitchFamily="18" charset="0"/>
                    <a:ea typeface="宋体" panose="02010600030101010101" pitchFamily="2" charset="-122"/>
                  </a:rPr>
                  <a:t>1</a:t>
                </a:r>
                <a:endParaRPr lang="en-US" altLang="zh-CN" sz="1600" b="1"/>
              </a:p>
            </p:txBody>
          </p:sp>
          <p:sp>
            <p:nvSpPr>
              <p:cNvPr id="23643" name="文本框 914526">
                <a:extLst>
                  <a:ext uri="{FF2B5EF4-FFF2-40B4-BE49-F238E27FC236}">
                    <a16:creationId xmlns:a16="http://schemas.microsoft.com/office/drawing/2014/main" id="{D3B24E87-080F-4848-95C9-2515D305911F}"/>
                  </a:ext>
                </a:extLst>
              </p:cNvPr>
              <p:cNvSpPr txBox="1">
                <a:spLocks noChangeArrowheads="1"/>
              </p:cNvSpPr>
              <p:nvPr/>
            </p:nvSpPr>
            <p:spPr bwMode="auto">
              <a:xfrm>
                <a:off x="6522" y="8574"/>
                <a:ext cx="675" cy="34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a:lnSpc>
                    <a:spcPct val="120000"/>
                  </a:lnSpc>
                </a:pPr>
                <a:r>
                  <a:rPr lang="en-US" altLang="zh-CN" sz="1400" b="1">
                    <a:latin typeface="Times New Roman" panose="02020603050405020304" pitchFamily="18" charset="0"/>
                    <a:ea typeface="宋体" panose="02010600030101010101" pitchFamily="2" charset="-122"/>
                  </a:rPr>
                  <a:t>TA</a:t>
                </a:r>
              </a:p>
              <a:p>
                <a:pPr>
                  <a:lnSpc>
                    <a:spcPct val="120000"/>
                  </a:lnSpc>
                </a:pPr>
                <a:endParaRPr lang="en-US" altLang="zh-CN" sz="1200"/>
              </a:p>
            </p:txBody>
          </p:sp>
          <p:sp>
            <p:nvSpPr>
              <p:cNvPr id="23644" name="文本框 914527">
                <a:extLst>
                  <a:ext uri="{FF2B5EF4-FFF2-40B4-BE49-F238E27FC236}">
                    <a16:creationId xmlns:a16="http://schemas.microsoft.com/office/drawing/2014/main" id="{CA90979D-AEFC-449F-9946-A6F4E97F1851}"/>
                  </a:ext>
                </a:extLst>
              </p:cNvPr>
              <p:cNvSpPr txBox="1">
                <a:spLocks noChangeArrowheads="1"/>
              </p:cNvSpPr>
              <p:nvPr/>
            </p:nvSpPr>
            <p:spPr bwMode="auto">
              <a:xfrm>
                <a:off x="6522" y="8868"/>
                <a:ext cx="3504" cy="329"/>
              </a:xfrm>
              <a:prstGeom prst="rect">
                <a:avLst/>
              </a:prstGeom>
              <a:solidFill>
                <a:srgbClr val="FFFFFF"/>
              </a:solidFill>
              <a:ln w="9525">
                <a:solidFill>
                  <a:srgbClr val="000000"/>
                </a:solidFill>
                <a:miter lim="800000"/>
                <a:headEnd/>
                <a:tailEnd/>
              </a:ln>
            </p:spPr>
            <p:txBody>
              <a:bodyPr/>
              <a:lstStyle/>
              <a:p>
                <a:pPr algn="just">
                  <a:lnSpc>
                    <a:spcPct val="120000"/>
                  </a:lnSpc>
                </a:pPr>
                <a:r>
                  <a:rPr lang="en-US" altLang="zh-CN" sz="1300" b="1">
                    <a:latin typeface="Times New Roman" panose="02020603050405020304" pitchFamily="18" charset="0"/>
                    <a:ea typeface="宋体" panose="02010600030101010101" pitchFamily="2" charset="-122"/>
                  </a:rPr>
                  <a:t>C# </a:t>
                </a:r>
                <a:r>
                  <a:rPr lang="en-US" altLang="zh-CN" sz="1000" b="1">
                    <a:latin typeface="Times New Roman" panose="02020603050405020304" pitchFamily="18" charset="0"/>
                    <a:ea typeface="宋体" panose="02010600030101010101" pitchFamily="2" charset="-122"/>
                  </a:rPr>
                  <a:t> </a:t>
                </a:r>
                <a:r>
                  <a:rPr lang="en-US" altLang="zh-CN" sz="1300" b="1">
                    <a:latin typeface="Times New Roman" panose="02020603050405020304" pitchFamily="18" charset="0"/>
                    <a:ea typeface="宋体" panose="02010600030101010101" pitchFamily="2" charset="-122"/>
                  </a:rPr>
                  <a:t>CNAME</a:t>
                </a:r>
                <a:r>
                  <a:rPr lang="en-US" altLang="zh-CN" sz="1000" b="1">
                    <a:latin typeface="Times New Roman" panose="02020603050405020304" pitchFamily="18" charset="0"/>
                    <a:ea typeface="宋体" panose="02010600030101010101" pitchFamily="2" charset="-122"/>
                  </a:rPr>
                  <a:t>  </a:t>
                </a:r>
                <a:r>
                  <a:rPr lang="en-US" altLang="zh-CN" sz="1300" b="1">
                    <a:latin typeface="Times New Roman" panose="02020603050405020304" pitchFamily="18" charset="0"/>
                    <a:ea typeface="宋体" panose="02010600030101010101" pitchFamily="2" charset="-122"/>
                  </a:rPr>
                  <a:t>CLASSH</a:t>
                </a:r>
                <a:r>
                  <a:rPr lang="en-US" altLang="zh-CN" sz="1000" b="1">
                    <a:latin typeface="Times New Roman" panose="02020603050405020304" pitchFamily="18" charset="0"/>
                    <a:ea typeface="宋体" panose="02010600030101010101" pitchFamily="2" charset="-122"/>
                  </a:rPr>
                  <a:t>  </a:t>
                </a:r>
                <a:r>
                  <a:rPr lang="en-US" altLang="zh-CN" sz="1300" b="1">
                    <a:latin typeface="Times New Roman" panose="02020603050405020304" pitchFamily="18" charset="0"/>
                    <a:ea typeface="宋体" panose="02010600030101010101" pitchFamily="2" charset="-122"/>
                  </a:rPr>
                  <a:t>TNAME</a:t>
                </a:r>
                <a:r>
                  <a:rPr lang="en-US" altLang="zh-CN" sz="1000" b="1">
                    <a:latin typeface="Times New Roman" panose="02020603050405020304" pitchFamily="18" charset="0"/>
                    <a:ea typeface="宋体" panose="02010600030101010101" pitchFamily="2" charset="-122"/>
                  </a:rPr>
                  <a:t>  </a:t>
                </a:r>
                <a:r>
                  <a:rPr lang="en-US" altLang="zh-CN" sz="1300" b="1">
                    <a:latin typeface="Times New Roman" panose="02020603050405020304" pitchFamily="18" charset="0"/>
                    <a:ea typeface="宋体" panose="02010600030101010101" pitchFamily="2" charset="-122"/>
                  </a:rPr>
                  <a:t>TRSECTION</a:t>
                </a:r>
                <a:endParaRPr lang="en-US" altLang="zh-CN" sz="1300" b="1"/>
              </a:p>
            </p:txBody>
          </p:sp>
          <p:sp>
            <p:nvSpPr>
              <p:cNvPr id="23645" name="直接连接符 914528">
                <a:extLst>
                  <a:ext uri="{FF2B5EF4-FFF2-40B4-BE49-F238E27FC236}">
                    <a16:creationId xmlns:a16="http://schemas.microsoft.com/office/drawing/2014/main" id="{9E8378AF-4BEF-45EC-A9EB-30269F8F5BDB}"/>
                  </a:ext>
                </a:extLst>
              </p:cNvPr>
              <p:cNvSpPr>
                <a:spLocks noChangeShapeType="1"/>
              </p:cNvSpPr>
              <p:nvPr/>
            </p:nvSpPr>
            <p:spPr bwMode="auto">
              <a:xfrm>
                <a:off x="6942" y="8868"/>
                <a:ext cx="0" cy="64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46" name="直接连接符 914529">
                <a:extLst>
                  <a:ext uri="{FF2B5EF4-FFF2-40B4-BE49-F238E27FC236}">
                    <a16:creationId xmlns:a16="http://schemas.microsoft.com/office/drawing/2014/main" id="{48121849-B06C-44A2-ABA7-22D496EA3C1A}"/>
                  </a:ext>
                </a:extLst>
              </p:cNvPr>
              <p:cNvSpPr>
                <a:spLocks noChangeShapeType="1"/>
              </p:cNvSpPr>
              <p:nvPr/>
            </p:nvSpPr>
            <p:spPr bwMode="auto">
              <a:xfrm>
                <a:off x="6522" y="8868"/>
                <a:ext cx="0" cy="69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47" name="直接连接符 914530">
                <a:extLst>
                  <a:ext uri="{FF2B5EF4-FFF2-40B4-BE49-F238E27FC236}">
                    <a16:creationId xmlns:a16="http://schemas.microsoft.com/office/drawing/2014/main" id="{02CF2F48-476A-445F-ABAC-9679270CCDF8}"/>
                  </a:ext>
                </a:extLst>
              </p:cNvPr>
              <p:cNvSpPr>
                <a:spLocks noChangeShapeType="1"/>
              </p:cNvSpPr>
              <p:nvPr/>
            </p:nvSpPr>
            <p:spPr bwMode="auto">
              <a:xfrm>
                <a:off x="8367" y="8868"/>
                <a:ext cx="0" cy="58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48" name="直接连接符 914531">
                <a:extLst>
                  <a:ext uri="{FF2B5EF4-FFF2-40B4-BE49-F238E27FC236}">
                    <a16:creationId xmlns:a16="http://schemas.microsoft.com/office/drawing/2014/main" id="{1EE5B984-8E70-41C4-9205-C2580A545C41}"/>
                  </a:ext>
                </a:extLst>
              </p:cNvPr>
              <p:cNvSpPr>
                <a:spLocks noChangeShapeType="1"/>
              </p:cNvSpPr>
              <p:nvPr/>
            </p:nvSpPr>
            <p:spPr bwMode="auto">
              <a:xfrm>
                <a:off x="7617" y="8868"/>
                <a:ext cx="0" cy="58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49" name="直接连接符 914532">
                <a:extLst>
                  <a:ext uri="{FF2B5EF4-FFF2-40B4-BE49-F238E27FC236}">
                    <a16:creationId xmlns:a16="http://schemas.microsoft.com/office/drawing/2014/main" id="{37924266-84FF-4AA8-8D92-01EA64C330D7}"/>
                  </a:ext>
                </a:extLst>
              </p:cNvPr>
              <p:cNvSpPr>
                <a:spLocks noChangeShapeType="1"/>
              </p:cNvSpPr>
              <p:nvPr/>
            </p:nvSpPr>
            <p:spPr bwMode="auto">
              <a:xfrm>
                <a:off x="8979" y="8868"/>
                <a:ext cx="0" cy="64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50" name="直接连接符 914533">
                <a:extLst>
                  <a:ext uri="{FF2B5EF4-FFF2-40B4-BE49-F238E27FC236}">
                    <a16:creationId xmlns:a16="http://schemas.microsoft.com/office/drawing/2014/main" id="{CAE9641A-E207-4DDC-B410-FC46E3BC3539}"/>
                  </a:ext>
                </a:extLst>
              </p:cNvPr>
              <p:cNvSpPr>
                <a:spLocks noChangeShapeType="1"/>
              </p:cNvSpPr>
              <p:nvPr/>
            </p:nvSpPr>
            <p:spPr bwMode="auto">
              <a:xfrm>
                <a:off x="10032" y="8862"/>
                <a:ext cx="0" cy="69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3651" name="组合 914534">
              <a:extLst>
                <a:ext uri="{FF2B5EF4-FFF2-40B4-BE49-F238E27FC236}">
                  <a16:creationId xmlns:a16="http://schemas.microsoft.com/office/drawing/2014/main" id="{8BB2B3C8-6C0B-42EA-8873-6A3B4F421182}"/>
                </a:ext>
              </a:extLst>
            </p:cNvPr>
            <p:cNvGrpSpPr>
              <a:grpSpLocks/>
            </p:cNvGrpSpPr>
            <p:nvPr/>
          </p:nvGrpSpPr>
          <p:grpSpPr bwMode="auto">
            <a:xfrm>
              <a:off x="3013" y="1715"/>
              <a:ext cx="268" cy="207"/>
              <a:chOff x="6102" y="8052"/>
              <a:chExt cx="422" cy="303"/>
            </a:xfrm>
          </p:grpSpPr>
          <p:sp>
            <p:nvSpPr>
              <p:cNvPr id="23652" name="直接连接符 914535">
                <a:extLst>
                  <a:ext uri="{FF2B5EF4-FFF2-40B4-BE49-F238E27FC236}">
                    <a16:creationId xmlns:a16="http://schemas.microsoft.com/office/drawing/2014/main" id="{6DFEA963-3D9D-4BC6-A6D3-DA34A5DBC4C9}"/>
                  </a:ext>
                </a:extLst>
              </p:cNvPr>
              <p:cNvSpPr>
                <a:spLocks noChangeShapeType="1"/>
              </p:cNvSpPr>
              <p:nvPr/>
            </p:nvSpPr>
            <p:spPr bwMode="auto">
              <a:xfrm>
                <a:off x="6102" y="8052"/>
                <a:ext cx="18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53" name="直接连接符 914536">
                <a:extLst>
                  <a:ext uri="{FF2B5EF4-FFF2-40B4-BE49-F238E27FC236}">
                    <a16:creationId xmlns:a16="http://schemas.microsoft.com/office/drawing/2014/main" id="{C1ECF2E8-C56E-4EF3-9A09-DF1D1A200522}"/>
                  </a:ext>
                </a:extLst>
              </p:cNvPr>
              <p:cNvSpPr>
                <a:spLocks noChangeShapeType="1"/>
              </p:cNvSpPr>
              <p:nvPr/>
            </p:nvSpPr>
            <p:spPr bwMode="auto">
              <a:xfrm>
                <a:off x="6282" y="8052"/>
                <a:ext cx="0" cy="3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54" name="直接连接符 914537">
                <a:extLst>
                  <a:ext uri="{FF2B5EF4-FFF2-40B4-BE49-F238E27FC236}">
                    <a16:creationId xmlns:a16="http://schemas.microsoft.com/office/drawing/2014/main" id="{A5E6611A-111C-489F-AD5F-A35AF1BCDE91}"/>
                  </a:ext>
                </a:extLst>
              </p:cNvPr>
              <p:cNvSpPr>
                <a:spLocks noChangeShapeType="1"/>
              </p:cNvSpPr>
              <p:nvPr/>
            </p:nvSpPr>
            <p:spPr bwMode="auto">
              <a:xfrm>
                <a:off x="6297" y="8355"/>
                <a:ext cx="227"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3655" name="组合 914538">
              <a:extLst>
                <a:ext uri="{FF2B5EF4-FFF2-40B4-BE49-F238E27FC236}">
                  <a16:creationId xmlns:a16="http://schemas.microsoft.com/office/drawing/2014/main" id="{66F9EF59-4937-44AC-BADD-A353FC842012}"/>
                </a:ext>
              </a:extLst>
            </p:cNvPr>
            <p:cNvGrpSpPr>
              <a:grpSpLocks/>
            </p:cNvGrpSpPr>
            <p:nvPr/>
          </p:nvGrpSpPr>
          <p:grpSpPr bwMode="auto">
            <a:xfrm>
              <a:off x="2527" y="2140"/>
              <a:ext cx="756" cy="253"/>
              <a:chOff x="5337" y="12555"/>
              <a:chExt cx="1191" cy="369"/>
            </a:xfrm>
          </p:grpSpPr>
          <p:sp>
            <p:nvSpPr>
              <p:cNvPr id="23656" name="直接连接符 914539">
                <a:extLst>
                  <a:ext uri="{FF2B5EF4-FFF2-40B4-BE49-F238E27FC236}">
                    <a16:creationId xmlns:a16="http://schemas.microsoft.com/office/drawing/2014/main" id="{B78283FF-F2FB-4B4D-8B99-0FFFF07F02BD}"/>
                  </a:ext>
                </a:extLst>
              </p:cNvPr>
              <p:cNvSpPr>
                <a:spLocks noChangeShapeType="1"/>
              </p:cNvSpPr>
              <p:nvPr/>
            </p:nvSpPr>
            <p:spPr bwMode="auto">
              <a:xfrm>
                <a:off x="5337" y="12555"/>
                <a:ext cx="1191"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3657" name="直接连接符 914540">
                <a:extLst>
                  <a:ext uri="{FF2B5EF4-FFF2-40B4-BE49-F238E27FC236}">
                    <a16:creationId xmlns:a16="http://schemas.microsoft.com/office/drawing/2014/main" id="{8C416AD5-8CDA-4A76-A4B1-25A703F223CE}"/>
                  </a:ext>
                </a:extLst>
              </p:cNvPr>
              <p:cNvSpPr>
                <a:spLocks noChangeShapeType="1"/>
              </p:cNvSpPr>
              <p:nvPr/>
            </p:nvSpPr>
            <p:spPr bwMode="auto">
              <a:xfrm>
                <a:off x="5337" y="12555"/>
                <a:ext cx="0" cy="36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3658" name="组合 914541">
              <a:extLst>
                <a:ext uri="{FF2B5EF4-FFF2-40B4-BE49-F238E27FC236}">
                  <a16:creationId xmlns:a16="http://schemas.microsoft.com/office/drawing/2014/main" id="{EC846B5E-79D7-43EB-8B85-17C525C798AE}"/>
                </a:ext>
              </a:extLst>
            </p:cNvPr>
            <p:cNvGrpSpPr>
              <a:grpSpLocks/>
            </p:cNvGrpSpPr>
            <p:nvPr/>
          </p:nvGrpSpPr>
          <p:grpSpPr bwMode="auto">
            <a:xfrm>
              <a:off x="1507" y="3551"/>
              <a:ext cx="1601" cy="378"/>
              <a:chOff x="3732" y="6765"/>
              <a:chExt cx="2520" cy="552"/>
            </a:xfrm>
          </p:grpSpPr>
          <p:sp>
            <p:nvSpPr>
              <p:cNvPr id="23659" name="文本框 914542">
                <a:extLst>
                  <a:ext uri="{FF2B5EF4-FFF2-40B4-BE49-F238E27FC236}">
                    <a16:creationId xmlns:a16="http://schemas.microsoft.com/office/drawing/2014/main" id="{4BEC694F-EC7C-4CA2-99D2-8C9D63887711}"/>
                  </a:ext>
                </a:extLst>
              </p:cNvPr>
              <p:cNvSpPr txBox="1">
                <a:spLocks noChangeArrowheads="1"/>
              </p:cNvSpPr>
              <p:nvPr/>
            </p:nvSpPr>
            <p:spPr bwMode="auto">
              <a:xfrm>
                <a:off x="4377" y="6975"/>
                <a:ext cx="1245" cy="3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pPr>
                <a:r>
                  <a:rPr lang="zh-CN" altLang="en-US" sz="1600" b="1">
                    <a:latin typeface="Times New Roman" panose="02020603050405020304" pitchFamily="18" charset="0"/>
                    <a:ea typeface="宋体" panose="02010600030101010101" pitchFamily="2" charset="-122"/>
                  </a:rPr>
                  <a:t>逻辑层次</a:t>
                </a:r>
                <a:endParaRPr lang="zh-CN" altLang="en-US" sz="1600" b="1"/>
              </a:p>
            </p:txBody>
          </p:sp>
          <p:sp>
            <p:nvSpPr>
              <p:cNvPr id="23660" name="右大括号 914543">
                <a:extLst>
                  <a:ext uri="{FF2B5EF4-FFF2-40B4-BE49-F238E27FC236}">
                    <a16:creationId xmlns:a16="http://schemas.microsoft.com/office/drawing/2014/main" id="{D8DEA0D3-8F4E-4EA8-86DC-BA0FB0C00AC0}"/>
                  </a:ext>
                </a:extLst>
              </p:cNvPr>
              <p:cNvSpPr>
                <a:spLocks/>
              </p:cNvSpPr>
              <p:nvPr/>
            </p:nvSpPr>
            <p:spPr bwMode="auto">
              <a:xfrm rot="5400000">
                <a:off x="4905" y="5592"/>
                <a:ext cx="174" cy="2520"/>
              </a:xfrm>
              <a:prstGeom prst="rightBrace">
                <a:avLst>
                  <a:gd name="adj1" fmla="val 120623"/>
                  <a:gd name="adj2" fmla="val 500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3661" name="组合 914544">
              <a:extLst>
                <a:ext uri="{FF2B5EF4-FFF2-40B4-BE49-F238E27FC236}">
                  <a16:creationId xmlns:a16="http://schemas.microsoft.com/office/drawing/2014/main" id="{228D0DC0-0C05-44E8-BAA0-5959AC416871}"/>
                </a:ext>
              </a:extLst>
            </p:cNvPr>
            <p:cNvGrpSpPr>
              <a:grpSpLocks/>
            </p:cNvGrpSpPr>
            <p:nvPr/>
          </p:nvGrpSpPr>
          <p:grpSpPr bwMode="auto">
            <a:xfrm>
              <a:off x="3242" y="2556"/>
              <a:ext cx="2269" cy="871"/>
              <a:chOff x="6462" y="9951"/>
              <a:chExt cx="3572" cy="1271"/>
            </a:xfrm>
          </p:grpSpPr>
          <p:sp>
            <p:nvSpPr>
              <p:cNvPr id="23662" name="文本框 914545">
                <a:extLst>
                  <a:ext uri="{FF2B5EF4-FFF2-40B4-BE49-F238E27FC236}">
                    <a16:creationId xmlns:a16="http://schemas.microsoft.com/office/drawing/2014/main" id="{79F507A8-8A39-4B8D-B92C-E7F8B13B78F2}"/>
                  </a:ext>
                </a:extLst>
              </p:cNvPr>
              <p:cNvSpPr txBox="1">
                <a:spLocks noChangeArrowheads="1"/>
              </p:cNvSpPr>
              <p:nvPr/>
            </p:nvSpPr>
            <p:spPr bwMode="auto">
              <a:xfrm>
                <a:off x="6567" y="9951"/>
                <a:ext cx="675" cy="34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a:lnSpc>
                    <a:spcPct val="120000"/>
                  </a:lnSpc>
                </a:pPr>
                <a:r>
                  <a:rPr lang="en-US" altLang="zh-CN" sz="1400" b="1">
                    <a:latin typeface="Times New Roman" panose="02020603050405020304" pitchFamily="18" charset="0"/>
                    <a:ea typeface="宋体" panose="02010600030101010101" pitchFamily="2" charset="-122"/>
                  </a:rPr>
                  <a:t>CG</a:t>
                </a:r>
              </a:p>
              <a:p>
                <a:pPr>
                  <a:lnSpc>
                    <a:spcPct val="120000"/>
                  </a:lnSpc>
                </a:pPr>
                <a:endParaRPr lang="en-US" altLang="zh-CN" sz="1200"/>
              </a:p>
            </p:txBody>
          </p:sp>
          <p:sp>
            <p:nvSpPr>
              <p:cNvPr id="23663" name="文本框 914546">
                <a:extLst>
                  <a:ext uri="{FF2B5EF4-FFF2-40B4-BE49-F238E27FC236}">
                    <a16:creationId xmlns:a16="http://schemas.microsoft.com/office/drawing/2014/main" id="{735265CE-39C2-46A0-931C-AECB2AD40189}"/>
                  </a:ext>
                </a:extLst>
              </p:cNvPr>
              <p:cNvSpPr txBox="1">
                <a:spLocks noChangeArrowheads="1"/>
              </p:cNvSpPr>
              <p:nvPr/>
            </p:nvSpPr>
            <p:spPr bwMode="auto">
              <a:xfrm>
                <a:off x="7482" y="10740"/>
                <a:ext cx="1260" cy="48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a:lnSpc>
                    <a:spcPct val="145000"/>
                  </a:lnSpc>
                  <a:spcBef>
                    <a:spcPct val="35000"/>
                  </a:spcBef>
                </a:pPr>
                <a:r>
                  <a:rPr lang="zh-CN" altLang="en-US" sz="1600" b="1">
                    <a:latin typeface="Times New Roman" panose="02020603050405020304" pitchFamily="18" charset="0"/>
                    <a:ea typeface="宋体" panose="02010600030101010101" pitchFamily="2" charset="-122"/>
                  </a:rPr>
                  <a:t>用户视图</a:t>
                </a:r>
                <a:r>
                  <a:rPr lang="en-US" altLang="zh-CN" sz="1600" b="1">
                    <a:latin typeface="Times New Roman" panose="02020603050405020304" pitchFamily="18" charset="0"/>
                    <a:ea typeface="宋体" panose="02010600030101010101" pitchFamily="2" charset="-122"/>
                  </a:rPr>
                  <a:t>2</a:t>
                </a:r>
                <a:endParaRPr lang="en-US" altLang="zh-CN" sz="1600" b="1"/>
              </a:p>
            </p:txBody>
          </p:sp>
          <p:sp>
            <p:nvSpPr>
              <p:cNvPr id="23664" name="文本框 914547">
                <a:extLst>
                  <a:ext uri="{FF2B5EF4-FFF2-40B4-BE49-F238E27FC236}">
                    <a16:creationId xmlns:a16="http://schemas.microsoft.com/office/drawing/2014/main" id="{CD603161-7AEF-4313-95CE-4D927B553EEF}"/>
                  </a:ext>
                </a:extLst>
              </p:cNvPr>
              <p:cNvSpPr txBox="1">
                <a:spLocks noChangeArrowheads="1"/>
              </p:cNvSpPr>
              <p:nvPr/>
            </p:nvSpPr>
            <p:spPr bwMode="auto">
              <a:xfrm>
                <a:off x="6462" y="10260"/>
                <a:ext cx="3572" cy="329"/>
              </a:xfrm>
              <a:prstGeom prst="rect">
                <a:avLst/>
              </a:prstGeom>
              <a:solidFill>
                <a:srgbClr val="FFFFFF"/>
              </a:solidFill>
              <a:ln w="9525">
                <a:solidFill>
                  <a:srgbClr val="000000"/>
                </a:solidFill>
                <a:miter lim="800000"/>
                <a:headEnd/>
                <a:tailEnd/>
              </a:ln>
            </p:spPr>
            <p:txBody>
              <a:bodyPr/>
              <a:lstStyle/>
              <a:p>
                <a:pPr algn="just">
                  <a:lnSpc>
                    <a:spcPct val="120000"/>
                  </a:lnSpc>
                </a:pPr>
                <a:r>
                  <a:rPr lang="en-US" altLang="zh-CN" sz="1300" b="1">
                    <a:latin typeface="Times New Roman" panose="02020603050405020304" pitchFamily="18" charset="0"/>
                    <a:ea typeface="宋体" panose="02010600030101010101" pitchFamily="2" charset="-122"/>
                  </a:rPr>
                  <a:t>S#   SNAME    C#  CNAME  CLASSH  GRADE</a:t>
                </a:r>
                <a:endParaRPr lang="en-US" altLang="zh-CN" sz="1300" b="1"/>
              </a:p>
            </p:txBody>
          </p:sp>
          <p:sp>
            <p:nvSpPr>
              <p:cNvPr id="23665" name="直接连接符 914548">
                <a:extLst>
                  <a:ext uri="{FF2B5EF4-FFF2-40B4-BE49-F238E27FC236}">
                    <a16:creationId xmlns:a16="http://schemas.microsoft.com/office/drawing/2014/main" id="{4973E134-1FC9-44C6-B2BA-8CFD6EC9C776}"/>
                  </a:ext>
                </a:extLst>
              </p:cNvPr>
              <p:cNvSpPr>
                <a:spLocks noChangeShapeType="1"/>
              </p:cNvSpPr>
              <p:nvPr/>
            </p:nvSpPr>
            <p:spPr bwMode="auto">
              <a:xfrm>
                <a:off x="6852" y="10260"/>
                <a:ext cx="0" cy="64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66" name="直接连接符 914549">
                <a:extLst>
                  <a:ext uri="{FF2B5EF4-FFF2-40B4-BE49-F238E27FC236}">
                    <a16:creationId xmlns:a16="http://schemas.microsoft.com/office/drawing/2014/main" id="{C3095B96-7194-4A8E-821E-BA5B53443861}"/>
                  </a:ext>
                </a:extLst>
              </p:cNvPr>
              <p:cNvSpPr>
                <a:spLocks noChangeShapeType="1"/>
              </p:cNvSpPr>
              <p:nvPr/>
            </p:nvSpPr>
            <p:spPr bwMode="auto">
              <a:xfrm>
                <a:off x="6462" y="10260"/>
                <a:ext cx="0" cy="69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67" name="直接连接符 914550">
                <a:extLst>
                  <a:ext uri="{FF2B5EF4-FFF2-40B4-BE49-F238E27FC236}">
                    <a16:creationId xmlns:a16="http://schemas.microsoft.com/office/drawing/2014/main" id="{39E318F2-577D-4298-9A25-234487D1BDFF}"/>
                  </a:ext>
                </a:extLst>
              </p:cNvPr>
              <p:cNvSpPr>
                <a:spLocks noChangeShapeType="1"/>
              </p:cNvSpPr>
              <p:nvPr/>
            </p:nvSpPr>
            <p:spPr bwMode="auto">
              <a:xfrm>
                <a:off x="7872" y="10260"/>
                <a:ext cx="0" cy="58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68" name="直接连接符 914551">
                <a:extLst>
                  <a:ext uri="{FF2B5EF4-FFF2-40B4-BE49-F238E27FC236}">
                    <a16:creationId xmlns:a16="http://schemas.microsoft.com/office/drawing/2014/main" id="{FB31A12A-E017-4B90-8F80-12535F2C2A0F}"/>
                  </a:ext>
                </a:extLst>
              </p:cNvPr>
              <p:cNvSpPr>
                <a:spLocks noChangeShapeType="1"/>
              </p:cNvSpPr>
              <p:nvPr/>
            </p:nvSpPr>
            <p:spPr bwMode="auto">
              <a:xfrm>
                <a:off x="7527" y="10260"/>
                <a:ext cx="0" cy="58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69" name="直接连接符 914552">
                <a:extLst>
                  <a:ext uri="{FF2B5EF4-FFF2-40B4-BE49-F238E27FC236}">
                    <a16:creationId xmlns:a16="http://schemas.microsoft.com/office/drawing/2014/main" id="{8C6E87D6-2C92-46BB-BA9E-B9AF472E130C}"/>
                  </a:ext>
                </a:extLst>
              </p:cNvPr>
              <p:cNvSpPr>
                <a:spLocks noChangeShapeType="1"/>
              </p:cNvSpPr>
              <p:nvPr/>
            </p:nvSpPr>
            <p:spPr bwMode="auto">
              <a:xfrm>
                <a:off x="8544" y="10260"/>
                <a:ext cx="0" cy="64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70" name="直接连接符 914553">
                <a:extLst>
                  <a:ext uri="{FF2B5EF4-FFF2-40B4-BE49-F238E27FC236}">
                    <a16:creationId xmlns:a16="http://schemas.microsoft.com/office/drawing/2014/main" id="{0A049721-09C7-44E1-B846-49B2E7D5442B}"/>
                  </a:ext>
                </a:extLst>
              </p:cNvPr>
              <p:cNvSpPr>
                <a:spLocks noChangeShapeType="1"/>
              </p:cNvSpPr>
              <p:nvPr/>
            </p:nvSpPr>
            <p:spPr bwMode="auto">
              <a:xfrm>
                <a:off x="10032" y="10254"/>
                <a:ext cx="0" cy="69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71" name="直接连接符 914554">
                <a:extLst>
                  <a:ext uri="{FF2B5EF4-FFF2-40B4-BE49-F238E27FC236}">
                    <a16:creationId xmlns:a16="http://schemas.microsoft.com/office/drawing/2014/main" id="{FD0EF3CB-A234-4702-8187-793CF9663FB3}"/>
                  </a:ext>
                </a:extLst>
              </p:cNvPr>
              <p:cNvSpPr>
                <a:spLocks noChangeShapeType="1"/>
              </p:cNvSpPr>
              <p:nvPr/>
            </p:nvSpPr>
            <p:spPr bwMode="auto">
              <a:xfrm>
                <a:off x="9297" y="10269"/>
                <a:ext cx="0" cy="64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3672" name="组合 914555">
              <a:extLst>
                <a:ext uri="{FF2B5EF4-FFF2-40B4-BE49-F238E27FC236}">
                  <a16:creationId xmlns:a16="http://schemas.microsoft.com/office/drawing/2014/main" id="{890282A8-BAF3-4156-9F2A-E047DACB8042}"/>
                </a:ext>
              </a:extLst>
            </p:cNvPr>
            <p:cNvGrpSpPr>
              <a:grpSpLocks/>
            </p:cNvGrpSpPr>
            <p:nvPr/>
          </p:nvGrpSpPr>
          <p:grpSpPr bwMode="auto">
            <a:xfrm>
              <a:off x="3127" y="2457"/>
              <a:ext cx="111" cy="432"/>
              <a:chOff x="6645" y="12576"/>
              <a:chExt cx="174" cy="630"/>
            </a:xfrm>
          </p:grpSpPr>
          <p:sp>
            <p:nvSpPr>
              <p:cNvPr id="23673" name="直接连接符 914556">
                <a:extLst>
                  <a:ext uri="{FF2B5EF4-FFF2-40B4-BE49-F238E27FC236}">
                    <a16:creationId xmlns:a16="http://schemas.microsoft.com/office/drawing/2014/main" id="{CA0EA202-1213-4AC3-B1C8-295F5988A932}"/>
                  </a:ext>
                </a:extLst>
              </p:cNvPr>
              <p:cNvSpPr>
                <a:spLocks noChangeShapeType="1"/>
              </p:cNvSpPr>
              <p:nvPr/>
            </p:nvSpPr>
            <p:spPr bwMode="auto">
              <a:xfrm>
                <a:off x="6660" y="13206"/>
                <a:ext cx="159"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3674" name="直接连接符 914557">
                <a:extLst>
                  <a:ext uri="{FF2B5EF4-FFF2-40B4-BE49-F238E27FC236}">
                    <a16:creationId xmlns:a16="http://schemas.microsoft.com/office/drawing/2014/main" id="{D4F3B469-DE4F-4E96-AB81-C04DAF8A4906}"/>
                  </a:ext>
                </a:extLst>
              </p:cNvPr>
              <p:cNvSpPr>
                <a:spLocks noChangeShapeType="1"/>
              </p:cNvSpPr>
              <p:nvPr/>
            </p:nvSpPr>
            <p:spPr bwMode="auto">
              <a:xfrm>
                <a:off x="6657" y="12786"/>
                <a:ext cx="0" cy="40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75" name="直接连接符 914558">
                <a:extLst>
                  <a:ext uri="{FF2B5EF4-FFF2-40B4-BE49-F238E27FC236}">
                    <a16:creationId xmlns:a16="http://schemas.microsoft.com/office/drawing/2014/main" id="{01DDCE68-AAFA-4A96-B166-9FC557597CD4}"/>
                  </a:ext>
                </a:extLst>
              </p:cNvPr>
              <p:cNvSpPr>
                <a:spLocks noChangeShapeType="1"/>
              </p:cNvSpPr>
              <p:nvPr/>
            </p:nvSpPr>
            <p:spPr bwMode="auto">
              <a:xfrm>
                <a:off x="6645" y="12576"/>
                <a:ext cx="0" cy="181"/>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3676" name="组合 914559">
              <a:extLst>
                <a:ext uri="{FF2B5EF4-FFF2-40B4-BE49-F238E27FC236}">
                  <a16:creationId xmlns:a16="http://schemas.microsoft.com/office/drawing/2014/main" id="{DA417EAC-C626-418B-B3E1-590963F31909}"/>
                </a:ext>
              </a:extLst>
            </p:cNvPr>
            <p:cNvGrpSpPr>
              <a:grpSpLocks/>
            </p:cNvGrpSpPr>
            <p:nvPr/>
          </p:nvGrpSpPr>
          <p:grpSpPr bwMode="auto">
            <a:xfrm>
              <a:off x="1547" y="2923"/>
              <a:ext cx="1494" cy="597"/>
              <a:chOff x="3795" y="5834"/>
              <a:chExt cx="2352" cy="871"/>
            </a:xfrm>
          </p:grpSpPr>
          <p:sp>
            <p:nvSpPr>
              <p:cNvPr id="23677" name="文本框 914560">
                <a:extLst>
                  <a:ext uri="{FF2B5EF4-FFF2-40B4-BE49-F238E27FC236}">
                    <a16:creationId xmlns:a16="http://schemas.microsoft.com/office/drawing/2014/main" id="{C0D5C87B-8B87-432E-89EA-38B5C504E4AC}"/>
                  </a:ext>
                </a:extLst>
              </p:cNvPr>
              <p:cNvSpPr txBox="1">
                <a:spLocks noChangeArrowheads="1"/>
              </p:cNvSpPr>
              <p:nvPr/>
            </p:nvSpPr>
            <p:spPr bwMode="auto">
              <a:xfrm>
                <a:off x="3810" y="5834"/>
                <a:ext cx="540" cy="34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a:lnSpc>
                    <a:spcPct val="120000"/>
                  </a:lnSpc>
                </a:pPr>
                <a:r>
                  <a:rPr lang="en-US" altLang="zh-CN" sz="1200">
                    <a:latin typeface="Times New Roman" panose="02020603050405020304" pitchFamily="18" charset="0"/>
                    <a:ea typeface="宋体" panose="02010600030101010101" pitchFamily="2" charset="-122"/>
                  </a:rPr>
                  <a:t>S</a:t>
                </a:r>
                <a:endParaRPr lang="en-US" altLang="zh-CN" sz="1200"/>
              </a:p>
            </p:txBody>
          </p:sp>
          <p:sp>
            <p:nvSpPr>
              <p:cNvPr id="23678" name="文本框 914561">
                <a:extLst>
                  <a:ext uri="{FF2B5EF4-FFF2-40B4-BE49-F238E27FC236}">
                    <a16:creationId xmlns:a16="http://schemas.microsoft.com/office/drawing/2014/main" id="{DE0D9D88-7D6A-40A8-8ADA-27F1F32EF032}"/>
                  </a:ext>
                </a:extLst>
              </p:cNvPr>
              <p:cNvSpPr txBox="1">
                <a:spLocks noChangeArrowheads="1"/>
              </p:cNvSpPr>
              <p:nvPr/>
            </p:nvSpPr>
            <p:spPr bwMode="auto">
              <a:xfrm>
                <a:off x="3795" y="6128"/>
                <a:ext cx="2352" cy="358"/>
              </a:xfrm>
              <a:prstGeom prst="rect">
                <a:avLst/>
              </a:prstGeom>
              <a:solidFill>
                <a:srgbClr val="FFFFFF"/>
              </a:solidFill>
              <a:ln w="9525">
                <a:solidFill>
                  <a:srgbClr val="000000"/>
                </a:solidFill>
                <a:miter lim="800000"/>
                <a:headEnd/>
                <a:tailEnd/>
              </a:ln>
            </p:spPr>
            <p:txBody>
              <a:bodyPr/>
              <a:lstStyle/>
              <a:p>
                <a:pPr algn="just">
                  <a:lnSpc>
                    <a:spcPct val="120000"/>
                  </a:lnSpc>
                </a:pPr>
                <a:r>
                  <a:rPr lang="en-US" altLang="zh-CN" sz="1400" b="1">
                    <a:latin typeface="Times New Roman" panose="02020603050405020304" pitchFamily="18" charset="0"/>
                    <a:ea typeface="宋体" panose="02010600030101010101" pitchFamily="2" charset="-122"/>
                  </a:rPr>
                  <a:t>  S#      SNAME   SSEX   </a:t>
                </a:r>
                <a:r>
                  <a:rPr lang="en-US" altLang="zh-CN" sz="1400" b="1">
                    <a:latin typeface="Times New Roman" panose="02020603050405020304" pitchFamily="18" charset="0"/>
                    <a:ea typeface="黑体" panose="02010609060101010101" pitchFamily="49" charset="-122"/>
                  </a:rPr>
                  <a:t>…</a:t>
                </a:r>
                <a:endParaRPr lang="en-US" altLang="zh-CN" sz="1400" b="1"/>
              </a:p>
            </p:txBody>
          </p:sp>
          <p:sp>
            <p:nvSpPr>
              <p:cNvPr id="23679" name="直接连接符 914562">
                <a:extLst>
                  <a:ext uri="{FF2B5EF4-FFF2-40B4-BE49-F238E27FC236}">
                    <a16:creationId xmlns:a16="http://schemas.microsoft.com/office/drawing/2014/main" id="{B384D2DE-4475-4315-831F-AAC5B2D87208}"/>
                  </a:ext>
                </a:extLst>
              </p:cNvPr>
              <p:cNvSpPr>
                <a:spLocks noChangeShapeType="1"/>
              </p:cNvSpPr>
              <p:nvPr/>
            </p:nvSpPr>
            <p:spPr bwMode="auto">
              <a:xfrm>
                <a:off x="4383" y="6128"/>
                <a:ext cx="0" cy="56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80" name="直接连接符 914563">
                <a:extLst>
                  <a:ext uri="{FF2B5EF4-FFF2-40B4-BE49-F238E27FC236}">
                    <a16:creationId xmlns:a16="http://schemas.microsoft.com/office/drawing/2014/main" id="{E4A0C2DB-54FB-4326-B9D7-2FCFD8477148}"/>
                  </a:ext>
                </a:extLst>
              </p:cNvPr>
              <p:cNvSpPr>
                <a:spLocks noChangeShapeType="1"/>
              </p:cNvSpPr>
              <p:nvPr/>
            </p:nvSpPr>
            <p:spPr bwMode="auto">
              <a:xfrm>
                <a:off x="3804" y="6128"/>
                <a:ext cx="0" cy="56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81" name="直接连接符 914564">
                <a:extLst>
                  <a:ext uri="{FF2B5EF4-FFF2-40B4-BE49-F238E27FC236}">
                    <a16:creationId xmlns:a16="http://schemas.microsoft.com/office/drawing/2014/main" id="{55AC23E1-485A-472A-944C-E4C8942366FA}"/>
                  </a:ext>
                </a:extLst>
              </p:cNvPr>
              <p:cNvSpPr>
                <a:spLocks noChangeShapeType="1"/>
              </p:cNvSpPr>
              <p:nvPr/>
            </p:nvSpPr>
            <p:spPr bwMode="auto">
              <a:xfrm>
                <a:off x="5685" y="6128"/>
                <a:ext cx="0" cy="56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82" name="直接连接符 914565">
                <a:extLst>
                  <a:ext uri="{FF2B5EF4-FFF2-40B4-BE49-F238E27FC236}">
                    <a16:creationId xmlns:a16="http://schemas.microsoft.com/office/drawing/2014/main" id="{F772B0C8-5C42-44A6-B276-5154FE19C6A6}"/>
                  </a:ext>
                </a:extLst>
              </p:cNvPr>
              <p:cNvSpPr>
                <a:spLocks noChangeShapeType="1"/>
              </p:cNvSpPr>
              <p:nvPr/>
            </p:nvSpPr>
            <p:spPr bwMode="auto">
              <a:xfrm>
                <a:off x="5130" y="6128"/>
                <a:ext cx="0" cy="56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83" name="直接连接符 914566">
                <a:extLst>
                  <a:ext uri="{FF2B5EF4-FFF2-40B4-BE49-F238E27FC236}">
                    <a16:creationId xmlns:a16="http://schemas.microsoft.com/office/drawing/2014/main" id="{74431BF1-9686-42AD-9960-7EF537AF67B3}"/>
                  </a:ext>
                </a:extLst>
              </p:cNvPr>
              <p:cNvSpPr>
                <a:spLocks noChangeShapeType="1"/>
              </p:cNvSpPr>
              <p:nvPr/>
            </p:nvSpPr>
            <p:spPr bwMode="auto">
              <a:xfrm>
                <a:off x="6135" y="6138"/>
                <a:ext cx="0" cy="56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3684" name="组合 914567">
              <a:extLst>
                <a:ext uri="{FF2B5EF4-FFF2-40B4-BE49-F238E27FC236}">
                  <a16:creationId xmlns:a16="http://schemas.microsoft.com/office/drawing/2014/main" id="{694B26F3-AD0E-4610-9AE1-C00F18FB162D}"/>
                </a:ext>
              </a:extLst>
            </p:cNvPr>
            <p:cNvGrpSpPr>
              <a:grpSpLocks/>
            </p:cNvGrpSpPr>
            <p:nvPr/>
          </p:nvGrpSpPr>
          <p:grpSpPr bwMode="auto">
            <a:xfrm>
              <a:off x="3041" y="3105"/>
              <a:ext cx="199" cy="141"/>
              <a:chOff x="6132" y="12750"/>
              <a:chExt cx="313" cy="207"/>
            </a:xfrm>
          </p:grpSpPr>
          <p:sp>
            <p:nvSpPr>
              <p:cNvPr id="23685" name="直接连接符 914568">
                <a:extLst>
                  <a:ext uri="{FF2B5EF4-FFF2-40B4-BE49-F238E27FC236}">
                    <a16:creationId xmlns:a16="http://schemas.microsoft.com/office/drawing/2014/main" id="{E67D61A7-208E-4D6F-8567-AF62B3BEF50A}"/>
                  </a:ext>
                </a:extLst>
              </p:cNvPr>
              <p:cNvSpPr>
                <a:spLocks noChangeShapeType="1"/>
              </p:cNvSpPr>
              <p:nvPr/>
            </p:nvSpPr>
            <p:spPr bwMode="auto">
              <a:xfrm>
                <a:off x="6132" y="12954"/>
                <a:ext cx="1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86" name="直接连接符 914569">
                <a:extLst>
                  <a:ext uri="{FF2B5EF4-FFF2-40B4-BE49-F238E27FC236}">
                    <a16:creationId xmlns:a16="http://schemas.microsoft.com/office/drawing/2014/main" id="{ED22F992-2BC4-4D31-B012-8A0BDD8F1729}"/>
                  </a:ext>
                </a:extLst>
              </p:cNvPr>
              <p:cNvSpPr>
                <a:spLocks noChangeShapeType="1"/>
              </p:cNvSpPr>
              <p:nvPr/>
            </p:nvSpPr>
            <p:spPr bwMode="auto">
              <a:xfrm>
                <a:off x="6264" y="12759"/>
                <a:ext cx="0" cy="19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87" name="直接连接符 914570">
                <a:extLst>
                  <a:ext uri="{FF2B5EF4-FFF2-40B4-BE49-F238E27FC236}">
                    <a16:creationId xmlns:a16="http://schemas.microsoft.com/office/drawing/2014/main" id="{4A61C11B-0BD2-44F5-8C70-94403F4CD0AD}"/>
                  </a:ext>
                </a:extLst>
              </p:cNvPr>
              <p:cNvSpPr>
                <a:spLocks noChangeShapeType="1"/>
              </p:cNvSpPr>
              <p:nvPr/>
            </p:nvSpPr>
            <p:spPr bwMode="auto">
              <a:xfrm>
                <a:off x="6264" y="12750"/>
                <a:ext cx="181"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3688" name="直接连接符 914571">
              <a:extLst>
                <a:ext uri="{FF2B5EF4-FFF2-40B4-BE49-F238E27FC236}">
                  <a16:creationId xmlns:a16="http://schemas.microsoft.com/office/drawing/2014/main" id="{A720086D-8456-4C94-9329-024B299DE67F}"/>
                </a:ext>
              </a:extLst>
            </p:cNvPr>
            <p:cNvSpPr>
              <a:spLocks noChangeShapeType="1"/>
            </p:cNvSpPr>
            <p:nvPr/>
          </p:nvSpPr>
          <p:spPr bwMode="auto">
            <a:xfrm rot="540000" flipV="1">
              <a:off x="1325" y="551"/>
              <a:ext cx="537" cy="11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3689" name="组合 914572">
              <a:extLst>
                <a:ext uri="{FF2B5EF4-FFF2-40B4-BE49-F238E27FC236}">
                  <a16:creationId xmlns:a16="http://schemas.microsoft.com/office/drawing/2014/main" id="{FA651E87-F789-47AD-9601-C44AA54F96FA}"/>
                </a:ext>
              </a:extLst>
            </p:cNvPr>
            <p:cNvGrpSpPr>
              <a:grpSpLocks/>
            </p:cNvGrpSpPr>
            <p:nvPr/>
          </p:nvGrpSpPr>
          <p:grpSpPr bwMode="auto">
            <a:xfrm>
              <a:off x="3594" y="382"/>
              <a:ext cx="572" cy="597"/>
              <a:chOff x="2532" y="1470"/>
              <a:chExt cx="900" cy="870"/>
            </a:xfrm>
          </p:grpSpPr>
          <p:sp>
            <p:nvSpPr>
              <p:cNvPr id="23690" name="椭圆 914573">
                <a:extLst>
                  <a:ext uri="{FF2B5EF4-FFF2-40B4-BE49-F238E27FC236}">
                    <a16:creationId xmlns:a16="http://schemas.microsoft.com/office/drawing/2014/main" id="{3E1B2037-3C6C-4D01-9D5A-3D5BD79DD3A1}"/>
                  </a:ext>
                </a:extLst>
              </p:cNvPr>
              <p:cNvSpPr>
                <a:spLocks noChangeArrowheads="1"/>
              </p:cNvSpPr>
              <p:nvPr/>
            </p:nvSpPr>
            <p:spPr bwMode="auto">
              <a:xfrm>
                <a:off x="2532" y="1470"/>
                <a:ext cx="900" cy="870"/>
              </a:xfrm>
              <a:prstGeom prst="ellipse">
                <a:avLst/>
              </a:prstGeom>
              <a:solidFill>
                <a:srgbClr val="FFFFFF"/>
              </a:solidFill>
              <a:ln w="9525">
                <a:solidFill>
                  <a:srgbClr val="000000"/>
                </a:solidFill>
                <a:round/>
                <a:headEnd/>
                <a:tailEnd/>
              </a:ln>
            </p:spPr>
            <p:txBody>
              <a:bodyPr/>
              <a:lstStyle/>
              <a:p>
                <a:endParaRPr lang="zh-CN" altLang="en-US"/>
              </a:p>
            </p:txBody>
          </p:sp>
          <p:sp>
            <p:nvSpPr>
              <p:cNvPr id="23691" name="文本框 914574">
                <a:extLst>
                  <a:ext uri="{FF2B5EF4-FFF2-40B4-BE49-F238E27FC236}">
                    <a16:creationId xmlns:a16="http://schemas.microsoft.com/office/drawing/2014/main" id="{5F78BD47-F17E-461C-B99E-1A4F850CD376}"/>
                  </a:ext>
                </a:extLst>
              </p:cNvPr>
              <p:cNvSpPr txBox="1">
                <a:spLocks noChangeArrowheads="1"/>
              </p:cNvSpPr>
              <p:nvPr/>
            </p:nvSpPr>
            <p:spPr bwMode="auto">
              <a:xfrm>
                <a:off x="2637" y="1629"/>
                <a:ext cx="675" cy="56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05000"/>
                  </a:lnSpc>
                </a:pPr>
                <a:r>
                  <a:rPr lang="zh-CN" altLang="en-US" sz="1600" b="1">
                    <a:latin typeface="Times New Roman" panose="02020603050405020304" pitchFamily="18" charset="0"/>
                    <a:ea typeface="宋体" panose="02010600030101010101" pitchFamily="2" charset="-122"/>
                  </a:rPr>
                  <a:t>外模</a:t>
                </a:r>
              </a:p>
              <a:p>
                <a:pPr algn="ctr">
                  <a:lnSpc>
                    <a:spcPct val="105000"/>
                  </a:lnSpc>
                </a:pPr>
                <a:r>
                  <a:rPr lang="zh-CN" altLang="en-US" sz="1600" b="1">
                    <a:latin typeface="Times New Roman" panose="02020603050405020304" pitchFamily="18" charset="0"/>
                    <a:ea typeface="宋体" panose="02010600030101010101" pitchFamily="2" charset="-122"/>
                  </a:rPr>
                  <a:t>式 </a:t>
                </a:r>
                <a:r>
                  <a:rPr lang="en-US" altLang="zh-CN" sz="1600" b="1">
                    <a:latin typeface="Times New Roman" panose="02020603050405020304" pitchFamily="18" charset="0"/>
                    <a:ea typeface="宋体" panose="02010600030101010101" pitchFamily="2" charset="-122"/>
                  </a:rPr>
                  <a:t>1</a:t>
                </a:r>
                <a:endParaRPr lang="en-US" altLang="zh-CN" sz="1600" b="1"/>
              </a:p>
            </p:txBody>
          </p:sp>
        </p:grpSp>
        <p:grpSp>
          <p:nvGrpSpPr>
            <p:cNvPr id="23692" name="组合 914575">
              <a:extLst>
                <a:ext uri="{FF2B5EF4-FFF2-40B4-BE49-F238E27FC236}">
                  <a16:creationId xmlns:a16="http://schemas.microsoft.com/office/drawing/2014/main" id="{2491F6C2-83DF-4C19-B485-BC38A6123299}"/>
                </a:ext>
              </a:extLst>
            </p:cNvPr>
            <p:cNvGrpSpPr>
              <a:grpSpLocks/>
            </p:cNvGrpSpPr>
            <p:nvPr/>
          </p:nvGrpSpPr>
          <p:grpSpPr bwMode="auto">
            <a:xfrm>
              <a:off x="4166" y="1077"/>
              <a:ext cx="572" cy="596"/>
              <a:chOff x="2532" y="1470"/>
              <a:chExt cx="900" cy="870"/>
            </a:xfrm>
          </p:grpSpPr>
          <p:sp>
            <p:nvSpPr>
              <p:cNvPr id="23693" name="椭圆 914576">
                <a:extLst>
                  <a:ext uri="{FF2B5EF4-FFF2-40B4-BE49-F238E27FC236}">
                    <a16:creationId xmlns:a16="http://schemas.microsoft.com/office/drawing/2014/main" id="{2F405D2A-8550-4ACE-8957-15C1C90788D5}"/>
                  </a:ext>
                </a:extLst>
              </p:cNvPr>
              <p:cNvSpPr>
                <a:spLocks noChangeArrowheads="1"/>
              </p:cNvSpPr>
              <p:nvPr/>
            </p:nvSpPr>
            <p:spPr bwMode="auto">
              <a:xfrm>
                <a:off x="2532" y="1470"/>
                <a:ext cx="900" cy="870"/>
              </a:xfrm>
              <a:prstGeom prst="ellipse">
                <a:avLst/>
              </a:prstGeom>
              <a:solidFill>
                <a:srgbClr val="FFFFFF"/>
              </a:solidFill>
              <a:ln w="9525">
                <a:solidFill>
                  <a:srgbClr val="000000"/>
                </a:solidFill>
                <a:round/>
                <a:headEnd/>
                <a:tailEnd/>
              </a:ln>
            </p:spPr>
            <p:txBody>
              <a:bodyPr/>
              <a:lstStyle/>
              <a:p>
                <a:endParaRPr lang="zh-CN" altLang="en-US"/>
              </a:p>
            </p:txBody>
          </p:sp>
          <p:sp>
            <p:nvSpPr>
              <p:cNvPr id="23694" name="文本框 914577">
                <a:extLst>
                  <a:ext uri="{FF2B5EF4-FFF2-40B4-BE49-F238E27FC236}">
                    <a16:creationId xmlns:a16="http://schemas.microsoft.com/office/drawing/2014/main" id="{E15D6F10-D19E-4B18-8483-065C563A1FBE}"/>
                  </a:ext>
                </a:extLst>
              </p:cNvPr>
              <p:cNvSpPr txBox="1">
                <a:spLocks noChangeArrowheads="1"/>
              </p:cNvSpPr>
              <p:nvPr/>
            </p:nvSpPr>
            <p:spPr bwMode="auto">
              <a:xfrm>
                <a:off x="2637" y="1629"/>
                <a:ext cx="675" cy="56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05000"/>
                  </a:lnSpc>
                </a:pPr>
                <a:r>
                  <a:rPr lang="zh-CN" altLang="en-US" sz="1600" b="1">
                    <a:latin typeface="Times New Roman" panose="02020603050405020304" pitchFamily="18" charset="0"/>
                    <a:ea typeface="宋体" panose="02010600030101010101" pitchFamily="2" charset="-122"/>
                  </a:rPr>
                  <a:t>外模</a:t>
                </a:r>
              </a:p>
              <a:p>
                <a:pPr algn="ctr">
                  <a:lnSpc>
                    <a:spcPct val="105000"/>
                  </a:lnSpc>
                </a:pPr>
                <a:r>
                  <a:rPr lang="zh-CN" altLang="en-US" sz="1600" b="1">
                    <a:latin typeface="Times New Roman" panose="02020603050405020304" pitchFamily="18" charset="0"/>
                    <a:ea typeface="宋体" panose="02010600030101010101" pitchFamily="2" charset="-122"/>
                  </a:rPr>
                  <a:t>式 </a:t>
                </a:r>
                <a:r>
                  <a:rPr lang="en-US" altLang="zh-CN" sz="1600" b="1">
                    <a:latin typeface="Times New Roman" panose="02020603050405020304" pitchFamily="18" charset="0"/>
                    <a:ea typeface="宋体" panose="02010600030101010101" pitchFamily="2" charset="-122"/>
                  </a:rPr>
                  <a:t>2</a:t>
                </a:r>
                <a:endParaRPr lang="en-US" altLang="zh-CN" sz="1600" b="1"/>
              </a:p>
            </p:txBody>
          </p:sp>
        </p:grpSp>
        <p:sp>
          <p:nvSpPr>
            <p:cNvPr id="23695" name="直接连接符 914578">
              <a:extLst>
                <a:ext uri="{FF2B5EF4-FFF2-40B4-BE49-F238E27FC236}">
                  <a16:creationId xmlns:a16="http://schemas.microsoft.com/office/drawing/2014/main" id="{6349C3C9-9DFB-4BDB-B336-521D367CAA07}"/>
                </a:ext>
              </a:extLst>
            </p:cNvPr>
            <p:cNvSpPr>
              <a:spLocks noChangeShapeType="1"/>
            </p:cNvSpPr>
            <p:nvPr/>
          </p:nvSpPr>
          <p:spPr bwMode="auto">
            <a:xfrm>
              <a:off x="2689" y="580"/>
              <a:ext cx="905" cy="7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96" name="直接连接符 914579">
              <a:extLst>
                <a:ext uri="{FF2B5EF4-FFF2-40B4-BE49-F238E27FC236}">
                  <a16:creationId xmlns:a16="http://schemas.microsoft.com/office/drawing/2014/main" id="{981D70B1-D5C5-4382-8305-159D13C853CD}"/>
                </a:ext>
              </a:extLst>
            </p:cNvPr>
            <p:cNvSpPr>
              <a:spLocks noChangeShapeType="1"/>
            </p:cNvSpPr>
            <p:nvPr/>
          </p:nvSpPr>
          <p:spPr bwMode="auto">
            <a:xfrm>
              <a:off x="2679" y="658"/>
              <a:ext cx="1487" cy="71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97" name="文本框 914580">
              <a:extLst>
                <a:ext uri="{FF2B5EF4-FFF2-40B4-BE49-F238E27FC236}">
                  <a16:creationId xmlns:a16="http://schemas.microsoft.com/office/drawing/2014/main" id="{766A5879-B034-4561-B660-6031203100DC}"/>
                </a:ext>
              </a:extLst>
            </p:cNvPr>
            <p:cNvSpPr txBox="1">
              <a:spLocks noChangeArrowheads="1"/>
            </p:cNvSpPr>
            <p:nvPr/>
          </p:nvSpPr>
          <p:spPr bwMode="auto">
            <a:xfrm>
              <a:off x="3948" y="3674"/>
              <a:ext cx="904" cy="21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pPr>
              <a:r>
                <a:rPr lang="zh-CN" altLang="en-US" sz="1600" b="1">
                  <a:latin typeface="Times New Roman" panose="02020603050405020304" pitchFamily="18" charset="0"/>
                  <a:ea typeface="宋体" panose="02010600030101010101" pitchFamily="2" charset="-122"/>
                </a:rPr>
                <a:t>外部层次</a:t>
              </a:r>
              <a:endParaRPr lang="zh-CN" altLang="en-US" sz="1600" b="1"/>
            </a:p>
          </p:txBody>
        </p:sp>
        <p:sp>
          <p:nvSpPr>
            <p:cNvPr id="23698" name="右大括号 914581">
              <a:extLst>
                <a:ext uri="{FF2B5EF4-FFF2-40B4-BE49-F238E27FC236}">
                  <a16:creationId xmlns:a16="http://schemas.microsoft.com/office/drawing/2014/main" id="{A05DAEAD-7307-4DC8-90C4-10FDA6152B64}"/>
                </a:ext>
              </a:extLst>
            </p:cNvPr>
            <p:cNvSpPr>
              <a:spLocks/>
            </p:cNvSpPr>
            <p:nvPr/>
          </p:nvSpPr>
          <p:spPr bwMode="auto">
            <a:xfrm rot="5400000">
              <a:off x="4334" y="2658"/>
              <a:ext cx="119" cy="1830"/>
            </a:xfrm>
            <a:prstGeom prst="rightBrace">
              <a:avLst>
                <a:gd name="adj1" fmla="val 128080"/>
                <a:gd name="adj2" fmla="val 500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2000" advTm="41045"/>
    </mc:Choice>
    <mc:Fallback xmlns="">
      <p:transition spd="slow" advTm="41045"/>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9316" name="矩形 909315">
            <a:extLst>
              <a:ext uri="{FF2B5EF4-FFF2-40B4-BE49-F238E27FC236}">
                <a16:creationId xmlns:a16="http://schemas.microsoft.com/office/drawing/2014/main" id="{383EBA27-2CB3-405E-904B-B69B8790F8A4}"/>
              </a:ext>
            </a:extLst>
          </p:cNvPr>
          <p:cNvSpPr/>
          <p:nvPr/>
        </p:nvSpPr>
        <p:spPr>
          <a:xfrm>
            <a:off x="784225" y="201613"/>
            <a:ext cx="8277225"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sz="2900" noProof="1"/>
              <a:t>二、</a:t>
            </a:r>
            <a:r>
              <a:rPr lang="en-US" altLang="zh-CN" sz="2900" noProof="1"/>
              <a:t>DB</a:t>
            </a:r>
            <a:r>
              <a:rPr lang="zh-CN" altLang="en-US" sz="2900" noProof="1"/>
              <a:t>内部体系结构中的两级影射与数据独立性</a:t>
            </a:r>
            <a:r>
              <a:rPr lang="zh-CN" altLang="en-US" noProof="1"/>
              <a:t> </a:t>
            </a:r>
          </a:p>
        </p:txBody>
      </p:sp>
      <p:sp>
        <p:nvSpPr>
          <p:cNvPr id="909317" name="矩形 909316">
            <a:extLst>
              <a:ext uri="{FF2B5EF4-FFF2-40B4-BE49-F238E27FC236}">
                <a16:creationId xmlns:a16="http://schemas.microsoft.com/office/drawing/2014/main" id="{24CB8A21-3A1A-40A4-8F50-A3FCFF77ABB3}"/>
              </a:ext>
            </a:extLst>
          </p:cNvPr>
          <p:cNvSpPr/>
          <p:nvPr/>
        </p:nvSpPr>
        <p:spPr>
          <a:xfrm>
            <a:off x="468313" y="1052513"/>
            <a:ext cx="7993062" cy="64770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r>
              <a:rPr lang="en-US" altLang="zh-CN" noProof="1"/>
              <a:t>         </a:t>
            </a:r>
            <a:r>
              <a:rPr lang="en-US" altLang="zh-CN" sz="3000" noProof="1">
                <a:solidFill>
                  <a:srgbClr val="660033"/>
                </a:solidFill>
                <a:ea typeface="华文新魏" panose="02010800040101010101" pitchFamily="2" charset="-122"/>
              </a:rPr>
              <a:t>1</a:t>
            </a:r>
            <a:r>
              <a:rPr lang="zh-CN" altLang="en-US" sz="3000" noProof="1">
                <a:solidFill>
                  <a:srgbClr val="660033"/>
                </a:solidFill>
                <a:ea typeface="华文新魏" panose="02010800040101010101" pitchFamily="2" charset="-122"/>
              </a:rPr>
              <a:t>、三级数据库结构</a:t>
            </a:r>
            <a:r>
              <a:rPr lang="zh-CN" altLang="en-US" noProof="1"/>
              <a:t> </a:t>
            </a:r>
          </a:p>
        </p:txBody>
      </p:sp>
      <p:grpSp>
        <p:nvGrpSpPr>
          <p:cNvPr id="24579" name="组合 909371">
            <a:extLst>
              <a:ext uri="{FF2B5EF4-FFF2-40B4-BE49-F238E27FC236}">
                <a16:creationId xmlns:a16="http://schemas.microsoft.com/office/drawing/2014/main" id="{D841E584-4EA7-4E2E-B0A2-30222F16C737}"/>
              </a:ext>
            </a:extLst>
          </p:cNvPr>
          <p:cNvGrpSpPr>
            <a:grpSpLocks/>
          </p:cNvGrpSpPr>
          <p:nvPr/>
        </p:nvGrpSpPr>
        <p:grpSpPr bwMode="auto">
          <a:xfrm>
            <a:off x="287338" y="1773238"/>
            <a:ext cx="8532812" cy="4752975"/>
            <a:chOff x="181" y="1162"/>
            <a:chExt cx="5375" cy="2994"/>
          </a:xfrm>
        </p:grpSpPr>
        <p:sp>
          <p:nvSpPr>
            <p:cNvPr id="909320" name="文本框 909319">
              <a:extLst>
                <a:ext uri="{FF2B5EF4-FFF2-40B4-BE49-F238E27FC236}">
                  <a16:creationId xmlns:a16="http://schemas.microsoft.com/office/drawing/2014/main" id="{BAF96F06-3517-4C74-865E-8E1C83A65A52}"/>
                </a:ext>
              </a:extLst>
            </p:cNvPr>
            <p:cNvSpPr txBox="1"/>
            <p:nvPr/>
          </p:nvSpPr>
          <p:spPr>
            <a:xfrm>
              <a:off x="1066" y="1426"/>
              <a:ext cx="816" cy="198"/>
            </a:xfrm>
            <a:prstGeom prst="rect">
              <a:avLst/>
            </a:prstGeom>
            <a:solidFill>
              <a:srgbClr val="33CC33">
                <a:alpha val="37000"/>
              </a:srgbClr>
            </a:solidFill>
            <a:ln w="9525" cap="flat" cmpd="sng">
              <a:solidFill>
                <a:schemeClr val="tx1"/>
              </a:solidFill>
              <a:prstDash val="solid"/>
              <a:miter/>
              <a:headEnd type="none" w="med" len="med"/>
              <a:tailEnd type="none" w="med" len="med"/>
            </a:ln>
          </p:spPr>
          <p:txBody>
            <a:bodyPr lIns="0" tIns="0" rIns="0" bIns="0">
              <a:spAutoFit/>
            </a:bodyPr>
            <a:lstStyle/>
            <a:p>
              <a:pPr>
                <a:spcBef>
                  <a:spcPct val="50000"/>
                </a:spcBef>
              </a:pPr>
              <a:r>
                <a:rPr lang="zh-CN" altLang="en-US" sz="2000" b="1" noProof="1">
                  <a:effectLst>
                    <a:outerShdw blurRad="38100" dist="38100" dir="2700000">
                      <a:srgbClr val="FFFFFF"/>
                    </a:outerShdw>
                  </a:effectLst>
                  <a:latin typeface="宋体" panose="02010600030101010101" pitchFamily="2" charset="-122"/>
                  <a:ea typeface="宋体" panose="02010600030101010101" pitchFamily="2" charset="-122"/>
                </a:rPr>
                <a:t>应用程序</a:t>
              </a:r>
              <a:r>
                <a:rPr lang="en-US" altLang="zh-CN" sz="2000" b="1" noProof="1">
                  <a:effectLst>
                    <a:outerShdw blurRad="38100" dist="38100" dir="2700000">
                      <a:srgbClr val="FFFFFF"/>
                    </a:outerShdw>
                  </a:effectLst>
                  <a:latin typeface="宋体" panose="02010600030101010101" pitchFamily="2" charset="-122"/>
                  <a:ea typeface="宋体" panose="02010600030101010101" pitchFamily="2" charset="-122"/>
                </a:rPr>
                <a:t>A1</a:t>
              </a:r>
            </a:p>
          </p:txBody>
        </p:sp>
        <p:sp>
          <p:nvSpPr>
            <p:cNvPr id="909321" name="文本框 909320">
              <a:extLst>
                <a:ext uri="{FF2B5EF4-FFF2-40B4-BE49-F238E27FC236}">
                  <a16:creationId xmlns:a16="http://schemas.microsoft.com/office/drawing/2014/main" id="{CE544DAB-5627-41A5-8EC5-2A444FAEE0ED}"/>
                </a:ext>
              </a:extLst>
            </p:cNvPr>
            <p:cNvSpPr txBox="1"/>
            <p:nvPr/>
          </p:nvSpPr>
          <p:spPr>
            <a:xfrm>
              <a:off x="1973" y="1426"/>
              <a:ext cx="816" cy="198"/>
            </a:xfrm>
            <a:prstGeom prst="rect">
              <a:avLst/>
            </a:prstGeom>
            <a:solidFill>
              <a:srgbClr val="33CC33">
                <a:alpha val="37000"/>
              </a:srgbClr>
            </a:solidFill>
            <a:ln w="9525" cap="flat" cmpd="sng">
              <a:solidFill>
                <a:schemeClr val="tx1"/>
              </a:solidFill>
              <a:prstDash val="solid"/>
              <a:miter/>
              <a:headEnd type="none" w="med" len="med"/>
              <a:tailEnd type="none" w="med" len="med"/>
            </a:ln>
          </p:spPr>
          <p:txBody>
            <a:bodyPr lIns="0" tIns="0" rIns="0" bIns="0">
              <a:spAutoFit/>
            </a:bodyPr>
            <a:lstStyle/>
            <a:p>
              <a:pPr>
                <a:spcBef>
                  <a:spcPct val="50000"/>
                </a:spcBef>
              </a:pPr>
              <a:r>
                <a:rPr lang="zh-CN" altLang="en-US" sz="2000" b="1" noProof="1">
                  <a:effectLst>
                    <a:outerShdw blurRad="38100" dist="38100" dir="2700000">
                      <a:srgbClr val="FFFFFF"/>
                    </a:outerShdw>
                  </a:effectLst>
                  <a:latin typeface="宋体" panose="02010600030101010101" pitchFamily="2" charset="-122"/>
                  <a:ea typeface="宋体" panose="02010600030101010101" pitchFamily="2" charset="-122"/>
                </a:rPr>
                <a:t>应用程序</a:t>
              </a:r>
              <a:r>
                <a:rPr lang="en-US" altLang="zh-CN" sz="2000" b="1" noProof="1">
                  <a:effectLst>
                    <a:outerShdw blurRad="38100" dist="38100" dir="2700000">
                      <a:srgbClr val="FFFFFF"/>
                    </a:outerShdw>
                  </a:effectLst>
                  <a:latin typeface="宋体" panose="02010600030101010101" pitchFamily="2" charset="-122"/>
                  <a:ea typeface="宋体" panose="02010600030101010101" pitchFamily="2" charset="-122"/>
                </a:rPr>
                <a:t>A2</a:t>
              </a:r>
            </a:p>
          </p:txBody>
        </p:sp>
        <p:sp>
          <p:nvSpPr>
            <p:cNvPr id="909322" name="文本框 909321">
              <a:extLst>
                <a:ext uri="{FF2B5EF4-FFF2-40B4-BE49-F238E27FC236}">
                  <a16:creationId xmlns:a16="http://schemas.microsoft.com/office/drawing/2014/main" id="{3E2F7CEC-95BF-454D-8E94-1653AD8B1C52}"/>
                </a:ext>
              </a:extLst>
            </p:cNvPr>
            <p:cNvSpPr txBox="1"/>
            <p:nvPr/>
          </p:nvSpPr>
          <p:spPr>
            <a:xfrm>
              <a:off x="3062" y="1426"/>
              <a:ext cx="907" cy="198"/>
            </a:xfrm>
            <a:prstGeom prst="rect">
              <a:avLst/>
            </a:prstGeom>
            <a:solidFill>
              <a:srgbClr val="33CC33">
                <a:alpha val="37000"/>
              </a:srgbClr>
            </a:solidFill>
            <a:ln w="9525" cap="flat" cmpd="sng">
              <a:solidFill>
                <a:schemeClr val="tx1"/>
              </a:solidFill>
              <a:prstDash val="solid"/>
              <a:miter/>
              <a:headEnd type="none" w="med" len="med"/>
              <a:tailEnd type="none" w="med" len="med"/>
            </a:ln>
          </p:spPr>
          <p:txBody>
            <a:bodyPr lIns="0" tIns="0" rIns="0" bIns="0">
              <a:spAutoFit/>
            </a:bodyPr>
            <a:lstStyle/>
            <a:p>
              <a:pPr>
                <a:spcBef>
                  <a:spcPct val="50000"/>
                </a:spcBef>
              </a:pPr>
              <a:r>
                <a:rPr lang="zh-CN" altLang="en-US" sz="2000" b="1" noProof="1">
                  <a:effectLst>
                    <a:outerShdw blurRad="38100" dist="38100" dir="2700000">
                      <a:srgbClr val="FFFFFF"/>
                    </a:outerShdw>
                  </a:effectLst>
                  <a:latin typeface="宋体" panose="02010600030101010101" pitchFamily="2" charset="-122"/>
                  <a:ea typeface="宋体" panose="02010600030101010101" pitchFamily="2" charset="-122"/>
                </a:rPr>
                <a:t>应用程序</a:t>
              </a:r>
              <a:r>
                <a:rPr lang="en-US" altLang="zh-CN" sz="2000" b="1" noProof="1">
                  <a:effectLst>
                    <a:outerShdw blurRad="38100" dist="38100" dir="2700000">
                      <a:srgbClr val="FFFFFF"/>
                    </a:outerShdw>
                  </a:effectLst>
                  <a:latin typeface="宋体" panose="02010600030101010101" pitchFamily="2" charset="-122"/>
                  <a:ea typeface="宋体" panose="02010600030101010101" pitchFamily="2" charset="-122"/>
                </a:rPr>
                <a:t>B1</a:t>
              </a:r>
            </a:p>
          </p:txBody>
        </p:sp>
        <p:sp>
          <p:nvSpPr>
            <p:cNvPr id="909323" name="文本框 909322">
              <a:extLst>
                <a:ext uri="{FF2B5EF4-FFF2-40B4-BE49-F238E27FC236}">
                  <a16:creationId xmlns:a16="http://schemas.microsoft.com/office/drawing/2014/main" id="{CC1FEEEF-3BAE-451E-A6A2-991C532B371F}"/>
                </a:ext>
              </a:extLst>
            </p:cNvPr>
            <p:cNvSpPr txBox="1"/>
            <p:nvPr/>
          </p:nvSpPr>
          <p:spPr>
            <a:xfrm>
              <a:off x="4014" y="1426"/>
              <a:ext cx="907" cy="198"/>
            </a:xfrm>
            <a:prstGeom prst="rect">
              <a:avLst/>
            </a:prstGeom>
            <a:solidFill>
              <a:srgbClr val="33CC33">
                <a:alpha val="37000"/>
              </a:srgbClr>
            </a:solidFill>
            <a:ln w="9525" cap="flat" cmpd="sng">
              <a:solidFill>
                <a:schemeClr val="tx1"/>
              </a:solidFill>
              <a:prstDash val="solid"/>
              <a:miter/>
              <a:headEnd type="none" w="med" len="med"/>
              <a:tailEnd type="none" w="med" len="med"/>
            </a:ln>
          </p:spPr>
          <p:txBody>
            <a:bodyPr lIns="0" tIns="0" rIns="0" bIns="0">
              <a:spAutoFit/>
            </a:bodyPr>
            <a:lstStyle/>
            <a:p>
              <a:pPr>
                <a:spcBef>
                  <a:spcPct val="50000"/>
                </a:spcBef>
              </a:pPr>
              <a:r>
                <a:rPr lang="zh-CN" altLang="en-US" sz="2000" b="1" noProof="1">
                  <a:effectLst>
                    <a:outerShdw blurRad="38100" dist="38100" dir="2700000">
                      <a:srgbClr val="FFFFFF"/>
                    </a:outerShdw>
                  </a:effectLst>
                  <a:latin typeface="宋体" panose="02010600030101010101" pitchFamily="2" charset="-122"/>
                  <a:ea typeface="宋体" panose="02010600030101010101" pitchFamily="2" charset="-122"/>
                </a:rPr>
                <a:t>应用程序</a:t>
              </a:r>
              <a:r>
                <a:rPr lang="en-US" altLang="zh-CN" sz="2000" b="1" noProof="1">
                  <a:effectLst>
                    <a:outerShdw blurRad="38100" dist="38100" dir="2700000">
                      <a:srgbClr val="FFFFFF"/>
                    </a:outerShdw>
                  </a:effectLst>
                  <a:latin typeface="宋体" panose="02010600030101010101" pitchFamily="2" charset="-122"/>
                  <a:ea typeface="宋体" panose="02010600030101010101" pitchFamily="2" charset="-122"/>
                </a:rPr>
                <a:t>B2</a:t>
              </a:r>
            </a:p>
          </p:txBody>
        </p:sp>
        <p:sp>
          <p:nvSpPr>
            <p:cNvPr id="24584" name="文本框 909323">
              <a:extLst>
                <a:ext uri="{FF2B5EF4-FFF2-40B4-BE49-F238E27FC236}">
                  <a16:creationId xmlns:a16="http://schemas.microsoft.com/office/drawing/2014/main" id="{982910B2-14D7-45C4-ACD1-B9610DD9BCF8}"/>
                </a:ext>
              </a:extLst>
            </p:cNvPr>
            <p:cNvSpPr txBox="1">
              <a:spLocks noChangeArrowheads="1"/>
            </p:cNvSpPr>
            <p:nvPr/>
          </p:nvSpPr>
          <p:spPr bwMode="auto">
            <a:xfrm>
              <a:off x="1157" y="1162"/>
              <a:ext cx="680" cy="25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latin typeface="楷体_GB2312" pitchFamily="49" charset="-122"/>
                </a:rPr>
                <a:t>用户</a:t>
              </a:r>
              <a:r>
                <a:rPr lang="en-US" altLang="zh-CN" sz="2000" b="1">
                  <a:latin typeface="楷体_GB2312" pitchFamily="49" charset="-122"/>
                </a:rPr>
                <a:t>A1</a:t>
              </a:r>
            </a:p>
          </p:txBody>
        </p:sp>
        <p:sp>
          <p:nvSpPr>
            <p:cNvPr id="24585" name="文本框 909324">
              <a:extLst>
                <a:ext uri="{FF2B5EF4-FFF2-40B4-BE49-F238E27FC236}">
                  <a16:creationId xmlns:a16="http://schemas.microsoft.com/office/drawing/2014/main" id="{16D3F95C-919C-44D1-BABA-2820C539DFB0}"/>
                </a:ext>
              </a:extLst>
            </p:cNvPr>
            <p:cNvSpPr txBox="1">
              <a:spLocks noChangeArrowheads="1"/>
            </p:cNvSpPr>
            <p:nvPr/>
          </p:nvSpPr>
          <p:spPr bwMode="auto">
            <a:xfrm>
              <a:off x="2064" y="1162"/>
              <a:ext cx="680" cy="25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latin typeface="楷体_GB2312" pitchFamily="49" charset="-122"/>
                </a:rPr>
                <a:t>用户</a:t>
              </a:r>
              <a:r>
                <a:rPr lang="en-US" altLang="zh-CN" sz="2000" b="1">
                  <a:latin typeface="楷体_GB2312" pitchFamily="49" charset="-122"/>
                </a:rPr>
                <a:t>A2</a:t>
              </a:r>
            </a:p>
          </p:txBody>
        </p:sp>
        <p:sp>
          <p:nvSpPr>
            <p:cNvPr id="24586" name="直接连接符 909325">
              <a:extLst>
                <a:ext uri="{FF2B5EF4-FFF2-40B4-BE49-F238E27FC236}">
                  <a16:creationId xmlns:a16="http://schemas.microsoft.com/office/drawing/2014/main" id="{03F81BAE-F316-44CF-9153-45BF583B9AA5}"/>
                </a:ext>
              </a:extLst>
            </p:cNvPr>
            <p:cNvSpPr>
              <a:spLocks noChangeShapeType="1"/>
            </p:cNvSpPr>
            <p:nvPr/>
          </p:nvSpPr>
          <p:spPr bwMode="auto">
            <a:xfrm flipH="1">
              <a:off x="204" y="1381"/>
              <a:ext cx="793" cy="0"/>
            </a:xfrm>
            <a:prstGeom prst="line">
              <a:avLst/>
            </a:prstGeom>
            <a:noFill/>
            <a:ln w="28575">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9327" name="文本框 909326">
              <a:extLst>
                <a:ext uri="{FF2B5EF4-FFF2-40B4-BE49-F238E27FC236}">
                  <a16:creationId xmlns:a16="http://schemas.microsoft.com/office/drawing/2014/main" id="{EE194F80-D440-4097-BECB-77B285F9EC48}"/>
                </a:ext>
              </a:extLst>
            </p:cNvPr>
            <p:cNvSpPr txBox="1"/>
            <p:nvPr/>
          </p:nvSpPr>
          <p:spPr>
            <a:xfrm>
              <a:off x="1474" y="1822"/>
              <a:ext cx="816" cy="198"/>
            </a:xfrm>
            <a:prstGeom prst="rect">
              <a:avLst/>
            </a:prstGeom>
            <a:solidFill>
              <a:srgbClr val="33CC33">
                <a:alpha val="37000"/>
              </a:srgbClr>
            </a:solidFill>
            <a:ln w="9525" cap="flat" cmpd="sng">
              <a:solidFill>
                <a:schemeClr val="tx1"/>
              </a:solidFill>
              <a:prstDash val="solid"/>
              <a:miter/>
              <a:headEnd type="none" w="med" len="med"/>
              <a:tailEnd type="none" w="med" len="med"/>
            </a:ln>
          </p:spPr>
          <p:txBody>
            <a:bodyPr lIns="0" tIns="0" rIns="0" bIns="0">
              <a:spAutoFit/>
            </a:bodyPr>
            <a:lstStyle/>
            <a:p>
              <a:pPr algn="ctr">
                <a:spcBef>
                  <a:spcPct val="50000"/>
                </a:spcBef>
              </a:pPr>
              <a:r>
                <a:rPr lang="zh-CN" altLang="en-US" sz="2000" b="1" noProof="1">
                  <a:effectLst>
                    <a:outerShdw blurRad="38100" dist="38100" dir="2700000">
                      <a:srgbClr val="FFFFFF"/>
                    </a:outerShdw>
                  </a:effectLst>
                  <a:latin typeface="宋体" panose="02010600030101010101" pitchFamily="2" charset="-122"/>
                  <a:ea typeface="宋体" panose="02010600030101010101" pitchFamily="2" charset="-122"/>
                </a:rPr>
                <a:t>外模式</a:t>
              </a:r>
              <a:r>
                <a:rPr lang="en-US" altLang="zh-CN" sz="2000" b="1" noProof="1">
                  <a:effectLst>
                    <a:outerShdw blurRad="38100" dist="38100" dir="2700000">
                      <a:srgbClr val="FFFFFF"/>
                    </a:outerShdw>
                  </a:effectLst>
                  <a:latin typeface="宋体" panose="02010600030101010101" pitchFamily="2" charset="-122"/>
                  <a:ea typeface="宋体" panose="02010600030101010101" pitchFamily="2" charset="-122"/>
                </a:rPr>
                <a:t>A</a:t>
              </a:r>
            </a:p>
          </p:txBody>
        </p:sp>
        <p:sp>
          <p:nvSpPr>
            <p:cNvPr id="909328" name="文本框 909327">
              <a:extLst>
                <a:ext uri="{FF2B5EF4-FFF2-40B4-BE49-F238E27FC236}">
                  <a16:creationId xmlns:a16="http://schemas.microsoft.com/office/drawing/2014/main" id="{F29036FA-9568-4957-95C4-300B7FE3BD13}"/>
                </a:ext>
              </a:extLst>
            </p:cNvPr>
            <p:cNvSpPr txBox="1"/>
            <p:nvPr/>
          </p:nvSpPr>
          <p:spPr>
            <a:xfrm>
              <a:off x="3606" y="1822"/>
              <a:ext cx="816" cy="198"/>
            </a:xfrm>
            <a:prstGeom prst="rect">
              <a:avLst/>
            </a:prstGeom>
            <a:solidFill>
              <a:srgbClr val="33CC33">
                <a:alpha val="37000"/>
              </a:srgbClr>
            </a:solidFill>
            <a:ln w="9525" cap="flat" cmpd="sng">
              <a:solidFill>
                <a:schemeClr val="tx1"/>
              </a:solidFill>
              <a:prstDash val="solid"/>
              <a:miter/>
              <a:headEnd type="none" w="med" len="med"/>
              <a:tailEnd type="none" w="med" len="med"/>
            </a:ln>
          </p:spPr>
          <p:txBody>
            <a:bodyPr lIns="0" tIns="0" rIns="0" bIns="0">
              <a:spAutoFit/>
            </a:bodyPr>
            <a:lstStyle/>
            <a:p>
              <a:pPr algn="ctr">
                <a:spcBef>
                  <a:spcPct val="50000"/>
                </a:spcBef>
              </a:pPr>
              <a:r>
                <a:rPr lang="zh-CN" altLang="en-US" sz="2000" b="1" noProof="1">
                  <a:effectLst>
                    <a:outerShdw blurRad="38100" dist="38100" dir="2700000">
                      <a:srgbClr val="FFFFFF"/>
                    </a:outerShdw>
                  </a:effectLst>
                  <a:latin typeface="宋体" panose="02010600030101010101" pitchFamily="2" charset="-122"/>
                  <a:ea typeface="宋体" panose="02010600030101010101" pitchFamily="2" charset="-122"/>
                </a:rPr>
                <a:t>外模式</a:t>
              </a:r>
              <a:r>
                <a:rPr lang="en-US" altLang="zh-CN" sz="2000" b="1" noProof="1">
                  <a:effectLst>
                    <a:outerShdw blurRad="38100" dist="38100" dir="2700000">
                      <a:srgbClr val="FFFFFF"/>
                    </a:outerShdw>
                  </a:effectLst>
                  <a:latin typeface="宋体" panose="02010600030101010101" pitchFamily="2" charset="-122"/>
                  <a:ea typeface="宋体" panose="02010600030101010101" pitchFamily="2" charset="-122"/>
                </a:rPr>
                <a:t>B</a:t>
              </a:r>
            </a:p>
          </p:txBody>
        </p:sp>
        <p:sp>
          <p:nvSpPr>
            <p:cNvPr id="909331" name="文本框 909330">
              <a:extLst>
                <a:ext uri="{FF2B5EF4-FFF2-40B4-BE49-F238E27FC236}">
                  <a16:creationId xmlns:a16="http://schemas.microsoft.com/office/drawing/2014/main" id="{47451EDA-14CF-40EA-9FFF-145B11B0EE75}"/>
                </a:ext>
              </a:extLst>
            </p:cNvPr>
            <p:cNvSpPr txBox="1"/>
            <p:nvPr/>
          </p:nvSpPr>
          <p:spPr>
            <a:xfrm>
              <a:off x="2064" y="2615"/>
              <a:ext cx="1769" cy="198"/>
            </a:xfrm>
            <a:prstGeom prst="rect">
              <a:avLst/>
            </a:prstGeom>
            <a:solidFill>
              <a:srgbClr val="33CC33">
                <a:alpha val="23000"/>
              </a:srgbClr>
            </a:solidFill>
            <a:ln w="9525" cap="flat" cmpd="sng">
              <a:solidFill>
                <a:schemeClr val="tx1"/>
              </a:solidFill>
              <a:prstDash val="solid"/>
              <a:miter/>
              <a:headEnd type="none" w="med" len="med"/>
              <a:tailEnd type="none" w="med" len="med"/>
            </a:ln>
          </p:spPr>
          <p:txBody>
            <a:bodyPr lIns="0" tIns="0" rIns="0" bIns="0">
              <a:spAutoFit/>
            </a:bodyPr>
            <a:lstStyle/>
            <a:p>
              <a:pPr algn="ctr">
                <a:spcBef>
                  <a:spcPct val="50000"/>
                </a:spcBef>
              </a:pPr>
              <a:r>
                <a:rPr lang="zh-CN" altLang="en-US" sz="2000" b="1" noProof="1">
                  <a:effectLst>
                    <a:outerShdw blurRad="38100" dist="38100" dir="2700000">
                      <a:srgbClr val="FFFFFF"/>
                    </a:outerShdw>
                  </a:effectLst>
                  <a:latin typeface="宋体" panose="02010600030101010101" pitchFamily="2" charset="-122"/>
                  <a:ea typeface="宋体" panose="02010600030101010101" pitchFamily="2" charset="-122"/>
                </a:rPr>
                <a:t>逻辑模式</a:t>
              </a:r>
            </a:p>
          </p:txBody>
        </p:sp>
        <p:sp>
          <p:nvSpPr>
            <p:cNvPr id="909333" name="文本框 909332">
              <a:extLst>
                <a:ext uri="{FF2B5EF4-FFF2-40B4-BE49-F238E27FC236}">
                  <a16:creationId xmlns:a16="http://schemas.microsoft.com/office/drawing/2014/main" id="{062BCED5-70C6-4BB6-9804-295A5AD9A917}"/>
                </a:ext>
              </a:extLst>
            </p:cNvPr>
            <p:cNvSpPr txBox="1"/>
            <p:nvPr/>
          </p:nvSpPr>
          <p:spPr>
            <a:xfrm>
              <a:off x="2472" y="3407"/>
              <a:ext cx="816" cy="198"/>
            </a:xfrm>
            <a:prstGeom prst="rect">
              <a:avLst/>
            </a:prstGeom>
            <a:solidFill>
              <a:srgbClr val="CCFFFF">
                <a:alpha val="37000"/>
              </a:srgbClr>
            </a:solidFill>
            <a:ln w="9525" cap="flat" cmpd="sng">
              <a:solidFill>
                <a:schemeClr val="tx1"/>
              </a:solidFill>
              <a:prstDash val="solid"/>
              <a:miter/>
              <a:headEnd type="none" w="med" len="med"/>
              <a:tailEnd type="none" w="med" len="med"/>
            </a:ln>
          </p:spPr>
          <p:txBody>
            <a:bodyPr lIns="0" tIns="0" rIns="0" bIns="0">
              <a:spAutoFit/>
            </a:bodyPr>
            <a:lstStyle/>
            <a:p>
              <a:pPr algn="ctr">
                <a:spcBef>
                  <a:spcPct val="50000"/>
                </a:spcBef>
              </a:pPr>
              <a:r>
                <a:rPr lang="zh-CN" altLang="en-US" sz="2000" b="1" noProof="1">
                  <a:effectLst>
                    <a:outerShdw blurRad="38100" dist="38100" dir="2700000">
                      <a:srgbClr val="FFFFFF"/>
                    </a:outerShdw>
                  </a:effectLst>
                  <a:latin typeface="宋体" panose="02010600030101010101" pitchFamily="2" charset="-122"/>
                  <a:ea typeface="宋体" panose="02010600030101010101" pitchFamily="2" charset="-122"/>
                </a:rPr>
                <a:t>内模式</a:t>
              </a:r>
            </a:p>
          </p:txBody>
        </p:sp>
        <p:sp>
          <p:nvSpPr>
            <p:cNvPr id="24591" name="流程图: 磁盘 909333">
              <a:extLst>
                <a:ext uri="{FF2B5EF4-FFF2-40B4-BE49-F238E27FC236}">
                  <a16:creationId xmlns:a16="http://schemas.microsoft.com/office/drawing/2014/main" id="{A4EAE66A-A217-4491-A251-F60BE3DD0B7C}"/>
                </a:ext>
              </a:extLst>
            </p:cNvPr>
            <p:cNvSpPr>
              <a:spLocks noChangeArrowheads="1"/>
            </p:cNvSpPr>
            <p:nvPr/>
          </p:nvSpPr>
          <p:spPr bwMode="auto">
            <a:xfrm>
              <a:off x="2472" y="3804"/>
              <a:ext cx="953" cy="352"/>
            </a:xfrm>
            <a:prstGeom prst="flowChartMagneticDisk">
              <a:avLst/>
            </a:prstGeom>
            <a:solidFill>
              <a:srgbClr val="99CCFF">
                <a:alpha val="50999"/>
              </a:srgbClr>
            </a:solidFill>
            <a:ln w="9525">
              <a:solidFill>
                <a:schemeClr val="tx1"/>
              </a:solidFill>
              <a:miter lim="800000"/>
              <a:headEnd/>
              <a:tailEnd/>
            </a:ln>
          </p:spPr>
          <p:txBody>
            <a:bodyPr wrap="none" anchor="ctr"/>
            <a:lstStyle/>
            <a:p>
              <a:pPr algn="ctr"/>
              <a:r>
                <a:rPr lang="zh-CN" altLang="en-US" b="1">
                  <a:latin typeface="Comic Sans MS" panose="030F0702030302020204" pitchFamily="66" charset="0"/>
                  <a:ea typeface="宋体" panose="02010600030101010101" pitchFamily="2" charset="-122"/>
                </a:rPr>
                <a:t>数据库</a:t>
              </a:r>
            </a:p>
          </p:txBody>
        </p:sp>
        <p:sp>
          <p:nvSpPr>
            <p:cNvPr id="24592" name="文本框 909334">
              <a:extLst>
                <a:ext uri="{FF2B5EF4-FFF2-40B4-BE49-F238E27FC236}">
                  <a16:creationId xmlns:a16="http://schemas.microsoft.com/office/drawing/2014/main" id="{B99D1D0F-5219-40B3-84D6-5E60F02456B5}"/>
                </a:ext>
              </a:extLst>
            </p:cNvPr>
            <p:cNvSpPr txBox="1">
              <a:spLocks noChangeArrowheads="1"/>
            </p:cNvSpPr>
            <p:nvPr/>
          </p:nvSpPr>
          <p:spPr bwMode="auto">
            <a:xfrm>
              <a:off x="204" y="2086"/>
              <a:ext cx="1134" cy="25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latin typeface="Comic Sans MS" panose="030F0702030302020204" pitchFamily="66" charset="0"/>
                </a:rPr>
                <a:t>局部逻辑结构</a:t>
              </a:r>
            </a:p>
          </p:txBody>
        </p:sp>
        <p:sp>
          <p:nvSpPr>
            <p:cNvPr id="24593" name="文本框 909335">
              <a:extLst>
                <a:ext uri="{FF2B5EF4-FFF2-40B4-BE49-F238E27FC236}">
                  <a16:creationId xmlns:a16="http://schemas.microsoft.com/office/drawing/2014/main" id="{00451EB9-45B3-4E7A-86FC-6082EA3A53BE}"/>
                </a:ext>
              </a:extLst>
            </p:cNvPr>
            <p:cNvSpPr txBox="1">
              <a:spLocks noChangeArrowheads="1"/>
            </p:cNvSpPr>
            <p:nvPr/>
          </p:nvSpPr>
          <p:spPr bwMode="auto">
            <a:xfrm>
              <a:off x="204" y="2395"/>
              <a:ext cx="953" cy="25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solidFill>
                    <a:srgbClr val="D60093"/>
                  </a:solidFill>
                  <a:latin typeface="Comic Sans MS" panose="030F0702030302020204" pitchFamily="66" charset="0"/>
                </a:rPr>
                <a:t>概念级</a:t>
              </a:r>
              <a:r>
                <a:rPr lang="en-US" altLang="zh-CN" sz="2000" b="1">
                  <a:solidFill>
                    <a:srgbClr val="D60093"/>
                  </a:solidFill>
                  <a:latin typeface="Comic Sans MS" panose="030F0702030302020204" pitchFamily="66" charset="0"/>
                </a:rPr>
                <a:t>DB</a:t>
              </a:r>
            </a:p>
          </p:txBody>
        </p:sp>
        <p:sp>
          <p:nvSpPr>
            <p:cNvPr id="24594" name="直接连接符 909336">
              <a:extLst>
                <a:ext uri="{FF2B5EF4-FFF2-40B4-BE49-F238E27FC236}">
                  <a16:creationId xmlns:a16="http://schemas.microsoft.com/office/drawing/2014/main" id="{55E20B74-A83E-4AB6-9AE0-33E9A689509B}"/>
                </a:ext>
              </a:extLst>
            </p:cNvPr>
            <p:cNvSpPr>
              <a:spLocks noChangeShapeType="1"/>
            </p:cNvSpPr>
            <p:nvPr/>
          </p:nvSpPr>
          <p:spPr bwMode="auto">
            <a:xfrm flipV="1">
              <a:off x="249" y="3144"/>
              <a:ext cx="1860" cy="0"/>
            </a:xfrm>
            <a:prstGeom prst="line">
              <a:avLst/>
            </a:prstGeom>
            <a:noFill/>
            <a:ln w="28575">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5" name="文本框 909337">
              <a:extLst>
                <a:ext uri="{FF2B5EF4-FFF2-40B4-BE49-F238E27FC236}">
                  <a16:creationId xmlns:a16="http://schemas.microsoft.com/office/drawing/2014/main" id="{824AC67E-D16E-476B-9B09-F4C218A357DF}"/>
                </a:ext>
              </a:extLst>
            </p:cNvPr>
            <p:cNvSpPr txBox="1">
              <a:spLocks noChangeArrowheads="1"/>
            </p:cNvSpPr>
            <p:nvPr/>
          </p:nvSpPr>
          <p:spPr bwMode="auto">
            <a:xfrm>
              <a:off x="249" y="2834"/>
              <a:ext cx="1134" cy="25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latin typeface="Comic Sans MS" panose="030F0702030302020204" pitchFamily="66" charset="0"/>
                </a:rPr>
                <a:t>全局逻辑结构</a:t>
              </a:r>
            </a:p>
          </p:txBody>
        </p:sp>
        <p:sp>
          <p:nvSpPr>
            <p:cNvPr id="24596" name="文本框 909338">
              <a:extLst>
                <a:ext uri="{FF2B5EF4-FFF2-40B4-BE49-F238E27FC236}">
                  <a16:creationId xmlns:a16="http://schemas.microsoft.com/office/drawing/2014/main" id="{D45361C9-06B5-4EF3-8F7C-5DE6843D40D7}"/>
                </a:ext>
              </a:extLst>
            </p:cNvPr>
            <p:cNvSpPr txBox="1">
              <a:spLocks noChangeArrowheads="1"/>
            </p:cNvSpPr>
            <p:nvPr/>
          </p:nvSpPr>
          <p:spPr bwMode="auto">
            <a:xfrm>
              <a:off x="295" y="3186"/>
              <a:ext cx="998" cy="25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solidFill>
                    <a:srgbClr val="D60093"/>
                  </a:solidFill>
                  <a:latin typeface="Comic Sans MS" panose="030F0702030302020204" pitchFamily="66" charset="0"/>
                </a:rPr>
                <a:t>存储级</a:t>
              </a:r>
              <a:r>
                <a:rPr lang="en-US" altLang="zh-CN" sz="2000" b="1">
                  <a:solidFill>
                    <a:srgbClr val="D60093"/>
                  </a:solidFill>
                  <a:latin typeface="Comic Sans MS" panose="030F0702030302020204" pitchFamily="66" charset="0"/>
                </a:rPr>
                <a:t>DB</a:t>
              </a:r>
            </a:p>
          </p:txBody>
        </p:sp>
        <p:sp>
          <p:nvSpPr>
            <p:cNvPr id="24597" name="直接连接符 909339">
              <a:extLst>
                <a:ext uri="{FF2B5EF4-FFF2-40B4-BE49-F238E27FC236}">
                  <a16:creationId xmlns:a16="http://schemas.microsoft.com/office/drawing/2014/main" id="{4773A1A2-6500-4278-8C02-66131CA2CCB3}"/>
                </a:ext>
              </a:extLst>
            </p:cNvPr>
            <p:cNvSpPr>
              <a:spLocks noChangeShapeType="1"/>
            </p:cNvSpPr>
            <p:nvPr/>
          </p:nvSpPr>
          <p:spPr bwMode="auto">
            <a:xfrm>
              <a:off x="204" y="3848"/>
              <a:ext cx="2223" cy="0"/>
            </a:xfrm>
            <a:prstGeom prst="line">
              <a:avLst/>
            </a:prstGeom>
            <a:noFill/>
            <a:ln w="28575">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8" name="文本框 909340">
              <a:extLst>
                <a:ext uri="{FF2B5EF4-FFF2-40B4-BE49-F238E27FC236}">
                  <a16:creationId xmlns:a16="http://schemas.microsoft.com/office/drawing/2014/main" id="{D0EE10D2-D792-417E-88B5-1C9F91200CFC}"/>
                </a:ext>
              </a:extLst>
            </p:cNvPr>
            <p:cNvSpPr txBox="1">
              <a:spLocks noChangeArrowheads="1"/>
            </p:cNvSpPr>
            <p:nvPr/>
          </p:nvSpPr>
          <p:spPr bwMode="auto">
            <a:xfrm>
              <a:off x="249" y="3583"/>
              <a:ext cx="1134" cy="25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latin typeface="Comic Sans MS" panose="030F0702030302020204" pitchFamily="66" charset="0"/>
                </a:rPr>
                <a:t>存储组织结构</a:t>
              </a:r>
            </a:p>
          </p:txBody>
        </p:sp>
        <p:sp>
          <p:nvSpPr>
            <p:cNvPr id="24599" name="直接连接符 909341">
              <a:extLst>
                <a:ext uri="{FF2B5EF4-FFF2-40B4-BE49-F238E27FC236}">
                  <a16:creationId xmlns:a16="http://schemas.microsoft.com/office/drawing/2014/main" id="{375F0095-6523-4A5B-BF98-1B87F2693934}"/>
                </a:ext>
              </a:extLst>
            </p:cNvPr>
            <p:cNvSpPr>
              <a:spLocks noChangeShapeType="1"/>
            </p:cNvSpPr>
            <p:nvPr/>
          </p:nvSpPr>
          <p:spPr bwMode="auto">
            <a:xfrm>
              <a:off x="1474" y="1602"/>
              <a:ext cx="318" cy="220"/>
            </a:xfrm>
            <a:prstGeom prst="line">
              <a:avLst/>
            </a:prstGeom>
            <a:noFill/>
            <a:ln w="952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00" name="直接连接符 909342">
              <a:extLst>
                <a:ext uri="{FF2B5EF4-FFF2-40B4-BE49-F238E27FC236}">
                  <a16:creationId xmlns:a16="http://schemas.microsoft.com/office/drawing/2014/main" id="{203F4655-B156-49D6-9F0F-B26CC6189675}"/>
                </a:ext>
              </a:extLst>
            </p:cNvPr>
            <p:cNvSpPr>
              <a:spLocks noChangeShapeType="1"/>
            </p:cNvSpPr>
            <p:nvPr/>
          </p:nvSpPr>
          <p:spPr bwMode="auto">
            <a:xfrm flipH="1">
              <a:off x="1837" y="1602"/>
              <a:ext cx="499" cy="220"/>
            </a:xfrm>
            <a:prstGeom prst="line">
              <a:avLst/>
            </a:prstGeom>
            <a:noFill/>
            <a:ln w="952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01" name="直接连接符 909343">
              <a:extLst>
                <a:ext uri="{FF2B5EF4-FFF2-40B4-BE49-F238E27FC236}">
                  <a16:creationId xmlns:a16="http://schemas.microsoft.com/office/drawing/2014/main" id="{4489CB05-685F-41DF-9203-8DE4A271E53F}"/>
                </a:ext>
              </a:extLst>
            </p:cNvPr>
            <p:cNvSpPr>
              <a:spLocks noChangeShapeType="1"/>
            </p:cNvSpPr>
            <p:nvPr/>
          </p:nvSpPr>
          <p:spPr bwMode="auto">
            <a:xfrm>
              <a:off x="3470" y="1602"/>
              <a:ext cx="454" cy="220"/>
            </a:xfrm>
            <a:prstGeom prst="line">
              <a:avLst/>
            </a:prstGeom>
            <a:noFill/>
            <a:ln w="952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02" name="直接连接符 909344">
              <a:extLst>
                <a:ext uri="{FF2B5EF4-FFF2-40B4-BE49-F238E27FC236}">
                  <a16:creationId xmlns:a16="http://schemas.microsoft.com/office/drawing/2014/main" id="{DA4E4F17-EB97-4DF1-95B5-3AF55138E286}"/>
                </a:ext>
              </a:extLst>
            </p:cNvPr>
            <p:cNvSpPr>
              <a:spLocks noChangeShapeType="1"/>
            </p:cNvSpPr>
            <p:nvPr/>
          </p:nvSpPr>
          <p:spPr bwMode="auto">
            <a:xfrm flipH="1">
              <a:off x="3969" y="1602"/>
              <a:ext cx="454" cy="220"/>
            </a:xfrm>
            <a:prstGeom prst="line">
              <a:avLst/>
            </a:prstGeom>
            <a:noFill/>
            <a:ln w="952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03" name="直接连接符 909349">
              <a:extLst>
                <a:ext uri="{FF2B5EF4-FFF2-40B4-BE49-F238E27FC236}">
                  <a16:creationId xmlns:a16="http://schemas.microsoft.com/office/drawing/2014/main" id="{11D7F666-2DE6-4C60-A2BF-5345DB2C6E5D}"/>
                </a:ext>
              </a:extLst>
            </p:cNvPr>
            <p:cNvSpPr>
              <a:spLocks noChangeShapeType="1"/>
            </p:cNvSpPr>
            <p:nvPr/>
          </p:nvSpPr>
          <p:spPr bwMode="auto">
            <a:xfrm flipV="1">
              <a:off x="2926" y="2791"/>
              <a:ext cx="0" cy="444"/>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04" name="直接连接符 909350">
              <a:extLst>
                <a:ext uri="{FF2B5EF4-FFF2-40B4-BE49-F238E27FC236}">
                  <a16:creationId xmlns:a16="http://schemas.microsoft.com/office/drawing/2014/main" id="{43DD9388-FFD1-4D48-B64A-C08888F72A63}"/>
                </a:ext>
              </a:extLst>
            </p:cNvPr>
            <p:cNvSpPr>
              <a:spLocks noChangeShapeType="1"/>
            </p:cNvSpPr>
            <p:nvPr/>
          </p:nvSpPr>
          <p:spPr bwMode="auto">
            <a:xfrm>
              <a:off x="2926" y="3187"/>
              <a:ext cx="0" cy="22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05" name="直接连接符 909351">
              <a:extLst>
                <a:ext uri="{FF2B5EF4-FFF2-40B4-BE49-F238E27FC236}">
                  <a16:creationId xmlns:a16="http://schemas.microsoft.com/office/drawing/2014/main" id="{D79ACBF2-2958-48C7-9990-0264B0F362A9}"/>
                </a:ext>
              </a:extLst>
            </p:cNvPr>
            <p:cNvSpPr>
              <a:spLocks noChangeShapeType="1"/>
            </p:cNvSpPr>
            <p:nvPr/>
          </p:nvSpPr>
          <p:spPr bwMode="auto">
            <a:xfrm>
              <a:off x="2926" y="3627"/>
              <a:ext cx="0" cy="177"/>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6" name="椭圆 909352">
              <a:extLst>
                <a:ext uri="{FF2B5EF4-FFF2-40B4-BE49-F238E27FC236}">
                  <a16:creationId xmlns:a16="http://schemas.microsoft.com/office/drawing/2014/main" id="{69FD4F85-1A8C-4447-97D5-D48CC34BC677}"/>
                </a:ext>
              </a:extLst>
            </p:cNvPr>
            <p:cNvSpPr>
              <a:spLocks noChangeArrowheads="1"/>
            </p:cNvSpPr>
            <p:nvPr/>
          </p:nvSpPr>
          <p:spPr bwMode="auto">
            <a:xfrm>
              <a:off x="4921" y="2262"/>
              <a:ext cx="635" cy="572"/>
            </a:xfrm>
            <a:prstGeom prst="ellipse">
              <a:avLst/>
            </a:prstGeom>
            <a:solidFill>
              <a:srgbClr val="FFCC00"/>
            </a:solidFill>
            <a:ln w="9525">
              <a:solidFill>
                <a:schemeClr val="tx1"/>
              </a:solidFill>
              <a:miter lim="800000"/>
              <a:headEnd/>
              <a:tailEnd/>
            </a:ln>
          </p:spPr>
          <p:txBody>
            <a:bodyPr wrap="none" anchor="ctr"/>
            <a:lstStyle/>
            <a:p>
              <a:pPr algn="ctr"/>
              <a:r>
                <a:rPr lang="en-US" altLang="zh-CN" sz="2000" b="1">
                  <a:latin typeface="Times New Roman" panose="02020603050405020304" pitchFamily="18" charset="0"/>
                  <a:ea typeface="宋体" panose="02010600030101010101" pitchFamily="2" charset="-122"/>
                </a:rPr>
                <a:t>DBMS</a:t>
              </a:r>
            </a:p>
          </p:txBody>
        </p:sp>
        <p:sp>
          <p:nvSpPr>
            <p:cNvPr id="24607" name="椭圆 909353">
              <a:extLst>
                <a:ext uri="{FF2B5EF4-FFF2-40B4-BE49-F238E27FC236}">
                  <a16:creationId xmlns:a16="http://schemas.microsoft.com/office/drawing/2014/main" id="{00A879AE-EDB2-4E0E-92C7-44D5ABC92CFD}"/>
                </a:ext>
              </a:extLst>
            </p:cNvPr>
            <p:cNvSpPr>
              <a:spLocks noChangeArrowheads="1"/>
            </p:cNvSpPr>
            <p:nvPr/>
          </p:nvSpPr>
          <p:spPr bwMode="auto">
            <a:xfrm>
              <a:off x="4150" y="3407"/>
              <a:ext cx="545" cy="440"/>
            </a:xfrm>
            <a:prstGeom prst="ellipse">
              <a:avLst/>
            </a:prstGeom>
            <a:solidFill>
              <a:srgbClr val="FFCC99"/>
            </a:solidFill>
            <a:ln w="9525">
              <a:solidFill>
                <a:schemeClr val="tx1"/>
              </a:solidFill>
              <a:miter lim="800000"/>
              <a:headEnd/>
              <a:tailEnd/>
            </a:ln>
          </p:spPr>
          <p:txBody>
            <a:bodyPr wrap="none" anchor="ctr"/>
            <a:lstStyle/>
            <a:p>
              <a:pPr algn="ctr"/>
              <a:r>
                <a:rPr lang="en-US" altLang="zh-CN" sz="2000" b="1">
                  <a:latin typeface="Times New Roman" panose="02020603050405020304" pitchFamily="18" charset="0"/>
                  <a:ea typeface="宋体" panose="02010600030101010101" pitchFamily="2" charset="-122"/>
                </a:rPr>
                <a:t>OS</a:t>
              </a:r>
            </a:p>
          </p:txBody>
        </p:sp>
        <p:sp>
          <p:nvSpPr>
            <p:cNvPr id="24608" name="直接连接符 909354">
              <a:extLst>
                <a:ext uri="{FF2B5EF4-FFF2-40B4-BE49-F238E27FC236}">
                  <a16:creationId xmlns:a16="http://schemas.microsoft.com/office/drawing/2014/main" id="{279BEEC4-66B0-4903-B776-5E453E961D07}"/>
                </a:ext>
              </a:extLst>
            </p:cNvPr>
            <p:cNvSpPr>
              <a:spLocks noChangeShapeType="1"/>
            </p:cNvSpPr>
            <p:nvPr/>
          </p:nvSpPr>
          <p:spPr bwMode="auto">
            <a:xfrm flipH="1">
              <a:off x="3425" y="3715"/>
              <a:ext cx="725" cy="221"/>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09" name="直接连接符 909355">
              <a:extLst>
                <a:ext uri="{FF2B5EF4-FFF2-40B4-BE49-F238E27FC236}">
                  <a16:creationId xmlns:a16="http://schemas.microsoft.com/office/drawing/2014/main" id="{C7ED06F5-FEB0-4C77-9E70-ED6EA18C0901}"/>
                </a:ext>
              </a:extLst>
            </p:cNvPr>
            <p:cNvSpPr>
              <a:spLocks noChangeShapeType="1"/>
            </p:cNvSpPr>
            <p:nvPr/>
          </p:nvSpPr>
          <p:spPr bwMode="auto">
            <a:xfrm flipH="1">
              <a:off x="3289" y="2702"/>
              <a:ext cx="1678" cy="793"/>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10" name="直接连接符 909357">
              <a:extLst>
                <a:ext uri="{FF2B5EF4-FFF2-40B4-BE49-F238E27FC236}">
                  <a16:creationId xmlns:a16="http://schemas.microsoft.com/office/drawing/2014/main" id="{0B2349DD-E248-4D54-AE5B-93E24AF490B0}"/>
                </a:ext>
              </a:extLst>
            </p:cNvPr>
            <p:cNvSpPr>
              <a:spLocks noChangeShapeType="1"/>
            </p:cNvSpPr>
            <p:nvPr/>
          </p:nvSpPr>
          <p:spPr bwMode="auto">
            <a:xfrm flipH="1">
              <a:off x="3833" y="2527"/>
              <a:ext cx="1088" cy="175"/>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11" name="直接连接符 909359">
              <a:extLst>
                <a:ext uri="{FF2B5EF4-FFF2-40B4-BE49-F238E27FC236}">
                  <a16:creationId xmlns:a16="http://schemas.microsoft.com/office/drawing/2014/main" id="{23CAD4DF-29D8-4C13-BD27-AB040F3FE8F9}"/>
                </a:ext>
              </a:extLst>
            </p:cNvPr>
            <p:cNvSpPr>
              <a:spLocks noChangeShapeType="1"/>
            </p:cNvSpPr>
            <p:nvPr/>
          </p:nvSpPr>
          <p:spPr bwMode="auto">
            <a:xfrm flipH="1" flipV="1">
              <a:off x="4423" y="1910"/>
              <a:ext cx="544" cy="485"/>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12" name="直接连接符 909360">
              <a:extLst>
                <a:ext uri="{FF2B5EF4-FFF2-40B4-BE49-F238E27FC236}">
                  <a16:creationId xmlns:a16="http://schemas.microsoft.com/office/drawing/2014/main" id="{B5EA575E-E9F4-41E5-9AFA-419F0E9226C0}"/>
                </a:ext>
              </a:extLst>
            </p:cNvPr>
            <p:cNvSpPr>
              <a:spLocks noChangeShapeType="1"/>
            </p:cNvSpPr>
            <p:nvPr/>
          </p:nvSpPr>
          <p:spPr bwMode="auto">
            <a:xfrm flipH="1" flipV="1">
              <a:off x="4967" y="1514"/>
              <a:ext cx="45" cy="793"/>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13" name="直接连接符 909361">
              <a:extLst>
                <a:ext uri="{FF2B5EF4-FFF2-40B4-BE49-F238E27FC236}">
                  <a16:creationId xmlns:a16="http://schemas.microsoft.com/office/drawing/2014/main" id="{E25AAE1B-5D3A-4A4A-9657-8FD835B48153}"/>
                </a:ext>
              </a:extLst>
            </p:cNvPr>
            <p:cNvSpPr>
              <a:spLocks noChangeShapeType="1"/>
            </p:cNvSpPr>
            <p:nvPr/>
          </p:nvSpPr>
          <p:spPr bwMode="auto">
            <a:xfrm>
              <a:off x="4921" y="1381"/>
              <a:ext cx="318" cy="0"/>
            </a:xfrm>
            <a:prstGeom prst="line">
              <a:avLst/>
            </a:prstGeom>
            <a:noFill/>
            <a:ln w="28575">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14" name="直接连接符 909362">
              <a:extLst>
                <a:ext uri="{FF2B5EF4-FFF2-40B4-BE49-F238E27FC236}">
                  <a16:creationId xmlns:a16="http://schemas.microsoft.com/office/drawing/2014/main" id="{F4461D96-3098-4EBD-9C9B-CCCFF4074733}"/>
                </a:ext>
              </a:extLst>
            </p:cNvPr>
            <p:cNvSpPr>
              <a:spLocks noChangeShapeType="1"/>
            </p:cNvSpPr>
            <p:nvPr/>
          </p:nvSpPr>
          <p:spPr bwMode="auto">
            <a:xfrm>
              <a:off x="4423" y="1866"/>
              <a:ext cx="317" cy="0"/>
            </a:xfrm>
            <a:prstGeom prst="line">
              <a:avLst/>
            </a:prstGeom>
            <a:noFill/>
            <a:ln w="28575">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15" name="直接连接符 909363">
              <a:extLst>
                <a:ext uri="{FF2B5EF4-FFF2-40B4-BE49-F238E27FC236}">
                  <a16:creationId xmlns:a16="http://schemas.microsoft.com/office/drawing/2014/main" id="{84BB32AD-DB40-4B77-936F-BE16A9B99667}"/>
                </a:ext>
              </a:extLst>
            </p:cNvPr>
            <p:cNvSpPr>
              <a:spLocks noChangeShapeType="1"/>
            </p:cNvSpPr>
            <p:nvPr/>
          </p:nvSpPr>
          <p:spPr bwMode="auto">
            <a:xfrm flipH="1">
              <a:off x="4559" y="2834"/>
              <a:ext cx="544" cy="573"/>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16" name="直接连接符 909364">
              <a:extLst>
                <a:ext uri="{FF2B5EF4-FFF2-40B4-BE49-F238E27FC236}">
                  <a16:creationId xmlns:a16="http://schemas.microsoft.com/office/drawing/2014/main" id="{1B1FF18E-BCB0-42F3-BB0C-0D543868F45B}"/>
                </a:ext>
              </a:extLst>
            </p:cNvPr>
            <p:cNvSpPr>
              <a:spLocks noChangeShapeType="1"/>
            </p:cNvSpPr>
            <p:nvPr/>
          </p:nvSpPr>
          <p:spPr bwMode="auto">
            <a:xfrm>
              <a:off x="204" y="2351"/>
              <a:ext cx="1020" cy="0"/>
            </a:xfrm>
            <a:prstGeom prst="line">
              <a:avLst/>
            </a:prstGeom>
            <a:noFill/>
            <a:ln w="28575">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17" name="文本框 909365">
              <a:extLst>
                <a:ext uri="{FF2B5EF4-FFF2-40B4-BE49-F238E27FC236}">
                  <a16:creationId xmlns:a16="http://schemas.microsoft.com/office/drawing/2014/main" id="{A341603D-C31D-4EF9-B0A2-8E96DD7CAB98}"/>
                </a:ext>
              </a:extLst>
            </p:cNvPr>
            <p:cNvSpPr txBox="1">
              <a:spLocks noChangeArrowheads="1"/>
            </p:cNvSpPr>
            <p:nvPr/>
          </p:nvSpPr>
          <p:spPr bwMode="auto">
            <a:xfrm>
              <a:off x="181" y="1469"/>
              <a:ext cx="930" cy="25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solidFill>
                    <a:srgbClr val="D60093"/>
                  </a:solidFill>
                  <a:latin typeface="Comic Sans MS" panose="030F0702030302020204" pitchFamily="66" charset="0"/>
                </a:rPr>
                <a:t>用户级</a:t>
              </a:r>
              <a:r>
                <a:rPr lang="en-US" altLang="zh-CN" sz="2000" b="1">
                  <a:solidFill>
                    <a:srgbClr val="D60093"/>
                  </a:solidFill>
                  <a:latin typeface="Comic Sans MS" panose="030F0702030302020204" pitchFamily="66" charset="0"/>
                </a:rPr>
                <a:t>DB</a:t>
              </a:r>
            </a:p>
          </p:txBody>
        </p:sp>
        <p:sp>
          <p:nvSpPr>
            <p:cNvPr id="24618" name="文本框 909366">
              <a:extLst>
                <a:ext uri="{FF2B5EF4-FFF2-40B4-BE49-F238E27FC236}">
                  <a16:creationId xmlns:a16="http://schemas.microsoft.com/office/drawing/2014/main" id="{E67705E2-A34A-483E-93BA-AB86EB83B20D}"/>
                </a:ext>
              </a:extLst>
            </p:cNvPr>
            <p:cNvSpPr txBox="1">
              <a:spLocks noChangeArrowheads="1"/>
            </p:cNvSpPr>
            <p:nvPr/>
          </p:nvSpPr>
          <p:spPr bwMode="auto">
            <a:xfrm>
              <a:off x="3198" y="1223"/>
              <a:ext cx="680" cy="25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latin typeface="楷体_GB2312" pitchFamily="49" charset="-122"/>
                </a:rPr>
                <a:t>用户</a:t>
              </a:r>
              <a:r>
                <a:rPr lang="en-US" altLang="zh-CN" sz="2000" b="1">
                  <a:latin typeface="楷体_GB2312" pitchFamily="49" charset="-122"/>
                </a:rPr>
                <a:t>B1</a:t>
              </a:r>
            </a:p>
          </p:txBody>
        </p:sp>
        <p:sp>
          <p:nvSpPr>
            <p:cNvPr id="24619" name="文本框 909367">
              <a:extLst>
                <a:ext uri="{FF2B5EF4-FFF2-40B4-BE49-F238E27FC236}">
                  <a16:creationId xmlns:a16="http://schemas.microsoft.com/office/drawing/2014/main" id="{B258A734-2776-4A49-99D2-F48F242AD929}"/>
                </a:ext>
              </a:extLst>
            </p:cNvPr>
            <p:cNvSpPr txBox="1">
              <a:spLocks noChangeArrowheads="1"/>
            </p:cNvSpPr>
            <p:nvPr/>
          </p:nvSpPr>
          <p:spPr bwMode="auto">
            <a:xfrm>
              <a:off x="4150" y="1223"/>
              <a:ext cx="680" cy="25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latin typeface="楷体_GB2312" pitchFamily="49" charset="-122"/>
                </a:rPr>
                <a:t>用户</a:t>
              </a:r>
              <a:r>
                <a:rPr lang="en-US" altLang="zh-CN" sz="2000" b="1">
                  <a:latin typeface="楷体_GB2312" pitchFamily="49" charset="-122"/>
                </a:rPr>
                <a:t>B2</a:t>
              </a:r>
            </a:p>
          </p:txBody>
        </p:sp>
        <p:sp>
          <p:nvSpPr>
            <p:cNvPr id="24620" name="直接连接符 909369">
              <a:extLst>
                <a:ext uri="{FF2B5EF4-FFF2-40B4-BE49-F238E27FC236}">
                  <a16:creationId xmlns:a16="http://schemas.microsoft.com/office/drawing/2014/main" id="{EADD1B62-5029-4A2F-A8EF-30D50AA43FA6}"/>
                </a:ext>
              </a:extLst>
            </p:cNvPr>
            <p:cNvSpPr>
              <a:spLocks noChangeShapeType="1"/>
            </p:cNvSpPr>
            <p:nvPr/>
          </p:nvSpPr>
          <p:spPr bwMode="auto">
            <a:xfrm>
              <a:off x="1882" y="2024"/>
              <a:ext cx="408" cy="590"/>
            </a:xfrm>
            <a:prstGeom prst="line">
              <a:avLst/>
            </a:prstGeom>
            <a:noFill/>
            <a:ln w="19050" cap="sq">
              <a:solidFill>
                <a:schemeClr val="tx1"/>
              </a:solidFill>
              <a:round/>
              <a:headEnd type="arrow" w="med" len="me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4621" name="直接连接符 909370">
              <a:extLst>
                <a:ext uri="{FF2B5EF4-FFF2-40B4-BE49-F238E27FC236}">
                  <a16:creationId xmlns:a16="http://schemas.microsoft.com/office/drawing/2014/main" id="{BB66C373-DBA7-4AC6-A3ED-C587164AA537}"/>
                </a:ext>
              </a:extLst>
            </p:cNvPr>
            <p:cNvSpPr>
              <a:spLocks noChangeShapeType="1"/>
            </p:cNvSpPr>
            <p:nvPr/>
          </p:nvSpPr>
          <p:spPr bwMode="auto">
            <a:xfrm flipH="1">
              <a:off x="3606" y="2024"/>
              <a:ext cx="453" cy="590"/>
            </a:xfrm>
            <a:prstGeom prst="line">
              <a:avLst/>
            </a:prstGeom>
            <a:noFill/>
            <a:ln w="19050" cap="sq">
              <a:solidFill>
                <a:schemeClr val="tx1"/>
              </a:solidFill>
              <a:round/>
              <a:headEnd type="arrow" w="med" len="med"/>
              <a:tailEnd type="arrow" w="med" len="med"/>
            </a:ln>
            <a:extLst>
              <a:ext uri="{909E8E84-426E-40DD-AFC4-6F175D3DCCD1}">
                <a14:hiddenFill xmlns:a14="http://schemas.microsoft.com/office/drawing/2010/main">
                  <a:noFill/>
                </a14:hiddenFill>
              </a:ext>
            </a:extLst>
          </p:spPr>
          <p:txBody>
            <a:bodyPr/>
            <a:lstStyle/>
            <a:p>
              <a:endParaRPr lang="zh-CN" altLang="en-US"/>
            </a:p>
          </p:txBody>
        </p:sp>
      </p:grpSp>
      <mc:AlternateContent xmlns:mc="http://schemas.openxmlformats.org/markup-compatibility/2006" xmlns:p14="http://schemas.microsoft.com/office/powerpoint/2010/main" xmlns:iact="http://schemas.microsoft.com/office/powerpoint/2014/inkAction">
        <mc:Choice Requires="p14 iact">
          <p:contentPart p14:bwMode="auto" r:id="rId2">
            <p14:nvContentPartPr>
              <p14:cNvPr id="3" name="墨迹 2">
                <a:extLst>
                  <a:ext uri="{FF2B5EF4-FFF2-40B4-BE49-F238E27FC236}">
                    <a16:creationId xmlns:a16="http://schemas.microsoft.com/office/drawing/2014/main" id="{10219AD8-EDD6-4BB5-BD6A-EDF5A81241AD}"/>
                  </a:ext>
                </a:extLst>
              </p14:cNvPr>
              <p14:cNvContentPartPr/>
              <p14:nvPr>
                <p:extLst>
                  <p:ext uri="{42D2F446-02D8-4167-A562-619A0277C38B}">
                    <p15:isNarration xmlns:p15="http://schemas.microsoft.com/office/powerpoint/2012/main" val="1"/>
                  </p:ext>
                </p:extLst>
              </p14:nvPr>
            </p14:nvContentPartPr>
            <p14:xfrm>
              <a:off x="9078840" y="2888640"/>
              <a:ext cx="360" cy="360"/>
            </p14:xfrm>
          </p:contentPart>
        </mc:Choice>
        <mc:Fallback xmlns="">
          <p:pic>
            <p:nvPicPr>
              <p:cNvPr id="3" name="墨迹 2">
                <a:extLst>
                  <a:ext uri="{FF2B5EF4-FFF2-40B4-BE49-F238E27FC236}">
                    <a16:creationId xmlns:a16="http://schemas.microsoft.com/office/drawing/2014/main" id="{10219AD8-EDD6-4BB5-BD6A-EDF5A81241AD}"/>
                  </a:ext>
                </a:extLst>
              </p:cNvPr>
              <p:cNvPicPr>
                <a:picLocks noGrp="1" noRot="1" noChangeAspect="1" noMove="1" noResize="1" noEditPoints="1" noAdjustHandles="1" noChangeArrowheads="1" noChangeShapeType="1"/>
              </p:cNvPicPr>
              <p:nvPr/>
            </p:nvPicPr>
            <p:blipFill>
              <a:blip r:embed="rId5"/>
              <a:stretch>
                <a:fillRect/>
              </a:stretch>
            </p:blipFill>
            <p:spPr>
              <a:xfrm>
                <a:off x="9069480" y="2879280"/>
                <a:ext cx="19080" cy="19080"/>
              </a:xfrm>
              <a:prstGeom prst="rect">
                <a:avLst/>
              </a:prstGeom>
            </p:spPr>
          </p:pic>
        </mc:Fallback>
      </mc:AlternateContent>
    </p:spTree>
  </p:cSld>
  <p:clrMapOvr>
    <a:masterClrMapping/>
  </p:clrMapOvr>
  <mc:AlternateContent xmlns:mc="http://schemas.openxmlformats.org/markup-compatibility/2006" xmlns:p14="http://schemas.microsoft.com/office/powerpoint/2010/main">
    <mc:Choice Requires="p14">
      <p:transition spd="slow" p14:dur="2000" advTm="47867"/>
    </mc:Choice>
    <mc:Fallback xmlns="">
      <p:transition spd="slow" advTm="47867"/>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par>
                          <p:cTn id="8" fill="hold">
                            <p:stCondLst>
                              <p:cond delay="1"/>
                            </p:stCondLst>
                            <p:childTnLst>
                              <p:par>
                                <p:cTn id="9" presetID="22" presetClass="entr" presetSubtype="8" fill="hold" grpId="0" nodeType="afterEffect">
                                  <p:stCondLst>
                                    <p:cond delay="0"/>
                                  </p:stCondLst>
                                  <p:childTnLst>
                                    <p:set>
                                      <p:cBhvr>
                                        <p:cTn id="10" dur="1" fill="hold">
                                          <p:stCondLst>
                                            <p:cond delay="0"/>
                                          </p:stCondLst>
                                        </p:cTn>
                                        <p:tgtEl>
                                          <p:spTgt spid="909317">
                                            <p:txEl>
                                              <p:pRg st="0" end="0"/>
                                            </p:txEl>
                                          </p:spTgt>
                                        </p:tgtEl>
                                        <p:attrNameLst>
                                          <p:attrName>style.visibility</p:attrName>
                                        </p:attrNameLst>
                                      </p:cBhvr>
                                      <p:to>
                                        <p:strVal val="visible"/>
                                      </p:to>
                                    </p:set>
                                    <p:animEffect transition="in" filter="wipe(left)">
                                      <p:cBhvr>
                                        <p:cTn id="11" dur="1000"/>
                                        <p:tgtEl>
                                          <p:spTgt spid="90931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9317"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3624" name="矩形 873623">
            <a:extLst>
              <a:ext uri="{FF2B5EF4-FFF2-40B4-BE49-F238E27FC236}">
                <a16:creationId xmlns:a16="http://schemas.microsoft.com/office/drawing/2014/main" id="{4BFB683D-8BC3-4C6F-BAB5-6590E298E068}"/>
              </a:ext>
            </a:extLst>
          </p:cNvPr>
          <p:cNvSpPr/>
          <p:nvPr/>
        </p:nvSpPr>
        <p:spPr>
          <a:xfrm>
            <a:off x="468313" y="1052513"/>
            <a:ext cx="8207375" cy="4968875"/>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r>
              <a:rPr lang="en-US" altLang="zh-CN" noProof="1"/>
              <a:t>          </a:t>
            </a:r>
            <a:r>
              <a:rPr lang="en-US" altLang="zh-CN" sz="3000" noProof="1">
                <a:solidFill>
                  <a:srgbClr val="660033"/>
                </a:solidFill>
                <a:ea typeface="华文新魏" panose="02010800040101010101" pitchFamily="2" charset="-122"/>
              </a:rPr>
              <a:t>2</a:t>
            </a:r>
            <a:r>
              <a:rPr lang="zh-CN" altLang="en-US" sz="3000" noProof="1">
                <a:solidFill>
                  <a:srgbClr val="660033"/>
                </a:solidFill>
                <a:ea typeface="华文新魏" panose="02010800040101010101" pitchFamily="2" charset="-122"/>
              </a:rPr>
              <a:t>、应用程序</a:t>
            </a:r>
          </a:p>
          <a:p>
            <a:pPr>
              <a:lnSpc>
                <a:spcPct val="125000"/>
              </a:lnSpc>
              <a:spcBef>
                <a:spcPct val="0"/>
              </a:spcBef>
            </a:pPr>
            <a:r>
              <a:rPr lang="zh-CN" altLang="en-US" noProof="1">
                <a:solidFill>
                  <a:schemeClr val="hlink"/>
                </a:solidFill>
                <a:latin typeface="黑体" panose="02010609060101010101" pitchFamily="2" charset="-122"/>
                <a:ea typeface="黑体" panose="02010609060101010101" pitchFamily="2" charset="-122"/>
              </a:rPr>
              <a:t>      ◆</a:t>
            </a:r>
            <a:r>
              <a:rPr lang="zh-CN" altLang="en-US" noProof="1">
                <a:solidFill>
                  <a:srgbClr val="003366"/>
                </a:solidFill>
                <a:ea typeface="黑体" panose="02010609060101010101" pitchFamily="2" charset="-122"/>
              </a:rPr>
              <a:t>应用程序</a:t>
            </a:r>
            <a:r>
              <a:rPr lang="zh-CN" altLang="en-US" noProof="1"/>
              <a:t>是指完成用户组织中所有不同用户对数据库中数据操作功能的程序模块的全体。</a:t>
            </a:r>
          </a:p>
          <a:p>
            <a:pPr>
              <a:lnSpc>
                <a:spcPct val="125000"/>
              </a:lnSpc>
            </a:pPr>
            <a:r>
              <a:rPr lang="zh-CN" altLang="en-US" noProof="1"/>
              <a:t>          </a:t>
            </a:r>
            <a:r>
              <a:rPr lang="zh-CN" altLang="en-US" noProof="1">
                <a:solidFill>
                  <a:schemeClr val="hlink"/>
                </a:solidFill>
                <a:latin typeface="黑体" panose="02010609060101010101" pitchFamily="2" charset="-122"/>
                <a:ea typeface="黑体" panose="02010609060101010101" pitchFamily="2" charset="-122"/>
              </a:rPr>
              <a:t>◆</a:t>
            </a:r>
            <a:r>
              <a:rPr lang="zh-CN" altLang="en-US" noProof="1"/>
              <a:t>用户组织中不同用户</a:t>
            </a:r>
            <a:r>
              <a:rPr lang="en-US" altLang="zh-CN" noProof="1"/>
              <a:t>/</a:t>
            </a:r>
            <a:r>
              <a:rPr lang="zh-CN" altLang="en-US" noProof="1"/>
              <a:t>管理人员对数据库中数据操作的功能是</a:t>
            </a:r>
            <a:r>
              <a:rPr lang="zh-CN" altLang="en-US" noProof="1">
                <a:solidFill>
                  <a:srgbClr val="003366"/>
                </a:solidFill>
              </a:rPr>
              <a:t>由不同的应用程序模块实现</a:t>
            </a:r>
            <a:r>
              <a:rPr lang="zh-CN" altLang="en-US" noProof="1"/>
              <a:t>的。   </a:t>
            </a:r>
          </a:p>
          <a:p>
            <a:pPr>
              <a:lnSpc>
                <a:spcPct val="125000"/>
              </a:lnSpc>
            </a:pPr>
            <a:r>
              <a:rPr lang="zh-CN" altLang="en-US" noProof="1"/>
              <a:t>          </a:t>
            </a:r>
            <a:r>
              <a:rPr lang="zh-CN" altLang="en-US" noProof="1">
                <a:solidFill>
                  <a:schemeClr val="hlink"/>
                </a:solidFill>
                <a:latin typeface="黑体" panose="02010609060101010101" pitchFamily="2" charset="-122"/>
                <a:ea typeface="黑体" panose="02010609060101010101" pitchFamily="2" charset="-122"/>
              </a:rPr>
              <a:t>◆</a:t>
            </a:r>
            <a:r>
              <a:rPr lang="zh-CN" altLang="en-US" noProof="1"/>
              <a:t>不同的应用程序模块只实现对数据库中</a:t>
            </a:r>
            <a:r>
              <a:rPr lang="zh-CN" altLang="en-US" noProof="1">
                <a:solidFill>
                  <a:srgbClr val="003366"/>
                </a:solidFill>
              </a:rPr>
              <a:t>一个或多个外模式</a:t>
            </a:r>
            <a:r>
              <a:rPr lang="zh-CN" altLang="en-US" noProof="1"/>
              <a:t>的数据的操作。</a:t>
            </a:r>
          </a:p>
        </p:txBody>
      </p:sp>
      <p:sp>
        <p:nvSpPr>
          <p:cNvPr id="873625" name="矩形 873624">
            <a:extLst>
              <a:ext uri="{FF2B5EF4-FFF2-40B4-BE49-F238E27FC236}">
                <a16:creationId xmlns:a16="http://schemas.microsoft.com/office/drawing/2014/main" id="{783EBA3C-1706-4B57-93F6-349DF0D2A85B}"/>
              </a:ext>
            </a:extLst>
          </p:cNvPr>
          <p:cNvSpPr/>
          <p:nvPr/>
        </p:nvSpPr>
        <p:spPr>
          <a:xfrm>
            <a:off x="784225" y="201613"/>
            <a:ext cx="8277225"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sz="2900" noProof="1"/>
              <a:t>二、</a:t>
            </a:r>
            <a:r>
              <a:rPr lang="en-US" altLang="zh-CN" sz="2900" noProof="1"/>
              <a:t>DB</a:t>
            </a:r>
            <a:r>
              <a:rPr lang="zh-CN" altLang="en-US" sz="2900" noProof="1"/>
              <a:t>内部体系结构中的两级影射与数据独立性</a:t>
            </a:r>
            <a:r>
              <a:rPr lang="zh-CN" altLang="en-US" noProof="1"/>
              <a:t> </a:t>
            </a:r>
          </a:p>
        </p:txBody>
      </p:sp>
      <mc:AlternateContent xmlns:mc="http://schemas.openxmlformats.org/markup-compatibility/2006" xmlns:p14="http://schemas.microsoft.com/office/powerpoint/2010/main" xmlns:iact="http://schemas.microsoft.com/office/powerpoint/2014/inkAction">
        <mc:Choice Requires="p14 iact">
          <p:contentPart p14:bwMode="auto" r:id="rId2">
            <p14:nvContentPartPr>
              <p14:cNvPr id="4" name="墨迹 3">
                <a:extLst>
                  <a:ext uri="{FF2B5EF4-FFF2-40B4-BE49-F238E27FC236}">
                    <a16:creationId xmlns:a16="http://schemas.microsoft.com/office/drawing/2014/main" id="{A043473E-DE93-46D6-B918-5B85C4CE28A9}"/>
                  </a:ext>
                </a:extLst>
              </p14:cNvPr>
              <p14:cNvContentPartPr/>
              <p14:nvPr>
                <p:extLst>
                  <p:ext uri="{42D2F446-02D8-4167-A562-619A0277C38B}">
                    <p15:isNarration xmlns:p15="http://schemas.microsoft.com/office/powerpoint/2012/main" val="1"/>
                  </p:ext>
                </p:extLst>
              </p14:nvPr>
            </p14:nvContentPartPr>
            <p14:xfrm>
              <a:off x="7769880" y="2203560"/>
              <a:ext cx="360" cy="360"/>
            </p14:xfrm>
          </p:contentPart>
        </mc:Choice>
        <mc:Fallback xmlns="">
          <p:pic>
            <p:nvPicPr>
              <p:cNvPr id="4" name="墨迹 3">
                <a:extLst>
                  <a:ext uri="{FF2B5EF4-FFF2-40B4-BE49-F238E27FC236}">
                    <a16:creationId xmlns:a16="http://schemas.microsoft.com/office/drawing/2014/main" id="{A043473E-DE93-46D6-B918-5B85C4CE28A9}"/>
                  </a:ext>
                </a:extLst>
              </p:cNvPr>
              <p:cNvPicPr>
                <a:picLocks noGrp="1" noRot="1" noChangeAspect="1" noMove="1" noResize="1" noEditPoints="1" noAdjustHandles="1" noChangeArrowheads="1" noChangeShapeType="1"/>
              </p:cNvPicPr>
              <p:nvPr/>
            </p:nvPicPr>
            <p:blipFill>
              <a:blip r:embed="rId5"/>
              <a:stretch>
                <a:fillRect/>
              </a:stretch>
            </p:blipFill>
            <p:spPr>
              <a:xfrm>
                <a:off x="7760520" y="2194200"/>
                <a:ext cx="19080" cy="19080"/>
              </a:xfrm>
              <a:prstGeom prst="rect">
                <a:avLst/>
              </a:prstGeom>
            </p:spPr>
          </p:pic>
        </mc:Fallback>
      </mc:AlternateContent>
    </p:spTree>
  </p:cSld>
  <p:clrMapOvr>
    <a:masterClrMapping/>
  </p:clrMapOvr>
  <mc:AlternateContent xmlns:mc="http://schemas.openxmlformats.org/markup-compatibility/2006" xmlns:p14="http://schemas.microsoft.com/office/powerpoint/2010/main">
    <mc:Choice Requires="p14">
      <p:transition spd="slow" p14:dur="2000" advTm="75724"/>
    </mc:Choice>
    <mc:Fallback xmlns="">
      <p:transition spd="slow" advTm="75724"/>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md type="call" cmd="playFrom(0.0)">
                                      <p:cBhvr>
                                        <p:cTn id="7" dur="1" fill="hold"/>
                                        <p:tgtEl>
                                          <p:spTgt spid="4"/>
                                        </p:tgtEl>
                                      </p:cBhvr>
                                    </p:cmd>
                                  </p:childTnLst>
                                </p:cTn>
                              </p:par>
                            </p:childTnLst>
                          </p:cTn>
                        </p:par>
                        <p:par>
                          <p:cTn id="8" fill="hold">
                            <p:stCondLst>
                              <p:cond delay="1"/>
                            </p:stCondLst>
                            <p:childTnLst>
                              <p:par>
                                <p:cTn id="9" presetID="22" presetClass="entr" presetSubtype="8" fill="hold" grpId="0" nodeType="afterEffect">
                                  <p:stCondLst>
                                    <p:cond delay="0"/>
                                  </p:stCondLst>
                                  <p:childTnLst>
                                    <p:set>
                                      <p:cBhvr>
                                        <p:cTn id="10" dur="1" fill="hold">
                                          <p:stCondLst>
                                            <p:cond delay="0"/>
                                          </p:stCondLst>
                                        </p:cTn>
                                        <p:tgtEl>
                                          <p:spTgt spid="873624">
                                            <p:txEl>
                                              <p:pRg st="0" end="0"/>
                                            </p:txEl>
                                          </p:spTgt>
                                        </p:tgtEl>
                                        <p:attrNameLst>
                                          <p:attrName>style.visibility</p:attrName>
                                        </p:attrNameLst>
                                      </p:cBhvr>
                                      <p:to>
                                        <p:strVal val="visible"/>
                                      </p:to>
                                    </p:set>
                                    <p:animEffect transition="in" filter="wipe(left)">
                                      <p:cBhvr>
                                        <p:cTn id="11" dur="1000"/>
                                        <p:tgtEl>
                                          <p:spTgt spid="873624">
                                            <p:txEl>
                                              <p:pRg st="0" end="0"/>
                                            </p:txEl>
                                          </p:spTgt>
                                        </p:tgtEl>
                                      </p:cBhvr>
                                    </p:animEffect>
                                  </p:childTnLst>
                                </p:cTn>
                              </p:par>
                            </p:childTnLst>
                          </p:cTn>
                        </p:par>
                        <p:par>
                          <p:cTn id="12" fill="hold" nodeType="afterGroup">
                            <p:stCondLst>
                              <p:cond delay="1001"/>
                            </p:stCondLst>
                            <p:childTnLst>
                              <p:par>
                                <p:cTn id="13" presetID="22" presetClass="entr" presetSubtype="8" fill="hold" grpId="0" nodeType="afterEffect">
                                  <p:stCondLst>
                                    <p:cond delay="0"/>
                                  </p:stCondLst>
                                  <p:childTnLst>
                                    <p:set>
                                      <p:cBhvr>
                                        <p:cTn id="14" dur="1" fill="hold">
                                          <p:stCondLst>
                                            <p:cond delay="0"/>
                                          </p:stCondLst>
                                        </p:cTn>
                                        <p:tgtEl>
                                          <p:spTgt spid="873624">
                                            <p:txEl>
                                              <p:pRg st="1" end="1"/>
                                            </p:txEl>
                                          </p:spTgt>
                                        </p:tgtEl>
                                        <p:attrNameLst>
                                          <p:attrName>style.visibility</p:attrName>
                                        </p:attrNameLst>
                                      </p:cBhvr>
                                      <p:to>
                                        <p:strVal val="visible"/>
                                      </p:to>
                                    </p:set>
                                    <p:animEffect transition="in" filter="wipe(left)">
                                      <p:cBhvr>
                                        <p:cTn id="15" dur="1000"/>
                                        <p:tgtEl>
                                          <p:spTgt spid="873624">
                                            <p:txEl>
                                              <p:pRg st="1" end="1"/>
                                            </p:txEl>
                                          </p:spTgt>
                                        </p:tgtEl>
                                      </p:cBhvr>
                                    </p:animEffect>
                                  </p:childTnLst>
                                </p:cTn>
                              </p:par>
                            </p:childTnLst>
                          </p:cTn>
                        </p:par>
                        <p:par>
                          <p:cTn id="16" fill="hold" nodeType="afterGroup">
                            <p:stCondLst>
                              <p:cond delay="2001"/>
                            </p:stCondLst>
                            <p:childTnLst>
                              <p:par>
                                <p:cTn id="17" presetID="22" presetClass="entr" presetSubtype="8" fill="hold" grpId="0" nodeType="afterEffect">
                                  <p:stCondLst>
                                    <p:cond delay="0"/>
                                  </p:stCondLst>
                                  <p:childTnLst>
                                    <p:set>
                                      <p:cBhvr>
                                        <p:cTn id="18" dur="1" fill="hold">
                                          <p:stCondLst>
                                            <p:cond delay="0"/>
                                          </p:stCondLst>
                                        </p:cTn>
                                        <p:tgtEl>
                                          <p:spTgt spid="873624">
                                            <p:txEl>
                                              <p:pRg st="2" end="2"/>
                                            </p:txEl>
                                          </p:spTgt>
                                        </p:tgtEl>
                                        <p:attrNameLst>
                                          <p:attrName>style.visibility</p:attrName>
                                        </p:attrNameLst>
                                      </p:cBhvr>
                                      <p:to>
                                        <p:strVal val="visible"/>
                                      </p:to>
                                    </p:set>
                                    <p:animEffect transition="in" filter="wipe(left)">
                                      <p:cBhvr>
                                        <p:cTn id="19" dur="1000"/>
                                        <p:tgtEl>
                                          <p:spTgt spid="873624">
                                            <p:txEl>
                                              <p:pRg st="2" end="2"/>
                                            </p:txEl>
                                          </p:spTgt>
                                        </p:tgtEl>
                                      </p:cBhvr>
                                    </p:animEffect>
                                  </p:childTnLst>
                                </p:cTn>
                              </p:par>
                            </p:childTnLst>
                          </p:cTn>
                        </p:par>
                        <p:par>
                          <p:cTn id="20" fill="hold" nodeType="afterGroup">
                            <p:stCondLst>
                              <p:cond delay="3001"/>
                            </p:stCondLst>
                            <p:childTnLst>
                              <p:par>
                                <p:cTn id="21" presetID="22" presetClass="entr" presetSubtype="8" fill="hold" grpId="0" nodeType="afterEffect">
                                  <p:stCondLst>
                                    <p:cond delay="0"/>
                                  </p:stCondLst>
                                  <p:childTnLst>
                                    <p:set>
                                      <p:cBhvr>
                                        <p:cTn id="22" dur="1" fill="hold">
                                          <p:stCondLst>
                                            <p:cond delay="0"/>
                                          </p:stCondLst>
                                        </p:cTn>
                                        <p:tgtEl>
                                          <p:spTgt spid="873624">
                                            <p:txEl>
                                              <p:pRg st="3" end="3"/>
                                            </p:txEl>
                                          </p:spTgt>
                                        </p:tgtEl>
                                        <p:attrNameLst>
                                          <p:attrName>style.visibility</p:attrName>
                                        </p:attrNameLst>
                                      </p:cBhvr>
                                      <p:to>
                                        <p:strVal val="visible"/>
                                      </p:to>
                                    </p:set>
                                    <p:animEffect transition="in" filter="wipe(left)">
                                      <p:cBhvr>
                                        <p:cTn id="23" dur="1000"/>
                                        <p:tgtEl>
                                          <p:spTgt spid="87362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3624"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0978" name="矩形 850977">
            <a:extLst>
              <a:ext uri="{FF2B5EF4-FFF2-40B4-BE49-F238E27FC236}">
                <a16:creationId xmlns:a16="http://schemas.microsoft.com/office/drawing/2014/main" id="{66751C70-6F25-4CF7-B2CB-1F2986AE1E30}"/>
              </a:ext>
            </a:extLst>
          </p:cNvPr>
          <p:cNvSpPr/>
          <p:nvPr/>
        </p:nvSpPr>
        <p:spPr>
          <a:xfrm>
            <a:off x="468313" y="1052513"/>
            <a:ext cx="7993062" cy="64770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r>
              <a:rPr lang="en-US" altLang="zh-CN" noProof="1"/>
              <a:t>         </a:t>
            </a:r>
            <a:r>
              <a:rPr lang="en-US" altLang="zh-CN" sz="3000" noProof="1">
                <a:solidFill>
                  <a:srgbClr val="660033"/>
                </a:solidFill>
                <a:ea typeface="华文新魏" panose="02010800040101010101" pitchFamily="2" charset="-122"/>
              </a:rPr>
              <a:t>3</a:t>
            </a:r>
            <a:r>
              <a:rPr lang="zh-CN" altLang="en-US" sz="3000" noProof="1">
                <a:solidFill>
                  <a:srgbClr val="660033"/>
                </a:solidFill>
                <a:ea typeface="华文新魏" panose="02010800040101010101" pitchFamily="2" charset="-122"/>
              </a:rPr>
              <a:t>、外模式与逻辑模式之间的映射</a:t>
            </a:r>
            <a:endParaRPr lang="zh-CN" altLang="en-US" noProof="1"/>
          </a:p>
        </p:txBody>
      </p:sp>
      <p:grpSp>
        <p:nvGrpSpPr>
          <p:cNvPr id="26626" name="组合 851024">
            <a:extLst>
              <a:ext uri="{FF2B5EF4-FFF2-40B4-BE49-F238E27FC236}">
                <a16:creationId xmlns:a16="http://schemas.microsoft.com/office/drawing/2014/main" id="{1DDE904C-F532-45E8-A5FD-9870FEB84287}"/>
              </a:ext>
            </a:extLst>
          </p:cNvPr>
          <p:cNvGrpSpPr>
            <a:grpSpLocks/>
          </p:cNvGrpSpPr>
          <p:nvPr/>
        </p:nvGrpSpPr>
        <p:grpSpPr bwMode="auto">
          <a:xfrm>
            <a:off x="287338" y="1773238"/>
            <a:ext cx="8532812" cy="4752975"/>
            <a:chOff x="181" y="1117"/>
            <a:chExt cx="5375" cy="2994"/>
          </a:xfrm>
        </p:grpSpPr>
        <p:sp>
          <p:nvSpPr>
            <p:cNvPr id="850980" name="文本框 850979">
              <a:extLst>
                <a:ext uri="{FF2B5EF4-FFF2-40B4-BE49-F238E27FC236}">
                  <a16:creationId xmlns:a16="http://schemas.microsoft.com/office/drawing/2014/main" id="{8AA52FED-A219-4263-AF23-3DBD37F89655}"/>
                </a:ext>
              </a:extLst>
            </p:cNvPr>
            <p:cNvSpPr txBox="1"/>
            <p:nvPr/>
          </p:nvSpPr>
          <p:spPr>
            <a:xfrm>
              <a:off x="1066" y="1381"/>
              <a:ext cx="816" cy="198"/>
            </a:xfrm>
            <a:prstGeom prst="rect">
              <a:avLst/>
            </a:prstGeom>
            <a:solidFill>
              <a:srgbClr val="33CC33">
                <a:alpha val="37000"/>
              </a:srgbClr>
            </a:solidFill>
            <a:ln w="9525" cap="flat" cmpd="sng">
              <a:solidFill>
                <a:schemeClr val="tx1"/>
              </a:solidFill>
              <a:prstDash val="solid"/>
              <a:miter/>
              <a:headEnd type="none" w="med" len="med"/>
              <a:tailEnd type="none" w="med" len="med"/>
            </a:ln>
          </p:spPr>
          <p:txBody>
            <a:bodyPr lIns="0" tIns="0" rIns="0" bIns="0">
              <a:spAutoFit/>
            </a:bodyPr>
            <a:lstStyle/>
            <a:p>
              <a:pPr>
                <a:spcBef>
                  <a:spcPct val="50000"/>
                </a:spcBef>
              </a:pPr>
              <a:r>
                <a:rPr lang="zh-CN" altLang="en-US" sz="2000" b="1" noProof="1">
                  <a:effectLst>
                    <a:outerShdw blurRad="38100" dist="38100" dir="2700000">
                      <a:srgbClr val="FFFFFF"/>
                    </a:outerShdw>
                  </a:effectLst>
                  <a:latin typeface="宋体" panose="02010600030101010101" pitchFamily="2" charset="-122"/>
                  <a:ea typeface="宋体" panose="02010600030101010101" pitchFamily="2" charset="-122"/>
                </a:rPr>
                <a:t>应用程序</a:t>
              </a:r>
              <a:r>
                <a:rPr lang="en-US" altLang="zh-CN" sz="2000" b="1" noProof="1">
                  <a:effectLst>
                    <a:outerShdw blurRad="38100" dist="38100" dir="2700000">
                      <a:srgbClr val="FFFFFF"/>
                    </a:outerShdw>
                  </a:effectLst>
                  <a:latin typeface="宋体" panose="02010600030101010101" pitchFamily="2" charset="-122"/>
                  <a:ea typeface="宋体" panose="02010600030101010101" pitchFamily="2" charset="-122"/>
                </a:rPr>
                <a:t>A1</a:t>
              </a:r>
            </a:p>
          </p:txBody>
        </p:sp>
        <p:sp>
          <p:nvSpPr>
            <p:cNvPr id="850981" name="文本框 850980">
              <a:extLst>
                <a:ext uri="{FF2B5EF4-FFF2-40B4-BE49-F238E27FC236}">
                  <a16:creationId xmlns:a16="http://schemas.microsoft.com/office/drawing/2014/main" id="{CDF712D0-9950-4FAF-A8DD-1A05A947C73E}"/>
                </a:ext>
              </a:extLst>
            </p:cNvPr>
            <p:cNvSpPr txBox="1"/>
            <p:nvPr/>
          </p:nvSpPr>
          <p:spPr>
            <a:xfrm>
              <a:off x="1973" y="1381"/>
              <a:ext cx="816" cy="198"/>
            </a:xfrm>
            <a:prstGeom prst="rect">
              <a:avLst/>
            </a:prstGeom>
            <a:solidFill>
              <a:srgbClr val="33CC33">
                <a:alpha val="37000"/>
              </a:srgbClr>
            </a:solidFill>
            <a:ln w="9525" cap="flat" cmpd="sng">
              <a:solidFill>
                <a:schemeClr val="tx1"/>
              </a:solidFill>
              <a:prstDash val="solid"/>
              <a:miter/>
              <a:headEnd type="none" w="med" len="med"/>
              <a:tailEnd type="none" w="med" len="med"/>
            </a:ln>
          </p:spPr>
          <p:txBody>
            <a:bodyPr lIns="0" tIns="0" rIns="0" bIns="0">
              <a:spAutoFit/>
            </a:bodyPr>
            <a:lstStyle/>
            <a:p>
              <a:pPr>
                <a:spcBef>
                  <a:spcPct val="50000"/>
                </a:spcBef>
              </a:pPr>
              <a:r>
                <a:rPr lang="zh-CN" altLang="en-US" sz="2000" b="1" noProof="1">
                  <a:effectLst>
                    <a:outerShdw blurRad="38100" dist="38100" dir="2700000">
                      <a:srgbClr val="FFFFFF"/>
                    </a:outerShdw>
                  </a:effectLst>
                  <a:latin typeface="宋体" panose="02010600030101010101" pitchFamily="2" charset="-122"/>
                  <a:ea typeface="宋体" panose="02010600030101010101" pitchFamily="2" charset="-122"/>
                </a:rPr>
                <a:t>应用程序</a:t>
              </a:r>
              <a:r>
                <a:rPr lang="en-US" altLang="zh-CN" sz="2000" b="1" noProof="1">
                  <a:effectLst>
                    <a:outerShdw blurRad="38100" dist="38100" dir="2700000">
                      <a:srgbClr val="FFFFFF"/>
                    </a:outerShdw>
                  </a:effectLst>
                  <a:latin typeface="宋体" panose="02010600030101010101" pitchFamily="2" charset="-122"/>
                  <a:ea typeface="宋体" panose="02010600030101010101" pitchFamily="2" charset="-122"/>
                </a:rPr>
                <a:t>A2</a:t>
              </a:r>
            </a:p>
          </p:txBody>
        </p:sp>
        <p:sp>
          <p:nvSpPr>
            <p:cNvPr id="850982" name="文本框 850981">
              <a:extLst>
                <a:ext uri="{FF2B5EF4-FFF2-40B4-BE49-F238E27FC236}">
                  <a16:creationId xmlns:a16="http://schemas.microsoft.com/office/drawing/2014/main" id="{59B724F9-C497-46A1-AE09-F137BAA6F8E8}"/>
                </a:ext>
              </a:extLst>
            </p:cNvPr>
            <p:cNvSpPr txBox="1"/>
            <p:nvPr/>
          </p:nvSpPr>
          <p:spPr>
            <a:xfrm>
              <a:off x="3062" y="1381"/>
              <a:ext cx="907" cy="198"/>
            </a:xfrm>
            <a:prstGeom prst="rect">
              <a:avLst/>
            </a:prstGeom>
            <a:solidFill>
              <a:srgbClr val="33CC33">
                <a:alpha val="37000"/>
              </a:srgbClr>
            </a:solidFill>
            <a:ln w="9525" cap="flat" cmpd="sng">
              <a:solidFill>
                <a:schemeClr val="tx1"/>
              </a:solidFill>
              <a:prstDash val="solid"/>
              <a:miter/>
              <a:headEnd type="none" w="med" len="med"/>
              <a:tailEnd type="none" w="med" len="med"/>
            </a:ln>
          </p:spPr>
          <p:txBody>
            <a:bodyPr lIns="0" tIns="0" rIns="0" bIns="0">
              <a:spAutoFit/>
            </a:bodyPr>
            <a:lstStyle/>
            <a:p>
              <a:pPr>
                <a:spcBef>
                  <a:spcPct val="50000"/>
                </a:spcBef>
              </a:pPr>
              <a:r>
                <a:rPr lang="zh-CN" altLang="en-US" sz="2000" b="1" noProof="1">
                  <a:effectLst>
                    <a:outerShdw blurRad="38100" dist="38100" dir="2700000">
                      <a:srgbClr val="FFFFFF"/>
                    </a:outerShdw>
                  </a:effectLst>
                  <a:latin typeface="宋体" panose="02010600030101010101" pitchFamily="2" charset="-122"/>
                  <a:ea typeface="宋体" panose="02010600030101010101" pitchFamily="2" charset="-122"/>
                </a:rPr>
                <a:t>应用程序</a:t>
              </a:r>
              <a:r>
                <a:rPr lang="en-US" altLang="zh-CN" sz="2000" b="1" noProof="1">
                  <a:effectLst>
                    <a:outerShdw blurRad="38100" dist="38100" dir="2700000">
                      <a:srgbClr val="FFFFFF"/>
                    </a:outerShdw>
                  </a:effectLst>
                  <a:latin typeface="宋体" panose="02010600030101010101" pitchFamily="2" charset="-122"/>
                  <a:ea typeface="宋体" panose="02010600030101010101" pitchFamily="2" charset="-122"/>
                </a:rPr>
                <a:t>B1</a:t>
              </a:r>
            </a:p>
          </p:txBody>
        </p:sp>
        <p:sp>
          <p:nvSpPr>
            <p:cNvPr id="850983" name="文本框 850982">
              <a:extLst>
                <a:ext uri="{FF2B5EF4-FFF2-40B4-BE49-F238E27FC236}">
                  <a16:creationId xmlns:a16="http://schemas.microsoft.com/office/drawing/2014/main" id="{99EC06DC-8E78-4D92-9080-90090DB96B92}"/>
                </a:ext>
              </a:extLst>
            </p:cNvPr>
            <p:cNvSpPr txBox="1"/>
            <p:nvPr/>
          </p:nvSpPr>
          <p:spPr>
            <a:xfrm>
              <a:off x="4014" y="1381"/>
              <a:ext cx="907" cy="198"/>
            </a:xfrm>
            <a:prstGeom prst="rect">
              <a:avLst/>
            </a:prstGeom>
            <a:solidFill>
              <a:srgbClr val="33CC33">
                <a:alpha val="37000"/>
              </a:srgbClr>
            </a:solidFill>
            <a:ln w="9525" cap="flat" cmpd="sng">
              <a:solidFill>
                <a:schemeClr val="tx1"/>
              </a:solidFill>
              <a:prstDash val="solid"/>
              <a:miter/>
              <a:headEnd type="none" w="med" len="med"/>
              <a:tailEnd type="none" w="med" len="med"/>
            </a:ln>
          </p:spPr>
          <p:txBody>
            <a:bodyPr lIns="0" tIns="0" rIns="0" bIns="0">
              <a:spAutoFit/>
            </a:bodyPr>
            <a:lstStyle/>
            <a:p>
              <a:pPr>
                <a:spcBef>
                  <a:spcPct val="50000"/>
                </a:spcBef>
              </a:pPr>
              <a:r>
                <a:rPr lang="zh-CN" altLang="en-US" sz="2000" b="1" noProof="1">
                  <a:effectLst>
                    <a:outerShdw blurRad="38100" dist="38100" dir="2700000">
                      <a:srgbClr val="FFFFFF"/>
                    </a:outerShdw>
                  </a:effectLst>
                  <a:latin typeface="宋体" panose="02010600030101010101" pitchFamily="2" charset="-122"/>
                  <a:ea typeface="宋体" panose="02010600030101010101" pitchFamily="2" charset="-122"/>
                </a:rPr>
                <a:t>应用程序</a:t>
              </a:r>
              <a:r>
                <a:rPr lang="en-US" altLang="zh-CN" sz="2000" b="1" noProof="1">
                  <a:effectLst>
                    <a:outerShdw blurRad="38100" dist="38100" dir="2700000">
                      <a:srgbClr val="FFFFFF"/>
                    </a:outerShdw>
                  </a:effectLst>
                  <a:latin typeface="宋体" panose="02010600030101010101" pitchFamily="2" charset="-122"/>
                  <a:ea typeface="宋体" panose="02010600030101010101" pitchFamily="2" charset="-122"/>
                </a:rPr>
                <a:t>B2</a:t>
              </a:r>
            </a:p>
          </p:txBody>
        </p:sp>
        <p:sp>
          <p:nvSpPr>
            <p:cNvPr id="26631" name="文本框 850983">
              <a:extLst>
                <a:ext uri="{FF2B5EF4-FFF2-40B4-BE49-F238E27FC236}">
                  <a16:creationId xmlns:a16="http://schemas.microsoft.com/office/drawing/2014/main" id="{7717287D-ABFC-4539-A2FE-ADD333D93342}"/>
                </a:ext>
              </a:extLst>
            </p:cNvPr>
            <p:cNvSpPr txBox="1">
              <a:spLocks noChangeArrowheads="1"/>
            </p:cNvSpPr>
            <p:nvPr/>
          </p:nvSpPr>
          <p:spPr bwMode="auto">
            <a:xfrm>
              <a:off x="1157" y="1117"/>
              <a:ext cx="680" cy="25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latin typeface="楷体_GB2312" pitchFamily="49" charset="-122"/>
                </a:rPr>
                <a:t>用户</a:t>
              </a:r>
              <a:r>
                <a:rPr lang="en-US" altLang="zh-CN" sz="2000" b="1">
                  <a:latin typeface="楷体_GB2312" pitchFamily="49" charset="-122"/>
                </a:rPr>
                <a:t>A1</a:t>
              </a:r>
            </a:p>
          </p:txBody>
        </p:sp>
        <p:sp>
          <p:nvSpPr>
            <p:cNvPr id="26632" name="文本框 850984">
              <a:extLst>
                <a:ext uri="{FF2B5EF4-FFF2-40B4-BE49-F238E27FC236}">
                  <a16:creationId xmlns:a16="http://schemas.microsoft.com/office/drawing/2014/main" id="{E1B7C946-42B9-48B6-8F21-D8221028771D}"/>
                </a:ext>
              </a:extLst>
            </p:cNvPr>
            <p:cNvSpPr txBox="1">
              <a:spLocks noChangeArrowheads="1"/>
            </p:cNvSpPr>
            <p:nvPr/>
          </p:nvSpPr>
          <p:spPr bwMode="auto">
            <a:xfrm>
              <a:off x="2064" y="1117"/>
              <a:ext cx="680" cy="25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latin typeface="楷体_GB2312" pitchFamily="49" charset="-122"/>
                </a:rPr>
                <a:t>用户</a:t>
              </a:r>
              <a:r>
                <a:rPr lang="en-US" altLang="zh-CN" sz="2000" b="1">
                  <a:latin typeface="楷体_GB2312" pitchFamily="49" charset="-122"/>
                </a:rPr>
                <a:t>A1</a:t>
              </a:r>
            </a:p>
          </p:txBody>
        </p:sp>
        <p:sp>
          <p:nvSpPr>
            <p:cNvPr id="26633" name="直接连接符 850985">
              <a:extLst>
                <a:ext uri="{FF2B5EF4-FFF2-40B4-BE49-F238E27FC236}">
                  <a16:creationId xmlns:a16="http://schemas.microsoft.com/office/drawing/2014/main" id="{C33531EE-5D55-4003-A2C4-ABF1C25BA1F9}"/>
                </a:ext>
              </a:extLst>
            </p:cNvPr>
            <p:cNvSpPr>
              <a:spLocks noChangeShapeType="1"/>
            </p:cNvSpPr>
            <p:nvPr/>
          </p:nvSpPr>
          <p:spPr bwMode="auto">
            <a:xfrm flipH="1">
              <a:off x="204" y="1336"/>
              <a:ext cx="793" cy="0"/>
            </a:xfrm>
            <a:prstGeom prst="line">
              <a:avLst/>
            </a:prstGeom>
            <a:noFill/>
            <a:ln w="28575">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0987" name="文本框 850986">
              <a:extLst>
                <a:ext uri="{FF2B5EF4-FFF2-40B4-BE49-F238E27FC236}">
                  <a16:creationId xmlns:a16="http://schemas.microsoft.com/office/drawing/2014/main" id="{C0A40489-E1CB-41A4-BC6F-CEF592245D74}"/>
                </a:ext>
              </a:extLst>
            </p:cNvPr>
            <p:cNvSpPr txBox="1"/>
            <p:nvPr/>
          </p:nvSpPr>
          <p:spPr>
            <a:xfrm>
              <a:off x="1474" y="1777"/>
              <a:ext cx="816" cy="198"/>
            </a:xfrm>
            <a:prstGeom prst="rect">
              <a:avLst/>
            </a:prstGeom>
            <a:solidFill>
              <a:srgbClr val="33CC33">
                <a:alpha val="37000"/>
              </a:srgbClr>
            </a:solidFill>
            <a:ln w="9525" cap="flat" cmpd="sng">
              <a:solidFill>
                <a:schemeClr val="tx1"/>
              </a:solidFill>
              <a:prstDash val="solid"/>
              <a:miter/>
              <a:headEnd type="none" w="med" len="med"/>
              <a:tailEnd type="none" w="med" len="med"/>
            </a:ln>
          </p:spPr>
          <p:txBody>
            <a:bodyPr lIns="0" tIns="0" rIns="0" bIns="0">
              <a:spAutoFit/>
            </a:bodyPr>
            <a:lstStyle/>
            <a:p>
              <a:pPr algn="ctr">
                <a:spcBef>
                  <a:spcPct val="50000"/>
                </a:spcBef>
              </a:pPr>
              <a:r>
                <a:rPr lang="zh-CN" altLang="en-US" sz="2000" b="1" noProof="1">
                  <a:effectLst>
                    <a:outerShdw blurRad="38100" dist="38100" dir="2700000">
                      <a:srgbClr val="FFFFFF"/>
                    </a:outerShdw>
                  </a:effectLst>
                  <a:latin typeface="宋体" panose="02010600030101010101" pitchFamily="2" charset="-122"/>
                  <a:ea typeface="宋体" panose="02010600030101010101" pitchFamily="2" charset="-122"/>
                </a:rPr>
                <a:t>外模式</a:t>
              </a:r>
              <a:r>
                <a:rPr lang="en-US" altLang="zh-CN" sz="2000" b="1" noProof="1">
                  <a:effectLst>
                    <a:outerShdw blurRad="38100" dist="38100" dir="2700000">
                      <a:srgbClr val="FFFFFF"/>
                    </a:outerShdw>
                  </a:effectLst>
                  <a:latin typeface="宋体" panose="02010600030101010101" pitchFamily="2" charset="-122"/>
                  <a:ea typeface="宋体" panose="02010600030101010101" pitchFamily="2" charset="-122"/>
                </a:rPr>
                <a:t>A</a:t>
              </a:r>
            </a:p>
          </p:txBody>
        </p:sp>
        <p:sp>
          <p:nvSpPr>
            <p:cNvPr id="850988" name="文本框 850987">
              <a:extLst>
                <a:ext uri="{FF2B5EF4-FFF2-40B4-BE49-F238E27FC236}">
                  <a16:creationId xmlns:a16="http://schemas.microsoft.com/office/drawing/2014/main" id="{3FB94B5E-21B2-4FA8-B201-B6B435F688C5}"/>
                </a:ext>
              </a:extLst>
            </p:cNvPr>
            <p:cNvSpPr txBox="1"/>
            <p:nvPr/>
          </p:nvSpPr>
          <p:spPr>
            <a:xfrm>
              <a:off x="3606" y="1777"/>
              <a:ext cx="816" cy="198"/>
            </a:xfrm>
            <a:prstGeom prst="rect">
              <a:avLst/>
            </a:prstGeom>
            <a:solidFill>
              <a:srgbClr val="33CC33">
                <a:alpha val="37000"/>
              </a:srgbClr>
            </a:solidFill>
            <a:ln w="9525" cap="flat" cmpd="sng">
              <a:solidFill>
                <a:schemeClr val="tx1"/>
              </a:solidFill>
              <a:prstDash val="solid"/>
              <a:miter/>
              <a:headEnd type="none" w="med" len="med"/>
              <a:tailEnd type="none" w="med" len="med"/>
            </a:ln>
          </p:spPr>
          <p:txBody>
            <a:bodyPr lIns="0" tIns="0" rIns="0" bIns="0">
              <a:spAutoFit/>
            </a:bodyPr>
            <a:lstStyle/>
            <a:p>
              <a:pPr algn="ctr">
                <a:spcBef>
                  <a:spcPct val="50000"/>
                </a:spcBef>
              </a:pPr>
              <a:r>
                <a:rPr lang="zh-CN" altLang="en-US" sz="2000" b="1" noProof="1">
                  <a:effectLst>
                    <a:outerShdw blurRad="38100" dist="38100" dir="2700000">
                      <a:srgbClr val="FFFFFF"/>
                    </a:outerShdw>
                  </a:effectLst>
                  <a:latin typeface="宋体" panose="02010600030101010101" pitchFamily="2" charset="-122"/>
                  <a:ea typeface="宋体" panose="02010600030101010101" pitchFamily="2" charset="-122"/>
                </a:rPr>
                <a:t>外模式</a:t>
              </a:r>
              <a:r>
                <a:rPr lang="en-US" altLang="zh-CN" sz="2000" b="1" noProof="1">
                  <a:effectLst>
                    <a:outerShdw blurRad="38100" dist="38100" dir="2700000">
                      <a:srgbClr val="FFFFFF"/>
                    </a:outerShdw>
                  </a:effectLst>
                  <a:latin typeface="宋体" panose="02010600030101010101" pitchFamily="2" charset="-122"/>
                  <a:ea typeface="宋体" panose="02010600030101010101" pitchFamily="2" charset="-122"/>
                </a:rPr>
                <a:t>B</a:t>
              </a:r>
            </a:p>
          </p:txBody>
        </p:sp>
        <p:sp>
          <p:nvSpPr>
            <p:cNvPr id="850989" name="文本框 850988">
              <a:extLst>
                <a:ext uri="{FF2B5EF4-FFF2-40B4-BE49-F238E27FC236}">
                  <a16:creationId xmlns:a16="http://schemas.microsoft.com/office/drawing/2014/main" id="{4CB494B9-C2C7-4F15-9DC0-025E0BDDC7F1}"/>
                </a:ext>
              </a:extLst>
            </p:cNvPr>
            <p:cNvSpPr txBox="1"/>
            <p:nvPr/>
          </p:nvSpPr>
          <p:spPr>
            <a:xfrm>
              <a:off x="2064" y="2570"/>
              <a:ext cx="1769" cy="198"/>
            </a:xfrm>
            <a:prstGeom prst="rect">
              <a:avLst/>
            </a:prstGeom>
            <a:solidFill>
              <a:srgbClr val="33CC33">
                <a:alpha val="23000"/>
              </a:srgbClr>
            </a:solidFill>
            <a:ln w="9525" cap="flat" cmpd="sng">
              <a:solidFill>
                <a:schemeClr val="tx1"/>
              </a:solidFill>
              <a:prstDash val="solid"/>
              <a:miter/>
              <a:headEnd type="none" w="med" len="med"/>
              <a:tailEnd type="none" w="med" len="med"/>
            </a:ln>
          </p:spPr>
          <p:txBody>
            <a:bodyPr lIns="0" tIns="0" rIns="0" bIns="0">
              <a:spAutoFit/>
            </a:bodyPr>
            <a:lstStyle/>
            <a:p>
              <a:pPr algn="ctr">
                <a:spcBef>
                  <a:spcPct val="50000"/>
                </a:spcBef>
              </a:pPr>
              <a:r>
                <a:rPr lang="zh-CN" altLang="en-US" sz="2000" b="1" noProof="1">
                  <a:effectLst>
                    <a:outerShdw blurRad="38100" dist="38100" dir="2700000">
                      <a:srgbClr val="FFFFFF"/>
                    </a:outerShdw>
                  </a:effectLst>
                  <a:latin typeface="宋体" panose="02010600030101010101" pitchFamily="2" charset="-122"/>
                  <a:ea typeface="宋体" panose="02010600030101010101" pitchFamily="2" charset="-122"/>
                </a:rPr>
                <a:t>逻辑模式</a:t>
              </a:r>
            </a:p>
          </p:txBody>
        </p:sp>
        <p:sp>
          <p:nvSpPr>
            <p:cNvPr id="850990" name="文本框 850989">
              <a:extLst>
                <a:ext uri="{FF2B5EF4-FFF2-40B4-BE49-F238E27FC236}">
                  <a16:creationId xmlns:a16="http://schemas.microsoft.com/office/drawing/2014/main" id="{5E6101A5-4335-47CA-90B7-9FA0D278D79D}"/>
                </a:ext>
              </a:extLst>
            </p:cNvPr>
            <p:cNvSpPr txBox="1"/>
            <p:nvPr/>
          </p:nvSpPr>
          <p:spPr>
            <a:xfrm>
              <a:off x="2472" y="3362"/>
              <a:ext cx="816" cy="198"/>
            </a:xfrm>
            <a:prstGeom prst="rect">
              <a:avLst/>
            </a:prstGeom>
            <a:solidFill>
              <a:srgbClr val="CCFFFF">
                <a:alpha val="37000"/>
              </a:srgbClr>
            </a:solidFill>
            <a:ln w="9525" cap="flat" cmpd="sng">
              <a:solidFill>
                <a:schemeClr val="tx1"/>
              </a:solidFill>
              <a:prstDash val="solid"/>
              <a:miter/>
              <a:headEnd type="none" w="med" len="med"/>
              <a:tailEnd type="none" w="med" len="med"/>
            </a:ln>
          </p:spPr>
          <p:txBody>
            <a:bodyPr lIns="0" tIns="0" rIns="0" bIns="0">
              <a:spAutoFit/>
            </a:bodyPr>
            <a:lstStyle/>
            <a:p>
              <a:pPr algn="ctr">
                <a:spcBef>
                  <a:spcPct val="50000"/>
                </a:spcBef>
              </a:pPr>
              <a:r>
                <a:rPr lang="zh-CN" altLang="en-US" sz="2000" b="1" noProof="1">
                  <a:effectLst>
                    <a:outerShdw blurRad="38100" dist="38100" dir="2700000">
                      <a:srgbClr val="FFFFFF"/>
                    </a:outerShdw>
                  </a:effectLst>
                  <a:latin typeface="宋体" panose="02010600030101010101" pitchFamily="2" charset="-122"/>
                  <a:ea typeface="宋体" panose="02010600030101010101" pitchFamily="2" charset="-122"/>
                </a:rPr>
                <a:t>内模式</a:t>
              </a:r>
            </a:p>
          </p:txBody>
        </p:sp>
        <p:sp>
          <p:nvSpPr>
            <p:cNvPr id="26638" name="流程图: 磁盘 850990">
              <a:extLst>
                <a:ext uri="{FF2B5EF4-FFF2-40B4-BE49-F238E27FC236}">
                  <a16:creationId xmlns:a16="http://schemas.microsoft.com/office/drawing/2014/main" id="{65843527-7B76-4815-94F8-9A031DCEDC58}"/>
                </a:ext>
              </a:extLst>
            </p:cNvPr>
            <p:cNvSpPr>
              <a:spLocks noChangeArrowheads="1"/>
            </p:cNvSpPr>
            <p:nvPr/>
          </p:nvSpPr>
          <p:spPr bwMode="auto">
            <a:xfrm>
              <a:off x="2472" y="3759"/>
              <a:ext cx="953" cy="352"/>
            </a:xfrm>
            <a:prstGeom prst="flowChartMagneticDisk">
              <a:avLst/>
            </a:prstGeom>
            <a:solidFill>
              <a:srgbClr val="99CCFF">
                <a:alpha val="50999"/>
              </a:srgbClr>
            </a:solidFill>
            <a:ln w="9525">
              <a:solidFill>
                <a:schemeClr val="tx1"/>
              </a:solidFill>
              <a:miter lim="800000"/>
              <a:headEnd/>
              <a:tailEnd/>
            </a:ln>
          </p:spPr>
          <p:txBody>
            <a:bodyPr wrap="none" anchor="ctr"/>
            <a:lstStyle/>
            <a:p>
              <a:pPr algn="ctr"/>
              <a:r>
                <a:rPr lang="zh-CN" altLang="en-US" b="1">
                  <a:latin typeface="Comic Sans MS" panose="030F0702030302020204" pitchFamily="66" charset="0"/>
                  <a:ea typeface="宋体" panose="02010600030101010101" pitchFamily="2" charset="-122"/>
                </a:rPr>
                <a:t>数据库</a:t>
              </a:r>
            </a:p>
          </p:txBody>
        </p:sp>
        <p:sp>
          <p:nvSpPr>
            <p:cNvPr id="26639" name="文本框 850991">
              <a:extLst>
                <a:ext uri="{FF2B5EF4-FFF2-40B4-BE49-F238E27FC236}">
                  <a16:creationId xmlns:a16="http://schemas.microsoft.com/office/drawing/2014/main" id="{E9FC13DD-F55A-40FB-8D10-1C8FFD1AE561}"/>
                </a:ext>
              </a:extLst>
            </p:cNvPr>
            <p:cNvSpPr txBox="1">
              <a:spLocks noChangeArrowheads="1"/>
            </p:cNvSpPr>
            <p:nvPr/>
          </p:nvSpPr>
          <p:spPr bwMode="auto">
            <a:xfrm>
              <a:off x="204" y="2041"/>
              <a:ext cx="1134" cy="25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latin typeface="Comic Sans MS" panose="030F0702030302020204" pitchFamily="66" charset="0"/>
                </a:rPr>
                <a:t>局部逻辑结构</a:t>
              </a:r>
            </a:p>
          </p:txBody>
        </p:sp>
        <p:sp>
          <p:nvSpPr>
            <p:cNvPr id="26640" name="文本框 850992">
              <a:extLst>
                <a:ext uri="{FF2B5EF4-FFF2-40B4-BE49-F238E27FC236}">
                  <a16:creationId xmlns:a16="http://schemas.microsoft.com/office/drawing/2014/main" id="{D6EB7036-A9BF-49C8-BD9C-0A80E27F460E}"/>
                </a:ext>
              </a:extLst>
            </p:cNvPr>
            <p:cNvSpPr txBox="1">
              <a:spLocks noChangeArrowheads="1"/>
            </p:cNvSpPr>
            <p:nvPr/>
          </p:nvSpPr>
          <p:spPr bwMode="auto">
            <a:xfrm>
              <a:off x="204" y="2350"/>
              <a:ext cx="953" cy="25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solidFill>
                    <a:srgbClr val="D60093"/>
                  </a:solidFill>
                  <a:latin typeface="Comic Sans MS" panose="030F0702030302020204" pitchFamily="66" charset="0"/>
                </a:rPr>
                <a:t>概念级</a:t>
              </a:r>
              <a:r>
                <a:rPr lang="en-US" altLang="zh-CN" sz="2000" b="1">
                  <a:solidFill>
                    <a:srgbClr val="D60093"/>
                  </a:solidFill>
                  <a:latin typeface="Comic Sans MS" panose="030F0702030302020204" pitchFamily="66" charset="0"/>
                </a:rPr>
                <a:t>DB</a:t>
              </a:r>
            </a:p>
          </p:txBody>
        </p:sp>
        <p:sp>
          <p:nvSpPr>
            <p:cNvPr id="26641" name="直接连接符 850993">
              <a:extLst>
                <a:ext uri="{FF2B5EF4-FFF2-40B4-BE49-F238E27FC236}">
                  <a16:creationId xmlns:a16="http://schemas.microsoft.com/office/drawing/2014/main" id="{2010E8DE-1241-491B-BEFF-BC412006E5B9}"/>
                </a:ext>
              </a:extLst>
            </p:cNvPr>
            <p:cNvSpPr>
              <a:spLocks noChangeShapeType="1"/>
            </p:cNvSpPr>
            <p:nvPr/>
          </p:nvSpPr>
          <p:spPr bwMode="auto">
            <a:xfrm flipV="1">
              <a:off x="249" y="3099"/>
              <a:ext cx="1860" cy="0"/>
            </a:xfrm>
            <a:prstGeom prst="line">
              <a:avLst/>
            </a:prstGeom>
            <a:noFill/>
            <a:ln w="28575">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42" name="文本框 850994">
              <a:extLst>
                <a:ext uri="{FF2B5EF4-FFF2-40B4-BE49-F238E27FC236}">
                  <a16:creationId xmlns:a16="http://schemas.microsoft.com/office/drawing/2014/main" id="{DA300F85-EF7C-489A-AB1D-A5F72A460F48}"/>
                </a:ext>
              </a:extLst>
            </p:cNvPr>
            <p:cNvSpPr txBox="1">
              <a:spLocks noChangeArrowheads="1"/>
            </p:cNvSpPr>
            <p:nvPr/>
          </p:nvSpPr>
          <p:spPr bwMode="auto">
            <a:xfrm>
              <a:off x="249" y="2789"/>
              <a:ext cx="1134" cy="25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latin typeface="Comic Sans MS" panose="030F0702030302020204" pitchFamily="66" charset="0"/>
                </a:rPr>
                <a:t>全局逻辑结构</a:t>
              </a:r>
            </a:p>
          </p:txBody>
        </p:sp>
        <p:sp>
          <p:nvSpPr>
            <p:cNvPr id="26643" name="文本框 850995">
              <a:extLst>
                <a:ext uri="{FF2B5EF4-FFF2-40B4-BE49-F238E27FC236}">
                  <a16:creationId xmlns:a16="http://schemas.microsoft.com/office/drawing/2014/main" id="{E3BC8C98-4762-4552-A084-C638B41219DD}"/>
                </a:ext>
              </a:extLst>
            </p:cNvPr>
            <p:cNvSpPr txBox="1">
              <a:spLocks noChangeArrowheads="1"/>
            </p:cNvSpPr>
            <p:nvPr/>
          </p:nvSpPr>
          <p:spPr bwMode="auto">
            <a:xfrm>
              <a:off x="295" y="3141"/>
              <a:ext cx="998" cy="25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solidFill>
                    <a:srgbClr val="D60093"/>
                  </a:solidFill>
                  <a:latin typeface="Comic Sans MS" panose="030F0702030302020204" pitchFamily="66" charset="0"/>
                </a:rPr>
                <a:t>存储级</a:t>
              </a:r>
              <a:r>
                <a:rPr lang="en-US" altLang="zh-CN" sz="2000" b="1">
                  <a:solidFill>
                    <a:srgbClr val="D60093"/>
                  </a:solidFill>
                  <a:latin typeface="Comic Sans MS" panose="030F0702030302020204" pitchFamily="66" charset="0"/>
                </a:rPr>
                <a:t>DB</a:t>
              </a:r>
            </a:p>
          </p:txBody>
        </p:sp>
        <p:sp>
          <p:nvSpPr>
            <p:cNvPr id="26644" name="直接连接符 850996">
              <a:extLst>
                <a:ext uri="{FF2B5EF4-FFF2-40B4-BE49-F238E27FC236}">
                  <a16:creationId xmlns:a16="http://schemas.microsoft.com/office/drawing/2014/main" id="{D526B017-7434-4684-8095-19CC2F69E42B}"/>
                </a:ext>
              </a:extLst>
            </p:cNvPr>
            <p:cNvSpPr>
              <a:spLocks noChangeShapeType="1"/>
            </p:cNvSpPr>
            <p:nvPr/>
          </p:nvSpPr>
          <p:spPr bwMode="auto">
            <a:xfrm>
              <a:off x="204" y="3803"/>
              <a:ext cx="2223" cy="0"/>
            </a:xfrm>
            <a:prstGeom prst="line">
              <a:avLst/>
            </a:prstGeom>
            <a:noFill/>
            <a:ln w="28575">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45" name="文本框 850997">
              <a:extLst>
                <a:ext uri="{FF2B5EF4-FFF2-40B4-BE49-F238E27FC236}">
                  <a16:creationId xmlns:a16="http://schemas.microsoft.com/office/drawing/2014/main" id="{0F2CAFE6-3A02-4083-AF91-AE7F57DF10D1}"/>
                </a:ext>
              </a:extLst>
            </p:cNvPr>
            <p:cNvSpPr txBox="1">
              <a:spLocks noChangeArrowheads="1"/>
            </p:cNvSpPr>
            <p:nvPr/>
          </p:nvSpPr>
          <p:spPr bwMode="auto">
            <a:xfrm>
              <a:off x="249" y="3538"/>
              <a:ext cx="1134" cy="25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latin typeface="Comic Sans MS" panose="030F0702030302020204" pitchFamily="66" charset="0"/>
                </a:rPr>
                <a:t>存储组织结构</a:t>
              </a:r>
            </a:p>
          </p:txBody>
        </p:sp>
        <p:sp>
          <p:nvSpPr>
            <p:cNvPr id="26646" name="直接连接符 850998">
              <a:extLst>
                <a:ext uri="{FF2B5EF4-FFF2-40B4-BE49-F238E27FC236}">
                  <a16:creationId xmlns:a16="http://schemas.microsoft.com/office/drawing/2014/main" id="{96603B5D-557F-45D7-AFBB-AF7EABAFEDB5}"/>
                </a:ext>
              </a:extLst>
            </p:cNvPr>
            <p:cNvSpPr>
              <a:spLocks noChangeShapeType="1"/>
            </p:cNvSpPr>
            <p:nvPr/>
          </p:nvSpPr>
          <p:spPr bwMode="auto">
            <a:xfrm>
              <a:off x="1474" y="1557"/>
              <a:ext cx="318" cy="220"/>
            </a:xfrm>
            <a:prstGeom prst="line">
              <a:avLst/>
            </a:prstGeom>
            <a:noFill/>
            <a:ln w="952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47" name="直接连接符 850999">
              <a:extLst>
                <a:ext uri="{FF2B5EF4-FFF2-40B4-BE49-F238E27FC236}">
                  <a16:creationId xmlns:a16="http://schemas.microsoft.com/office/drawing/2014/main" id="{259BA013-8D97-4740-8CCE-DDE17C571341}"/>
                </a:ext>
              </a:extLst>
            </p:cNvPr>
            <p:cNvSpPr>
              <a:spLocks noChangeShapeType="1"/>
            </p:cNvSpPr>
            <p:nvPr/>
          </p:nvSpPr>
          <p:spPr bwMode="auto">
            <a:xfrm flipH="1">
              <a:off x="1837" y="1557"/>
              <a:ext cx="499" cy="220"/>
            </a:xfrm>
            <a:prstGeom prst="line">
              <a:avLst/>
            </a:prstGeom>
            <a:noFill/>
            <a:ln w="952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48" name="直接连接符 851000">
              <a:extLst>
                <a:ext uri="{FF2B5EF4-FFF2-40B4-BE49-F238E27FC236}">
                  <a16:creationId xmlns:a16="http://schemas.microsoft.com/office/drawing/2014/main" id="{C7EFC8A8-B563-4D41-BF12-659759C4C56D}"/>
                </a:ext>
              </a:extLst>
            </p:cNvPr>
            <p:cNvSpPr>
              <a:spLocks noChangeShapeType="1"/>
            </p:cNvSpPr>
            <p:nvPr/>
          </p:nvSpPr>
          <p:spPr bwMode="auto">
            <a:xfrm>
              <a:off x="3470" y="1557"/>
              <a:ext cx="454" cy="220"/>
            </a:xfrm>
            <a:prstGeom prst="line">
              <a:avLst/>
            </a:prstGeom>
            <a:noFill/>
            <a:ln w="952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49" name="直接连接符 851001">
              <a:extLst>
                <a:ext uri="{FF2B5EF4-FFF2-40B4-BE49-F238E27FC236}">
                  <a16:creationId xmlns:a16="http://schemas.microsoft.com/office/drawing/2014/main" id="{CCF77FB5-3BDD-4714-A715-990E28567269}"/>
                </a:ext>
              </a:extLst>
            </p:cNvPr>
            <p:cNvSpPr>
              <a:spLocks noChangeShapeType="1"/>
            </p:cNvSpPr>
            <p:nvPr/>
          </p:nvSpPr>
          <p:spPr bwMode="auto">
            <a:xfrm flipH="1">
              <a:off x="3969" y="1557"/>
              <a:ext cx="454" cy="220"/>
            </a:xfrm>
            <a:prstGeom prst="line">
              <a:avLst/>
            </a:prstGeom>
            <a:noFill/>
            <a:ln w="952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50" name="直接连接符 851002">
              <a:extLst>
                <a:ext uri="{FF2B5EF4-FFF2-40B4-BE49-F238E27FC236}">
                  <a16:creationId xmlns:a16="http://schemas.microsoft.com/office/drawing/2014/main" id="{83DED724-0030-450A-9E11-359E952E66B9}"/>
                </a:ext>
              </a:extLst>
            </p:cNvPr>
            <p:cNvSpPr>
              <a:spLocks noChangeShapeType="1"/>
            </p:cNvSpPr>
            <p:nvPr/>
          </p:nvSpPr>
          <p:spPr bwMode="auto">
            <a:xfrm flipV="1">
              <a:off x="2926" y="2746"/>
              <a:ext cx="0" cy="444"/>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51" name="直接连接符 851003">
              <a:extLst>
                <a:ext uri="{FF2B5EF4-FFF2-40B4-BE49-F238E27FC236}">
                  <a16:creationId xmlns:a16="http://schemas.microsoft.com/office/drawing/2014/main" id="{7741BBAD-1839-427D-A042-6A66DEFD5818}"/>
                </a:ext>
              </a:extLst>
            </p:cNvPr>
            <p:cNvSpPr>
              <a:spLocks noChangeShapeType="1"/>
            </p:cNvSpPr>
            <p:nvPr/>
          </p:nvSpPr>
          <p:spPr bwMode="auto">
            <a:xfrm>
              <a:off x="2926" y="3142"/>
              <a:ext cx="0" cy="22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52" name="直接连接符 851004">
              <a:extLst>
                <a:ext uri="{FF2B5EF4-FFF2-40B4-BE49-F238E27FC236}">
                  <a16:creationId xmlns:a16="http://schemas.microsoft.com/office/drawing/2014/main" id="{5C3B6644-ED66-491A-BC5E-53F4354C0965}"/>
                </a:ext>
              </a:extLst>
            </p:cNvPr>
            <p:cNvSpPr>
              <a:spLocks noChangeShapeType="1"/>
            </p:cNvSpPr>
            <p:nvPr/>
          </p:nvSpPr>
          <p:spPr bwMode="auto">
            <a:xfrm>
              <a:off x="2926" y="3582"/>
              <a:ext cx="0" cy="177"/>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3" name="椭圆 851005">
              <a:extLst>
                <a:ext uri="{FF2B5EF4-FFF2-40B4-BE49-F238E27FC236}">
                  <a16:creationId xmlns:a16="http://schemas.microsoft.com/office/drawing/2014/main" id="{88219AC3-021D-4973-BCE0-91BF0745FF62}"/>
                </a:ext>
              </a:extLst>
            </p:cNvPr>
            <p:cNvSpPr>
              <a:spLocks noChangeArrowheads="1"/>
            </p:cNvSpPr>
            <p:nvPr/>
          </p:nvSpPr>
          <p:spPr bwMode="auto">
            <a:xfrm>
              <a:off x="4921" y="2217"/>
              <a:ext cx="635" cy="572"/>
            </a:xfrm>
            <a:prstGeom prst="ellipse">
              <a:avLst/>
            </a:prstGeom>
            <a:solidFill>
              <a:srgbClr val="FFCC00"/>
            </a:solidFill>
            <a:ln w="9525">
              <a:solidFill>
                <a:schemeClr val="tx1"/>
              </a:solidFill>
              <a:miter lim="800000"/>
              <a:headEnd/>
              <a:tailEnd/>
            </a:ln>
          </p:spPr>
          <p:txBody>
            <a:bodyPr wrap="none" anchor="ctr"/>
            <a:lstStyle/>
            <a:p>
              <a:pPr algn="ctr"/>
              <a:r>
                <a:rPr lang="en-US" altLang="zh-CN" sz="2000" b="1">
                  <a:latin typeface="Times New Roman" panose="02020603050405020304" pitchFamily="18" charset="0"/>
                  <a:ea typeface="宋体" panose="02010600030101010101" pitchFamily="2" charset="-122"/>
                </a:rPr>
                <a:t>DBMS</a:t>
              </a:r>
            </a:p>
          </p:txBody>
        </p:sp>
        <p:sp>
          <p:nvSpPr>
            <p:cNvPr id="26654" name="椭圆 851006">
              <a:extLst>
                <a:ext uri="{FF2B5EF4-FFF2-40B4-BE49-F238E27FC236}">
                  <a16:creationId xmlns:a16="http://schemas.microsoft.com/office/drawing/2014/main" id="{01EAE3B3-AD90-41EC-97D4-BEA71E299A89}"/>
                </a:ext>
              </a:extLst>
            </p:cNvPr>
            <p:cNvSpPr>
              <a:spLocks noChangeArrowheads="1"/>
            </p:cNvSpPr>
            <p:nvPr/>
          </p:nvSpPr>
          <p:spPr bwMode="auto">
            <a:xfrm>
              <a:off x="4150" y="3362"/>
              <a:ext cx="545" cy="440"/>
            </a:xfrm>
            <a:prstGeom prst="ellipse">
              <a:avLst/>
            </a:prstGeom>
            <a:solidFill>
              <a:srgbClr val="FFCC99"/>
            </a:solidFill>
            <a:ln w="9525">
              <a:solidFill>
                <a:schemeClr val="tx1"/>
              </a:solidFill>
              <a:miter lim="800000"/>
              <a:headEnd/>
              <a:tailEnd/>
            </a:ln>
          </p:spPr>
          <p:txBody>
            <a:bodyPr wrap="none" anchor="ctr"/>
            <a:lstStyle/>
            <a:p>
              <a:pPr algn="ctr"/>
              <a:r>
                <a:rPr lang="en-US" altLang="zh-CN" sz="2000" b="1">
                  <a:latin typeface="Times New Roman" panose="02020603050405020304" pitchFamily="18" charset="0"/>
                  <a:ea typeface="宋体" panose="02010600030101010101" pitchFamily="2" charset="-122"/>
                </a:rPr>
                <a:t>OS</a:t>
              </a:r>
            </a:p>
          </p:txBody>
        </p:sp>
        <p:sp>
          <p:nvSpPr>
            <p:cNvPr id="26655" name="直接连接符 851007">
              <a:extLst>
                <a:ext uri="{FF2B5EF4-FFF2-40B4-BE49-F238E27FC236}">
                  <a16:creationId xmlns:a16="http://schemas.microsoft.com/office/drawing/2014/main" id="{46E5D2C6-0262-4FDC-BD3B-995B190EF827}"/>
                </a:ext>
              </a:extLst>
            </p:cNvPr>
            <p:cNvSpPr>
              <a:spLocks noChangeShapeType="1"/>
            </p:cNvSpPr>
            <p:nvPr/>
          </p:nvSpPr>
          <p:spPr bwMode="auto">
            <a:xfrm flipH="1">
              <a:off x="3425" y="3670"/>
              <a:ext cx="725" cy="221"/>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56" name="直接连接符 851008">
              <a:extLst>
                <a:ext uri="{FF2B5EF4-FFF2-40B4-BE49-F238E27FC236}">
                  <a16:creationId xmlns:a16="http://schemas.microsoft.com/office/drawing/2014/main" id="{965E31B5-7DC0-414B-B1DD-B5099D429D5F}"/>
                </a:ext>
              </a:extLst>
            </p:cNvPr>
            <p:cNvSpPr>
              <a:spLocks noChangeShapeType="1"/>
            </p:cNvSpPr>
            <p:nvPr/>
          </p:nvSpPr>
          <p:spPr bwMode="auto">
            <a:xfrm flipH="1">
              <a:off x="3289" y="2657"/>
              <a:ext cx="1678" cy="793"/>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57" name="直接连接符 851009">
              <a:extLst>
                <a:ext uri="{FF2B5EF4-FFF2-40B4-BE49-F238E27FC236}">
                  <a16:creationId xmlns:a16="http://schemas.microsoft.com/office/drawing/2014/main" id="{18365D5E-DE80-4C5E-8542-F70BE971BEF2}"/>
                </a:ext>
              </a:extLst>
            </p:cNvPr>
            <p:cNvSpPr>
              <a:spLocks noChangeShapeType="1"/>
            </p:cNvSpPr>
            <p:nvPr/>
          </p:nvSpPr>
          <p:spPr bwMode="auto">
            <a:xfrm flipH="1">
              <a:off x="3833" y="2482"/>
              <a:ext cx="1088" cy="175"/>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58" name="直接连接符 851010">
              <a:extLst>
                <a:ext uri="{FF2B5EF4-FFF2-40B4-BE49-F238E27FC236}">
                  <a16:creationId xmlns:a16="http://schemas.microsoft.com/office/drawing/2014/main" id="{97C8DE60-221F-4AAF-A2B0-2783B473DC08}"/>
                </a:ext>
              </a:extLst>
            </p:cNvPr>
            <p:cNvSpPr>
              <a:spLocks noChangeShapeType="1"/>
            </p:cNvSpPr>
            <p:nvPr/>
          </p:nvSpPr>
          <p:spPr bwMode="auto">
            <a:xfrm flipH="1" flipV="1">
              <a:off x="4423" y="1865"/>
              <a:ext cx="544" cy="485"/>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59" name="直接连接符 851011">
              <a:extLst>
                <a:ext uri="{FF2B5EF4-FFF2-40B4-BE49-F238E27FC236}">
                  <a16:creationId xmlns:a16="http://schemas.microsoft.com/office/drawing/2014/main" id="{20CD40B2-7BF5-4EBE-81B4-4BF942400930}"/>
                </a:ext>
              </a:extLst>
            </p:cNvPr>
            <p:cNvSpPr>
              <a:spLocks noChangeShapeType="1"/>
            </p:cNvSpPr>
            <p:nvPr/>
          </p:nvSpPr>
          <p:spPr bwMode="auto">
            <a:xfrm flipH="1" flipV="1">
              <a:off x="4967" y="1469"/>
              <a:ext cx="45" cy="793"/>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60" name="直接连接符 851012">
              <a:extLst>
                <a:ext uri="{FF2B5EF4-FFF2-40B4-BE49-F238E27FC236}">
                  <a16:creationId xmlns:a16="http://schemas.microsoft.com/office/drawing/2014/main" id="{231EEF8C-58B7-4302-B79F-440272D59899}"/>
                </a:ext>
              </a:extLst>
            </p:cNvPr>
            <p:cNvSpPr>
              <a:spLocks noChangeShapeType="1"/>
            </p:cNvSpPr>
            <p:nvPr/>
          </p:nvSpPr>
          <p:spPr bwMode="auto">
            <a:xfrm>
              <a:off x="4921" y="1336"/>
              <a:ext cx="318" cy="0"/>
            </a:xfrm>
            <a:prstGeom prst="line">
              <a:avLst/>
            </a:prstGeom>
            <a:noFill/>
            <a:ln w="28575">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61" name="直接连接符 851013">
              <a:extLst>
                <a:ext uri="{FF2B5EF4-FFF2-40B4-BE49-F238E27FC236}">
                  <a16:creationId xmlns:a16="http://schemas.microsoft.com/office/drawing/2014/main" id="{59A592DD-879B-449D-A578-CC6794193B43}"/>
                </a:ext>
              </a:extLst>
            </p:cNvPr>
            <p:cNvSpPr>
              <a:spLocks noChangeShapeType="1"/>
            </p:cNvSpPr>
            <p:nvPr/>
          </p:nvSpPr>
          <p:spPr bwMode="auto">
            <a:xfrm>
              <a:off x="4423" y="1821"/>
              <a:ext cx="317" cy="0"/>
            </a:xfrm>
            <a:prstGeom prst="line">
              <a:avLst/>
            </a:prstGeom>
            <a:noFill/>
            <a:ln w="28575">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62" name="直接连接符 851014">
              <a:extLst>
                <a:ext uri="{FF2B5EF4-FFF2-40B4-BE49-F238E27FC236}">
                  <a16:creationId xmlns:a16="http://schemas.microsoft.com/office/drawing/2014/main" id="{C8121621-97E2-4B98-A762-2F6400A19856}"/>
                </a:ext>
              </a:extLst>
            </p:cNvPr>
            <p:cNvSpPr>
              <a:spLocks noChangeShapeType="1"/>
            </p:cNvSpPr>
            <p:nvPr/>
          </p:nvSpPr>
          <p:spPr bwMode="auto">
            <a:xfrm flipH="1">
              <a:off x="4559" y="2789"/>
              <a:ext cx="544" cy="573"/>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63" name="直接连接符 851015">
              <a:extLst>
                <a:ext uri="{FF2B5EF4-FFF2-40B4-BE49-F238E27FC236}">
                  <a16:creationId xmlns:a16="http://schemas.microsoft.com/office/drawing/2014/main" id="{8B0C919A-A1F7-4B53-B866-B715A244FD6C}"/>
                </a:ext>
              </a:extLst>
            </p:cNvPr>
            <p:cNvSpPr>
              <a:spLocks noChangeShapeType="1"/>
            </p:cNvSpPr>
            <p:nvPr/>
          </p:nvSpPr>
          <p:spPr bwMode="auto">
            <a:xfrm>
              <a:off x="204" y="2306"/>
              <a:ext cx="1020" cy="0"/>
            </a:xfrm>
            <a:prstGeom prst="line">
              <a:avLst/>
            </a:prstGeom>
            <a:noFill/>
            <a:ln w="28575">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64" name="文本框 851016">
              <a:extLst>
                <a:ext uri="{FF2B5EF4-FFF2-40B4-BE49-F238E27FC236}">
                  <a16:creationId xmlns:a16="http://schemas.microsoft.com/office/drawing/2014/main" id="{BC73B376-AF9B-4C18-87AE-503F8CFF8C17}"/>
                </a:ext>
              </a:extLst>
            </p:cNvPr>
            <p:cNvSpPr txBox="1">
              <a:spLocks noChangeArrowheads="1"/>
            </p:cNvSpPr>
            <p:nvPr/>
          </p:nvSpPr>
          <p:spPr bwMode="auto">
            <a:xfrm>
              <a:off x="181" y="1424"/>
              <a:ext cx="930" cy="25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solidFill>
                    <a:srgbClr val="D60093"/>
                  </a:solidFill>
                  <a:latin typeface="Comic Sans MS" panose="030F0702030302020204" pitchFamily="66" charset="0"/>
                </a:rPr>
                <a:t>用户级</a:t>
              </a:r>
              <a:r>
                <a:rPr lang="en-US" altLang="zh-CN" sz="2000" b="1">
                  <a:solidFill>
                    <a:srgbClr val="D60093"/>
                  </a:solidFill>
                  <a:latin typeface="Comic Sans MS" panose="030F0702030302020204" pitchFamily="66" charset="0"/>
                </a:rPr>
                <a:t>DB</a:t>
              </a:r>
            </a:p>
          </p:txBody>
        </p:sp>
        <p:sp>
          <p:nvSpPr>
            <p:cNvPr id="26665" name="文本框 851017">
              <a:extLst>
                <a:ext uri="{FF2B5EF4-FFF2-40B4-BE49-F238E27FC236}">
                  <a16:creationId xmlns:a16="http://schemas.microsoft.com/office/drawing/2014/main" id="{7997AB80-9665-458D-94B7-88015FFDCDAB}"/>
                </a:ext>
              </a:extLst>
            </p:cNvPr>
            <p:cNvSpPr txBox="1">
              <a:spLocks noChangeArrowheads="1"/>
            </p:cNvSpPr>
            <p:nvPr/>
          </p:nvSpPr>
          <p:spPr bwMode="auto">
            <a:xfrm>
              <a:off x="3198" y="1122"/>
              <a:ext cx="680" cy="25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latin typeface="楷体_GB2312" pitchFamily="49" charset="-122"/>
                </a:rPr>
                <a:t>用户</a:t>
              </a:r>
              <a:r>
                <a:rPr lang="en-US" altLang="zh-CN" sz="2000" b="1">
                  <a:latin typeface="楷体_GB2312" pitchFamily="49" charset="-122"/>
                </a:rPr>
                <a:t>A1</a:t>
              </a:r>
            </a:p>
          </p:txBody>
        </p:sp>
        <p:sp>
          <p:nvSpPr>
            <p:cNvPr id="26666" name="文本框 851018">
              <a:extLst>
                <a:ext uri="{FF2B5EF4-FFF2-40B4-BE49-F238E27FC236}">
                  <a16:creationId xmlns:a16="http://schemas.microsoft.com/office/drawing/2014/main" id="{A18AC68A-BC8E-429B-BD5F-CD2FB02EEF80}"/>
                </a:ext>
              </a:extLst>
            </p:cNvPr>
            <p:cNvSpPr txBox="1">
              <a:spLocks noChangeArrowheads="1"/>
            </p:cNvSpPr>
            <p:nvPr/>
          </p:nvSpPr>
          <p:spPr bwMode="auto">
            <a:xfrm>
              <a:off x="4150" y="1122"/>
              <a:ext cx="680" cy="25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latin typeface="楷体_GB2312" pitchFamily="49" charset="-122"/>
                </a:rPr>
                <a:t>用户</a:t>
              </a:r>
              <a:r>
                <a:rPr lang="en-US" altLang="zh-CN" sz="2000" b="1">
                  <a:latin typeface="楷体_GB2312" pitchFamily="49" charset="-122"/>
                </a:rPr>
                <a:t>A1</a:t>
              </a:r>
            </a:p>
          </p:txBody>
        </p:sp>
        <p:sp>
          <p:nvSpPr>
            <p:cNvPr id="26667" name="直接连接符 851019">
              <a:extLst>
                <a:ext uri="{FF2B5EF4-FFF2-40B4-BE49-F238E27FC236}">
                  <a16:creationId xmlns:a16="http://schemas.microsoft.com/office/drawing/2014/main" id="{9AEAC4FA-C5E0-4636-9093-B9619DB7321C}"/>
                </a:ext>
              </a:extLst>
            </p:cNvPr>
            <p:cNvSpPr>
              <a:spLocks noChangeShapeType="1"/>
            </p:cNvSpPr>
            <p:nvPr/>
          </p:nvSpPr>
          <p:spPr bwMode="auto">
            <a:xfrm>
              <a:off x="1882" y="1979"/>
              <a:ext cx="408" cy="590"/>
            </a:xfrm>
            <a:prstGeom prst="line">
              <a:avLst/>
            </a:prstGeom>
            <a:noFill/>
            <a:ln w="19050" cap="sq">
              <a:solidFill>
                <a:schemeClr val="tx1"/>
              </a:solidFill>
              <a:round/>
              <a:headEnd type="arrow" w="med" len="me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6668" name="直接连接符 851020">
              <a:extLst>
                <a:ext uri="{FF2B5EF4-FFF2-40B4-BE49-F238E27FC236}">
                  <a16:creationId xmlns:a16="http://schemas.microsoft.com/office/drawing/2014/main" id="{6B8AD685-E88A-4196-9304-2BCEED5E1626}"/>
                </a:ext>
              </a:extLst>
            </p:cNvPr>
            <p:cNvSpPr>
              <a:spLocks noChangeShapeType="1"/>
            </p:cNvSpPr>
            <p:nvPr/>
          </p:nvSpPr>
          <p:spPr bwMode="auto">
            <a:xfrm flipH="1">
              <a:off x="3606" y="1979"/>
              <a:ext cx="453" cy="590"/>
            </a:xfrm>
            <a:prstGeom prst="line">
              <a:avLst/>
            </a:prstGeom>
            <a:noFill/>
            <a:ln w="19050" cap="sq">
              <a:solidFill>
                <a:schemeClr val="tx1"/>
              </a:solidFill>
              <a:round/>
              <a:headEnd type="arrow" w="med" len="me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6669" name="文本框 851021">
              <a:extLst>
                <a:ext uri="{FF2B5EF4-FFF2-40B4-BE49-F238E27FC236}">
                  <a16:creationId xmlns:a16="http://schemas.microsoft.com/office/drawing/2014/main" id="{076AF865-7771-4382-AA62-57B7A6983210}"/>
                </a:ext>
              </a:extLst>
            </p:cNvPr>
            <p:cNvSpPr txBox="1">
              <a:spLocks noChangeArrowheads="1"/>
            </p:cNvSpPr>
            <p:nvPr/>
          </p:nvSpPr>
          <p:spPr bwMode="auto">
            <a:xfrm>
              <a:off x="1247" y="2169"/>
              <a:ext cx="1782" cy="231"/>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b="1">
                  <a:solidFill>
                    <a:schemeClr val="hlink"/>
                  </a:solidFill>
                  <a:latin typeface="华文中宋" panose="02010600040101010101" pitchFamily="2" charset="-122"/>
                  <a:ea typeface="华文中宋" panose="02010600040101010101" pitchFamily="2" charset="-122"/>
                </a:rPr>
                <a:t>外模式到模式的映象</a:t>
              </a:r>
              <a:r>
                <a:rPr lang="en-US" altLang="zh-CN" b="1">
                  <a:solidFill>
                    <a:schemeClr val="hlink"/>
                  </a:solidFill>
                  <a:latin typeface="华文中宋" panose="02010600040101010101" pitchFamily="2" charset="-122"/>
                  <a:ea typeface="华文中宋" panose="02010600040101010101" pitchFamily="2" charset="-122"/>
                </a:rPr>
                <a:t>A</a:t>
              </a:r>
            </a:p>
          </p:txBody>
        </p:sp>
        <p:sp>
          <p:nvSpPr>
            <p:cNvPr id="26670" name="文本框 851022">
              <a:extLst>
                <a:ext uri="{FF2B5EF4-FFF2-40B4-BE49-F238E27FC236}">
                  <a16:creationId xmlns:a16="http://schemas.microsoft.com/office/drawing/2014/main" id="{32CC6B6B-14B5-4B43-B08A-529BB75B376E}"/>
                </a:ext>
              </a:extLst>
            </p:cNvPr>
            <p:cNvSpPr txBox="1">
              <a:spLocks noChangeArrowheads="1"/>
            </p:cNvSpPr>
            <p:nvPr/>
          </p:nvSpPr>
          <p:spPr bwMode="auto">
            <a:xfrm>
              <a:off x="3062" y="2169"/>
              <a:ext cx="1782" cy="231"/>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b="1">
                  <a:solidFill>
                    <a:schemeClr val="hlink"/>
                  </a:solidFill>
                  <a:latin typeface="华文中宋" panose="02010600040101010101" pitchFamily="2" charset="-122"/>
                  <a:ea typeface="华文中宋" panose="02010600040101010101" pitchFamily="2" charset="-122"/>
                </a:rPr>
                <a:t>外模式到模式的映象</a:t>
              </a:r>
              <a:r>
                <a:rPr lang="en-US" altLang="zh-CN" b="1">
                  <a:solidFill>
                    <a:schemeClr val="hlink"/>
                  </a:solidFill>
                  <a:latin typeface="华文中宋" panose="02010600040101010101" pitchFamily="2" charset="-122"/>
                  <a:ea typeface="华文中宋" panose="02010600040101010101" pitchFamily="2" charset="-122"/>
                </a:rPr>
                <a:t>B</a:t>
              </a:r>
            </a:p>
          </p:txBody>
        </p:sp>
        <p:sp>
          <p:nvSpPr>
            <p:cNvPr id="26671" name="直接连接符 851023">
              <a:extLst>
                <a:ext uri="{FF2B5EF4-FFF2-40B4-BE49-F238E27FC236}">
                  <a16:creationId xmlns:a16="http://schemas.microsoft.com/office/drawing/2014/main" id="{7E18E87D-25FF-4215-AB92-04AA502D9AF1}"/>
                </a:ext>
              </a:extLst>
            </p:cNvPr>
            <p:cNvSpPr>
              <a:spLocks noChangeShapeType="1"/>
            </p:cNvSpPr>
            <p:nvPr/>
          </p:nvSpPr>
          <p:spPr bwMode="auto">
            <a:xfrm>
              <a:off x="204" y="2307"/>
              <a:ext cx="1020" cy="0"/>
            </a:xfrm>
            <a:prstGeom prst="line">
              <a:avLst/>
            </a:prstGeom>
            <a:noFill/>
            <a:ln w="28575">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51026" name="矩形 851025">
            <a:extLst>
              <a:ext uri="{FF2B5EF4-FFF2-40B4-BE49-F238E27FC236}">
                <a16:creationId xmlns:a16="http://schemas.microsoft.com/office/drawing/2014/main" id="{BBC6C982-7022-4B95-9097-E5D1E2AC3E34}"/>
              </a:ext>
            </a:extLst>
          </p:cNvPr>
          <p:cNvSpPr/>
          <p:nvPr/>
        </p:nvSpPr>
        <p:spPr>
          <a:xfrm>
            <a:off x="784225" y="201613"/>
            <a:ext cx="8277225"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sz="2900" noProof="1"/>
              <a:t>二、</a:t>
            </a:r>
            <a:r>
              <a:rPr lang="en-US" altLang="zh-CN" sz="2900" noProof="1"/>
              <a:t>DB</a:t>
            </a:r>
            <a:r>
              <a:rPr lang="zh-CN" altLang="en-US" sz="2900" noProof="1"/>
              <a:t>内部体系结构中的两级影射与数据独立性</a:t>
            </a:r>
            <a:r>
              <a:rPr lang="zh-CN" altLang="en-US" noProof="1"/>
              <a:t> </a:t>
            </a:r>
          </a:p>
        </p:txBody>
      </p:sp>
    </p:spTree>
  </p:cSld>
  <p:clrMapOvr>
    <a:masterClrMapping/>
  </p:clrMapOvr>
  <mc:AlternateContent xmlns:mc="http://schemas.openxmlformats.org/markup-compatibility/2006" xmlns:p14="http://schemas.microsoft.com/office/powerpoint/2010/main">
    <mc:Choice Requires="p14">
      <p:transition spd="slow" p14:dur="2000" advTm="21400"/>
    </mc:Choice>
    <mc:Fallback xmlns="">
      <p:transition spd="slow" advTm="21400"/>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50978">
                                            <p:txEl>
                                              <p:pRg st="0" end="0"/>
                                            </p:txEl>
                                          </p:spTgt>
                                        </p:tgtEl>
                                        <p:attrNameLst>
                                          <p:attrName>style.visibility</p:attrName>
                                        </p:attrNameLst>
                                      </p:cBhvr>
                                      <p:to>
                                        <p:strVal val="visible"/>
                                      </p:to>
                                    </p:set>
                                    <p:animEffect transition="in" filter="wipe(left)">
                                      <p:cBhvr>
                                        <p:cTn id="7" dur="1000"/>
                                        <p:tgtEl>
                                          <p:spTgt spid="85097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0978"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1974" name="文本框 851973">
            <a:extLst>
              <a:ext uri="{FF2B5EF4-FFF2-40B4-BE49-F238E27FC236}">
                <a16:creationId xmlns:a16="http://schemas.microsoft.com/office/drawing/2014/main" id="{9367C355-2F29-4837-9492-2946888FC124}"/>
              </a:ext>
            </a:extLst>
          </p:cNvPr>
          <p:cNvSpPr txBox="1">
            <a:spLocks noChangeArrowheads="1"/>
          </p:cNvSpPr>
          <p:nvPr/>
        </p:nvSpPr>
        <p:spPr bwMode="auto">
          <a:xfrm>
            <a:off x="468313" y="2095500"/>
            <a:ext cx="8382000" cy="3997325"/>
          </a:xfrm>
          <a:prstGeom prst="rect">
            <a:avLst/>
          </a:prstGeom>
          <a:noFill/>
          <a:ln w="19050">
            <a:solidFill>
              <a:schemeClr val="folHlink"/>
            </a:solidFill>
            <a:miter lim="800000"/>
            <a:headEnd type="none" w="sm" len="lg"/>
            <a:tailEnd type="none" w="sm" len="lg"/>
          </a:ln>
          <a:extLst>
            <a:ext uri="{909E8E84-426E-40DD-AFC4-6F175D3DCCD1}">
              <a14:hiddenFill xmlns:a14="http://schemas.microsoft.com/office/drawing/2010/main">
                <a:solidFill>
                  <a:srgbClr val="FFFFFF"/>
                </a:solidFill>
              </a14:hiddenFill>
            </a:ext>
          </a:extLst>
        </p:spPr>
        <p:txBody>
          <a:bodyPr>
            <a:spAutoFit/>
          </a:bodyPr>
          <a:lstStyle/>
          <a:p>
            <a:pPr>
              <a:lnSpc>
                <a:spcPct val="150000"/>
              </a:lnSpc>
            </a:pPr>
            <a:r>
              <a:rPr lang="zh-CN" altLang="en-US" sz="2600" b="1">
                <a:solidFill>
                  <a:srgbClr val="660033"/>
                </a:solidFill>
                <a:ea typeface="黑体" panose="02010609060101010101" pitchFamily="49" charset="-122"/>
              </a:rPr>
              <a:t>教学安排外模式（视图）：</a:t>
            </a:r>
          </a:p>
          <a:p>
            <a:pPr>
              <a:lnSpc>
                <a:spcPct val="150000"/>
              </a:lnSpc>
            </a:pPr>
            <a:r>
              <a:rPr lang="zh-CN" altLang="en-US" sz="2400" b="1">
                <a:solidFill>
                  <a:srgbClr val="660033"/>
                </a:solidFill>
                <a:ea typeface="宋体" panose="02010600030101010101" pitchFamily="2" charset="-122"/>
              </a:rPr>
              <a:t>     </a:t>
            </a:r>
            <a:r>
              <a:rPr lang="en-US" altLang="zh-CN" sz="2400" b="1">
                <a:ea typeface="宋体" panose="02010600030101010101" pitchFamily="2" charset="-122"/>
              </a:rPr>
              <a:t>TA(C#</a:t>
            </a:r>
            <a:r>
              <a:rPr lang="zh-CN" altLang="en-US" sz="2400" b="1">
                <a:ea typeface="宋体" panose="02010600030101010101" pitchFamily="2" charset="-122"/>
              </a:rPr>
              <a:t>，</a:t>
            </a:r>
            <a:r>
              <a:rPr lang="en-US" altLang="zh-CN" sz="2400" b="1">
                <a:ea typeface="宋体" panose="02010600030101010101" pitchFamily="2" charset="-122"/>
              </a:rPr>
              <a:t>CNAME</a:t>
            </a:r>
            <a:r>
              <a:rPr lang="zh-CN" altLang="en-US" sz="2400" b="1">
                <a:ea typeface="宋体" panose="02010600030101010101" pitchFamily="2" charset="-122"/>
              </a:rPr>
              <a:t>，</a:t>
            </a:r>
            <a:r>
              <a:rPr lang="en-US" altLang="zh-CN" sz="2400" b="1">
                <a:ea typeface="宋体" panose="02010600030101010101" pitchFamily="2" charset="-122"/>
              </a:rPr>
              <a:t>CLASSH</a:t>
            </a:r>
            <a:r>
              <a:rPr lang="zh-CN" altLang="en-US" sz="2400" b="1">
                <a:ea typeface="宋体" panose="02010600030101010101" pitchFamily="2" charset="-122"/>
              </a:rPr>
              <a:t>， </a:t>
            </a:r>
            <a:r>
              <a:rPr lang="en-US" altLang="zh-CN" sz="2400" b="1">
                <a:ea typeface="宋体" panose="02010600030101010101" pitchFamily="2" charset="-122"/>
              </a:rPr>
              <a:t>TNAME</a:t>
            </a:r>
            <a:r>
              <a:rPr lang="zh-CN" altLang="en-US" sz="2400" b="1">
                <a:ea typeface="宋体" panose="02010600030101010101" pitchFamily="2" charset="-122"/>
              </a:rPr>
              <a:t>， </a:t>
            </a:r>
            <a:r>
              <a:rPr lang="en-US" altLang="zh-CN" sz="2400" b="1">
                <a:ea typeface="宋体" panose="02010600030101010101" pitchFamily="2" charset="-122"/>
              </a:rPr>
              <a:t>TRSECTION)</a:t>
            </a:r>
          </a:p>
          <a:p>
            <a:pPr>
              <a:lnSpc>
                <a:spcPct val="150000"/>
              </a:lnSpc>
            </a:pPr>
            <a:endParaRPr lang="en-US" altLang="zh-CN" sz="1000" b="1">
              <a:ea typeface="宋体" panose="02010600030101010101" pitchFamily="2" charset="-122"/>
            </a:endParaRPr>
          </a:p>
          <a:p>
            <a:pPr>
              <a:lnSpc>
                <a:spcPct val="150000"/>
              </a:lnSpc>
            </a:pPr>
            <a:r>
              <a:rPr lang="zh-CN" altLang="en-US" sz="2600" b="1">
                <a:solidFill>
                  <a:srgbClr val="660033"/>
                </a:solidFill>
                <a:ea typeface="黑体" panose="02010609060101010101" pitchFamily="49" charset="-122"/>
              </a:rPr>
              <a:t>课程成绩外模式（视图）：</a:t>
            </a:r>
          </a:p>
          <a:p>
            <a:pPr>
              <a:lnSpc>
                <a:spcPct val="150000"/>
              </a:lnSpc>
            </a:pPr>
            <a:r>
              <a:rPr lang="zh-CN" altLang="en-US" sz="2400" b="1">
                <a:solidFill>
                  <a:srgbClr val="660033"/>
                </a:solidFill>
                <a:ea typeface="宋体" panose="02010600030101010101" pitchFamily="2" charset="-122"/>
              </a:rPr>
              <a:t>    </a:t>
            </a:r>
            <a:r>
              <a:rPr lang="en-US" altLang="zh-CN" sz="2400" b="1">
                <a:ea typeface="宋体" panose="02010600030101010101" pitchFamily="2" charset="-122"/>
              </a:rPr>
              <a:t>CG(S#</a:t>
            </a:r>
            <a:r>
              <a:rPr lang="zh-CN" altLang="en-US" sz="2400" b="1">
                <a:ea typeface="宋体" panose="02010600030101010101" pitchFamily="2" charset="-122"/>
              </a:rPr>
              <a:t>，</a:t>
            </a:r>
            <a:r>
              <a:rPr lang="en-US" altLang="zh-CN" sz="2400" b="1">
                <a:ea typeface="宋体" panose="02010600030101010101" pitchFamily="2" charset="-122"/>
              </a:rPr>
              <a:t>SNAME</a:t>
            </a:r>
            <a:r>
              <a:rPr lang="zh-CN" altLang="en-US" sz="2400" b="1">
                <a:ea typeface="宋体" panose="02010600030101010101" pitchFamily="2" charset="-122"/>
              </a:rPr>
              <a:t>，</a:t>
            </a:r>
            <a:r>
              <a:rPr lang="en-US" altLang="zh-CN" sz="2400" b="1">
                <a:ea typeface="宋体" panose="02010600030101010101" pitchFamily="2" charset="-122"/>
              </a:rPr>
              <a:t>C#</a:t>
            </a:r>
            <a:r>
              <a:rPr lang="zh-CN" altLang="en-US" sz="2400" b="1">
                <a:ea typeface="宋体" panose="02010600030101010101" pitchFamily="2" charset="-122"/>
              </a:rPr>
              <a:t>，</a:t>
            </a:r>
            <a:r>
              <a:rPr lang="en-US" altLang="zh-CN" sz="2400" b="1">
                <a:ea typeface="宋体" panose="02010600030101010101" pitchFamily="2" charset="-122"/>
              </a:rPr>
              <a:t>CNAME</a:t>
            </a:r>
            <a:r>
              <a:rPr lang="zh-CN" altLang="en-US" sz="2400" b="1">
                <a:ea typeface="宋体" panose="02010600030101010101" pitchFamily="2" charset="-122"/>
              </a:rPr>
              <a:t>，</a:t>
            </a:r>
            <a:r>
              <a:rPr lang="en-US" altLang="zh-CN" sz="2400" b="1">
                <a:ea typeface="宋体" panose="02010600030101010101" pitchFamily="2" charset="-122"/>
              </a:rPr>
              <a:t>CLASSH</a:t>
            </a:r>
            <a:r>
              <a:rPr lang="zh-CN" altLang="en-US" sz="2400" b="1">
                <a:ea typeface="宋体" panose="02010600030101010101" pitchFamily="2" charset="-122"/>
              </a:rPr>
              <a:t>，</a:t>
            </a:r>
            <a:r>
              <a:rPr lang="en-US" altLang="zh-CN" sz="2400" b="1">
                <a:ea typeface="宋体" panose="02010600030101010101" pitchFamily="2" charset="-122"/>
              </a:rPr>
              <a:t>GRADE)</a:t>
            </a:r>
          </a:p>
          <a:p>
            <a:pPr>
              <a:lnSpc>
                <a:spcPct val="150000"/>
              </a:lnSpc>
            </a:pPr>
            <a:endParaRPr lang="en-US" altLang="zh-CN" sz="1000" b="1">
              <a:solidFill>
                <a:srgbClr val="660033"/>
              </a:solidFill>
              <a:ea typeface="宋体" panose="02010600030101010101" pitchFamily="2" charset="-122"/>
            </a:endParaRPr>
          </a:p>
          <a:p>
            <a:pPr>
              <a:lnSpc>
                <a:spcPct val="150000"/>
              </a:lnSpc>
            </a:pPr>
            <a:r>
              <a:rPr lang="zh-CN" altLang="en-US" sz="2600" b="1">
                <a:solidFill>
                  <a:srgbClr val="660033"/>
                </a:solidFill>
                <a:ea typeface="黑体" panose="02010609060101010101" pitchFamily="49" charset="-122"/>
              </a:rPr>
              <a:t>平均成绩外模式（视图）：</a:t>
            </a:r>
          </a:p>
          <a:p>
            <a:pPr>
              <a:lnSpc>
                <a:spcPct val="150000"/>
              </a:lnSpc>
            </a:pPr>
            <a:r>
              <a:rPr lang="zh-CN" altLang="en-US" sz="2400" b="1">
                <a:solidFill>
                  <a:srgbClr val="660033"/>
                </a:solidFill>
                <a:ea typeface="宋体" panose="02010600030101010101" pitchFamily="2" charset="-122"/>
              </a:rPr>
              <a:t>    </a:t>
            </a:r>
            <a:r>
              <a:rPr lang="en-US" altLang="zh-CN" sz="2400" b="1">
                <a:ea typeface="宋体" panose="02010600030101010101" pitchFamily="2" charset="-122"/>
              </a:rPr>
              <a:t>A_GRADE(S#</a:t>
            </a:r>
            <a:r>
              <a:rPr lang="zh-CN" altLang="en-US" sz="2400" b="1">
                <a:ea typeface="宋体" panose="02010600030101010101" pitchFamily="2" charset="-122"/>
              </a:rPr>
              <a:t>，</a:t>
            </a:r>
            <a:r>
              <a:rPr lang="en-US" altLang="zh-CN" sz="2400" b="1">
                <a:ea typeface="宋体" panose="02010600030101010101" pitchFamily="2" charset="-122"/>
              </a:rPr>
              <a:t>SNAME</a:t>
            </a:r>
            <a:r>
              <a:rPr lang="zh-CN" altLang="en-US" sz="2400" b="1">
                <a:ea typeface="宋体" panose="02010600030101010101" pitchFamily="2" charset="-122"/>
              </a:rPr>
              <a:t>，</a:t>
            </a:r>
            <a:r>
              <a:rPr lang="en-US" altLang="zh-CN" sz="2400" b="1">
                <a:ea typeface="宋体" panose="02010600030101010101" pitchFamily="2" charset="-122"/>
              </a:rPr>
              <a:t>AVE(GRADE))</a:t>
            </a:r>
            <a:endParaRPr lang="en-US" altLang="zh-CN" sz="2600" b="1">
              <a:ea typeface="黑体" panose="02010609060101010101" pitchFamily="49" charset="-122"/>
            </a:endParaRPr>
          </a:p>
        </p:txBody>
      </p:sp>
      <p:sp>
        <p:nvSpPr>
          <p:cNvPr id="851975" name="直接连接符 851974">
            <a:extLst>
              <a:ext uri="{FF2B5EF4-FFF2-40B4-BE49-F238E27FC236}">
                <a16:creationId xmlns:a16="http://schemas.microsoft.com/office/drawing/2014/main" id="{EFB03BE7-2626-4FA8-93C3-F1E81FB6519D}"/>
              </a:ext>
            </a:extLst>
          </p:cNvPr>
          <p:cNvSpPr>
            <a:spLocks noChangeShapeType="1"/>
          </p:cNvSpPr>
          <p:nvPr/>
        </p:nvSpPr>
        <p:spPr bwMode="auto">
          <a:xfrm flipV="1">
            <a:off x="612775" y="4652963"/>
            <a:ext cx="7704138" cy="15875"/>
          </a:xfrm>
          <a:prstGeom prst="line">
            <a:avLst/>
          </a:prstGeom>
          <a:noFill/>
          <a:ln w="28575" cap="sq">
            <a:solidFill>
              <a:srgbClr val="D60093"/>
            </a:solidFill>
            <a:round/>
            <a:headEnd type="none" w="sm" len="sm"/>
            <a:tailEnd type="none" w="sm" len="sm"/>
          </a:ln>
          <a:effectLst>
            <a:outerShdw dist="35921" dir="2700000" algn="ctr" rotWithShape="0">
              <a:srgbClr val="000066"/>
            </a:outerShdw>
          </a:effectLst>
          <a:extLst>
            <a:ext uri="{909E8E84-426E-40DD-AFC4-6F175D3DCCD1}">
              <a14:hiddenFill xmlns:a14="http://schemas.microsoft.com/office/drawing/2010/main">
                <a:noFill/>
              </a14:hiddenFill>
            </a:ext>
          </a:extLst>
        </p:spPr>
        <p:txBody>
          <a:bodyPr/>
          <a:lstStyle/>
          <a:p>
            <a:endParaRPr lang="zh-CN" altLang="en-US"/>
          </a:p>
        </p:txBody>
      </p:sp>
      <p:sp>
        <p:nvSpPr>
          <p:cNvPr id="851977" name="矩形 851976">
            <a:extLst>
              <a:ext uri="{FF2B5EF4-FFF2-40B4-BE49-F238E27FC236}">
                <a16:creationId xmlns:a16="http://schemas.microsoft.com/office/drawing/2014/main" id="{9F5C2A5F-A19E-46E2-933E-D8CAF6E398C9}"/>
              </a:ext>
            </a:extLst>
          </p:cNvPr>
          <p:cNvSpPr/>
          <p:nvPr/>
        </p:nvSpPr>
        <p:spPr>
          <a:xfrm>
            <a:off x="468313" y="1052513"/>
            <a:ext cx="7993062" cy="64770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r>
              <a:rPr lang="en-US" altLang="zh-CN" noProof="1"/>
              <a:t>         </a:t>
            </a:r>
            <a:r>
              <a:rPr lang="en-US" altLang="zh-CN" sz="3000" noProof="1">
                <a:solidFill>
                  <a:srgbClr val="660033"/>
                </a:solidFill>
                <a:ea typeface="华文新魏" panose="02010800040101010101" pitchFamily="2" charset="-122"/>
              </a:rPr>
              <a:t>3</a:t>
            </a:r>
            <a:r>
              <a:rPr lang="zh-CN" altLang="en-US" sz="3000" noProof="1">
                <a:solidFill>
                  <a:srgbClr val="660033"/>
                </a:solidFill>
                <a:ea typeface="华文新魏" panose="02010800040101010101" pitchFamily="2" charset="-122"/>
              </a:rPr>
              <a:t>、外模式与逻辑模式之间的映射</a:t>
            </a:r>
            <a:endParaRPr lang="zh-CN" altLang="en-US" noProof="1"/>
          </a:p>
        </p:txBody>
      </p:sp>
      <p:sp>
        <p:nvSpPr>
          <p:cNvPr id="851978" name="矩形 851977">
            <a:extLst>
              <a:ext uri="{FF2B5EF4-FFF2-40B4-BE49-F238E27FC236}">
                <a16:creationId xmlns:a16="http://schemas.microsoft.com/office/drawing/2014/main" id="{ABEEADD5-AE2C-4117-BFF5-708926E82D05}"/>
              </a:ext>
            </a:extLst>
          </p:cNvPr>
          <p:cNvSpPr/>
          <p:nvPr/>
        </p:nvSpPr>
        <p:spPr>
          <a:xfrm>
            <a:off x="784225" y="201613"/>
            <a:ext cx="8277225"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sz="2900" noProof="1"/>
              <a:t>二、</a:t>
            </a:r>
            <a:r>
              <a:rPr lang="en-US" altLang="zh-CN" sz="2900" noProof="1"/>
              <a:t>DB</a:t>
            </a:r>
            <a:r>
              <a:rPr lang="zh-CN" altLang="en-US" sz="2900" noProof="1"/>
              <a:t>内部体系结构中的两级影射与数据独立性</a:t>
            </a:r>
            <a:r>
              <a:rPr lang="zh-CN" altLang="en-US" noProof="1"/>
              <a:t> </a:t>
            </a:r>
          </a:p>
        </p:txBody>
      </p:sp>
    </p:spTree>
  </p:cSld>
  <p:clrMapOvr>
    <a:masterClrMapping/>
  </p:clrMapOvr>
  <mc:AlternateContent xmlns:mc="http://schemas.openxmlformats.org/markup-compatibility/2006" xmlns:p14="http://schemas.microsoft.com/office/powerpoint/2010/main">
    <mc:Choice Requires="p14">
      <p:transition spd="slow" p14:dur="2000" advTm="14053"/>
    </mc:Choice>
    <mc:Fallback xmlns="">
      <p:transition spd="slow" advTm="14053"/>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851974"/>
                                        </p:tgtEl>
                                        <p:attrNameLst>
                                          <p:attrName>style.visibility</p:attrName>
                                        </p:attrNameLst>
                                      </p:cBhvr>
                                      <p:to>
                                        <p:strVal val="visible"/>
                                      </p:to>
                                    </p:set>
                                    <p:animEffect transition="in" filter="box(in)">
                                      <p:cBhvr>
                                        <p:cTn id="7" dur="1000"/>
                                        <p:tgtEl>
                                          <p:spTgt spid="851974"/>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851975"/>
                                        </p:tgtEl>
                                        <p:attrNameLst>
                                          <p:attrName>style.visibility</p:attrName>
                                        </p:attrNameLst>
                                      </p:cBhvr>
                                      <p:to>
                                        <p:strVal val="visible"/>
                                      </p:to>
                                    </p:set>
                                    <p:animEffect transition="in" filter="wipe(left)">
                                      <p:cBhvr>
                                        <p:cTn id="11" dur="1000"/>
                                        <p:tgtEl>
                                          <p:spTgt spid="8519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197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2997" name="矩形 852996">
            <a:extLst>
              <a:ext uri="{FF2B5EF4-FFF2-40B4-BE49-F238E27FC236}">
                <a16:creationId xmlns:a16="http://schemas.microsoft.com/office/drawing/2014/main" id="{E8A5A123-0B1C-4E71-BD49-B9A350B39F58}"/>
              </a:ext>
            </a:extLst>
          </p:cNvPr>
          <p:cNvSpPr/>
          <p:nvPr/>
        </p:nvSpPr>
        <p:spPr>
          <a:xfrm>
            <a:off x="468313" y="1628775"/>
            <a:ext cx="8496300" cy="4319588"/>
          </a:xfrm>
          <a:prstGeom prst="rect">
            <a:avLst/>
          </a:prstGeom>
          <a:noFill/>
          <a:ln w="9525">
            <a:noFill/>
          </a:ln>
        </p:spPr>
        <p:txBody>
          <a:bodyPr/>
          <a:lstStyle>
            <a:lvl1pPr marL="342900" indent="-342900">
              <a:defRPr>
                <a:solidFill>
                  <a:schemeClr val="tx1"/>
                </a:solidFill>
                <a:latin typeface="Arial" panose="020B0604020202020204" pitchFamily="34" charset="0"/>
                <a:ea typeface="楷体_GB2312" pitchFamily="49" charset="-122"/>
              </a:defRPr>
            </a:lvl1pPr>
            <a:lvl2pPr>
              <a:defRPr>
                <a:solidFill>
                  <a:schemeClr val="tx1"/>
                </a:solidFill>
                <a:latin typeface="Arial" panose="020B0604020202020204" pitchFamily="34" charset="0"/>
                <a:ea typeface="楷体_GB2312" pitchFamily="49" charset="-122"/>
              </a:defRPr>
            </a:lvl2pPr>
            <a:lvl3pPr>
              <a:defRPr>
                <a:solidFill>
                  <a:schemeClr val="tx1"/>
                </a:solidFill>
                <a:latin typeface="Arial" panose="020B0604020202020204" pitchFamily="34" charset="0"/>
                <a:ea typeface="楷体_GB2312" pitchFamily="49" charset="-122"/>
              </a:defRPr>
            </a:lvl3pPr>
            <a:lvl4pPr>
              <a:defRPr>
                <a:solidFill>
                  <a:schemeClr val="tx1"/>
                </a:solidFill>
                <a:latin typeface="Arial" panose="020B0604020202020204" pitchFamily="34" charset="0"/>
                <a:ea typeface="楷体_GB2312" pitchFamily="49" charset="-122"/>
              </a:defRPr>
            </a:lvl4pPr>
            <a:lvl5pPr>
              <a:defRPr>
                <a:solidFill>
                  <a:schemeClr val="tx1"/>
                </a:solidFill>
                <a:latin typeface="Arial" panose="020B0604020202020204" pitchFamily="34" charset="0"/>
                <a:ea typeface="楷体_GB2312" pitchFamily="49" charset="-122"/>
              </a:defRPr>
            </a:lvl5pPr>
            <a:lvl6pPr fontAlgn="base">
              <a:spcBef>
                <a:spcPct val="0"/>
              </a:spcBef>
              <a:spcAft>
                <a:spcPct val="0"/>
              </a:spcAft>
              <a:defRPr>
                <a:solidFill>
                  <a:schemeClr val="tx1"/>
                </a:solidFill>
                <a:latin typeface="Arial" panose="020B0604020202020204" pitchFamily="34" charset="0"/>
                <a:ea typeface="楷体_GB2312" pitchFamily="49" charset="-122"/>
              </a:defRPr>
            </a:lvl6pPr>
            <a:lvl7pPr fontAlgn="base">
              <a:spcBef>
                <a:spcPct val="0"/>
              </a:spcBef>
              <a:spcAft>
                <a:spcPct val="0"/>
              </a:spcAft>
              <a:defRPr>
                <a:solidFill>
                  <a:schemeClr val="tx1"/>
                </a:solidFill>
                <a:latin typeface="Arial" panose="020B0604020202020204" pitchFamily="34" charset="0"/>
                <a:ea typeface="楷体_GB2312" pitchFamily="49" charset="-122"/>
              </a:defRPr>
            </a:lvl7pPr>
            <a:lvl8pPr fontAlgn="base">
              <a:spcBef>
                <a:spcPct val="0"/>
              </a:spcBef>
              <a:spcAft>
                <a:spcPct val="0"/>
              </a:spcAft>
              <a:defRPr>
                <a:solidFill>
                  <a:schemeClr val="tx1"/>
                </a:solidFill>
                <a:latin typeface="Arial" panose="020B0604020202020204" pitchFamily="34" charset="0"/>
                <a:ea typeface="楷体_GB2312" pitchFamily="49" charset="-122"/>
              </a:defRPr>
            </a:lvl8pPr>
            <a:lvl9pPr fontAlgn="base">
              <a:spcBef>
                <a:spcPct val="0"/>
              </a:spcBef>
              <a:spcAft>
                <a:spcPct val="0"/>
              </a:spcAft>
              <a:defRPr>
                <a:solidFill>
                  <a:schemeClr val="tx1"/>
                </a:solidFill>
                <a:latin typeface="Arial" panose="020B0604020202020204" pitchFamily="34" charset="0"/>
                <a:ea typeface="楷体_GB2312" pitchFamily="49" charset="-122"/>
              </a:defRPr>
            </a:lvl9pPr>
          </a:lstStyle>
          <a:p>
            <a:pPr>
              <a:lnSpc>
                <a:spcPct val="120000"/>
              </a:lnSpc>
              <a:spcBef>
                <a:spcPct val="20000"/>
              </a:spcBef>
              <a:buClr>
                <a:schemeClr val="folHlink"/>
              </a:buClr>
              <a:buSzPct val="60000"/>
            </a:pPr>
            <a:r>
              <a:rPr lang="zh-CN" altLang="en-US" sz="2800" b="1">
                <a:solidFill>
                  <a:schemeClr val="hlink"/>
                </a:solidFill>
                <a:effectLst>
                  <a:outerShdw blurRad="38100" dist="38100" dir="2700000" algn="tl">
                    <a:srgbClr val="C0C0C0"/>
                  </a:outerShdw>
                </a:effectLst>
                <a:latin typeface="Tahoma" panose="020B0604030504040204" pitchFamily="34" charset="0"/>
              </a:rPr>
              <a:t>实现方法：</a:t>
            </a:r>
          </a:p>
          <a:p>
            <a:pPr>
              <a:lnSpc>
                <a:spcPct val="120000"/>
              </a:lnSpc>
              <a:spcBef>
                <a:spcPct val="5000"/>
              </a:spcBef>
              <a:buClr>
                <a:schemeClr val="folHlink"/>
              </a:buClr>
              <a:buSzPct val="60000"/>
            </a:pPr>
            <a:r>
              <a:rPr lang="zh-CN" altLang="en-US" sz="2800" b="1">
                <a:effectLst>
                  <a:outerShdw blurRad="38100" dist="38100" dir="2700000" algn="tl">
                    <a:srgbClr val="C0C0C0"/>
                  </a:outerShdw>
                </a:effectLst>
                <a:latin typeface="Tahoma" panose="020B0604030504040204" pitchFamily="34" charset="0"/>
              </a:rPr>
              <a:t>  </a:t>
            </a:r>
            <a:r>
              <a:rPr lang="en-US" altLang="zh-CN" sz="2800" b="1">
                <a:effectLst>
                  <a:outerShdw blurRad="38100" dist="38100" dir="2700000" algn="tl">
                    <a:srgbClr val="C0C0C0"/>
                  </a:outerShdw>
                </a:effectLst>
                <a:latin typeface="Tahoma" panose="020B0604030504040204" pitchFamily="34" charset="0"/>
              </a:rPr>
              <a:t>CREATE VIEW CG</a:t>
            </a:r>
          </a:p>
          <a:p>
            <a:pPr>
              <a:lnSpc>
                <a:spcPct val="120000"/>
              </a:lnSpc>
              <a:spcBef>
                <a:spcPct val="5000"/>
              </a:spcBef>
              <a:buClr>
                <a:schemeClr val="folHlink"/>
              </a:buClr>
              <a:buSzPct val="60000"/>
            </a:pPr>
            <a:r>
              <a:rPr lang="en-US" altLang="zh-CN" sz="2800" b="1">
                <a:effectLst>
                  <a:outerShdw blurRad="38100" dist="38100" dir="2700000" algn="tl">
                    <a:srgbClr val="C0C0C0"/>
                  </a:outerShdw>
                </a:effectLst>
                <a:latin typeface="Tahoma" panose="020B0604030504040204" pitchFamily="34" charset="0"/>
              </a:rPr>
              <a:t>       </a:t>
            </a:r>
            <a:r>
              <a:rPr lang="en-US" altLang="zh-CN" sz="2800" b="1">
                <a:solidFill>
                  <a:schemeClr val="tx2"/>
                </a:solidFill>
                <a:effectLst>
                  <a:outerShdw blurRad="38100" dist="38100" dir="2700000" algn="tl">
                    <a:srgbClr val="C0C0C0"/>
                  </a:outerShdw>
                </a:effectLst>
                <a:latin typeface="Tahoma" panose="020B0604030504040204" pitchFamily="34" charset="0"/>
              </a:rPr>
              <a:t>AS</a:t>
            </a:r>
            <a:r>
              <a:rPr lang="en-US" altLang="zh-CN" sz="2800" b="1">
                <a:effectLst>
                  <a:outerShdw blurRad="38100" dist="38100" dir="2700000" algn="tl">
                    <a:srgbClr val="C0C0C0"/>
                  </a:outerShdw>
                </a:effectLst>
                <a:latin typeface="Tahoma" panose="020B0604030504040204" pitchFamily="34" charset="0"/>
              </a:rPr>
              <a:t>  </a:t>
            </a:r>
            <a:r>
              <a:rPr lang="en-US" altLang="zh-CN" sz="2800" b="1">
                <a:solidFill>
                  <a:srgbClr val="006666"/>
                </a:solidFill>
                <a:effectLst>
                  <a:outerShdw blurRad="38100" dist="38100" dir="2700000" algn="tl">
                    <a:srgbClr val="C0C0C0"/>
                  </a:outerShdw>
                </a:effectLst>
                <a:latin typeface="Tahoma" panose="020B0604030504040204" pitchFamily="34" charset="0"/>
              </a:rPr>
              <a:t>SELECT S.S#</a:t>
            </a:r>
            <a:r>
              <a:rPr lang="en-US" altLang="zh-CN" sz="2800" b="1">
                <a:solidFill>
                  <a:srgbClr val="006666"/>
                </a:solidFill>
                <a:effectLst>
                  <a:outerShdw blurRad="38100" dist="38100" dir="2700000" algn="tl">
                    <a:srgbClr val="C0C0C0"/>
                  </a:outerShdw>
                </a:effectLst>
                <a:latin typeface="宋体" panose="02010600030101010101" pitchFamily="2" charset="-122"/>
                <a:ea typeface="宋体" panose="02010600030101010101" pitchFamily="2" charset="-122"/>
              </a:rPr>
              <a:t>, </a:t>
            </a:r>
            <a:r>
              <a:rPr lang="en-US" altLang="zh-CN" sz="2800" b="1">
                <a:solidFill>
                  <a:srgbClr val="006666"/>
                </a:solidFill>
                <a:effectLst>
                  <a:outerShdw blurRad="38100" dist="38100" dir="2700000" algn="tl">
                    <a:srgbClr val="C0C0C0"/>
                  </a:outerShdw>
                </a:effectLst>
                <a:latin typeface="Tahoma" panose="020B0604030504040204" pitchFamily="34" charset="0"/>
              </a:rPr>
              <a:t>SNAME</a:t>
            </a:r>
            <a:r>
              <a:rPr lang="en-US" altLang="zh-CN" sz="2800" b="1">
                <a:solidFill>
                  <a:srgbClr val="006666"/>
                </a:solidFill>
                <a:effectLst>
                  <a:outerShdw blurRad="38100" dist="38100" dir="2700000" algn="tl">
                    <a:srgbClr val="C0C0C0"/>
                  </a:outerShdw>
                </a:effectLst>
                <a:latin typeface="宋体" panose="02010600030101010101" pitchFamily="2" charset="-122"/>
                <a:ea typeface="宋体" panose="02010600030101010101" pitchFamily="2" charset="-122"/>
              </a:rPr>
              <a:t>,</a:t>
            </a:r>
            <a:r>
              <a:rPr lang="en-US" altLang="zh-CN" sz="2800" b="1">
                <a:solidFill>
                  <a:srgbClr val="006666"/>
                </a:solidFill>
                <a:effectLst>
                  <a:outerShdw blurRad="38100" dist="38100" dir="2700000" algn="tl">
                    <a:srgbClr val="C0C0C0"/>
                  </a:outerShdw>
                </a:effectLst>
                <a:latin typeface="Tahoma" panose="020B0604030504040204" pitchFamily="34" charset="0"/>
              </a:rPr>
              <a:t>SC.C#</a:t>
            </a:r>
            <a:r>
              <a:rPr lang="en-US" altLang="zh-CN" sz="2800" b="1">
                <a:solidFill>
                  <a:srgbClr val="006666"/>
                </a:solidFill>
                <a:effectLst>
                  <a:outerShdw blurRad="38100" dist="38100" dir="2700000" algn="tl">
                    <a:srgbClr val="C0C0C0"/>
                  </a:outerShdw>
                </a:effectLst>
                <a:latin typeface="宋体" panose="02010600030101010101" pitchFamily="2" charset="-122"/>
                <a:ea typeface="宋体" panose="02010600030101010101" pitchFamily="2" charset="-122"/>
              </a:rPr>
              <a:t>,</a:t>
            </a:r>
            <a:r>
              <a:rPr lang="en-US" altLang="zh-CN" sz="2800" b="1">
                <a:solidFill>
                  <a:srgbClr val="006666"/>
                </a:solidFill>
                <a:effectLst>
                  <a:outerShdw blurRad="38100" dist="38100" dir="2700000" algn="tl">
                    <a:srgbClr val="C0C0C0"/>
                  </a:outerShdw>
                </a:effectLst>
                <a:latin typeface="Tahoma" panose="020B0604030504040204" pitchFamily="34" charset="0"/>
              </a:rPr>
              <a:t>CNAME</a:t>
            </a:r>
            <a:r>
              <a:rPr lang="en-US" altLang="zh-CN" sz="2800" b="1">
                <a:solidFill>
                  <a:srgbClr val="006666"/>
                </a:solidFill>
                <a:effectLst>
                  <a:outerShdw blurRad="38100" dist="38100" dir="2700000" algn="tl">
                    <a:srgbClr val="C0C0C0"/>
                  </a:outerShdw>
                </a:effectLst>
                <a:latin typeface="宋体" panose="02010600030101010101" pitchFamily="2" charset="-122"/>
                <a:ea typeface="宋体" panose="02010600030101010101" pitchFamily="2" charset="-122"/>
              </a:rPr>
              <a:t>,</a:t>
            </a:r>
          </a:p>
          <a:p>
            <a:pPr>
              <a:lnSpc>
                <a:spcPct val="120000"/>
              </a:lnSpc>
              <a:spcBef>
                <a:spcPct val="5000"/>
              </a:spcBef>
              <a:buClr>
                <a:schemeClr val="folHlink"/>
              </a:buClr>
              <a:buSzPct val="60000"/>
            </a:pPr>
            <a:r>
              <a:rPr lang="en-US" altLang="zh-CN" sz="2800" b="1">
                <a:solidFill>
                  <a:srgbClr val="006666"/>
                </a:solidFill>
                <a:effectLst>
                  <a:outerShdw blurRad="38100" dist="38100" dir="2700000" algn="tl">
                    <a:srgbClr val="C0C0C0"/>
                  </a:outerShdw>
                </a:effectLst>
                <a:latin typeface="Tahoma" panose="020B0604030504040204" pitchFamily="34" charset="0"/>
              </a:rPr>
              <a:t>                            CLASSH</a:t>
            </a:r>
            <a:r>
              <a:rPr lang="en-US" altLang="zh-CN" sz="2800" b="1">
                <a:solidFill>
                  <a:srgbClr val="006666"/>
                </a:solidFill>
                <a:effectLst>
                  <a:outerShdw blurRad="38100" dist="38100" dir="2700000" algn="tl">
                    <a:srgbClr val="C0C0C0"/>
                  </a:outerShdw>
                </a:effectLst>
                <a:latin typeface="宋体" panose="02010600030101010101" pitchFamily="2" charset="-122"/>
                <a:ea typeface="宋体" panose="02010600030101010101" pitchFamily="2" charset="-122"/>
              </a:rPr>
              <a:t>,</a:t>
            </a:r>
            <a:r>
              <a:rPr lang="en-US" altLang="zh-CN" sz="2800" b="1">
                <a:solidFill>
                  <a:srgbClr val="006666"/>
                </a:solidFill>
                <a:effectLst>
                  <a:outerShdw blurRad="38100" dist="38100" dir="2700000" algn="tl">
                    <a:srgbClr val="C0C0C0"/>
                  </a:outerShdw>
                </a:effectLst>
                <a:latin typeface="Tahoma" panose="020B0604030504040204" pitchFamily="34" charset="0"/>
              </a:rPr>
              <a:t>GRADE</a:t>
            </a:r>
          </a:p>
          <a:p>
            <a:pPr>
              <a:lnSpc>
                <a:spcPct val="120000"/>
              </a:lnSpc>
              <a:spcBef>
                <a:spcPct val="5000"/>
              </a:spcBef>
              <a:buClr>
                <a:schemeClr val="folHlink"/>
              </a:buClr>
              <a:buSzPct val="60000"/>
            </a:pPr>
            <a:r>
              <a:rPr lang="en-US" altLang="zh-CN" sz="2800" b="1">
                <a:solidFill>
                  <a:srgbClr val="006666"/>
                </a:solidFill>
                <a:effectLst>
                  <a:outerShdw blurRad="38100" dist="38100" dir="2700000" algn="tl">
                    <a:srgbClr val="C0C0C0"/>
                  </a:outerShdw>
                </a:effectLst>
                <a:latin typeface="Tahoma" panose="020B0604030504040204" pitchFamily="34" charset="0"/>
              </a:rPr>
              <a:t>        FROM  S</a:t>
            </a:r>
            <a:r>
              <a:rPr lang="zh-CN" altLang="en-US" sz="2800" b="1">
                <a:solidFill>
                  <a:srgbClr val="006666"/>
                </a:solidFill>
                <a:effectLst>
                  <a:outerShdw blurRad="38100" dist="38100" dir="2700000" algn="tl">
                    <a:srgbClr val="C0C0C0"/>
                  </a:outerShdw>
                </a:effectLst>
                <a:latin typeface="Tahoma" panose="020B0604030504040204" pitchFamily="34" charset="0"/>
              </a:rPr>
              <a:t>，</a:t>
            </a:r>
            <a:r>
              <a:rPr lang="en-US" altLang="zh-CN" sz="2800" b="1">
                <a:solidFill>
                  <a:srgbClr val="006666"/>
                </a:solidFill>
                <a:effectLst>
                  <a:outerShdw blurRad="38100" dist="38100" dir="2700000" algn="tl">
                    <a:srgbClr val="C0C0C0"/>
                  </a:outerShdw>
                </a:effectLst>
                <a:latin typeface="Tahoma" panose="020B0604030504040204" pitchFamily="34" charset="0"/>
              </a:rPr>
              <a:t>SC </a:t>
            </a:r>
            <a:r>
              <a:rPr lang="zh-CN" altLang="en-US" sz="2800" b="1">
                <a:solidFill>
                  <a:srgbClr val="006666"/>
                </a:solidFill>
                <a:effectLst>
                  <a:outerShdw blurRad="38100" dist="38100" dir="2700000" algn="tl">
                    <a:srgbClr val="C0C0C0"/>
                  </a:outerShdw>
                </a:effectLst>
                <a:latin typeface="Tahoma" panose="020B0604030504040204" pitchFamily="34" charset="0"/>
              </a:rPr>
              <a:t>，</a:t>
            </a:r>
            <a:r>
              <a:rPr lang="en-US" altLang="zh-CN" sz="2800" b="1">
                <a:solidFill>
                  <a:srgbClr val="006666"/>
                </a:solidFill>
                <a:effectLst>
                  <a:outerShdw blurRad="38100" dist="38100" dir="2700000" algn="tl">
                    <a:srgbClr val="C0C0C0"/>
                  </a:outerShdw>
                </a:effectLst>
                <a:latin typeface="Tahoma" panose="020B0604030504040204" pitchFamily="34" charset="0"/>
              </a:rPr>
              <a:t>C</a:t>
            </a:r>
          </a:p>
          <a:p>
            <a:pPr>
              <a:lnSpc>
                <a:spcPct val="120000"/>
              </a:lnSpc>
              <a:spcBef>
                <a:spcPct val="5000"/>
              </a:spcBef>
              <a:buClr>
                <a:schemeClr val="folHlink"/>
              </a:buClr>
              <a:buSzPct val="60000"/>
            </a:pPr>
            <a:r>
              <a:rPr lang="en-US" altLang="zh-CN" sz="2800" b="1">
                <a:solidFill>
                  <a:srgbClr val="006666"/>
                </a:solidFill>
                <a:effectLst>
                  <a:outerShdw blurRad="38100" dist="38100" dir="2700000" algn="tl">
                    <a:srgbClr val="C0C0C0"/>
                  </a:outerShdw>
                </a:effectLst>
                <a:latin typeface="Tahoma" panose="020B0604030504040204" pitchFamily="34" charset="0"/>
              </a:rPr>
              <a:t>        WHERE   S.S# = SC.S#  AND</a:t>
            </a:r>
          </a:p>
          <a:p>
            <a:pPr>
              <a:lnSpc>
                <a:spcPct val="120000"/>
              </a:lnSpc>
              <a:spcBef>
                <a:spcPct val="5000"/>
              </a:spcBef>
              <a:buClr>
                <a:schemeClr val="folHlink"/>
              </a:buClr>
              <a:buSzPct val="60000"/>
            </a:pPr>
            <a:r>
              <a:rPr lang="en-US" altLang="zh-CN" sz="2800" b="1">
                <a:solidFill>
                  <a:srgbClr val="006666"/>
                </a:solidFill>
                <a:effectLst>
                  <a:outerShdw blurRad="38100" dist="38100" dir="2700000" algn="tl">
                    <a:srgbClr val="C0C0C0"/>
                  </a:outerShdw>
                </a:effectLst>
                <a:latin typeface="Tahoma" panose="020B0604030504040204" pitchFamily="34" charset="0"/>
              </a:rPr>
              <a:t>                        SC.C#=C.C# </a:t>
            </a:r>
          </a:p>
          <a:p>
            <a:pPr>
              <a:lnSpc>
                <a:spcPct val="120000"/>
              </a:lnSpc>
              <a:spcBef>
                <a:spcPct val="5000"/>
              </a:spcBef>
              <a:buClr>
                <a:schemeClr val="folHlink"/>
              </a:buClr>
              <a:buSzPct val="60000"/>
            </a:pPr>
            <a:r>
              <a:rPr lang="en-US" altLang="zh-CN" sz="2800" b="1">
                <a:solidFill>
                  <a:srgbClr val="006666"/>
                </a:solidFill>
                <a:effectLst>
                  <a:outerShdw blurRad="38100" dist="38100" dir="2700000" algn="tl">
                    <a:srgbClr val="C0C0C0"/>
                  </a:outerShdw>
                </a:effectLst>
                <a:latin typeface="Tahoma" panose="020B0604030504040204" pitchFamily="34" charset="0"/>
              </a:rPr>
              <a:t>        ORDER BY S.S#</a:t>
            </a:r>
            <a:endParaRPr lang="zh-CN" altLang="en-US" sz="2800" b="1">
              <a:solidFill>
                <a:srgbClr val="006666"/>
              </a:solidFill>
              <a:effectLst>
                <a:outerShdw blurRad="38100" dist="38100" dir="2700000" algn="tl">
                  <a:srgbClr val="C0C0C0"/>
                </a:outerShdw>
              </a:effectLst>
              <a:latin typeface="Tahoma" panose="020B0604030504040204" pitchFamily="34" charset="0"/>
            </a:endParaRPr>
          </a:p>
        </p:txBody>
      </p:sp>
      <p:grpSp>
        <p:nvGrpSpPr>
          <p:cNvPr id="28674" name="组合 852997">
            <a:extLst>
              <a:ext uri="{FF2B5EF4-FFF2-40B4-BE49-F238E27FC236}">
                <a16:creationId xmlns:a16="http://schemas.microsoft.com/office/drawing/2014/main" id="{776DDC9E-8BE1-4248-89C0-D23896CF3369}"/>
              </a:ext>
            </a:extLst>
          </p:cNvPr>
          <p:cNvGrpSpPr>
            <a:grpSpLocks/>
          </p:cNvGrpSpPr>
          <p:nvPr/>
        </p:nvGrpSpPr>
        <p:grpSpPr bwMode="auto">
          <a:xfrm>
            <a:off x="6664325" y="4305300"/>
            <a:ext cx="2305050" cy="1077913"/>
            <a:chOff x="3987" y="8256"/>
            <a:chExt cx="2145" cy="991"/>
          </a:xfrm>
        </p:grpSpPr>
        <p:sp>
          <p:nvSpPr>
            <p:cNvPr id="28675" name="文本框 852998">
              <a:extLst>
                <a:ext uri="{FF2B5EF4-FFF2-40B4-BE49-F238E27FC236}">
                  <a16:creationId xmlns:a16="http://schemas.microsoft.com/office/drawing/2014/main" id="{DDD6922F-39E9-4A53-B6BF-AA09FE31EC27}"/>
                </a:ext>
              </a:extLst>
            </p:cNvPr>
            <p:cNvSpPr txBox="1">
              <a:spLocks noChangeArrowheads="1"/>
            </p:cNvSpPr>
            <p:nvPr/>
          </p:nvSpPr>
          <p:spPr bwMode="auto">
            <a:xfrm>
              <a:off x="4002" y="8256"/>
              <a:ext cx="540" cy="34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a:lnSpc>
                  <a:spcPct val="120000"/>
                </a:lnSpc>
              </a:pPr>
              <a:r>
                <a:rPr lang="en-US" altLang="zh-CN" sz="1400" b="1">
                  <a:latin typeface="Times New Roman" panose="02020603050405020304" pitchFamily="18" charset="0"/>
                  <a:ea typeface="宋体" panose="02010600030101010101" pitchFamily="2" charset="-122"/>
                </a:rPr>
                <a:t>SC</a:t>
              </a:r>
              <a:endParaRPr lang="en-US" altLang="zh-CN" sz="1400" b="1"/>
            </a:p>
          </p:txBody>
        </p:sp>
        <p:sp>
          <p:nvSpPr>
            <p:cNvPr id="28676" name="文本框 852999">
              <a:extLst>
                <a:ext uri="{FF2B5EF4-FFF2-40B4-BE49-F238E27FC236}">
                  <a16:creationId xmlns:a16="http://schemas.microsoft.com/office/drawing/2014/main" id="{DBC6BB55-64BC-42BE-9FA9-4A0F65BCC6C2}"/>
                </a:ext>
              </a:extLst>
            </p:cNvPr>
            <p:cNvSpPr txBox="1">
              <a:spLocks noChangeArrowheads="1"/>
            </p:cNvSpPr>
            <p:nvPr/>
          </p:nvSpPr>
          <p:spPr bwMode="auto">
            <a:xfrm>
              <a:off x="3987" y="8550"/>
              <a:ext cx="2143" cy="329"/>
            </a:xfrm>
            <a:prstGeom prst="rect">
              <a:avLst/>
            </a:prstGeom>
            <a:solidFill>
              <a:srgbClr val="FFFFFF"/>
            </a:solidFill>
            <a:ln w="9525">
              <a:solidFill>
                <a:srgbClr val="000000"/>
              </a:solidFill>
              <a:miter lim="800000"/>
              <a:headEnd/>
              <a:tailEnd/>
            </a:ln>
          </p:spPr>
          <p:txBody>
            <a:bodyPr/>
            <a:lstStyle/>
            <a:p>
              <a:pPr algn="just">
                <a:lnSpc>
                  <a:spcPct val="120000"/>
                </a:lnSpc>
              </a:pPr>
              <a:r>
                <a:rPr lang="en-US" altLang="zh-CN" sz="1400" b="1">
                  <a:latin typeface="Times New Roman" panose="02020603050405020304" pitchFamily="18" charset="0"/>
                  <a:ea typeface="宋体" panose="02010600030101010101" pitchFamily="2" charset="-122"/>
                </a:rPr>
                <a:t>   </a:t>
              </a:r>
              <a:r>
                <a:rPr lang="en-US" altLang="zh-CN" sz="1600" b="1">
                  <a:solidFill>
                    <a:srgbClr val="660066"/>
                  </a:solidFill>
                  <a:latin typeface="Times New Roman" panose="02020603050405020304" pitchFamily="18" charset="0"/>
                  <a:ea typeface="宋体" panose="02010600030101010101" pitchFamily="2" charset="-122"/>
                </a:rPr>
                <a:t>S</a:t>
              </a:r>
              <a:r>
                <a:rPr lang="en-US" altLang="zh-CN" sz="1500" b="1">
                  <a:solidFill>
                    <a:srgbClr val="660066"/>
                  </a:solidFill>
                  <a:latin typeface="Times New Roman" panose="02020603050405020304" pitchFamily="18" charset="0"/>
                  <a:ea typeface="宋体" panose="02010600030101010101" pitchFamily="2" charset="-122"/>
                </a:rPr>
                <a:t>#</a:t>
              </a:r>
              <a:r>
                <a:rPr lang="en-US" altLang="zh-CN" sz="1500" b="1">
                  <a:latin typeface="Times New Roman" panose="02020603050405020304" pitchFamily="18" charset="0"/>
                  <a:ea typeface="宋体" panose="02010600030101010101" pitchFamily="2" charset="-122"/>
                </a:rPr>
                <a:t>     </a:t>
              </a:r>
              <a:r>
                <a:rPr lang="en-US" altLang="zh-CN" sz="1400" b="1">
                  <a:latin typeface="Times New Roman" panose="02020603050405020304" pitchFamily="18" charset="0"/>
                  <a:ea typeface="宋体" panose="02010600030101010101" pitchFamily="2" charset="-122"/>
                </a:rPr>
                <a:t>    </a:t>
              </a:r>
              <a:r>
                <a:rPr lang="en-US" altLang="zh-CN" sz="1500" b="1">
                  <a:solidFill>
                    <a:schemeClr val="hlink"/>
                  </a:solidFill>
                  <a:latin typeface="Times New Roman" panose="02020603050405020304" pitchFamily="18" charset="0"/>
                  <a:ea typeface="宋体" panose="02010600030101010101" pitchFamily="2" charset="-122"/>
                </a:rPr>
                <a:t>C#</a:t>
              </a:r>
              <a:r>
                <a:rPr lang="en-US" altLang="zh-CN" sz="1500" b="1">
                  <a:latin typeface="Times New Roman" panose="02020603050405020304" pitchFamily="18" charset="0"/>
                  <a:ea typeface="宋体" panose="02010600030101010101" pitchFamily="2" charset="-122"/>
                </a:rPr>
                <a:t>   </a:t>
              </a:r>
              <a:r>
                <a:rPr lang="en-US" altLang="zh-CN" sz="1400" b="1">
                  <a:latin typeface="Times New Roman" panose="02020603050405020304" pitchFamily="18" charset="0"/>
                  <a:ea typeface="宋体" panose="02010600030101010101" pitchFamily="2" charset="-122"/>
                </a:rPr>
                <a:t>      GRADE</a:t>
              </a:r>
              <a:endParaRPr lang="en-US" altLang="zh-CN" sz="1500" b="1"/>
            </a:p>
          </p:txBody>
        </p:sp>
        <p:sp>
          <p:nvSpPr>
            <p:cNvPr id="28677" name="直接连接符 853000">
              <a:extLst>
                <a:ext uri="{FF2B5EF4-FFF2-40B4-BE49-F238E27FC236}">
                  <a16:creationId xmlns:a16="http://schemas.microsoft.com/office/drawing/2014/main" id="{5C56C434-55CB-45BC-8DAF-CC4FFDE64FE3}"/>
                </a:ext>
              </a:extLst>
            </p:cNvPr>
            <p:cNvSpPr>
              <a:spLocks noChangeShapeType="1"/>
            </p:cNvSpPr>
            <p:nvPr/>
          </p:nvSpPr>
          <p:spPr bwMode="auto">
            <a:xfrm>
              <a:off x="4527" y="8550"/>
              <a:ext cx="0" cy="69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78" name="直接连接符 853001">
              <a:extLst>
                <a:ext uri="{FF2B5EF4-FFF2-40B4-BE49-F238E27FC236}">
                  <a16:creationId xmlns:a16="http://schemas.microsoft.com/office/drawing/2014/main" id="{74E623CC-289F-4AA3-A5B8-755EDF2C382E}"/>
                </a:ext>
              </a:extLst>
            </p:cNvPr>
            <p:cNvSpPr>
              <a:spLocks noChangeShapeType="1"/>
            </p:cNvSpPr>
            <p:nvPr/>
          </p:nvSpPr>
          <p:spPr bwMode="auto">
            <a:xfrm>
              <a:off x="3987" y="8550"/>
              <a:ext cx="0" cy="69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79" name="直接连接符 853002">
              <a:extLst>
                <a:ext uri="{FF2B5EF4-FFF2-40B4-BE49-F238E27FC236}">
                  <a16:creationId xmlns:a16="http://schemas.microsoft.com/office/drawing/2014/main" id="{A7C360A3-F6A5-4CD1-BF7F-E512281011BB}"/>
                </a:ext>
              </a:extLst>
            </p:cNvPr>
            <p:cNvSpPr>
              <a:spLocks noChangeShapeType="1"/>
            </p:cNvSpPr>
            <p:nvPr/>
          </p:nvSpPr>
          <p:spPr bwMode="auto">
            <a:xfrm>
              <a:off x="6132" y="8550"/>
              <a:ext cx="0" cy="64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0" name="直接连接符 853003">
              <a:extLst>
                <a:ext uri="{FF2B5EF4-FFF2-40B4-BE49-F238E27FC236}">
                  <a16:creationId xmlns:a16="http://schemas.microsoft.com/office/drawing/2014/main" id="{04F5CA45-3C7E-4CFB-B5E8-2191199D4DE4}"/>
                </a:ext>
              </a:extLst>
            </p:cNvPr>
            <p:cNvSpPr>
              <a:spLocks noChangeShapeType="1"/>
            </p:cNvSpPr>
            <p:nvPr/>
          </p:nvSpPr>
          <p:spPr bwMode="auto">
            <a:xfrm>
              <a:off x="5247" y="8550"/>
              <a:ext cx="0" cy="64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8681" name="组合 853012">
            <a:extLst>
              <a:ext uri="{FF2B5EF4-FFF2-40B4-BE49-F238E27FC236}">
                <a16:creationId xmlns:a16="http://schemas.microsoft.com/office/drawing/2014/main" id="{6C2877DA-EA3D-4AAD-9824-1E0052FE8953}"/>
              </a:ext>
            </a:extLst>
          </p:cNvPr>
          <p:cNvGrpSpPr>
            <a:grpSpLocks/>
          </p:cNvGrpSpPr>
          <p:nvPr/>
        </p:nvGrpSpPr>
        <p:grpSpPr bwMode="auto">
          <a:xfrm>
            <a:off x="6664325" y="3357563"/>
            <a:ext cx="2371725" cy="947737"/>
            <a:chOff x="3795" y="5834"/>
            <a:chExt cx="2352" cy="871"/>
          </a:xfrm>
        </p:grpSpPr>
        <p:sp>
          <p:nvSpPr>
            <p:cNvPr id="28682" name="文本框 853013">
              <a:extLst>
                <a:ext uri="{FF2B5EF4-FFF2-40B4-BE49-F238E27FC236}">
                  <a16:creationId xmlns:a16="http://schemas.microsoft.com/office/drawing/2014/main" id="{0AB6E604-CF55-455F-A2FB-E4157335EF1F}"/>
                </a:ext>
              </a:extLst>
            </p:cNvPr>
            <p:cNvSpPr txBox="1">
              <a:spLocks noChangeArrowheads="1"/>
            </p:cNvSpPr>
            <p:nvPr/>
          </p:nvSpPr>
          <p:spPr bwMode="auto">
            <a:xfrm>
              <a:off x="3810" y="5834"/>
              <a:ext cx="540" cy="34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a:lnSpc>
                  <a:spcPct val="120000"/>
                </a:lnSpc>
              </a:pPr>
              <a:r>
                <a:rPr lang="en-US" altLang="zh-CN" sz="1400" b="1">
                  <a:latin typeface="Times New Roman" panose="02020603050405020304" pitchFamily="18" charset="0"/>
                  <a:ea typeface="宋体" panose="02010600030101010101" pitchFamily="2" charset="-122"/>
                </a:rPr>
                <a:t>S</a:t>
              </a:r>
              <a:endParaRPr lang="en-US" altLang="zh-CN" sz="1400" b="1"/>
            </a:p>
          </p:txBody>
        </p:sp>
        <p:sp>
          <p:nvSpPr>
            <p:cNvPr id="28683" name="文本框 853014">
              <a:extLst>
                <a:ext uri="{FF2B5EF4-FFF2-40B4-BE49-F238E27FC236}">
                  <a16:creationId xmlns:a16="http://schemas.microsoft.com/office/drawing/2014/main" id="{79B01B36-F993-4BE5-95F8-B352A5D23C4B}"/>
                </a:ext>
              </a:extLst>
            </p:cNvPr>
            <p:cNvSpPr txBox="1">
              <a:spLocks noChangeArrowheads="1"/>
            </p:cNvSpPr>
            <p:nvPr/>
          </p:nvSpPr>
          <p:spPr bwMode="auto">
            <a:xfrm>
              <a:off x="3795" y="6128"/>
              <a:ext cx="2352" cy="358"/>
            </a:xfrm>
            <a:prstGeom prst="rect">
              <a:avLst/>
            </a:prstGeom>
            <a:solidFill>
              <a:srgbClr val="FFFFFF"/>
            </a:solidFill>
            <a:ln w="9525">
              <a:solidFill>
                <a:srgbClr val="000000"/>
              </a:solidFill>
              <a:miter lim="800000"/>
              <a:headEnd/>
              <a:tailEnd/>
            </a:ln>
          </p:spPr>
          <p:txBody>
            <a:bodyPr/>
            <a:lstStyle/>
            <a:p>
              <a:pPr algn="just">
                <a:lnSpc>
                  <a:spcPct val="120000"/>
                </a:lnSpc>
              </a:pPr>
              <a:r>
                <a:rPr lang="en-US" altLang="zh-CN" sz="1400" b="1">
                  <a:latin typeface="Times New Roman" panose="02020603050405020304" pitchFamily="18" charset="0"/>
                  <a:ea typeface="宋体" panose="02010600030101010101" pitchFamily="2" charset="-122"/>
                </a:rPr>
                <a:t>  </a:t>
              </a:r>
              <a:r>
                <a:rPr lang="en-US" altLang="zh-CN" sz="1500" b="1">
                  <a:solidFill>
                    <a:srgbClr val="660066"/>
                  </a:solidFill>
                  <a:latin typeface="Times New Roman" panose="02020603050405020304" pitchFamily="18" charset="0"/>
                  <a:ea typeface="宋体" panose="02010600030101010101" pitchFamily="2" charset="-122"/>
                </a:rPr>
                <a:t>S#</a:t>
              </a:r>
              <a:r>
                <a:rPr lang="en-US" altLang="zh-CN" sz="1500" b="1">
                  <a:latin typeface="Times New Roman" panose="02020603050405020304" pitchFamily="18" charset="0"/>
                  <a:ea typeface="宋体" panose="02010600030101010101" pitchFamily="2" charset="-122"/>
                </a:rPr>
                <a:t> </a:t>
              </a:r>
              <a:r>
                <a:rPr lang="en-US" altLang="zh-CN" sz="1400" b="1">
                  <a:latin typeface="Times New Roman" panose="02020603050405020304" pitchFamily="18" charset="0"/>
                  <a:ea typeface="宋体" panose="02010600030101010101" pitchFamily="2" charset="-122"/>
                </a:rPr>
                <a:t>    </a:t>
              </a:r>
              <a:r>
                <a:rPr lang="en-US" altLang="zh-CN" sz="1500" b="1">
                  <a:latin typeface="Times New Roman" panose="02020603050405020304" pitchFamily="18" charset="0"/>
                  <a:ea typeface="宋体" panose="02010600030101010101" pitchFamily="2" charset="-122"/>
                </a:rPr>
                <a:t>SNAME</a:t>
              </a:r>
              <a:r>
                <a:rPr lang="en-US" altLang="zh-CN" sz="1400" b="1">
                  <a:latin typeface="Times New Roman" panose="02020603050405020304" pitchFamily="18" charset="0"/>
                  <a:ea typeface="宋体" panose="02010600030101010101" pitchFamily="2" charset="-122"/>
                </a:rPr>
                <a:t>   </a:t>
              </a:r>
              <a:r>
                <a:rPr lang="en-US" altLang="zh-CN" sz="1500" b="1">
                  <a:latin typeface="Times New Roman" panose="02020603050405020304" pitchFamily="18" charset="0"/>
                  <a:ea typeface="宋体" panose="02010600030101010101" pitchFamily="2" charset="-122"/>
                </a:rPr>
                <a:t>SSEX</a:t>
              </a:r>
              <a:r>
                <a:rPr lang="en-US" altLang="zh-CN" sz="1400" b="1">
                  <a:latin typeface="Times New Roman" panose="02020603050405020304" pitchFamily="18" charset="0"/>
                  <a:ea typeface="宋体" panose="02010600030101010101" pitchFamily="2" charset="-122"/>
                </a:rPr>
                <a:t>   </a:t>
              </a:r>
              <a:r>
                <a:rPr lang="en-US" altLang="zh-CN" sz="1400" b="1">
                  <a:latin typeface="Times New Roman" panose="02020603050405020304" pitchFamily="18" charset="0"/>
                  <a:ea typeface="黑体" panose="02010609060101010101" pitchFamily="49" charset="-122"/>
                </a:rPr>
                <a:t>…</a:t>
              </a:r>
              <a:endParaRPr lang="en-US" altLang="zh-CN" sz="1400" b="1"/>
            </a:p>
          </p:txBody>
        </p:sp>
        <p:sp>
          <p:nvSpPr>
            <p:cNvPr id="28684" name="直接连接符 853015">
              <a:extLst>
                <a:ext uri="{FF2B5EF4-FFF2-40B4-BE49-F238E27FC236}">
                  <a16:creationId xmlns:a16="http://schemas.microsoft.com/office/drawing/2014/main" id="{4DCB8A4D-9DFA-413D-82F1-BEACDFA4CF28}"/>
                </a:ext>
              </a:extLst>
            </p:cNvPr>
            <p:cNvSpPr>
              <a:spLocks noChangeShapeType="1"/>
            </p:cNvSpPr>
            <p:nvPr/>
          </p:nvSpPr>
          <p:spPr bwMode="auto">
            <a:xfrm>
              <a:off x="4383" y="6128"/>
              <a:ext cx="0" cy="56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5" name="直接连接符 853016">
              <a:extLst>
                <a:ext uri="{FF2B5EF4-FFF2-40B4-BE49-F238E27FC236}">
                  <a16:creationId xmlns:a16="http://schemas.microsoft.com/office/drawing/2014/main" id="{C20EF3BD-B1DA-42C8-8829-10A5297261CF}"/>
                </a:ext>
              </a:extLst>
            </p:cNvPr>
            <p:cNvSpPr>
              <a:spLocks noChangeShapeType="1"/>
            </p:cNvSpPr>
            <p:nvPr/>
          </p:nvSpPr>
          <p:spPr bwMode="auto">
            <a:xfrm>
              <a:off x="3804" y="6128"/>
              <a:ext cx="0" cy="56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6" name="直接连接符 853017">
              <a:extLst>
                <a:ext uri="{FF2B5EF4-FFF2-40B4-BE49-F238E27FC236}">
                  <a16:creationId xmlns:a16="http://schemas.microsoft.com/office/drawing/2014/main" id="{10A2DA34-4CBA-45CE-AAFC-6D24368664B2}"/>
                </a:ext>
              </a:extLst>
            </p:cNvPr>
            <p:cNvSpPr>
              <a:spLocks noChangeShapeType="1"/>
            </p:cNvSpPr>
            <p:nvPr/>
          </p:nvSpPr>
          <p:spPr bwMode="auto">
            <a:xfrm>
              <a:off x="5685" y="6128"/>
              <a:ext cx="0" cy="56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7" name="直接连接符 853018">
              <a:extLst>
                <a:ext uri="{FF2B5EF4-FFF2-40B4-BE49-F238E27FC236}">
                  <a16:creationId xmlns:a16="http://schemas.microsoft.com/office/drawing/2014/main" id="{A704CD8E-EAD5-4FF9-8084-D8555AD2F861}"/>
                </a:ext>
              </a:extLst>
            </p:cNvPr>
            <p:cNvSpPr>
              <a:spLocks noChangeShapeType="1"/>
            </p:cNvSpPr>
            <p:nvPr/>
          </p:nvSpPr>
          <p:spPr bwMode="auto">
            <a:xfrm>
              <a:off x="5130" y="6128"/>
              <a:ext cx="0" cy="56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8" name="直接连接符 853019">
              <a:extLst>
                <a:ext uri="{FF2B5EF4-FFF2-40B4-BE49-F238E27FC236}">
                  <a16:creationId xmlns:a16="http://schemas.microsoft.com/office/drawing/2014/main" id="{8EFA50C4-1500-4756-9E5E-40221C6F6404}"/>
                </a:ext>
              </a:extLst>
            </p:cNvPr>
            <p:cNvSpPr>
              <a:spLocks noChangeShapeType="1"/>
            </p:cNvSpPr>
            <p:nvPr/>
          </p:nvSpPr>
          <p:spPr bwMode="auto">
            <a:xfrm>
              <a:off x="6135" y="6138"/>
              <a:ext cx="0" cy="56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53022" name="矩形 853021">
            <a:extLst>
              <a:ext uri="{FF2B5EF4-FFF2-40B4-BE49-F238E27FC236}">
                <a16:creationId xmlns:a16="http://schemas.microsoft.com/office/drawing/2014/main" id="{FF3A76B2-A824-4601-AD2C-24379FC1E844}"/>
              </a:ext>
            </a:extLst>
          </p:cNvPr>
          <p:cNvSpPr/>
          <p:nvPr/>
        </p:nvSpPr>
        <p:spPr>
          <a:xfrm>
            <a:off x="468313" y="1052513"/>
            <a:ext cx="7993062" cy="64770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r>
              <a:rPr lang="en-US" altLang="zh-CN" noProof="1"/>
              <a:t>         </a:t>
            </a:r>
            <a:r>
              <a:rPr lang="en-US" altLang="zh-CN" sz="3000" noProof="1">
                <a:solidFill>
                  <a:srgbClr val="660033"/>
                </a:solidFill>
                <a:ea typeface="华文新魏" panose="02010800040101010101" pitchFamily="2" charset="-122"/>
              </a:rPr>
              <a:t>3</a:t>
            </a:r>
            <a:r>
              <a:rPr lang="zh-CN" altLang="en-US" sz="3000" noProof="1">
                <a:solidFill>
                  <a:srgbClr val="660033"/>
                </a:solidFill>
                <a:ea typeface="华文新魏" panose="02010800040101010101" pitchFamily="2" charset="-122"/>
              </a:rPr>
              <a:t>、外模式与逻辑模式之间的映射</a:t>
            </a:r>
            <a:endParaRPr lang="zh-CN" altLang="en-US" noProof="1"/>
          </a:p>
        </p:txBody>
      </p:sp>
      <p:grpSp>
        <p:nvGrpSpPr>
          <p:cNvPr id="28690" name="组合 853029">
            <a:extLst>
              <a:ext uri="{FF2B5EF4-FFF2-40B4-BE49-F238E27FC236}">
                <a16:creationId xmlns:a16="http://schemas.microsoft.com/office/drawing/2014/main" id="{C84925FC-6F6F-4ADA-B02F-C1DED26F2753}"/>
              </a:ext>
            </a:extLst>
          </p:cNvPr>
          <p:cNvGrpSpPr>
            <a:grpSpLocks/>
          </p:cNvGrpSpPr>
          <p:nvPr/>
        </p:nvGrpSpPr>
        <p:grpSpPr bwMode="auto">
          <a:xfrm>
            <a:off x="6659563" y="5373688"/>
            <a:ext cx="2305050" cy="1077912"/>
            <a:chOff x="4195" y="3385"/>
            <a:chExt cx="1452" cy="679"/>
          </a:xfrm>
        </p:grpSpPr>
        <p:sp>
          <p:nvSpPr>
            <p:cNvPr id="28691" name="文本框 853023">
              <a:extLst>
                <a:ext uri="{FF2B5EF4-FFF2-40B4-BE49-F238E27FC236}">
                  <a16:creationId xmlns:a16="http://schemas.microsoft.com/office/drawing/2014/main" id="{722D4536-3BE8-4EDC-BF37-2B4761E6B54A}"/>
                </a:ext>
              </a:extLst>
            </p:cNvPr>
            <p:cNvSpPr txBox="1">
              <a:spLocks noChangeArrowheads="1"/>
            </p:cNvSpPr>
            <p:nvPr/>
          </p:nvSpPr>
          <p:spPr bwMode="auto">
            <a:xfrm>
              <a:off x="4205" y="3385"/>
              <a:ext cx="366" cy="2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a:lnSpc>
                  <a:spcPct val="120000"/>
                </a:lnSpc>
              </a:pPr>
              <a:r>
                <a:rPr lang="en-US" altLang="zh-CN" sz="1400" b="1">
                  <a:latin typeface="Times New Roman" panose="02020603050405020304" pitchFamily="18" charset="0"/>
                  <a:ea typeface="宋体" panose="02010600030101010101" pitchFamily="2" charset="-122"/>
                </a:rPr>
                <a:t>C</a:t>
              </a:r>
              <a:endParaRPr lang="en-US" altLang="zh-CN" sz="1400" b="1"/>
            </a:p>
          </p:txBody>
        </p:sp>
        <p:sp>
          <p:nvSpPr>
            <p:cNvPr id="28692" name="文本框 853024">
              <a:extLst>
                <a:ext uri="{FF2B5EF4-FFF2-40B4-BE49-F238E27FC236}">
                  <a16:creationId xmlns:a16="http://schemas.microsoft.com/office/drawing/2014/main" id="{860FE9AF-E1CF-434B-900A-3C579D5E61A8}"/>
                </a:ext>
              </a:extLst>
            </p:cNvPr>
            <p:cNvSpPr txBox="1">
              <a:spLocks noChangeArrowheads="1"/>
            </p:cNvSpPr>
            <p:nvPr/>
          </p:nvSpPr>
          <p:spPr bwMode="auto">
            <a:xfrm>
              <a:off x="4195" y="3586"/>
              <a:ext cx="1451" cy="226"/>
            </a:xfrm>
            <a:prstGeom prst="rect">
              <a:avLst/>
            </a:prstGeom>
            <a:solidFill>
              <a:srgbClr val="FFFFFF"/>
            </a:solidFill>
            <a:ln w="9525">
              <a:solidFill>
                <a:srgbClr val="000000"/>
              </a:solidFill>
              <a:miter lim="800000"/>
              <a:headEnd/>
              <a:tailEnd/>
            </a:ln>
          </p:spPr>
          <p:txBody>
            <a:bodyPr/>
            <a:lstStyle/>
            <a:p>
              <a:pPr algn="just">
                <a:lnSpc>
                  <a:spcPct val="120000"/>
                </a:lnSpc>
              </a:pPr>
              <a:r>
                <a:rPr lang="en-US" altLang="zh-CN" sz="1400" b="1">
                  <a:latin typeface="Times New Roman" panose="02020603050405020304" pitchFamily="18" charset="0"/>
                  <a:ea typeface="宋体" panose="02010600030101010101" pitchFamily="2" charset="-122"/>
                </a:rPr>
                <a:t>   </a:t>
              </a:r>
              <a:r>
                <a:rPr lang="en-US" altLang="zh-CN" sz="1500" b="1">
                  <a:solidFill>
                    <a:schemeClr val="hlink"/>
                  </a:solidFill>
                  <a:latin typeface="Times New Roman" panose="02020603050405020304" pitchFamily="18" charset="0"/>
                  <a:ea typeface="宋体" panose="02010600030101010101" pitchFamily="2" charset="-122"/>
                </a:rPr>
                <a:t>C#</a:t>
              </a:r>
              <a:r>
                <a:rPr lang="en-US" altLang="zh-CN" sz="1500" b="1">
                  <a:latin typeface="Times New Roman" panose="02020603050405020304" pitchFamily="18" charset="0"/>
                  <a:ea typeface="宋体" panose="02010600030101010101" pitchFamily="2" charset="-122"/>
                </a:rPr>
                <a:t>  </a:t>
              </a:r>
              <a:r>
                <a:rPr lang="en-US" altLang="zh-CN" sz="1400" b="1">
                  <a:latin typeface="Times New Roman" panose="02020603050405020304" pitchFamily="18" charset="0"/>
                  <a:ea typeface="宋体" panose="02010600030101010101" pitchFamily="2" charset="-122"/>
                </a:rPr>
                <a:t> </a:t>
              </a:r>
              <a:r>
                <a:rPr lang="en-US" altLang="zh-CN" sz="1500" b="1">
                  <a:latin typeface="Times New Roman" panose="02020603050405020304" pitchFamily="18" charset="0"/>
                  <a:ea typeface="宋体" panose="02010600030101010101" pitchFamily="2" charset="-122"/>
                </a:rPr>
                <a:t>CNAME</a:t>
              </a:r>
              <a:r>
                <a:rPr lang="en-US" altLang="zh-CN" sz="1400" b="1">
                  <a:latin typeface="Times New Roman" panose="02020603050405020304" pitchFamily="18" charset="0"/>
                  <a:ea typeface="宋体" panose="02010600030101010101" pitchFamily="2" charset="-122"/>
                </a:rPr>
                <a:t>   CLASSH</a:t>
              </a:r>
              <a:endParaRPr lang="en-US" altLang="zh-CN" sz="1500" b="1"/>
            </a:p>
          </p:txBody>
        </p:sp>
        <p:sp>
          <p:nvSpPr>
            <p:cNvPr id="28693" name="直接连接符 853025">
              <a:extLst>
                <a:ext uri="{FF2B5EF4-FFF2-40B4-BE49-F238E27FC236}">
                  <a16:creationId xmlns:a16="http://schemas.microsoft.com/office/drawing/2014/main" id="{FD7E23CC-03EC-4F41-90C3-4146DD744E2C}"/>
                </a:ext>
              </a:extLst>
            </p:cNvPr>
            <p:cNvSpPr>
              <a:spLocks noChangeShapeType="1"/>
            </p:cNvSpPr>
            <p:nvPr/>
          </p:nvSpPr>
          <p:spPr bwMode="auto">
            <a:xfrm>
              <a:off x="4561" y="3586"/>
              <a:ext cx="0" cy="47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94" name="直接连接符 853026">
              <a:extLst>
                <a:ext uri="{FF2B5EF4-FFF2-40B4-BE49-F238E27FC236}">
                  <a16:creationId xmlns:a16="http://schemas.microsoft.com/office/drawing/2014/main" id="{298C7430-1CBD-4961-8737-00BB70DBB4D7}"/>
                </a:ext>
              </a:extLst>
            </p:cNvPr>
            <p:cNvSpPr>
              <a:spLocks noChangeShapeType="1"/>
            </p:cNvSpPr>
            <p:nvPr/>
          </p:nvSpPr>
          <p:spPr bwMode="auto">
            <a:xfrm>
              <a:off x="4195" y="3586"/>
              <a:ext cx="0" cy="47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95" name="直接连接符 853027">
              <a:extLst>
                <a:ext uri="{FF2B5EF4-FFF2-40B4-BE49-F238E27FC236}">
                  <a16:creationId xmlns:a16="http://schemas.microsoft.com/office/drawing/2014/main" id="{C6B0D1EF-4F90-429C-A3EB-C8ADE4B31882}"/>
                </a:ext>
              </a:extLst>
            </p:cNvPr>
            <p:cNvSpPr>
              <a:spLocks noChangeShapeType="1"/>
            </p:cNvSpPr>
            <p:nvPr/>
          </p:nvSpPr>
          <p:spPr bwMode="auto">
            <a:xfrm>
              <a:off x="5647" y="3586"/>
              <a:ext cx="0" cy="4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96" name="直接连接符 853028">
              <a:extLst>
                <a:ext uri="{FF2B5EF4-FFF2-40B4-BE49-F238E27FC236}">
                  <a16:creationId xmlns:a16="http://schemas.microsoft.com/office/drawing/2014/main" id="{083DF54A-471C-4E91-88DA-E55EAF6764D7}"/>
                </a:ext>
              </a:extLst>
            </p:cNvPr>
            <p:cNvSpPr>
              <a:spLocks noChangeShapeType="1"/>
            </p:cNvSpPr>
            <p:nvPr/>
          </p:nvSpPr>
          <p:spPr bwMode="auto">
            <a:xfrm>
              <a:off x="5080" y="3586"/>
              <a:ext cx="0" cy="4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53031" name="矩形 853030">
            <a:extLst>
              <a:ext uri="{FF2B5EF4-FFF2-40B4-BE49-F238E27FC236}">
                <a16:creationId xmlns:a16="http://schemas.microsoft.com/office/drawing/2014/main" id="{20BBD448-F4AF-4718-BBE6-548E3E2B4E63}"/>
              </a:ext>
            </a:extLst>
          </p:cNvPr>
          <p:cNvSpPr/>
          <p:nvPr/>
        </p:nvSpPr>
        <p:spPr>
          <a:xfrm>
            <a:off x="784225" y="201613"/>
            <a:ext cx="8277225"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sz="2900" noProof="1"/>
              <a:t>二、</a:t>
            </a:r>
            <a:r>
              <a:rPr lang="en-US" altLang="zh-CN" sz="2900" noProof="1"/>
              <a:t>DB</a:t>
            </a:r>
            <a:r>
              <a:rPr lang="zh-CN" altLang="en-US" sz="2900" noProof="1"/>
              <a:t>内部体系结构中的两级影射与数据独立性</a:t>
            </a:r>
            <a:r>
              <a:rPr lang="zh-CN" altLang="en-US" noProof="1"/>
              <a:t> </a:t>
            </a:r>
          </a:p>
        </p:txBody>
      </p:sp>
      <mc:AlternateContent xmlns:mc="http://schemas.openxmlformats.org/markup-compatibility/2006" xmlns:p14="http://schemas.microsoft.com/office/powerpoint/2010/main" xmlns:iact="http://schemas.microsoft.com/office/powerpoint/2014/inkAction">
        <mc:Choice Requires="p14 iact">
          <p:contentPart p14:bwMode="auto" r:id="rId2">
            <p14:nvContentPartPr>
              <p14:cNvPr id="6" name="墨迹 5">
                <a:extLst>
                  <a:ext uri="{FF2B5EF4-FFF2-40B4-BE49-F238E27FC236}">
                    <a16:creationId xmlns:a16="http://schemas.microsoft.com/office/drawing/2014/main" id="{ECF5D2BC-6DAD-47E2-BC11-F8CB86C39867}"/>
                  </a:ext>
                </a:extLst>
              </p14:cNvPr>
              <p14:cNvContentPartPr/>
              <p14:nvPr>
                <p:extLst>
                  <p:ext uri="{42D2F446-02D8-4167-A562-619A0277C38B}">
                    <p15:isNarration xmlns:p15="http://schemas.microsoft.com/office/powerpoint/2012/main" val="1"/>
                  </p:ext>
                </p:extLst>
              </p14:nvPr>
            </p14:nvContentPartPr>
            <p14:xfrm>
              <a:off x="3451680" y="2827800"/>
              <a:ext cx="4691160" cy="1225800"/>
            </p14:xfrm>
          </p:contentPart>
        </mc:Choice>
        <mc:Fallback xmlns="">
          <p:pic>
            <p:nvPicPr>
              <p:cNvPr id="6" name="墨迹 5">
                <a:extLst>
                  <a:ext uri="{FF2B5EF4-FFF2-40B4-BE49-F238E27FC236}">
                    <a16:creationId xmlns:a16="http://schemas.microsoft.com/office/drawing/2014/main" id="{ECF5D2BC-6DAD-47E2-BC11-F8CB86C39867}"/>
                  </a:ext>
                </a:extLst>
              </p:cNvPr>
              <p:cNvPicPr>
                <a:picLocks noGrp="1" noRot="1" noChangeAspect="1" noMove="1" noResize="1" noEditPoints="1" noAdjustHandles="1" noChangeArrowheads="1" noChangeShapeType="1"/>
              </p:cNvPicPr>
              <p:nvPr/>
            </p:nvPicPr>
            <p:blipFill>
              <a:blip r:embed="rId5"/>
              <a:stretch>
                <a:fillRect/>
              </a:stretch>
            </p:blipFill>
            <p:spPr>
              <a:xfrm>
                <a:off x="3442320" y="2818440"/>
                <a:ext cx="4709880" cy="1244520"/>
              </a:xfrm>
              <a:prstGeom prst="rect">
                <a:avLst/>
              </a:prstGeom>
            </p:spPr>
          </p:pic>
        </mc:Fallback>
      </mc:AlternateContent>
    </p:spTree>
  </p:cSld>
  <p:clrMapOvr>
    <a:masterClrMapping/>
  </p:clrMapOvr>
  <mc:AlternateContent xmlns:mc="http://schemas.openxmlformats.org/markup-compatibility/2006" xmlns:p14="http://schemas.microsoft.com/office/powerpoint/2010/main">
    <mc:Choice Requires="p14">
      <p:transition spd="slow" p14:dur="2000" advTm="113306"/>
    </mc:Choice>
    <mc:Fallback xmlns="">
      <p:transition spd="slow" advTm="113306"/>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md type="call" cmd="playFrom(0.0)">
                                      <p:cBhvr>
                                        <p:cTn id="7" dur="1" fill="hold"/>
                                        <p:tgtEl>
                                          <p:spTgt spid="6"/>
                                        </p:tgtEl>
                                      </p:cBhvr>
                                    </p:cmd>
                                  </p:childTnLst>
                                </p:cTn>
                              </p:par>
                            </p:childTnLst>
                          </p:cTn>
                        </p:par>
                        <p:par>
                          <p:cTn id="8" fill="hold">
                            <p:stCondLst>
                              <p:cond delay="1"/>
                            </p:stCondLst>
                            <p:childTnLst>
                              <p:par>
                                <p:cTn id="9" presetID="22" presetClass="entr" presetSubtype="8" fill="hold" grpId="0" nodeType="afterEffect">
                                  <p:stCondLst>
                                    <p:cond delay="0"/>
                                  </p:stCondLst>
                                  <p:childTnLst>
                                    <p:set>
                                      <p:cBhvr>
                                        <p:cTn id="10" dur="1" fill="hold">
                                          <p:stCondLst>
                                            <p:cond delay="0"/>
                                          </p:stCondLst>
                                        </p:cTn>
                                        <p:tgtEl>
                                          <p:spTgt spid="852997">
                                            <p:txEl>
                                              <p:pRg st="1" end="1"/>
                                            </p:txEl>
                                          </p:spTgt>
                                        </p:tgtEl>
                                        <p:attrNameLst>
                                          <p:attrName>style.visibility</p:attrName>
                                        </p:attrNameLst>
                                      </p:cBhvr>
                                      <p:to>
                                        <p:strVal val="visible"/>
                                      </p:to>
                                    </p:set>
                                    <p:animEffect transition="in" filter="wipe(left)">
                                      <p:cBhvr>
                                        <p:cTn id="11" dur="500"/>
                                        <p:tgtEl>
                                          <p:spTgt spid="852997">
                                            <p:txEl>
                                              <p:pRg st="1" end="1"/>
                                            </p:txEl>
                                          </p:spTgt>
                                        </p:tgtEl>
                                      </p:cBhvr>
                                    </p:animEffect>
                                  </p:childTnLst>
                                </p:cTn>
                              </p:par>
                            </p:childTnLst>
                          </p:cTn>
                        </p:par>
                        <p:par>
                          <p:cTn id="12" fill="hold" nodeType="afterGroup">
                            <p:stCondLst>
                              <p:cond delay="501"/>
                            </p:stCondLst>
                            <p:childTnLst>
                              <p:par>
                                <p:cTn id="13" presetID="22" presetClass="entr" presetSubtype="8" fill="hold" grpId="0" nodeType="afterEffect">
                                  <p:stCondLst>
                                    <p:cond delay="0"/>
                                  </p:stCondLst>
                                  <p:childTnLst>
                                    <p:set>
                                      <p:cBhvr>
                                        <p:cTn id="14" dur="1" fill="hold">
                                          <p:stCondLst>
                                            <p:cond delay="0"/>
                                          </p:stCondLst>
                                        </p:cTn>
                                        <p:tgtEl>
                                          <p:spTgt spid="852997">
                                            <p:txEl>
                                              <p:pRg st="2" end="2"/>
                                            </p:txEl>
                                          </p:spTgt>
                                        </p:tgtEl>
                                        <p:attrNameLst>
                                          <p:attrName>style.visibility</p:attrName>
                                        </p:attrNameLst>
                                      </p:cBhvr>
                                      <p:to>
                                        <p:strVal val="visible"/>
                                      </p:to>
                                    </p:set>
                                    <p:animEffect transition="in" filter="wipe(left)">
                                      <p:cBhvr>
                                        <p:cTn id="15" dur="500"/>
                                        <p:tgtEl>
                                          <p:spTgt spid="852997">
                                            <p:txEl>
                                              <p:pRg st="2" end="2"/>
                                            </p:txEl>
                                          </p:spTgt>
                                        </p:tgtEl>
                                      </p:cBhvr>
                                    </p:animEffect>
                                  </p:childTnLst>
                                </p:cTn>
                              </p:par>
                            </p:childTnLst>
                          </p:cTn>
                        </p:par>
                        <p:par>
                          <p:cTn id="16" fill="hold" nodeType="afterGroup">
                            <p:stCondLst>
                              <p:cond delay="1001"/>
                            </p:stCondLst>
                            <p:childTnLst>
                              <p:par>
                                <p:cTn id="17" presetID="22" presetClass="entr" presetSubtype="8" fill="hold" grpId="0" nodeType="afterEffect">
                                  <p:stCondLst>
                                    <p:cond delay="0"/>
                                  </p:stCondLst>
                                  <p:childTnLst>
                                    <p:set>
                                      <p:cBhvr>
                                        <p:cTn id="18" dur="1" fill="hold">
                                          <p:stCondLst>
                                            <p:cond delay="0"/>
                                          </p:stCondLst>
                                        </p:cTn>
                                        <p:tgtEl>
                                          <p:spTgt spid="852997">
                                            <p:txEl>
                                              <p:pRg st="3" end="3"/>
                                            </p:txEl>
                                          </p:spTgt>
                                        </p:tgtEl>
                                        <p:attrNameLst>
                                          <p:attrName>style.visibility</p:attrName>
                                        </p:attrNameLst>
                                      </p:cBhvr>
                                      <p:to>
                                        <p:strVal val="visible"/>
                                      </p:to>
                                    </p:set>
                                    <p:animEffect transition="in" filter="wipe(left)">
                                      <p:cBhvr>
                                        <p:cTn id="19" dur="500"/>
                                        <p:tgtEl>
                                          <p:spTgt spid="852997">
                                            <p:txEl>
                                              <p:pRg st="3" end="3"/>
                                            </p:txEl>
                                          </p:spTgt>
                                        </p:tgtEl>
                                      </p:cBhvr>
                                    </p:animEffect>
                                  </p:childTnLst>
                                </p:cTn>
                              </p:par>
                            </p:childTnLst>
                          </p:cTn>
                        </p:par>
                        <p:par>
                          <p:cTn id="20" fill="hold" nodeType="afterGroup">
                            <p:stCondLst>
                              <p:cond delay="1501"/>
                            </p:stCondLst>
                            <p:childTnLst>
                              <p:par>
                                <p:cTn id="21" presetID="22" presetClass="entr" presetSubtype="8" fill="hold" grpId="0" nodeType="afterEffect">
                                  <p:stCondLst>
                                    <p:cond delay="0"/>
                                  </p:stCondLst>
                                  <p:childTnLst>
                                    <p:set>
                                      <p:cBhvr>
                                        <p:cTn id="22" dur="1" fill="hold">
                                          <p:stCondLst>
                                            <p:cond delay="0"/>
                                          </p:stCondLst>
                                        </p:cTn>
                                        <p:tgtEl>
                                          <p:spTgt spid="852997">
                                            <p:txEl>
                                              <p:pRg st="4" end="4"/>
                                            </p:txEl>
                                          </p:spTgt>
                                        </p:tgtEl>
                                        <p:attrNameLst>
                                          <p:attrName>style.visibility</p:attrName>
                                        </p:attrNameLst>
                                      </p:cBhvr>
                                      <p:to>
                                        <p:strVal val="visible"/>
                                      </p:to>
                                    </p:set>
                                    <p:animEffect transition="in" filter="wipe(left)">
                                      <p:cBhvr>
                                        <p:cTn id="23" dur="500"/>
                                        <p:tgtEl>
                                          <p:spTgt spid="852997">
                                            <p:txEl>
                                              <p:pRg st="4" end="4"/>
                                            </p:txEl>
                                          </p:spTgt>
                                        </p:tgtEl>
                                      </p:cBhvr>
                                    </p:animEffect>
                                  </p:childTnLst>
                                </p:cTn>
                              </p:par>
                            </p:childTnLst>
                          </p:cTn>
                        </p:par>
                        <p:par>
                          <p:cTn id="24" fill="hold" nodeType="afterGroup">
                            <p:stCondLst>
                              <p:cond delay="2001"/>
                            </p:stCondLst>
                            <p:childTnLst>
                              <p:par>
                                <p:cTn id="25" presetID="22" presetClass="entr" presetSubtype="8" fill="hold" grpId="0" nodeType="afterEffect">
                                  <p:stCondLst>
                                    <p:cond delay="0"/>
                                  </p:stCondLst>
                                  <p:childTnLst>
                                    <p:set>
                                      <p:cBhvr>
                                        <p:cTn id="26" dur="1" fill="hold">
                                          <p:stCondLst>
                                            <p:cond delay="0"/>
                                          </p:stCondLst>
                                        </p:cTn>
                                        <p:tgtEl>
                                          <p:spTgt spid="852997">
                                            <p:txEl>
                                              <p:pRg st="5" end="5"/>
                                            </p:txEl>
                                          </p:spTgt>
                                        </p:tgtEl>
                                        <p:attrNameLst>
                                          <p:attrName>style.visibility</p:attrName>
                                        </p:attrNameLst>
                                      </p:cBhvr>
                                      <p:to>
                                        <p:strVal val="visible"/>
                                      </p:to>
                                    </p:set>
                                    <p:animEffect transition="in" filter="wipe(left)">
                                      <p:cBhvr>
                                        <p:cTn id="27" dur="500"/>
                                        <p:tgtEl>
                                          <p:spTgt spid="852997">
                                            <p:txEl>
                                              <p:pRg st="5" end="5"/>
                                            </p:txEl>
                                          </p:spTgt>
                                        </p:tgtEl>
                                      </p:cBhvr>
                                    </p:animEffect>
                                  </p:childTnLst>
                                </p:cTn>
                              </p:par>
                            </p:childTnLst>
                          </p:cTn>
                        </p:par>
                        <p:par>
                          <p:cTn id="28" fill="hold" nodeType="afterGroup">
                            <p:stCondLst>
                              <p:cond delay="2501"/>
                            </p:stCondLst>
                            <p:childTnLst>
                              <p:par>
                                <p:cTn id="29" presetID="22" presetClass="entr" presetSubtype="8" fill="hold" grpId="0" nodeType="afterEffect">
                                  <p:stCondLst>
                                    <p:cond delay="0"/>
                                  </p:stCondLst>
                                  <p:childTnLst>
                                    <p:set>
                                      <p:cBhvr>
                                        <p:cTn id="30" dur="1" fill="hold">
                                          <p:stCondLst>
                                            <p:cond delay="0"/>
                                          </p:stCondLst>
                                        </p:cTn>
                                        <p:tgtEl>
                                          <p:spTgt spid="852997">
                                            <p:txEl>
                                              <p:pRg st="6" end="6"/>
                                            </p:txEl>
                                          </p:spTgt>
                                        </p:tgtEl>
                                        <p:attrNameLst>
                                          <p:attrName>style.visibility</p:attrName>
                                        </p:attrNameLst>
                                      </p:cBhvr>
                                      <p:to>
                                        <p:strVal val="visible"/>
                                      </p:to>
                                    </p:set>
                                    <p:animEffect transition="in" filter="wipe(left)">
                                      <p:cBhvr>
                                        <p:cTn id="31" dur="500"/>
                                        <p:tgtEl>
                                          <p:spTgt spid="852997">
                                            <p:txEl>
                                              <p:pRg st="6" end="6"/>
                                            </p:txEl>
                                          </p:spTgt>
                                        </p:tgtEl>
                                      </p:cBhvr>
                                    </p:animEffect>
                                  </p:childTnLst>
                                </p:cTn>
                              </p:par>
                            </p:childTnLst>
                          </p:cTn>
                        </p:par>
                        <p:par>
                          <p:cTn id="32" fill="hold" nodeType="afterGroup">
                            <p:stCondLst>
                              <p:cond delay="3001"/>
                            </p:stCondLst>
                            <p:childTnLst>
                              <p:par>
                                <p:cTn id="33" presetID="22" presetClass="entr" presetSubtype="8" fill="hold" grpId="0" nodeType="afterEffect">
                                  <p:stCondLst>
                                    <p:cond delay="0"/>
                                  </p:stCondLst>
                                  <p:childTnLst>
                                    <p:set>
                                      <p:cBhvr>
                                        <p:cTn id="34" dur="1" fill="hold">
                                          <p:stCondLst>
                                            <p:cond delay="0"/>
                                          </p:stCondLst>
                                        </p:cTn>
                                        <p:tgtEl>
                                          <p:spTgt spid="852997">
                                            <p:txEl>
                                              <p:pRg st="7" end="7"/>
                                            </p:txEl>
                                          </p:spTgt>
                                        </p:tgtEl>
                                        <p:attrNameLst>
                                          <p:attrName>style.visibility</p:attrName>
                                        </p:attrNameLst>
                                      </p:cBhvr>
                                      <p:to>
                                        <p:strVal val="visible"/>
                                      </p:to>
                                    </p:set>
                                    <p:animEffect transition="in" filter="wipe(left)">
                                      <p:cBhvr>
                                        <p:cTn id="35" dur="500"/>
                                        <p:tgtEl>
                                          <p:spTgt spid="85299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2997"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48228" name="表格 948227">
            <a:extLst>
              <a:ext uri="{FF2B5EF4-FFF2-40B4-BE49-F238E27FC236}">
                <a16:creationId xmlns:a16="http://schemas.microsoft.com/office/drawing/2014/main" id="{6BA37B65-1992-4AE8-9B99-D1042ED098F8}"/>
              </a:ext>
            </a:extLst>
          </p:cNvPr>
          <p:cNvGraphicFramePr/>
          <p:nvPr/>
        </p:nvGraphicFramePr>
        <p:xfrm>
          <a:off x="395288" y="4652963"/>
          <a:ext cx="4105275" cy="1657350"/>
        </p:xfrm>
        <a:graphic>
          <a:graphicData uri="http://schemas.openxmlformats.org/drawingml/2006/table">
            <a:tbl>
              <a:tblPr/>
              <a:tblGrid>
                <a:gridCol w="1081088">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1008062">
                  <a:extLst>
                    <a:ext uri="{9D8B030D-6E8A-4147-A177-3AD203B41FA5}">
                      <a16:colId xmlns:a16="http://schemas.microsoft.com/office/drawing/2014/main" val="20002"/>
                    </a:ext>
                  </a:extLst>
                </a:gridCol>
                <a:gridCol w="720725">
                  <a:extLst>
                    <a:ext uri="{9D8B030D-6E8A-4147-A177-3AD203B41FA5}">
                      <a16:colId xmlns:a16="http://schemas.microsoft.com/office/drawing/2014/main" val="20003"/>
                    </a:ext>
                  </a:extLst>
                </a:gridCol>
              </a:tblGrid>
              <a:tr h="529145">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sz="2400">
                          <a:solidFill>
                            <a:srgbClr val="000000"/>
                          </a:solidFill>
                        </a:rPr>
                        <a:t>S</a:t>
                      </a:r>
                      <a:r>
                        <a:rPr lang="zh-CN" altLang="en-US" sz="2400">
                          <a:solidFill>
                            <a:srgbClr val="000000"/>
                          </a:solidFill>
                        </a:rPr>
                        <a:t>＃</a:t>
                      </a:r>
                    </a:p>
                  </a:txBody>
                  <a:tcPr marT="45764" marB="45764" anchor="ctr" anchorCtr="1">
                    <a:lnL w="28575" cap="flat" cmpd="sng">
                      <a:solidFill>
                        <a:srgbClr val="000099"/>
                      </a:solidFill>
                      <a:prstDash val="solid"/>
                      <a:miter/>
                      <a:headEnd type="none" w="med" len="med"/>
                      <a:tailEnd type="none" w="med" len="med"/>
                    </a:lnL>
                    <a:lnR w="28575" cap="flat" cmpd="sng">
                      <a:solidFill>
                        <a:srgbClr val="000099"/>
                      </a:solidFill>
                      <a:prstDash val="solid"/>
                      <a:miter/>
                      <a:headEnd type="none" w="med" len="med"/>
                      <a:tailEnd type="none" w="med" len="med"/>
                    </a:lnR>
                    <a:lnT w="28575" cap="flat" cmpd="sng">
                      <a:solidFill>
                        <a:srgbClr val="000099"/>
                      </a:solidFill>
                      <a:prstDash val="solid"/>
                      <a:miter/>
                      <a:headEnd type="none" w="med" len="med"/>
                      <a:tailEnd type="none" w="med" len="med"/>
                    </a:lnT>
                    <a:lnB w="28575" cap="flat" cmpd="sng">
                      <a:solidFill>
                        <a:srgbClr val="000099"/>
                      </a:solidFill>
                      <a:prstDash val="solid"/>
                      <a:miter/>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sz="2400">
                          <a:solidFill>
                            <a:srgbClr val="000000"/>
                          </a:solidFill>
                        </a:rPr>
                        <a:t>SNAME</a:t>
                      </a:r>
                    </a:p>
                  </a:txBody>
                  <a:tcPr marT="45764" marB="45764" anchor="ctr" anchorCtr="1">
                    <a:lnL w="28575" cap="flat" cmpd="sng">
                      <a:solidFill>
                        <a:srgbClr val="000099"/>
                      </a:solidFill>
                      <a:prstDash val="solid"/>
                      <a:miter/>
                      <a:headEnd type="none" w="med" len="med"/>
                      <a:tailEnd type="none" w="med" len="med"/>
                    </a:lnL>
                    <a:lnR w="28575" cap="flat" cmpd="sng">
                      <a:solidFill>
                        <a:srgbClr val="000099"/>
                      </a:solidFill>
                      <a:prstDash val="solid"/>
                      <a:miter/>
                      <a:headEnd type="none" w="med" len="med"/>
                      <a:tailEnd type="none" w="med" len="med"/>
                    </a:lnR>
                    <a:lnT w="28575" cap="flat" cmpd="sng">
                      <a:solidFill>
                        <a:srgbClr val="000099"/>
                      </a:solidFill>
                      <a:prstDash val="solid"/>
                      <a:miter/>
                      <a:headEnd type="none" w="med" len="med"/>
                      <a:tailEnd type="none" w="med" len="med"/>
                    </a:lnT>
                    <a:lnB w="28575" cap="flat" cmpd="sng">
                      <a:solidFill>
                        <a:srgbClr val="000099"/>
                      </a:solidFill>
                      <a:prstDash val="solid"/>
                      <a:miter/>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sz="2400">
                          <a:effectLst/>
                        </a:rPr>
                        <a:t>SSEX</a:t>
                      </a:r>
                    </a:p>
                  </a:txBody>
                  <a:tcPr marT="45764" marB="45764" anchor="ctr" anchorCtr="1">
                    <a:lnL w="28575" cap="flat" cmpd="sng">
                      <a:solidFill>
                        <a:srgbClr val="000099"/>
                      </a:solidFill>
                      <a:prstDash val="solid"/>
                      <a:miter/>
                      <a:headEnd type="none" w="med" len="med"/>
                      <a:tailEnd type="none" w="med" len="med"/>
                    </a:lnL>
                    <a:lnR w="28575" cap="flat" cmpd="sng">
                      <a:solidFill>
                        <a:srgbClr val="000099"/>
                      </a:solidFill>
                      <a:prstDash val="solid"/>
                      <a:miter/>
                      <a:headEnd type="none" w="med" len="med"/>
                      <a:tailEnd type="none" w="med" len="med"/>
                    </a:lnR>
                    <a:lnT w="28575" cap="flat" cmpd="sng">
                      <a:solidFill>
                        <a:srgbClr val="000099"/>
                      </a:solidFill>
                      <a:prstDash val="solid"/>
                      <a:miter/>
                      <a:headEnd type="none" w="med" len="med"/>
                      <a:tailEnd type="none" w="med" len="med"/>
                    </a:lnT>
                    <a:lnB w="28575" cap="flat" cmpd="sng">
                      <a:solidFill>
                        <a:srgbClr val="000099"/>
                      </a:solidFill>
                      <a:prstDash val="solid"/>
                      <a:miter/>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sz="2100">
                          <a:effectLst/>
                          <a:latin typeface="华文中宋" panose="02010600040101010101" pitchFamily="2" charset="-122"/>
                          <a:ea typeface="华文中宋" panose="02010600040101010101" pitchFamily="2" charset="-122"/>
                        </a:rPr>
                        <a:t>…</a:t>
                      </a:r>
                    </a:p>
                  </a:txBody>
                  <a:tcPr marT="45764" marB="45764" anchor="ctr" anchorCtr="1">
                    <a:lnL w="28575" cap="flat" cmpd="sng">
                      <a:solidFill>
                        <a:srgbClr val="000099"/>
                      </a:solidFill>
                      <a:prstDash val="solid"/>
                      <a:miter/>
                      <a:headEnd type="none" w="med" len="med"/>
                      <a:tailEnd type="none" w="med" len="med"/>
                    </a:lnL>
                    <a:lnR w="28575" cap="flat" cmpd="sng">
                      <a:solidFill>
                        <a:srgbClr val="000099"/>
                      </a:solidFill>
                      <a:prstDash val="solid"/>
                      <a:miter/>
                      <a:headEnd type="none" w="med" len="med"/>
                      <a:tailEnd type="none" w="med" len="med"/>
                    </a:lnR>
                    <a:lnT w="28575" cap="flat" cmpd="sng">
                      <a:solidFill>
                        <a:srgbClr val="000099"/>
                      </a:solidFill>
                      <a:prstDash val="solid"/>
                      <a:miter/>
                      <a:headEnd type="none" w="med" len="med"/>
                      <a:tailEnd type="none" w="med" len="med"/>
                    </a:lnT>
                    <a:lnB w="28575" cap="flat" cmpd="sng">
                      <a:solidFill>
                        <a:srgbClr val="000099"/>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28205">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sz="2400">
                          <a:solidFill>
                            <a:srgbClr val="000000"/>
                          </a:solidFill>
                        </a:rPr>
                        <a:t>S256</a:t>
                      </a:r>
                    </a:p>
                    <a:p>
                      <a:pPr marL="0" lvl="0" indent="0">
                        <a:buClr>
                          <a:schemeClr val="folHlink"/>
                        </a:buClr>
                        <a:buSzPct val="60000"/>
                        <a:buNone/>
                      </a:pPr>
                      <a:r>
                        <a:rPr lang="en-US" altLang="zh-CN" sz="2400">
                          <a:solidFill>
                            <a:srgbClr val="000000"/>
                          </a:solidFill>
                          <a:latin typeface="Arial" panose="020B0604020202020204" pitchFamily="34" charset="0"/>
                        </a:rPr>
                        <a:t>…</a:t>
                      </a:r>
                      <a:endParaRPr lang="en-US" altLang="zh-CN" sz="2400">
                        <a:solidFill>
                          <a:srgbClr val="000000"/>
                        </a:solidFill>
                      </a:endParaRPr>
                    </a:p>
                  </a:txBody>
                  <a:tcPr marT="45764" marB="45764" anchorCtr="1">
                    <a:lnL w="28575" cap="flat" cmpd="sng">
                      <a:solidFill>
                        <a:srgbClr val="000099"/>
                      </a:solidFill>
                      <a:prstDash val="solid"/>
                      <a:miter/>
                      <a:headEnd type="none" w="med" len="med"/>
                      <a:tailEnd type="none" w="med" len="med"/>
                    </a:lnL>
                    <a:lnR w="28575" cap="flat" cmpd="sng">
                      <a:solidFill>
                        <a:srgbClr val="000099"/>
                      </a:solidFill>
                      <a:prstDash val="solid"/>
                      <a:miter/>
                      <a:headEnd type="none" w="med" len="med"/>
                      <a:tailEnd type="none" w="med" len="med"/>
                    </a:lnR>
                    <a:lnT w="28575" cap="flat" cmpd="sng">
                      <a:solidFill>
                        <a:srgbClr val="000099"/>
                      </a:solidFill>
                      <a:prstDash val="solid"/>
                      <a:miter/>
                      <a:headEnd type="none" w="med" len="med"/>
                      <a:tailEnd type="none" w="med" len="med"/>
                    </a:lnT>
                    <a:lnB w="28575" cap="flat" cmpd="sng">
                      <a:solidFill>
                        <a:srgbClr val="000099"/>
                      </a:solidFill>
                      <a:prstDash val="solid"/>
                      <a:miter/>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sz="2400">
                          <a:solidFill>
                            <a:srgbClr val="000000"/>
                          </a:solidFill>
                        </a:rPr>
                        <a:t>Wang</a:t>
                      </a:r>
                    </a:p>
                  </a:txBody>
                  <a:tcPr marT="45764" marB="45764" anchorCtr="1">
                    <a:lnL w="28575" cap="flat" cmpd="sng">
                      <a:solidFill>
                        <a:srgbClr val="000099"/>
                      </a:solidFill>
                      <a:prstDash val="solid"/>
                      <a:miter/>
                      <a:headEnd type="none" w="med" len="med"/>
                      <a:tailEnd type="none" w="med" len="med"/>
                    </a:lnL>
                    <a:lnR w="28575" cap="flat" cmpd="sng">
                      <a:solidFill>
                        <a:srgbClr val="000099"/>
                      </a:solidFill>
                      <a:prstDash val="solid"/>
                      <a:miter/>
                      <a:headEnd type="none" w="med" len="med"/>
                      <a:tailEnd type="none" w="med" len="med"/>
                    </a:lnR>
                    <a:lnT w="28575" cap="flat" cmpd="sng">
                      <a:solidFill>
                        <a:srgbClr val="000099"/>
                      </a:solidFill>
                      <a:prstDash val="solid"/>
                      <a:miter/>
                      <a:headEnd type="none" w="med" len="med"/>
                      <a:tailEnd type="none" w="med" len="med"/>
                    </a:lnT>
                    <a:lnB w="28575" cap="flat" cmpd="sng">
                      <a:solidFill>
                        <a:srgbClr val="000099"/>
                      </a:solidFill>
                      <a:prstDash val="solid"/>
                      <a:miter/>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sz="2400">
                          <a:solidFill>
                            <a:srgbClr val="000000"/>
                          </a:solidFill>
                        </a:rPr>
                        <a:t>F </a:t>
                      </a:r>
                    </a:p>
                  </a:txBody>
                  <a:tcPr marT="45764" marB="45764" anchorCtr="1">
                    <a:lnL w="28575" cap="flat" cmpd="sng">
                      <a:solidFill>
                        <a:srgbClr val="000099"/>
                      </a:solidFill>
                      <a:prstDash val="solid"/>
                      <a:miter/>
                      <a:headEnd type="none" w="med" len="med"/>
                      <a:tailEnd type="none" w="med" len="med"/>
                    </a:lnL>
                    <a:lnR w="28575" cap="flat" cmpd="sng">
                      <a:solidFill>
                        <a:srgbClr val="000099"/>
                      </a:solidFill>
                      <a:prstDash val="solid"/>
                      <a:miter/>
                      <a:headEnd type="none" w="med" len="med"/>
                      <a:tailEnd type="none" w="med" len="med"/>
                    </a:lnR>
                    <a:lnT w="28575" cap="flat" cmpd="sng">
                      <a:solidFill>
                        <a:srgbClr val="000099"/>
                      </a:solidFill>
                      <a:prstDash val="solid"/>
                      <a:miter/>
                      <a:headEnd type="none" w="med" len="med"/>
                      <a:tailEnd type="none" w="med" len="med"/>
                    </a:lnT>
                    <a:lnB w="28575" cap="flat" cmpd="sng">
                      <a:solidFill>
                        <a:srgbClr val="000099"/>
                      </a:solidFill>
                      <a:prstDash val="solid"/>
                      <a:miter/>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sz="2400">
                          <a:solidFill>
                            <a:srgbClr val="000000"/>
                          </a:solidFill>
                          <a:latin typeface="华文中宋" panose="02010600040101010101" pitchFamily="2" charset="-122"/>
                          <a:ea typeface="华文中宋" panose="02010600040101010101" pitchFamily="2" charset="-122"/>
                        </a:rPr>
                        <a:t>…</a:t>
                      </a:r>
                    </a:p>
                  </a:txBody>
                  <a:tcPr marT="45764" marB="45764" anchorCtr="1">
                    <a:lnL w="28575" cap="flat" cmpd="sng">
                      <a:solidFill>
                        <a:srgbClr val="000099"/>
                      </a:solidFill>
                      <a:prstDash val="solid"/>
                      <a:miter/>
                      <a:headEnd type="none" w="med" len="med"/>
                      <a:tailEnd type="none" w="med" len="med"/>
                    </a:lnL>
                    <a:lnR w="28575" cap="flat" cmpd="sng">
                      <a:solidFill>
                        <a:srgbClr val="000099"/>
                      </a:solidFill>
                      <a:prstDash val="solid"/>
                      <a:miter/>
                      <a:headEnd type="none" w="med" len="med"/>
                      <a:tailEnd type="none" w="med" len="med"/>
                    </a:lnR>
                    <a:lnT w="28575" cap="flat" cmpd="sng">
                      <a:solidFill>
                        <a:srgbClr val="000099"/>
                      </a:solidFill>
                      <a:prstDash val="solid"/>
                      <a:miter/>
                      <a:headEnd type="none" w="med" len="med"/>
                      <a:tailEnd type="none" w="med" len="med"/>
                    </a:lnT>
                    <a:lnB w="28575" cap="flat" cmpd="sng">
                      <a:solidFill>
                        <a:srgbClr val="000099"/>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948313" name="表格 948312">
            <a:extLst>
              <a:ext uri="{FF2B5EF4-FFF2-40B4-BE49-F238E27FC236}">
                <a16:creationId xmlns:a16="http://schemas.microsoft.com/office/drawing/2014/main" id="{9016ABA5-080A-4D67-9271-C5000D082077}"/>
              </a:ext>
            </a:extLst>
          </p:cNvPr>
          <p:cNvGraphicFramePr/>
          <p:nvPr/>
        </p:nvGraphicFramePr>
        <p:xfrm>
          <a:off x="5651500" y="4508500"/>
          <a:ext cx="3406775" cy="1728788"/>
        </p:xfrm>
        <a:graphic>
          <a:graphicData uri="http://schemas.openxmlformats.org/drawingml/2006/table">
            <a:tbl>
              <a:tblPr/>
              <a:tblGrid>
                <a:gridCol w="102235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317625">
                  <a:extLst>
                    <a:ext uri="{9D8B030D-6E8A-4147-A177-3AD203B41FA5}">
                      <a16:colId xmlns:a16="http://schemas.microsoft.com/office/drawing/2014/main" val="20002"/>
                    </a:ext>
                  </a:extLst>
                </a:gridCol>
              </a:tblGrid>
              <a:tr h="547688">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a:solidFill>
                            <a:srgbClr val="000000"/>
                          </a:solidFill>
                        </a:rPr>
                        <a:t>S</a:t>
                      </a:r>
                      <a:r>
                        <a:rPr lang="zh-CN" altLang="en-US">
                          <a:solidFill>
                            <a:srgbClr val="000000"/>
                          </a:solidFill>
                        </a:rPr>
                        <a:t>＃</a:t>
                      </a:r>
                    </a:p>
                  </a:txBody>
                  <a:tcPr anchor="ctr" anchorCtr="1">
                    <a:lnL w="28575" cap="flat" cmpd="sng">
                      <a:solidFill>
                        <a:srgbClr val="D60093"/>
                      </a:solidFill>
                      <a:prstDash val="solid"/>
                      <a:miter/>
                      <a:headEnd type="none" w="med" len="med"/>
                      <a:tailEnd type="none" w="med" len="med"/>
                    </a:lnL>
                    <a:lnR w="28575" cap="flat" cmpd="sng">
                      <a:solidFill>
                        <a:srgbClr val="D60093"/>
                      </a:solidFill>
                      <a:prstDash val="solid"/>
                      <a:miter/>
                      <a:headEnd type="none" w="med" len="med"/>
                      <a:tailEnd type="none" w="med" len="med"/>
                    </a:lnR>
                    <a:lnT w="28575" cap="flat" cmpd="sng">
                      <a:solidFill>
                        <a:srgbClr val="D60093"/>
                      </a:solidFill>
                      <a:prstDash val="solid"/>
                      <a:miter/>
                      <a:headEnd type="none" w="med" len="med"/>
                      <a:tailEnd type="none" w="med" len="med"/>
                    </a:lnT>
                    <a:lnB w="28575" cap="flat" cmpd="sng">
                      <a:solidFill>
                        <a:srgbClr val="D60093"/>
                      </a:solidFill>
                      <a:prstDash val="solid"/>
                      <a:miter/>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a:solidFill>
                            <a:srgbClr val="000000"/>
                          </a:solidFill>
                        </a:rPr>
                        <a:t>C</a:t>
                      </a:r>
                      <a:r>
                        <a:rPr lang="zh-CN" altLang="en-US">
                          <a:solidFill>
                            <a:srgbClr val="000000"/>
                          </a:solidFill>
                        </a:rPr>
                        <a:t>＃</a:t>
                      </a:r>
                    </a:p>
                  </a:txBody>
                  <a:tcPr anchor="ctr" anchorCtr="1">
                    <a:lnL w="28575" cap="flat" cmpd="sng">
                      <a:solidFill>
                        <a:srgbClr val="D60093"/>
                      </a:solidFill>
                      <a:prstDash val="solid"/>
                      <a:miter/>
                      <a:headEnd type="none" w="med" len="med"/>
                      <a:tailEnd type="none" w="med" len="med"/>
                    </a:lnL>
                    <a:lnR w="28575" cap="flat" cmpd="sng">
                      <a:solidFill>
                        <a:srgbClr val="D60093"/>
                      </a:solidFill>
                      <a:prstDash val="solid"/>
                      <a:miter/>
                      <a:headEnd type="none" w="med" len="med"/>
                      <a:tailEnd type="none" w="med" len="med"/>
                    </a:lnR>
                    <a:lnT w="28575" cap="flat" cmpd="sng">
                      <a:solidFill>
                        <a:srgbClr val="D60093"/>
                      </a:solidFill>
                      <a:prstDash val="solid"/>
                      <a:miter/>
                      <a:headEnd type="none" w="med" len="med"/>
                      <a:tailEnd type="none" w="med" len="med"/>
                    </a:lnT>
                    <a:lnB w="28575" cap="flat" cmpd="sng">
                      <a:solidFill>
                        <a:srgbClr val="D60093"/>
                      </a:solidFill>
                      <a:prstDash val="solid"/>
                      <a:miter/>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a:solidFill>
                            <a:srgbClr val="000000"/>
                          </a:solidFill>
                        </a:rPr>
                        <a:t>GRADE</a:t>
                      </a:r>
                    </a:p>
                  </a:txBody>
                  <a:tcPr anchor="ctr" anchorCtr="1">
                    <a:lnL w="28575" cap="flat" cmpd="sng">
                      <a:solidFill>
                        <a:srgbClr val="D60093"/>
                      </a:solidFill>
                      <a:prstDash val="solid"/>
                      <a:miter/>
                      <a:headEnd type="none" w="med" len="med"/>
                      <a:tailEnd type="none" w="med" len="med"/>
                    </a:lnL>
                    <a:lnR w="28575" cap="flat" cmpd="sng">
                      <a:solidFill>
                        <a:srgbClr val="D60093"/>
                      </a:solidFill>
                      <a:prstDash val="solid"/>
                      <a:miter/>
                      <a:headEnd type="none" w="med" len="med"/>
                      <a:tailEnd type="none" w="med" len="med"/>
                    </a:lnR>
                    <a:lnT w="28575" cap="flat" cmpd="sng">
                      <a:solidFill>
                        <a:srgbClr val="D60093"/>
                      </a:solidFill>
                      <a:prstDash val="solid"/>
                      <a:miter/>
                      <a:headEnd type="none" w="med" len="med"/>
                      <a:tailEnd type="none" w="med" len="med"/>
                    </a:lnT>
                    <a:lnB w="28575" cap="flat" cmpd="sng">
                      <a:solidFill>
                        <a:srgbClr val="D60093"/>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81100">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a:solidFill>
                            <a:srgbClr val="000000"/>
                          </a:solidFill>
                        </a:rPr>
                        <a:t>S256</a:t>
                      </a:r>
                    </a:p>
                  </a:txBody>
                  <a:tcPr anchorCtr="1">
                    <a:lnL w="28575" cap="flat" cmpd="sng">
                      <a:solidFill>
                        <a:srgbClr val="D60093"/>
                      </a:solidFill>
                      <a:prstDash val="solid"/>
                      <a:miter/>
                      <a:headEnd type="none" w="med" len="med"/>
                      <a:tailEnd type="none" w="med" len="med"/>
                    </a:lnL>
                    <a:lnR w="28575" cap="flat" cmpd="sng">
                      <a:solidFill>
                        <a:srgbClr val="D60093"/>
                      </a:solidFill>
                      <a:prstDash val="solid"/>
                      <a:miter/>
                      <a:headEnd type="none" w="med" len="med"/>
                      <a:tailEnd type="none" w="med" len="med"/>
                    </a:lnR>
                    <a:lnT w="28575" cap="flat" cmpd="sng">
                      <a:solidFill>
                        <a:srgbClr val="D60093"/>
                      </a:solidFill>
                      <a:prstDash val="solid"/>
                      <a:miter/>
                      <a:headEnd type="none" w="med" len="med"/>
                      <a:tailEnd type="none" w="med" len="med"/>
                    </a:lnT>
                    <a:lnB w="28575" cap="flat" cmpd="sng">
                      <a:solidFill>
                        <a:srgbClr val="D60093"/>
                      </a:solidFill>
                      <a:prstDash val="solid"/>
                      <a:miter/>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a:solidFill>
                            <a:srgbClr val="000000"/>
                          </a:solidFill>
                        </a:rPr>
                        <a:t>C5</a:t>
                      </a:r>
                    </a:p>
                  </a:txBody>
                  <a:tcPr anchorCtr="1">
                    <a:lnL w="28575" cap="flat" cmpd="sng">
                      <a:solidFill>
                        <a:srgbClr val="D60093"/>
                      </a:solidFill>
                      <a:prstDash val="solid"/>
                      <a:miter/>
                      <a:headEnd type="none" w="med" len="med"/>
                      <a:tailEnd type="none" w="med" len="med"/>
                    </a:lnL>
                    <a:lnR w="28575" cap="flat" cmpd="sng">
                      <a:solidFill>
                        <a:srgbClr val="D60093"/>
                      </a:solidFill>
                      <a:prstDash val="solid"/>
                      <a:miter/>
                      <a:headEnd type="none" w="med" len="med"/>
                      <a:tailEnd type="none" w="med" len="med"/>
                    </a:lnR>
                    <a:lnT w="28575" cap="flat" cmpd="sng">
                      <a:solidFill>
                        <a:srgbClr val="D60093"/>
                      </a:solidFill>
                      <a:prstDash val="solid"/>
                      <a:miter/>
                      <a:headEnd type="none" w="med" len="med"/>
                      <a:tailEnd type="none" w="med" len="med"/>
                    </a:lnT>
                    <a:lnB w="28575" cap="flat" cmpd="sng">
                      <a:solidFill>
                        <a:srgbClr val="D60093"/>
                      </a:solidFill>
                      <a:prstDash val="solid"/>
                      <a:miter/>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a:solidFill>
                            <a:srgbClr val="000000"/>
                          </a:solidFill>
                        </a:rPr>
                        <a:t>80</a:t>
                      </a:r>
                    </a:p>
                  </a:txBody>
                  <a:tcPr anchorCtr="1">
                    <a:lnL w="28575" cap="flat" cmpd="sng">
                      <a:solidFill>
                        <a:srgbClr val="D60093"/>
                      </a:solidFill>
                      <a:prstDash val="solid"/>
                      <a:miter/>
                      <a:headEnd type="none" w="med" len="med"/>
                      <a:tailEnd type="none" w="med" len="med"/>
                    </a:lnL>
                    <a:lnR w="28575" cap="flat" cmpd="sng">
                      <a:solidFill>
                        <a:srgbClr val="D60093"/>
                      </a:solidFill>
                      <a:prstDash val="solid"/>
                      <a:miter/>
                      <a:headEnd type="none" w="med" len="med"/>
                      <a:tailEnd type="none" w="med" len="med"/>
                    </a:lnR>
                    <a:lnT w="28575" cap="flat" cmpd="sng">
                      <a:solidFill>
                        <a:srgbClr val="D60093"/>
                      </a:solidFill>
                      <a:prstDash val="solid"/>
                      <a:miter/>
                      <a:headEnd type="none" w="med" len="med"/>
                      <a:tailEnd type="none" w="med" len="med"/>
                    </a:lnT>
                    <a:lnB w="28575" cap="flat" cmpd="sng">
                      <a:solidFill>
                        <a:srgbClr val="D60093"/>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9728" name="直接连接符 948258">
            <a:extLst>
              <a:ext uri="{FF2B5EF4-FFF2-40B4-BE49-F238E27FC236}">
                <a16:creationId xmlns:a16="http://schemas.microsoft.com/office/drawing/2014/main" id="{4036C8EA-C045-49B0-AFE9-4DF71550AA1C}"/>
              </a:ext>
            </a:extLst>
          </p:cNvPr>
          <p:cNvSpPr>
            <a:spLocks noChangeShapeType="1"/>
          </p:cNvSpPr>
          <p:nvPr/>
        </p:nvSpPr>
        <p:spPr bwMode="auto">
          <a:xfrm flipH="1">
            <a:off x="971550" y="2708275"/>
            <a:ext cx="1223963" cy="1944688"/>
          </a:xfrm>
          <a:prstGeom prst="line">
            <a:avLst/>
          </a:prstGeom>
          <a:noFill/>
          <a:ln w="28575">
            <a:solidFill>
              <a:srgbClr val="FF0000"/>
            </a:solidFill>
            <a:prstDash val="dash"/>
            <a:miter lim="800000"/>
            <a:headEnd/>
            <a:tailEnd/>
          </a:ln>
          <a:effectLst>
            <a:outerShdw dist="35921" dir="2700000" algn="ctr" rotWithShape="0">
              <a:srgbClr val="000066"/>
            </a:outerShdw>
          </a:effectLst>
          <a:extLst>
            <a:ext uri="{909E8E84-426E-40DD-AFC4-6F175D3DCCD1}">
              <a14:hiddenFill xmlns:a14="http://schemas.microsoft.com/office/drawing/2010/main">
                <a:noFill/>
              </a14:hiddenFill>
            </a:ext>
          </a:extLst>
        </p:spPr>
        <p:txBody>
          <a:bodyPr/>
          <a:lstStyle/>
          <a:p>
            <a:endParaRPr lang="zh-CN" altLang="en-US"/>
          </a:p>
        </p:txBody>
      </p:sp>
      <p:sp>
        <p:nvSpPr>
          <p:cNvPr id="29729" name="直接连接符 948259">
            <a:extLst>
              <a:ext uri="{FF2B5EF4-FFF2-40B4-BE49-F238E27FC236}">
                <a16:creationId xmlns:a16="http://schemas.microsoft.com/office/drawing/2014/main" id="{47F210FB-EE5C-42B5-8CF9-465BC709A347}"/>
              </a:ext>
            </a:extLst>
          </p:cNvPr>
          <p:cNvSpPr>
            <a:spLocks noChangeShapeType="1"/>
          </p:cNvSpPr>
          <p:nvPr/>
        </p:nvSpPr>
        <p:spPr bwMode="auto">
          <a:xfrm flipH="1">
            <a:off x="1979613" y="2708275"/>
            <a:ext cx="1223962" cy="1944688"/>
          </a:xfrm>
          <a:prstGeom prst="line">
            <a:avLst/>
          </a:prstGeom>
          <a:noFill/>
          <a:ln w="28575">
            <a:solidFill>
              <a:srgbClr val="FF0000"/>
            </a:solidFill>
            <a:prstDash val="dash"/>
            <a:miter lim="800000"/>
            <a:headEnd/>
            <a:tailEnd/>
          </a:ln>
          <a:effectLst>
            <a:outerShdw dist="35921" dir="2700000" algn="ctr" rotWithShape="0">
              <a:srgbClr val="000066"/>
            </a:outerShdw>
          </a:effectLst>
          <a:extLst>
            <a:ext uri="{909E8E84-426E-40DD-AFC4-6F175D3DCCD1}">
              <a14:hiddenFill xmlns:a14="http://schemas.microsoft.com/office/drawing/2010/main">
                <a:noFill/>
              </a14:hiddenFill>
            </a:ext>
          </a:extLst>
        </p:spPr>
        <p:txBody>
          <a:bodyPr/>
          <a:lstStyle/>
          <a:p>
            <a:endParaRPr lang="zh-CN" altLang="en-US"/>
          </a:p>
        </p:txBody>
      </p:sp>
      <p:sp>
        <p:nvSpPr>
          <p:cNvPr id="29730" name="直接连接符 948260">
            <a:extLst>
              <a:ext uri="{FF2B5EF4-FFF2-40B4-BE49-F238E27FC236}">
                <a16:creationId xmlns:a16="http://schemas.microsoft.com/office/drawing/2014/main" id="{A01C09AE-6CB4-4F54-8AB1-AB14CA946740}"/>
              </a:ext>
            </a:extLst>
          </p:cNvPr>
          <p:cNvSpPr>
            <a:spLocks noChangeShapeType="1"/>
          </p:cNvSpPr>
          <p:nvPr/>
        </p:nvSpPr>
        <p:spPr bwMode="auto">
          <a:xfrm flipH="1">
            <a:off x="5795963" y="2708275"/>
            <a:ext cx="431800" cy="433388"/>
          </a:xfrm>
          <a:prstGeom prst="line">
            <a:avLst/>
          </a:prstGeom>
          <a:noFill/>
          <a:ln w="28575">
            <a:solidFill>
              <a:srgbClr val="FF0000"/>
            </a:solidFill>
            <a:prstDash val="dash"/>
            <a:miter lim="800000"/>
            <a:headEnd/>
            <a:tailEnd/>
          </a:ln>
          <a:effectLst>
            <a:outerShdw dist="35921" dir="2700000" algn="ctr" rotWithShape="0">
              <a:srgbClr val="000066"/>
            </a:outerShdw>
          </a:effectLst>
          <a:extLst>
            <a:ext uri="{909E8E84-426E-40DD-AFC4-6F175D3DCCD1}">
              <a14:hiddenFill xmlns:a14="http://schemas.microsoft.com/office/drawing/2010/main">
                <a:noFill/>
              </a14:hiddenFill>
            </a:ext>
          </a:extLst>
        </p:spPr>
        <p:txBody>
          <a:bodyPr/>
          <a:lstStyle/>
          <a:p>
            <a:endParaRPr lang="zh-CN" altLang="en-US"/>
          </a:p>
        </p:txBody>
      </p:sp>
      <p:sp>
        <p:nvSpPr>
          <p:cNvPr id="29731" name="直接连接符 948261">
            <a:extLst>
              <a:ext uri="{FF2B5EF4-FFF2-40B4-BE49-F238E27FC236}">
                <a16:creationId xmlns:a16="http://schemas.microsoft.com/office/drawing/2014/main" id="{A277C8E9-AFB5-4AEA-AED8-A755DE468C9D}"/>
              </a:ext>
            </a:extLst>
          </p:cNvPr>
          <p:cNvSpPr>
            <a:spLocks noChangeShapeType="1"/>
          </p:cNvSpPr>
          <p:nvPr/>
        </p:nvSpPr>
        <p:spPr bwMode="auto">
          <a:xfrm>
            <a:off x="7740650" y="2751138"/>
            <a:ext cx="719138" cy="1757362"/>
          </a:xfrm>
          <a:prstGeom prst="line">
            <a:avLst/>
          </a:prstGeom>
          <a:noFill/>
          <a:ln w="28575">
            <a:solidFill>
              <a:srgbClr val="FF0000"/>
            </a:solidFill>
            <a:prstDash val="dash"/>
            <a:miter lim="800000"/>
            <a:headEnd/>
            <a:tailEnd/>
          </a:ln>
          <a:effectLst>
            <a:outerShdw dist="35921" dir="2700000" algn="ctr" rotWithShape="0">
              <a:srgbClr val="000066"/>
            </a:outerShdw>
          </a:effectLst>
          <a:extLst>
            <a:ext uri="{909E8E84-426E-40DD-AFC4-6F175D3DCCD1}">
              <a14:hiddenFill xmlns:a14="http://schemas.microsoft.com/office/drawing/2010/main">
                <a:noFill/>
              </a14:hiddenFill>
            </a:ext>
          </a:extLst>
        </p:spPr>
        <p:txBody>
          <a:bodyPr/>
          <a:lstStyle/>
          <a:p>
            <a:endParaRPr lang="zh-CN" altLang="en-US"/>
          </a:p>
        </p:txBody>
      </p:sp>
      <p:sp>
        <p:nvSpPr>
          <p:cNvPr id="29732" name="文本框 948262">
            <a:extLst>
              <a:ext uri="{FF2B5EF4-FFF2-40B4-BE49-F238E27FC236}">
                <a16:creationId xmlns:a16="http://schemas.microsoft.com/office/drawing/2014/main" id="{F1D3A87C-0BF0-40FA-A2B9-4370C5F0D332}"/>
              </a:ext>
            </a:extLst>
          </p:cNvPr>
          <p:cNvSpPr txBox="1">
            <a:spLocks noChangeArrowheads="1"/>
          </p:cNvSpPr>
          <p:nvPr/>
        </p:nvSpPr>
        <p:spPr bwMode="auto">
          <a:xfrm>
            <a:off x="323850" y="1892300"/>
            <a:ext cx="1223963" cy="822325"/>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a:solidFill>
                  <a:srgbClr val="990000"/>
                </a:solidFill>
                <a:latin typeface="Tahoma" panose="020B0604030504040204" pitchFamily="34" charset="0"/>
                <a:ea typeface="华文中宋" panose="02010600040101010101" pitchFamily="2" charset="-122"/>
              </a:rPr>
              <a:t>课程成</a:t>
            </a:r>
          </a:p>
          <a:p>
            <a:r>
              <a:rPr lang="zh-CN" altLang="en-US" sz="2400">
                <a:solidFill>
                  <a:srgbClr val="990000"/>
                </a:solidFill>
                <a:latin typeface="Tahoma" panose="020B0604030504040204" pitchFamily="34" charset="0"/>
                <a:ea typeface="华文中宋" panose="02010600040101010101" pitchFamily="2" charset="-122"/>
              </a:rPr>
              <a:t>绩</a:t>
            </a:r>
            <a:r>
              <a:rPr lang="en-US" altLang="zh-CN" sz="2400" b="1">
                <a:latin typeface="Tahoma" panose="020B0604030504040204" pitchFamily="34" charset="0"/>
                <a:ea typeface="宋体" panose="02010600030101010101" pitchFamily="2" charset="-122"/>
              </a:rPr>
              <a:t>CG</a:t>
            </a:r>
          </a:p>
        </p:txBody>
      </p:sp>
      <p:sp>
        <p:nvSpPr>
          <p:cNvPr id="29733" name="文本框 948263">
            <a:extLst>
              <a:ext uri="{FF2B5EF4-FFF2-40B4-BE49-F238E27FC236}">
                <a16:creationId xmlns:a16="http://schemas.microsoft.com/office/drawing/2014/main" id="{B2BCCC7E-C317-43B1-9553-C155AC5A7448}"/>
              </a:ext>
            </a:extLst>
          </p:cNvPr>
          <p:cNvSpPr txBox="1">
            <a:spLocks noChangeArrowheads="1"/>
          </p:cNvSpPr>
          <p:nvPr/>
        </p:nvSpPr>
        <p:spPr bwMode="auto">
          <a:xfrm>
            <a:off x="395288" y="3932238"/>
            <a:ext cx="377825" cy="45720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latin typeface="Tahoma" panose="020B0604030504040204" pitchFamily="34" charset="0"/>
                <a:ea typeface="宋体" panose="02010600030101010101" pitchFamily="2" charset="-122"/>
              </a:rPr>
              <a:t>S</a:t>
            </a:r>
          </a:p>
        </p:txBody>
      </p:sp>
      <p:sp>
        <p:nvSpPr>
          <p:cNvPr id="29734" name="文本框 948264">
            <a:extLst>
              <a:ext uri="{FF2B5EF4-FFF2-40B4-BE49-F238E27FC236}">
                <a16:creationId xmlns:a16="http://schemas.microsoft.com/office/drawing/2014/main" id="{B757D7B5-5808-42EC-ABB0-7B4A65047771}"/>
              </a:ext>
            </a:extLst>
          </p:cNvPr>
          <p:cNvSpPr txBox="1">
            <a:spLocks noChangeArrowheads="1"/>
          </p:cNvSpPr>
          <p:nvPr/>
        </p:nvSpPr>
        <p:spPr bwMode="auto">
          <a:xfrm>
            <a:off x="8604250" y="4005263"/>
            <a:ext cx="581025" cy="45720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latin typeface="Tahoma" panose="020B0604030504040204" pitchFamily="34" charset="0"/>
                <a:ea typeface="宋体" panose="02010600030101010101" pitchFamily="2" charset="-122"/>
              </a:rPr>
              <a:t>SC</a:t>
            </a:r>
          </a:p>
        </p:txBody>
      </p:sp>
      <p:grpSp>
        <p:nvGrpSpPr>
          <p:cNvPr id="29735" name="组合 948265">
            <a:extLst>
              <a:ext uri="{FF2B5EF4-FFF2-40B4-BE49-F238E27FC236}">
                <a16:creationId xmlns:a16="http://schemas.microsoft.com/office/drawing/2014/main" id="{0D80CBF0-471C-4071-B2C4-0F71DDDA9764}"/>
              </a:ext>
            </a:extLst>
          </p:cNvPr>
          <p:cNvGrpSpPr>
            <a:grpSpLocks/>
          </p:cNvGrpSpPr>
          <p:nvPr/>
        </p:nvGrpSpPr>
        <p:grpSpPr bwMode="auto">
          <a:xfrm>
            <a:off x="1255713" y="5919788"/>
            <a:ext cx="4900612" cy="533400"/>
            <a:chOff x="672" y="3552"/>
            <a:chExt cx="3072" cy="336"/>
          </a:xfrm>
        </p:grpSpPr>
        <p:sp>
          <p:nvSpPr>
            <p:cNvPr id="29736" name="直接连接符 948266">
              <a:extLst>
                <a:ext uri="{FF2B5EF4-FFF2-40B4-BE49-F238E27FC236}">
                  <a16:creationId xmlns:a16="http://schemas.microsoft.com/office/drawing/2014/main" id="{E98BDF53-22C9-4607-A127-FC0750231C90}"/>
                </a:ext>
              </a:extLst>
            </p:cNvPr>
            <p:cNvSpPr>
              <a:spLocks noChangeShapeType="1"/>
            </p:cNvSpPr>
            <p:nvPr/>
          </p:nvSpPr>
          <p:spPr bwMode="auto">
            <a:xfrm flipV="1">
              <a:off x="672" y="3888"/>
              <a:ext cx="3072" cy="0"/>
            </a:xfrm>
            <a:prstGeom prst="line">
              <a:avLst/>
            </a:prstGeom>
            <a:noFill/>
            <a:ln w="28575">
              <a:solidFill>
                <a:srgbClr val="FF0000"/>
              </a:solidFill>
              <a:miter lim="800000"/>
              <a:headEnd/>
              <a:tailEnd/>
            </a:ln>
            <a:effectLst>
              <a:outerShdw dist="35921" dir="2700000" algn="ctr" rotWithShape="0">
                <a:srgbClr val="000066"/>
              </a:outerShdw>
            </a:effectLst>
            <a:extLst>
              <a:ext uri="{909E8E84-426E-40DD-AFC4-6F175D3DCCD1}">
                <a14:hiddenFill xmlns:a14="http://schemas.microsoft.com/office/drawing/2010/main">
                  <a:noFill/>
                </a14:hiddenFill>
              </a:ext>
            </a:extLst>
          </p:spPr>
          <p:txBody>
            <a:bodyPr/>
            <a:lstStyle/>
            <a:p>
              <a:endParaRPr lang="zh-CN" altLang="en-US"/>
            </a:p>
          </p:txBody>
        </p:sp>
        <p:sp>
          <p:nvSpPr>
            <p:cNvPr id="29737" name="直接连接符 948267">
              <a:extLst>
                <a:ext uri="{FF2B5EF4-FFF2-40B4-BE49-F238E27FC236}">
                  <a16:creationId xmlns:a16="http://schemas.microsoft.com/office/drawing/2014/main" id="{6D232ABF-457F-4A37-9E5B-3A2A569EAEF4}"/>
                </a:ext>
              </a:extLst>
            </p:cNvPr>
            <p:cNvSpPr>
              <a:spLocks noChangeShapeType="1"/>
            </p:cNvSpPr>
            <p:nvPr/>
          </p:nvSpPr>
          <p:spPr bwMode="auto">
            <a:xfrm flipV="1">
              <a:off x="3744" y="3552"/>
              <a:ext cx="0" cy="336"/>
            </a:xfrm>
            <a:prstGeom prst="line">
              <a:avLst/>
            </a:prstGeom>
            <a:noFill/>
            <a:ln w="28575">
              <a:solidFill>
                <a:srgbClr val="FF0000"/>
              </a:solidFill>
              <a:miter lim="800000"/>
              <a:headEnd/>
              <a:tailEnd type="triangle" w="lg" len="lg"/>
            </a:ln>
            <a:effectLst>
              <a:outerShdw dist="35921" dir="2700000" algn="ctr" rotWithShape="0">
                <a:srgbClr val="000066"/>
              </a:outerShdw>
            </a:effectLst>
            <a:extLst>
              <a:ext uri="{909E8E84-426E-40DD-AFC4-6F175D3DCCD1}">
                <a14:hiddenFill xmlns:a14="http://schemas.microsoft.com/office/drawing/2010/main">
                  <a:noFill/>
                </a14:hiddenFill>
              </a:ext>
            </a:extLst>
          </p:spPr>
          <p:txBody>
            <a:bodyPr/>
            <a:lstStyle/>
            <a:p>
              <a:endParaRPr lang="zh-CN" altLang="en-US"/>
            </a:p>
          </p:txBody>
        </p:sp>
        <p:sp>
          <p:nvSpPr>
            <p:cNvPr id="29738" name="直接连接符 948268">
              <a:extLst>
                <a:ext uri="{FF2B5EF4-FFF2-40B4-BE49-F238E27FC236}">
                  <a16:creationId xmlns:a16="http://schemas.microsoft.com/office/drawing/2014/main" id="{9892D169-5C4F-4117-A45A-887E642AC409}"/>
                </a:ext>
              </a:extLst>
            </p:cNvPr>
            <p:cNvSpPr>
              <a:spLocks noChangeShapeType="1"/>
            </p:cNvSpPr>
            <p:nvPr/>
          </p:nvSpPr>
          <p:spPr bwMode="auto">
            <a:xfrm flipV="1">
              <a:off x="672" y="3600"/>
              <a:ext cx="0" cy="288"/>
            </a:xfrm>
            <a:prstGeom prst="line">
              <a:avLst/>
            </a:prstGeom>
            <a:noFill/>
            <a:ln w="28575">
              <a:solidFill>
                <a:srgbClr val="FF0000"/>
              </a:solidFill>
              <a:miter lim="800000"/>
              <a:headEnd/>
              <a:tailEnd type="triangle" w="lg" len="lg"/>
            </a:ln>
            <a:effectLst>
              <a:outerShdw dist="35921" dir="2700000" algn="ctr" rotWithShape="0">
                <a:srgbClr val="000066"/>
              </a:outerShdw>
            </a:effectLst>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948322" name="表格 948321">
            <a:extLst>
              <a:ext uri="{FF2B5EF4-FFF2-40B4-BE49-F238E27FC236}">
                <a16:creationId xmlns:a16="http://schemas.microsoft.com/office/drawing/2014/main" id="{D3EA4831-37B3-41C3-9BC5-3E08345A58F4}"/>
              </a:ext>
            </a:extLst>
          </p:cNvPr>
          <p:cNvGraphicFramePr/>
          <p:nvPr/>
        </p:nvGraphicFramePr>
        <p:xfrm>
          <a:off x="1619250" y="1844675"/>
          <a:ext cx="6840538" cy="927100"/>
        </p:xfrm>
        <a:graphic>
          <a:graphicData uri="http://schemas.openxmlformats.org/drawingml/2006/table">
            <a:tbl>
              <a:tblPr/>
              <a:tblGrid>
                <a:gridCol w="933450">
                  <a:extLst>
                    <a:ext uri="{9D8B030D-6E8A-4147-A177-3AD203B41FA5}">
                      <a16:colId xmlns:a16="http://schemas.microsoft.com/office/drawing/2014/main" val="20000"/>
                    </a:ext>
                  </a:extLst>
                </a:gridCol>
                <a:gridCol w="1155700">
                  <a:extLst>
                    <a:ext uri="{9D8B030D-6E8A-4147-A177-3AD203B41FA5}">
                      <a16:colId xmlns:a16="http://schemas.microsoft.com/office/drawing/2014/main" val="20001"/>
                    </a:ext>
                  </a:extLst>
                </a:gridCol>
                <a:gridCol w="615950">
                  <a:extLst>
                    <a:ext uri="{9D8B030D-6E8A-4147-A177-3AD203B41FA5}">
                      <a16:colId xmlns:a16="http://schemas.microsoft.com/office/drawing/2014/main" val="20002"/>
                    </a:ext>
                  </a:extLst>
                </a:gridCol>
                <a:gridCol w="1374775">
                  <a:extLst>
                    <a:ext uri="{9D8B030D-6E8A-4147-A177-3AD203B41FA5}">
                      <a16:colId xmlns:a16="http://schemas.microsoft.com/office/drawing/2014/main" val="20003"/>
                    </a:ext>
                  </a:extLst>
                </a:gridCol>
                <a:gridCol w="1438275">
                  <a:extLst>
                    <a:ext uri="{9D8B030D-6E8A-4147-A177-3AD203B41FA5}">
                      <a16:colId xmlns:a16="http://schemas.microsoft.com/office/drawing/2014/main" val="20004"/>
                    </a:ext>
                  </a:extLst>
                </a:gridCol>
                <a:gridCol w="1322388">
                  <a:extLst>
                    <a:ext uri="{9D8B030D-6E8A-4147-A177-3AD203B41FA5}">
                      <a16:colId xmlns:a16="http://schemas.microsoft.com/office/drawing/2014/main" val="20005"/>
                    </a:ext>
                  </a:extLst>
                </a:gridCol>
              </a:tblGrid>
              <a:tr h="397192">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Tx/>
                        <a:buSzTx/>
                        <a:buFontTx/>
                        <a:buNone/>
                      </a:pPr>
                      <a:r>
                        <a:rPr lang="en-US" altLang="zh-CN" sz="2000">
                          <a:effectLst/>
                          <a:latin typeface="华文中宋" panose="02010600040101010101" pitchFamily="2" charset="-122"/>
                          <a:ea typeface="华文中宋" panose="02010600040101010101" pitchFamily="2" charset="-122"/>
                        </a:rPr>
                        <a:t>S#</a:t>
                      </a:r>
                      <a:endParaRPr lang="en-US" altLang="zh-CN" sz="2000" b="0">
                        <a:effectLst/>
                        <a:latin typeface="Times New Roman" panose="02020603050405020304" pitchFamily="18" charset="0"/>
                        <a:ea typeface="宋体" panose="02010600030101010101" pitchFamily="2" charset="-122"/>
                      </a:endParaRPr>
                    </a:p>
                  </a:txBody>
                  <a:tcPr marT="45830" marB="45830">
                    <a:lnL w="12700" cap="flat" cmpd="sng">
                      <a:solidFill>
                        <a:srgbClr val="000000"/>
                      </a:solidFill>
                      <a:prstDash val="solid"/>
                      <a:headEnd type="none" w="sm" len="sm"/>
                      <a:tailEnd type="none" w="sm" len="sm"/>
                    </a:lnL>
                    <a:lnR w="12700" cap="flat" cmpd="sng">
                      <a:solidFill>
                        <a:srgbClr val="000000"/>
                      </a:solidFill>
                      <a:prstDash val="solid"/>
                      <a:headEnd type="none" w="sm" len="sm"/>
                      <a:tailEnd type="none" w="sm" len="sm"/>
                    </a:lnR>
                    <a:lnT w="12700" cap="flat" cmpd="sng">
                      <a:solidFill>
                        <a:srgbClr val="000000"/>
                      </a:solidFill>
                      <a:prstDash val="solid"/>
                      <a:headEnd type="none" w="sm" len="sm"/>
                      <a:tailEnd type="none" w="sm" len="sm"/>
                    </a:lnT>
                    <a:lnB w="12700" cap="flat" cmpd="sng">
                      <a:solidFill>
                        <a:srgbClr val="000000"/>
                      </a:solidFill>
                      <a:prstDash val="solid"/>
                      <a:headEnd type="none" w="sm" len="sm"/>
                      <a:tailEnd type="none" w="sm" len="sm"/>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Tx/>
                        <a:buSzTx/>
                        <a:buFontTx/>
                        <a:buNone/>
                      </a:pPr>
                      <a:r>
                        <a:rPr lang="en-US" altLang="zh-CN" sz="2000">
                          <a:effectLst/>
                          <a:latin typeface="华文中宋" panose="02010600040101010101" pitchFamily="2" charset="-122"/>
                          <a:ea typeface="华文中宋" panose="02010600040101010101" pitchFamily="2" charset="-122"/>
                        </a:rPr>
                        <a:t>SNAME</a:t>
                      </a:r>
                      <a:endParaRPr lang="en-US" altLang="zh-CN" sz="2000" b="0">
                        <a:effectLst/>
                        <a:latin typeface="Times New Roman" panose="02020603050405020304" pitchFamily="18" charset="0"/>
                        <a:ea typeface="宋体" panose="02010600030101010101" pitchFamily="2" charset="-122"/>
                      </a:endParaRPr>
                    </a:p>
                  </a:txBody>
                  <a:tcPr marT="45830" marB="45830">
                    <a:lnL w="12700" cap="flat" cmpd="sng">
                      <a:solidFill>
                        <a:srgbClr val="000000"/>
                      </a:solidFill>
                      <a:prstDash val="solid"/>
                      <a:headEnd type="none" w="sm" len="sm"/>
                      <a:tailEnd type="none" w="sm" len="sm"/>
                    </a:lnL>
                    <a:lnR w="12700" cap="flat" cmpd="sng">
                      <a:solidFill>
                        <a:srgbClr val="000000"/>
                      </a:solidFill>
                      <a:prstDash val="solid"/>
                      <a:headEnd type="none" w="sm" len="sm"/>
                      <a:tailEnd type="none" w="sm" len="sm"/>
                    </a:lnR>
                    <a:lnT w="12700" cap="flat" cmpd="sng">
                      <a:solidFill>
                        <a:srgbClr val="000000"/>
                      </a:solidFill>
                      <a:prstDash val="solid"/>
                      <a:headEnd type="none" w="sm" len="sm"/>
                      <a:tailEnd type="none" w="sm" len="sm"/>
                    </a:lnT>
                    <a:lnB w="12700" cap="flat" cmpd="sng">
                      <a:solidFill>
                        <a:srgbClr val="000000"/>
                      </a:solidFill>
                      <a:prstDash val="solid"/>
                      <a:headEnd type="none" w="sm" len="sm"/>
                      <a:tailEnd type="none" w="sm" len="sm"/>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Tx/>
                        <a:buSzTx/>
                        <a:buFontTx/>
                        <a:buNone/>
                      </a:pPr>
                      <a:r>
                        <a:rPr lang="en-US" altLang="zh-CN" sz="2000">
                          <a:effectLst/>
                          <a:latin typeface="华文中宋" panose="02010600040101010101" pitchFamily="2" charset="-122"/>
                          <a:ea typeface="华文中宋" panose="02010600040101010101" pitchFamily="2" charset="-122"/>
                        </a:rPr>
                        <a:t>C#</a:t>
                      </a:r>
                      <a:endParaRPr lang="en-US" altLang="zh-CN" sz="2000" b="0">
                        <a:effectLst/>
                        <a:latin typeface="Times New Roman" panose="02020603050405020304" pitchFamily="18" charset="0"/>
                        <a:ea typeface="宋体" panose="02010600030101010101" pitchFamily="2" charset="-122"/>
                      </a:endParaRPr>
                    </a:p>
                  </a:txBody>
                  <a:tcPr marT="45830" marB="45830">
                    <a:lnL w="12700" cap="flat" cmpd="sng">
                      <a:solidFill>
                        <a:srgbClr val="000000"/>
                      </a:solidFill>
                      <a:prstDash val="solid"/>
                      <a:headEnd type="none" w="sm" len="sm"/>
                      <a:tailEnd type="none" w="sm" len="sm"/>
                    </a:lnL>
                    <a:lnR w="12700" cap="flat" cmpd="sng">
                      <a:solidFill>
                        <a:srgbClr val="000000"/>
                      </a:solidFill>
                      <a:prstDash val="solid"/>
                      <a:headEnd type="none" w="sm" len="sm"/>
                      <a:tailEnd type="none" w="sm" len="sm"/>
                    </a:lnR>
                    <a:lnT w="12700" cap="flat" cmpd="sng">
                      <a:solidFill>
                        <a:srgbClr val="000000"/>
                      </a:solidFill>
                      <a:prstDash val="solid"/>
                      <a:headEnd type="none" w="sm" len="sm"/>
                      <a:tailEnd type="none" w="sm" len="sm"/>
                    </a:lnT>
                    <a:lnB w="12700" cap="flat" cmpd="sng">
                      <a:solidFill>
                        <a:srgbClr val="000000"/>
                      </a:solidFill>
                      <a:prstDash val="solid"/>
                      <a:headEnd type="none" w="sm" len="sm"/>
                      <a:tailEnd type="none" w="sm" len="sm"/>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Tx/>
                        <a:buSzTx/>
                        <a:buFontTx/>
                        <a:buNone/>
                      </a:pPr>
                      <a:r>
                        <a:rPr lang="en-US" altLang="zh-CN" sz="2000">
                          <a:effectLst/>
                          <a:latin typeface="华文中宋" panose="02010600040101010101" pitchFamily="2" charset="-122"/>
                          <a:ea typeface="华文中宋" panose="02010600040101010101" pitchFamily="2" charset="-122"/>
                        </a:rPr>
                        <a:t>CNAME</a:t>
                      </a:r>
                      <a:endParaRPr lang="en-US" altLang="zh-CN" sz="2000" b="0">
                        <a:effectLst/>
                        <a:latin typeface="Times New Roman" panose="02020603050405020304" pitchFamily="18" charset="0"/>
                        <a:ea typeface="宋体" panose="02010600030101010101" pitchFamily="2" charset="-122"/>
                      </a:endParaRPr>
                    </a:p>
                  </a:txBody>
                  <a:tcPr marT="45830" marB="45830">
                    <a:lnL w="12700" cap="flat" cmpd="sng">
                      <a:solidFill>
                        <a:srgbClr val="000000"/>
                      </a:solidFill>
                      <a:prstDash val="solid"/>
                      <a:headEnd type="none" w="sm" len="sm"/>
                      <a:tailEnd type="none" w="sm" len="sm"/>
                    </a:lnL>
                    <a:lnR w="12700" cap="flat" cmpd="sng">
                      <a:solidFill>
                        <a:srgbClr val="000000"/>
                      </a:solidFill>
                      <a:prstDash val="solid"/>
                      <a:headEnd type="none" w="sm" len="sm"/>
                      <a:tailEnd type="none" w="sm" len="sm"/>
                    </a:lnR>
                    <a:lnT w="12700" cap="flat" cmpd="sng">
                      <a:solidFill>
                        <a:srgbClr val="000000"/>
                      </a:solidFill>
                      <a:prstDash val="solid"/>
                      <a:headEnd type="none" w="sm" len="sm"/>
                      <a:tailEnd type="none" w="sm" len="sm"/>
                    </a:lnT>
                    <a:lnB w="12700" cap="flat" cmpd="sng">
                      <a:solidFill>
                        <a:srgbClr val="000000"/>
                      </a:solidFill>
                      <a:prstDash val="solid"/>
                      <a:headEnd type="none" w="sm" len="sm"/>
                      <a:tailEnd type="none" w="sm" len="sm"/>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Tx/>
                        <a:buSzTx/>
                        <a:buFontTx/>
                        <a:buNone/>
                      </a:pPr>
                      <a:r>
                        <a:rPr lang="en-US" altLang="zh-CN" sz="2000">
                          <a:effectLst/>
                          <a:latin typeface="华文中宋" panose="02010600040101010101" pitchFamily="2" charset="-122"/>
                          <a:ea typeface="华文中宋" panose="02010600040101010101" pitchFamily="2" charset="-122"/>
                        </a:rPr>
                        <a:t>CLASSH</a:t>
                      </a:r>
                      <a:endParaRPr lang="en-US" altLang="zh-CN" sz="2000" b="0">
                        <a:effectLst/>
                        <a:latin typeface="Times New Roman" panose="02020603050405020304" pitchFamily="18" charset="0"/>
                        <a:ea typeface="宋体" panose="02010600030101010101" pitchFamily="2" charset="-122"/>
                      </a:endParaRPr>
                    </a:p>
                  </a:txBody>
                  <a:tcPr marT="45830" marB="45830">
                    <a:lnL w="12700" cap="flat" cmpd="sng">
                      <a:solidFill>
                        <a:srgbClr val="000000"/>
                      </a:solidFill>
                      <a:prstDash val="solid"/>
                      <a:headEnd type="none" w="sm" len="sm"/>
                      <a:tailEnd type="none" w="sm" len="sm"/>
                    </a:lnL>
                    <a:lnR w="12700" cap="flat" cmpd="sng">
                      <a:solidFill>
                        <a:srgbClr val="000000"/>
                      </a:solidFill>
                      <a:prstDash val="solid"/>
                      <a:headEnd type="none" w="sm" len="sm"/>
                      <a:tailEnd type="none" w="sm" len="sm"/>
                    </a:lnR>
                    <a:lnT w="12700" cap="flat" cmpd="sng">
                      <a:solidFill>
                        <a:srgbClr val="000000"/>
                      </a:solidFill>
                      <a:prstDash val="solid"/>
                      <a:headEnd type="none" w="sm" len="sm"/>
                      <a:tailEnd type="none" w="sm" len="sm"/>
                    </a:lnT>
                    <a:lnB w="12700" cap="flat" cmpd="sng">
                      <a:solidFill>
                        <a:srgbClr val="000000"/>
                      </a:solidFill>
                      <a:prstDash val="solid"/>
                      <a:headEnd type="none" w="sm" len="sm"/>
                      <a:tailEnd type="none" w="sm" len="sm"/>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Tx/>
                        <a:buSzTx/>
                        <a:buFontTx/>
                        <a:buNone/>
                      </a:pPr>
                      <a:r>
                        <a:rPr lang="en-US" altLang="zh-CN" sz="2000">
                          <a:effectLst/>
                          <a:latin typeface="华文中宋" panose="02010600040101010101" pitchFamily="2" charset="-122"/>
                          <a:ea typeface="华文中宋" panose="02010600040101010101" pitchFamily="2" charset="-122"/>
                        </a:rPr>
                        <a:t>GRADE</a:t>
                      </a:r>
                      <a:endParaRPr lang="en-US" altLang="zh-CN" sz="2000" b="0">
                        <a:effectLst/>
                        <a:latin typeface="Times New Roman" panose="02020603050405020304" pitchFamily="18" charset="0"/>
                        <a:ea typeface="宋体" panose="02010600030101010101" pitchFamily="2" charset="-122"/>
                      </a:endParaRPr>
                    </a:p>
                  </a:txBody>
                  <a:tcPr marT="45830" marB="45830">
                    <a:lnL w="12700" cap="flat" cmpd="sng">
                      <a:solidFill>
                        <a:srgbClr val="000000"/>
                      </a:solidFill>
                      <a:prstDash val="solid"/>
                      <a:headEnd type="none" w="sm" len="sm"/>
                      <a:tailEnd type="none" w="sm" len="sm"/>
                    </a:lnL>
                    <a:lnR w="12700" cap="flat" cmpd="sng">
                      <a:solidFill>
                        <a:srgbClr val="000000"/>
                      </a:solidFill>
                      <a:prstDash val="solid"/>
                      <a:headEnd type="none" w="sm" len="sm"/>
                      <a:tailEnd type="none" w="sm" len="sm"/>
                    </a:lnR>
                    <a:lnT w="12700" cap="flat" cmpd="sng">
                      <a:solidFill>
                        <a:srgbClr val="000000"/>
                      </a:solidFill>
                      <a:prstDash val="solid"/>
                      <a:headEnd type="none" w="sm" len="sm"/>
                      <a:tailEnd type="none" w="sm" len="sm"/>
                    </a:lnT>
                    <a:lnB w="12700" cap="flat" cmpd="sng">
                      <a:solidFill>
                        <a:srgbClr val="000000"/>
                      </a:solidFill>
                      <a:prstDash val="solid"/>
                      <a:headEnd type="none" w="sm" len="sm"/>
                      <a:tailEnd type="none" w="sm" len="sm"/>
                    </a:lnB>
                    <a:lnTlToBr>
                      <a:noFill/>
                    </a:lnTlToBr>
                    <a:lnBlToTr>
                      <a:noFill/>
                    </a:lnBlToTr>
                    <a:noFill/>
                  </a:tcPr>
                </a:tc>
                <a:extLst>
                  <a:ext uri="{0D108BD9-81ED-4DB2-BD59-A6C34878D82A}">
                    <a16:rowId xmlns:a16="http://schemas.microsoft.com/office/drawing/2014/main" val="10000"/>
                  </a:ext>
                </a:extLst>
              </a:tr>
              <a:tr h="529908">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200"/>
                        <a:t>S256</a:t>
                      </a:r>
                    </a:p>
                  </a:txBody>
                  <a:tcPr marT="45830" marB="45830">
                    <a:lnL w="12700" cap="flat" cmpd="sng">
                      <a:solidFill>
                        <a:srgbClr val="000000"/>
                      </a:solidFill>
                      <a:prstDash val="solid"/>
                      <a:headEnd type="none" w="sm" len="sm"/>
                      <a:tailEnd type="none" w="sm" len="sm"/>
                    </a:lnL>
                    <a:lnR w="12700" cap="flat" cmpd="sng">
                      <a:solidFill>
                        <a:srgbClr val="000000"/>
                      </a:solidFill>
                      <a:prstDash val="solid"/>
                      <a:headEnd type="none" w="sm" len="sm"/>
                      <a:tailEnd type="none" w="sm" len="sm"/>
                    </a:lnR>
                    <a:lnT w="12700" cap="flat" cmpd="sng">
                      <a:solidFill>
                        <a:srgbClr val="000000"/>
                      </a:solidFill>
                      <a:prstDash val="solid"/>
                      <a:headEnd type="none" w="sm" len="sm"/>
                      <a:tailEnd type="none" w="sm" len="sm"/>
                    </a:lnT>
                    <a:lnB w="12700" cap="flat" cmpd="sng">
                      <a:solidFill>
                        <a:srgbClr val="000000"/>
                      </a:solidFill>
                      <a:prstDash val="solid"/>
                      <a:headEnd type="none" w="sm" len="sm"/>
                      <a:tailEnd type="none" w="sm" len="sm"/>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400">
                          <a:solidFill>
                            <a:srgbClr val="000000"/>
                          </a:solidFill>
                        </a:rPr>
                        <a:t>Wang</a:t>
                      </a:r>
                      <a:endParaRPr lang="zh-CN" altLang="en-US" sz="2400" dirty="0">
                        <a:solidFill>
                          <a:srgbClr val="000000"/>
                        </a:solidFill>
                      </a:endParaRPr>
                    </a:p>
                  </a:txBody>
                  <a:tcPr marT="45830" marB="45830">
                    <a:lnL w="12700" cap="flat" cmpd="sng">
                      <a:solidFill>
                        <a:srgbClr val="000000"/>
                      </a:solidFill>
                      <a:prstDash val="solid"/>
                      <a:headEnd type="none" w="sm" len="sm"/>
                      <a:tailEnd type="none" w="sm" len="sm"/>
                    </a:lnL>
                    <a:lnR w="12700" cap="flat" cmpd="sng">
                      <a:solidFill>
                        <a:srgbClr val="000000"/>
                      </a:solidFill>
                      <a:prstDash val="solid"/>
                      <a:headEnd type="none" w="sm" len="sm"/>
                      <a:tailEnd type="none" w="sm" len="sm"/>
                    </a:lnR>
                    <a:lnT w="12700" cap="flat" cmpd="sng">
                      <a:solidFill>
                        <a:srgbClr val="000000"/>
                      </a:solidFill>
                      <a:prstDash val="solid"/>
                      <a:headEnd type="none" w="sm" len="sm"/>
                      <a:tailEnd type="none" w="sm" len="sm"/>
                    </a:lnT>
                    <a:lnB w="12700" cap="flat" cmpd="sng">
                      <a:solidFill>
                        <a:srgbClr val="000000"/>
                      </a:solidFill>
                      <a:prstDash val="solid"/>
                      <a:headEnd type="none" w="sm" len="sm"/>
                      <a:tailEnd type="none" w="sm" len="sm"/>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400"/>
                        <a:t>C5</a:t>
                      </a:r>
                      <a:endParaRPr lang="zh-CN" altLang="en-US" sz="2400" dirty="0"/>
                    </a:p>
                  </a:txBody>
                  <a:tcPr marT="45830" marB="45830">
                    <a:lnL w="12700" cap="flat" cmpd="sng">
                      <a:solidFill>
                        <a:srgbClr val="000000"/>
                      </a:solidFill>
                      <a:prstDash val="solid"/>
                      <a:headEnd type="none" w="sm" len="sm"/>
                      <a:tailEnd type="none" w="sm" len="sm"/>
                    </a:lnL>
                    <a:lnR w="12700" cap="flat" cmpd="sng">
                      <a:solidFill>
                        <a:srgbClr val="000000"/>
                      </a:solidFill>
                      <a:prstDash val="solid"/>
                      <a:headEnd type="none" w="sm" len="sm"/>
                      <a:tailEnd type="none" w="sm" len="sm"/>
                    </a:lnR>
                    <a:lnT w="12700" cap="flat" cmpd="sng">
                      <a:solidFill>
                        <a:srgbClr val="000000"/>
                      </a:solidFill>
                      <a:prstDash val="solid"/>
                      <a:headEnd type="none" w="sm" len="sm"/>
                      <a:tailEnd type="none" w="sm" len="sm"/>
                    </a:lnT>
                    <a:lnB w="12700" cap="flat" cmpd="sng">
                      <a:solidFill>
                        <a:srgbClr val="000000"/>
                      </a:solidFill>
                      <a:prstDash val="solid"/>
                      <a:headEnd type="none" w="sm" len="sm"/>
                      <a:tailEnd type="none" w="sm" len="sm"/>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400" dirty="0"/>
                        <a:t>数据库</a:t>
                      </a:r>
                    </a:p>
                  </a:txBody>
                  <a:tcPr marT="45830" marB="45830">
                    <a:lnL w="12700" cap="flat" cmpd="sng">
                      <a:solidFill>
                        <a:srgbClr val="000000"/>
                      </a:solidFill>
                      <a:prstDash val="solid"/>
                      <a:headEnd type="none" w="sm" len="sm"/>
                      <a:tailEnd type="none" w="sm" len="sm"/>
                    </a:lnL>
                    <a:lnR w="12700" cap="flat" cmpd="sng">
                      <a:solidFill>
                        <a:srgbClr val="000000"/>
                      </a:solidFill>
                      <a:prstDash val="solid"/>
                      <a:headEnd type="none" w="sm" len="sm"/>
                      <a:tailEnd type="none" w="sm" len="sm"/>
                    </a:lnR>
                    <a:lnT w="12700" cap="flat" cmpd="sng">
                      <a:solidFill>
                        <a:srgbClr val="000000"/>
                      </a:solidFill>
                      <a:prstDash val="solid"/>
                      <a:headEnd type="none" w="sm" len="sm"/>
                      <a:tailEnd type="none" w="sm" len="sm"/>
                    </a:lnT>
                    <a:lnB w="12700" cap="flat" cmpd="sng">
                      <a:solidFill>
                        <a:srgbClr val="000000"/>
                      </a:solidFill>
                      <a:prstDash val="solid"/>
                      <a:headEnd type="none" w="sm" len="sm"/>
                      <a:tailEnd type="none" w="sm" len="sm"/>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400"/>
                        <a:t>50</a:t>
                      </a:r>
                      <a:endParaRPr lang="zh-CN" altLang="en-US" sz="2400" dirty="0"/>
                    </a:p>
                  </a:txBody>
                  <a:tcPr marT="45830" marB="45830">
                    <a:lnL w="12700" cap="flat" cmpd="sng">
                      <a:solidFill>
                        <a:srgbClr val="000000"/>
                      </a:solidFill>
                      <a:prstDash val="solid"/>
                      <a:headEnd type="none" w="sm" len="sm"/>
                      <a:tailEnd type="none" w="sm" len="sm"/>
                    </a:lnL>
                    <a:lnR w="12700" cap="flat" cmpd="sng">
                      <a:solidFill>
                        <a:srgbClr val="000000"/>
                      </a:solidFill>
                      <a:prstDash val="solid"/>
                      <a:headEnd type="none" w="sm" len="sm"/>
                      <a:tailEnd type="none" w="sm" len="sm"/>
                    </a:lnR>
                    <a:lnT w="12700" cap="flat" cmpd="sng">
                      <a:solidFill>
                        <a:srgbClr val="000000"/>
                      </a:solidFill>
                      <a:prstDash val="solid"/>
                      <a:headEnd type="none" w="sm" len="sm"/>
                      <a:tailEnd type="none" w="sm" len="sm"/>
                    </a:lnT>
                    <a:lnB w="12700" cap="flat" cmpd="sng">
                      <a:solidFill>
                        <a:srgbClr val="000000"/>
                      </a:solidFill>
                      <a:prstDash val="solid"/>
                      <a:headEnd type="none" w="sm" len="sm"/>
                      <a:tailEnd type="none" w="sm" len="sm"/>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400">
                          <a:solidFill>
                            <a:srgbClr val="000000"/>
                          </a:solidFill>
                        </a:rPr>
                        <a:t>80</a:t>
                      </a:r>
                      <a:endParaRPr lang="zh-CN" altLang="en-US" sz="2400" dirty="0">
                        <a:solidFill>
                          <a:srgbClr val="000000"/>
                        </a:solidFill>
                      </a:endParaRPr>
                    </a:p>
                  </a:txBody>
                  <a:tcPr marT="45830" marB="45830">
                    <a:lnL w="12700" cap="flat" cmpd="sng">
                      <a:solidFill>
                        <a:srgbClr val="000000"/>
                      </a:solidFill>
                      <a:prstDash val="solid"/>
                      <a:headEnd type="none" w="sm" len="sm"/>
                      <a:tailEnd type="none" w="sm" len="sm"/>
                    </a:lnL>
                    <a:lnR w="12700" cap="flat" cmpd="sng">
                      <a:solidFill>
                        <a:srgbClr val="000000"/>
                      </a:solidFill>
                      <a:prstDash val="solid"/>
                      <a:headEnd type="none" w="sm" len="sm"/>
                      <a:tailEnd type="none" w="sm" len="sm"/>
                    </a:lnR>
                    <a:lnT w="12700" cap="flat" cmpd="sng">
                      <a:solidFill>
                        <a:srgbClr val="000000"/>
                      </a:solidFill>
                      <a:prstDash val="solid"/>
                      <a:headEnd type="none" w="sm" len="sm"/>
                      <a:tailEnd type="none" w="sm" len="sm"/>
                    </a:lnT>
                    <a:lnB w="12700" cap="flat" cmpd="sng">
                      <a:solidFill>
                        <a:srgbClr val="000000"/>
                      </a:solidFill>
                      <a:prstDash val="solid"/>
                      <a:headEnd type="none" w="sm" len="sm"/>
                      <a:tailEnd type="none" w="sm" len="sm"/>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948293" name="表格 948292">
            <a:extLst>
              <a:ext uri="{FF2B5EF4-FFF2-40B4-BE49-F238E27FC236}">
                <a16:creationId xmlns:a16="http://schemas.microsoft.com/office/drawing/2014/main" id="{D4C174B1-AEF5-4DC9-8BC3-C0DE17DAF7BD}"/>
              </a:ext>
            </a:extLst>
          </p:cNvPr>
          <p:cNvGraphicFramePr/>
          <p:nvPr/>
        </p:nvGraphicFramePr>
        <p:xfrm>
          <a:off x="3275013" y="3068638"/>
          <a:ext cx="3313113" cy="1258887"/>
        </p:xfrm>
        <a:graphic>
          <a:graphicData uri="http://schemas.openxmlformats.org/drawingml/2006/table">
            <a:tbl>
              <a:tblPr/>
              <a:tblGrid>
                <a:gridCol w="792163">
                  <a:extLst>
                    <a:ext uri="{9D8B030D-6E8A-4147-A177-3AD203B41FA5}">
                      <a16:colId xmlns:a16="http://schemas.microsoft.com/office/drawing/2014/main" val="20000"/>
                    </a:ext>
                  </a:extLst>
                </a:gridCol>
                <a:gridCol w="122555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tblGrid>
              <a:tr h="647699">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Tx/>
                        <a:buSzTx/>
                        <a:buFontTx/>
                        <a:buNone/>
                      </a:pPr>
                      <a:r>
                        <a:rPr lang="en-US" altLang="zh-CN" sz="2000">
                          <a:effectLst/>
                          <a:latin typeface="华文中宋" panose="02010600040101010101" pitchFamily="2" charset="-122"/>
                          <a:ea typeface="华文中宋" panose="02010600040101010101" pitchFamily="2" charset="-122"/>
                        </a:rPr>
                        <a:t>C#</a:t>
                      </a:r>
                      <a:endParaRPr lang="en-US" altLang="zh-CN" sz="2000" b="0">
                        <a:effectLst/>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sm" len="sm"/>
                      <a:tailEnd type="none" w="sm" len="sm"/>
                    </a:lnL>
                    <a:lnR w="12700" cap="flat" cmpd="sng">
                      <a:solidFill>
                        <a:srgbClr val="000000"/>
                      </a:solidFill>
                      <a:prstDash val="solid"/>
                      <a:headEnd type="none" w="sm" len="sm"/>
                      <a:tailEnd type="none" w="sm" len="sm"/>
                    </a:lnR>
                    <a:lnT w="12700" cap="flat" cmpd="sng">
                      <a:solidFill>
                        <a:srgbClr val="000000"/>
                      </a:solidFill>
                      <a:prstDash val="solid"/>
                      <a:headEnd type="none" w="sm" len="sm"/>
                      <a:tailEnd type="none" w="sm" len="sm"/>
                    </a:lnT>
                    <a:lnB w="12700" cap="flat" cmpd="sng">
                      <a:solidFill>
                        <a:srgbClr val="000000"/>
                      </a:solidFill>
                      <a:prstDash val="solid"/>
                      <a:headEnd type="none" w="sm" len="sm"/>
                      <a:tailEnd type="none" w="sm" len="sm"/>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Tx/>
                        <a:buSzTx/>
                        <a:buFontTx/>
                        <a:buNone/>
                      </a:pPr>
                      <a:r>
                        <a:rPr lang="en-US" altLang="zh-CN" sz="2000">
                          <a:effectLst/>
                          <a:latin typeface="华文中宋" panose="02010600040101010101" pitchFamily="2" charset="-122"/>
                          <a:ea typeface="华文中宋" panose="02010600040101010101" pitchFamily="2" charset="-122"/>
                        </a:rPr>
                        <a:t>CNAME</a:t>
                      </a:r>
                      <a:endParaRPr lang="en-US" altLang="zh-CN" sz="2000" b="0">
                        <a:effectLst/>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sm" len="sm"/>
                      <a:tailEnd type="none" w="sm" len="sm"/>
                    </a:lnL>
                    <a:lnR w="12700" cap="flat" cmpd="sng">
                      <a:solidFill>
                        <a:srgbClr val="000000"/>
                      </a:solidFill>
                      <a:prstDash val="solid"/>
                      <a:headEnd type="none" w="sm" len="sm"/>
                      <a:tailEnd type="none" w="sm" len="sm"/>
                    </a:lnR>
                    <a:lnT w="12700" cap="flat" cmpd="sng">
                      <a:solidFill>
                        <a:srgbClr val="000000"/>
                      </a:solidFill>
                      <a:prstDash val="solid"/>
                      <a:headEnd type="none" w="sm" len="sm"/>
                      <a:tailEnd type="none" w="sm" len="sm"/>
                    </a:lnT>
                    <a:lnB w="12700" cap="flat" cmpd="sng">
                      <a:solidFill>
                        <a:srgbClr val="000000"/>
                      </a:solidFill>
                      <a:prstDash val="solid"/>
                      <a:headEnd type="none" w="sm" len="sm"/>
                      <a:tailEnd type="none" w="sm" len="sm"/>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Tx/>
                        <a:buSzTx/>
                        <a:buFontTx/>
                        <a:buNone/>
                      </a:pPr>
                      <a:r>
                        <a:rPr lang="en-US" altLang="zh-CN" sz="2000">
                          <a:effectLst/>
                          <a:latin typeface="华文中宋" panose="02010600040101010101" pitchFamily="2" charset="-122"/>
                          <a:ea typeface="华文中宋" panose="02010600040101010101" pitchFamily="2" charset="-122"/>
                        </a:rPr>
                        <a:t>CLASSH</a:t>
                      </a:r>
                      <a:endParaRPr lang="en-US" altLang="zh-CN" sz="2000" b="0">
                        <a:effectLst/>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sm" len="sm"/>
                      <a:tailEnd type="none" w="sm" len="sm"/>
                    </a:lnL>
                    <a:lnR w="12700" cap="flat" cmpd="sng">
                      <a:solidFill>
                        <a:srgbClr val="000000"/>
                      </a:solidFill>
                      <a:prstDash val="solid"/>
                      <a:headEnd type="none" w="sm" len="sm"/>
                      <a:tailEnd type="none" w="sm" len="sm"/>
                    </a:lnR>
                    <a:lnT w="12700" cap="flat" cmpd="sng">
                      <a:solidFill>
                        <a:srgbClr val="000000"/>
                      </a:solidFill>
                      <a:prstDash val="solid"/>
                      <a:headEnd type="none" w="sm" len="sm"/>
                      <a:tailEnd type="none" w="sm" len="sm"/>
                    </a:lnT>
                    <a:lnB w="12700" cap="flat" cmpd="sng">
                      <a:solidFill>
                        <a:srgbClr val="000000"/>
                      </a:solidFill>
                      <a:prstDash val="solid"/>
                      <a:headEnd type="none" w="sm" len="sm"/>
                      <a:tailEnd type="none" w="sm" len="sm"/>
                    </a:lnB>
                    <a:lnTlToBr>
                      <a:noFill/>
                    </a:lnTlToBr>
                    <a:lnBlToTr>
                      <a:noFill/>
                    </a:lnBlToTr>
                    <a:noFill/>
                  </a:tcPr>
                </a:tc>
                <a:extLst>
                  <a:ext uri="{0D108BD9-81ED-4DB2-BD59-A6C34878D82A}">
                    <a16:rowId xmlns:a16="http://schemas.microsoft.com/office/drawing/2014/main" val="10000"/>
                  </a:ext>
                </a:extLst>
              </a:tr>
              <a:tr h="611188">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sz="2400"/>
                        <a:t>C5</a:t>
                      </a:r>
                    </a:p>
                  </a:txBody>
                  <a:tcPr>
                    <a:lnL w="12700" cap="flat" cmpd="sng">
                      <a:solidFill>
                        <a:srgbClr val="000000"/>
                      </a:solidFill>
                      <a:prstDash val="solid"/>
                      <a:headEnd type="none" w="sm" len="sm"/>
                      <a:tailEnd type="none" w="sm" len="sm"/>
                    </a:lnL>
                    <a:lnR w="12700" cap="flat" cmpd="sng">
                      <a:solidFill>
                        <a:srgbClr val="000000"/>
                      </a:solidFill>
                      <a:prstDash val="solid"/>
                      <a:headEnd type="none" w="sm" len="sm"/>
                      <a:tailEnd type="none" w="sm" len="sm"/>
                    </a:lnR>
                    <a:lnT w="12700" cap="flat" cmpd="sng">
                      <a:solidFill>
                        <a:srgbClr val="000000"/>
                      </a:solidFill>
                      <a:prstDash val="solid"/>
                      <a:headEnd type="none" w="sm" len="sm"/>
                      <a:tailEnd type="none" w="sm" len="sm"/>
                    </a:lnT>
                    <a:lnB w="12700" cap="flat" cmpd="sng">
                      <a:solidFill>
                        <a:srgbClr val="000000"/>
                      </a:solidFill>
                      <a:prstDash val="solid"/>
                      <a:headEnd type="none" w="sm" len="sm"/>
                      <a:tailEnd type="none" w="sm" len="sm"/>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400" dirty="0"/>
                        <a:t>数据库</a:t>
                      </a:r>
                    </a:p>
                  </a:txBody>
                  <a:tcPr>
                    <a:lnL w="12700" cap="flat" cmpd="sng">
                      <a:solidFill>
                        <a:srgbClr val="000000"/>
                      </a:solidFill>
                      <a:prstDash val="solid"/>
                      <a:headEnd type="none" w="sm" len="sm"/>
                      <a:tailEnd type="none" w="sm" len="sm"/>
                    </a:lnL>
                    <a:lnR w="12700" cap="flat" cmpd="sng">
                      <a:solidFill>
                        <a:srgbClr val="000000"/>
                      </a:solidFill>
                      <a:prstDash val="solid"/>
                      <a:headEnd type="none" w="sm" len="sm"/>
                      <a:tailEnd type="none" w="sm" len="sm"/>
                    </a:lnR>
                    <a:lnT w="12700" cap="flat" cmpd="sng">
                      <a:solidFill>
                        <a:srgbClr val="000000"/>
                      </a:solidFill>
                      <a:prstDash val="solid"/>
                      <a:headEnd type="none" w="sm" len="sm"/>
                      <a:tailEnd type="none" w="sm" len="sm"/>
                    </a:lnT>
                    <a:lnB w="12700" cap="flat" cmpd="sng">
                      <a:solidFill>
                        <a:srgbClr val="000000"/>
                      </a:solidFill>
                      <a:prstDash val="solid"/>
                      <a:headEnd type="none" w="sm" len="sm"/>
                      <a:tailEnd type="none" w="sm" len="sm"/>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400"/>
                        <a:t>50</a:t>
                      </a:r>
                    </a:p>
                  </a:txBody>
                  <a:tcPr>
                    <a:lnL w="12700" cap="flat" cmpd="sng">
                      <a:solidFill>
                        <a:srgbClr val="000000"/>
                      </a:solidFill>
                      <a:prstDash val="solid"/>
                      <a:headEnd type="none" w="sm" len="sm"/>
                      <a:tailEnd type="none" w="sm" len="sm"/>
                    </a:lnL>
                    <a:lnR w="12700" cap="flat" cmpd="sng">
                      <a:solidFill>
                        <a:srgbClr val="000000"/>
                      </a:solidFill>
                      <a:prstDash val="solid"/>
                      <a:headEnd type="none" w="sm" len="sm"/>
                      <a:tailEnd type="none" w="sm" len="sm"/>
                    </a:lnR>
                    <a:lnT w="12700" cap="flat" cmpd="sng">
                      <a:solidFill>
                        <a:srgbClr val="000000"/>
                      </a:solidFill>
                      <a:prstDash val="solid"/>
                      <a:headEnd type="none" w="sm" len="sm"/>
                      <a:tailEnd type="none" w="sm" len="sm"/>
                    </a:lnT>
                    <a:lnB w="12700" cap="flat" cmpd="sng">
                      <a:solidFill>
                        <a:srgbClr val="000000"/>
                      </a:solidFill>
                      <a:prstDash val="solid"/>
                      <a:headEnd type="none" w="sm" len="sm"/>
                      <a:tailEnd type="none" w="sm" len="sm"/>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9776" name="直接连接符 948306">
            <a:extLst>
              <a:ext uri="{FF2B5EF4-FFF2-40B4-BE49-F238E27FC236}">
                <a16:creationId xmlns:a16="http://schemas.microsoft.com/office/drawing/2014/main" id="{7AFF2F0E-3AC9-487F-A84B-24662131999F}"/>
              </a:ext>
            </a:extLst>
          </p:cNvPr>
          <p:cNvSpPr>
            <a:spLocks noChangeShapeType="1"/>
          </p:cNvSpPr>
          <p:nvPr/>
        </p:nvSpPr>
        <p:spPr bwMode="auto">
          <a:xfrm flipH="1">
            <a:off x="4643438" y="2708275"/>
            <a:ext cx="288925" cy="433388"/>
          </a:xfrm>
          <a:prstGeom prst="line">
            <a:avLst/>
          </a:prstGeom>
          <a:noFill/>
          <a:ln w="28575">
            <a:solidFill>
              <a:srgbClr val="FF0000"/>
            </a:solidFill>
            <a:prstDash val="dash"/>
            <a:miter lim="800000"/>
            <a:headEnd/>
            <a:tailEnd/>
          </a:ln>
          <a:effectLst>
            <a:outerShdw dist="35921" dir="2700000" algn="ctr" rotWithShape="0">
              <a:srgbClr val="000066"/>
            </a:outerShdw>
          </a:effectLst>
          <a:extLst>
            <a:ext uri="{909E8E84-426E-40DD-AFC4-6F175D3DCCD1}">
              <a14:hiddenFill xmlns:a14="http://schemas.microsoft.com/office/drawing/2010/main">
                <a:noFill/>
              </a14:hiddenFill>
            </a:ext>
          </a:extLst>
        </p:spPr>
        <p:txBody>
          <a:bodyPr/>
          <a:lstStyle/>
          <a:p>
            <a:endParaRPr lang="zh-CN" altLang="en-US"/>
          </a:p>
        </p:txBody>
      </p:sp>
      <p:sp>
        <p:nvSpPr>
          <p:cNvPr id="29777" name="直接连接符 948307">
            <a:extLst>
              <a:ext uri="{FF2B5EF4-FFF2-40B4-BE49-F238E27FC236}">
                <a16:creationId xmlns:a16="http://schemas.microsoft.com/office/drawing/2014/main" id="{5CB0A346-DAB0-45FA-9231-5D3537738313}"/>
              </a:ext>
            </a:extLst>
          </p:cNvPr>
          <p:cNvSpPr>
            <a:spLocks noChangeShapeType="1"/>
          </p:cNvSpPr>
          <p:nvPr/>
        </p:nvSpPr>
        <p:spPr bwMode="auto">
          <a:xfrm>
            <a:off x="3492500" y="4221163"/>
            <a:ext cx="3382963" cy="1008062"/>
          </a:xfrm>
          <a:prstGeom prst="line">
            <a:avLst/>
          </a:prstGeom>
          <a:noFill/>
          <a:ln w="28575">
            <a:solidFill>
              <a:srgbClr val="0066FF"/>
            </a:solidFill>
            <a:miter lim="800000"/>
            <a:headEnd type="arrow" w="med" len="med"/>
            <a:tailEnd type="arrow" w="med" len="med"/>
          </a:ln>
          <a:effectLst>
            <a:outerShdw dist="35921" dir="2700000" algn="ctr" rotWithShape="0">
              <a:srgbClr val="000066"/>
            </a:outerShdw>
          </a:effectLst>
          <a:extLst>
            <a:ext uri="{909E8E84-426E-40DD-AFC4-6F175D3DCCD1}">
              <a14:hiddenFill xmlns:a14="http://schemas.microsoft.com/office/drawing/2010/main">
                <a:noFill/>
              </a14:hiddenFill>
            </a:ext>
          </a:extLst>
        </p:spPr>
        <p:txBody>
          <a:bodyPr/>
          <a:lstStyle/>
          <a:p>
            <a:endParaRPr lang="zh-CN" altLang="en-US"/>
          </a:p>
        </p:txBody>
      </p:sp>
      <p:sp>
        <p:nvSpPr>
          <p:cNvPr id="29778" name="直接连接符 948308">
            <a:extLst>
              <a:ext uri="{FF2B5EF4-FFF2-40B4-BE49-F238E27FC236}">
                <a16:creationId xmlns:a16="http://schemas.microsoft.com/office/drawing/2014/main" id="{13419F5A-0FB9-48AE-969F-AA4BA2FC4622}"/>
              </a:ext>
            </a:extLst>
          </p:cNvPr>
          <p:cNvSpPr>
            <a:spLocks noChangeShapeType="1"/>
          </p:cNvSpPr>
          <p:nvPr/>
        </p:nvSpPr>
        <p:spPr bwMode="auto">
          <a:xfrm flipH="1">
            <a:off x="3708400" y="2708275"/>
            <a:ext cx="358775" cy="504825"/>
          </a:xfrm>
          <a:prstGeom prst="line">
            <a:avLst/>
          </a:prstGeom>
          <a:noFill/>
          <a:ln w="28575">
            <a:solidFill>
              <a:srgbClr val="FF0000"/>
            </a:solidFill>
            <a:prstDash val="dash"/>
            <a:miter lim="800000"/>
            <a:headEnd/>
            <a:tailEnd/>
          </a:ln>
          <a:effectLst>
            <a:outerShdw dist="35921" dir="2700000" algn="ctr" rotWithShape="0">
              <a:srgbClr val="000066"/>
            </a:outerShdw>
          </a:effectLst>
          <a:extLst>
            <a:ext uri="{909E8E84-426E-40DD-AFC4-6F175D3DCCD1}">
              <a14:hiddenFill xmlns:a14="http://schemas.microsoft.com/office/drawing/2010/main">
                <a:noFill/>
              </a14:hiddenFill>
            </a:ext>
          </a:extLst>
        </p:spPr>
        <p:txBody>
          <a:bodyPr/>
          <a:lstStyle/>
          <a:p>
            <a:endParaRPr lang="zh-CN" altLang="en-US"/>
          </a:p>
        </p:txBody>
      </p:sp>
      <p:sp>
        <p:nvSpPr>
          <p:cNvPr id="29779" name="文本框 948309">
            <a:extLst>
              <a:ext uri="{FF2B5EF4-FFF2-40B4-BE49-F238E27FC236}">
                <a16:creationId xmlns:a16="http://schemas.microsoft.com/office/drawing/2014/main" id="{2AEF6794-8B49-41CC-8914-29AA95F3B6E6}"/>
              </a:ext>
            </a:extLst>
          </p:cNvPr>
          <p:cNvSpPr txBox="1">
            <a:spLocks noChangeArrowheads="1"/>
          </p:cNvSpPr>
          <p:nvPr/>
        </p:nvSpPr>
        <p:spPr bwMode="auto">
          <a:xfrm>
            <a:off x="6659563" y="3068638"/>
            <a:ext cx="387350" cy="45720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latin typeface="Tahoma" panose="020B0604030504040204" pitchFamily="34" charset="0"/>
                <a:ea typeface="宋体" panose="02010600030101010101" pitchFamily="2" charset="-122"/>
              </a:rPr>
              <a:t>C</a:t>
            </a:r>
          </a:p>
        </p:txBody>
      </p:sp>
      <p:sp>
        <p:nvSpPr>
          <p:cNvPr id="948311" name="矩形 948310">
            <a:extLst>
              <a:ext uri="{FF2B5EF4-FFF2-40B4-BE49-F238E27FC236}">
                <a16:creationId xmlns:a16="http://schemas.microsoft.com/office/drawing/2014/main" id="{2F59080F-38AC-4EB7-801B-624C3364A990}"/>
              </a:ext>
            </a:extLst>
          </p:cNvPr>
          <p:cNvSpPr/>
          <p:nvPr/>
        </p:nvSpPr>
        <p:spPr>
          <a:xfrm>
            <a:off x="468313" y="1052513"/>
            <a:ext cx="7993062" cy="64770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r>
              <a:rPr lang="en-US" altLang="zh-CN" noProof="1"/>
              <a:t>         </a:t>
            </a:r>
            <a:r>
              <a:rPr lang="en-US" altLang="zh-CN" sz="3000" noProof="1">
                <a:solidFill>
                  <a:srgbClr val="660033"/>
                </a:solidFill>
                <a:ea typeface="华文新魏" panose="02010800040101010101" pitchFamily="2" charset="-122"/>
              </a:rPr>
              <a:t>3</a:t>
            </a:r>
            <a:r>
              <a:rPr lang="zh-CN" altLang="en-US" sz="3000" noProof="1">
                <a:solidFill>
                  <a:srgbClr val="660033"/>
                </a:solidFill>
                <a:ea typeface="华文新魏" panose="02010800040101010101" pitchFamily="2" charset="-122"/>
              </a:rPr>
              <a:t>、外模式与逻辑模式之间的映射</a:t>
            </a:r>
            <a:endParaRPr lang="zh-CN" altLang="en-US" noProof="1"/>
          </a:p>
        </p:txBody>
      </p:sp>
      <p:sp>
        <p:nvSpPr>
          <p:cNvPr id="948312" name="矩形 948311">
            <a:extLst>
              <a:ext uri="{FF2B5EF4-FFF2-40B4-BE49-F238E27FC236}">
                <a16:creationId xmlns:a16="http://schemas.microsoft.com/office/drawing/2014/main" id="{6FBA19E1-D396-4EB0-9ADC-9EF3058AC1C2}"/>
              </a:ext>
            </a:extLst>
          </p:cNvPr>
          <p:cNvSpPr/>
          <p:nvPr/>
        </p:nvSpPr>
        <p:spPr>
          <a:xfrm>
            <a:off x="784225" y="201613"/>
            <a:ext cx="8277225"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sz="2900" noProof="1"/>
              <a:t>二、</a:t>
            </a:r>
            <a:r>
              <a:rPr lang="en-US" altLang="zh-CN" sz="2900" noProof="1"/>
              <a:t>DB</a:t>
            </a:r>
            <a:r>
              <a:rPr lang="zh-CN" altLang="en-US" sz="2900" noProof="1"/>
              <a:t>内部体系结构中的两级影射与数据独立性</a:t>
            </a:r>
            <a:r>
              <a:rPr lang="zh-CN" altLang="en-US" noProof="1"/>
              <a:t> </a:t>
            </a:r>
          </a:p>
        </p:txBody>
      </p:sp>
    </p:spTree>
  </p:cSld>
  <p:clrMapOvr>
    <a:masterClrMapping/>
  </p:clrMapOvr>
  <mc:AlternateContent xmlns:mc="http://schemas.openxmlformats.org/markup-compatibility/2006" xmlns:p14="http://schemas.microsoft.com/office/powerpoint/2010/main">
    <mc:Choice Requires="p14">
      <p:transition spd="slow" p14:dur="2000" advTm="17759"/>
    </mc:Choice>
    <mc:Fallback xmlns="">
      <p:transition spd="slow" advTm="17759"/>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5461" name="矩形 915460">
            <a:extLst>
              <a:ext uri="{FF2B5EF4-FFF2-40B4-BE49-F238E27FC236}">
                <a16:creationId xmlns:a16="http://schemas.microsoft.com/office/drawing/2014/main" id="{5B6641FC-BC5E-47E5-B6B4-3CDFC288E28B}"/>
              </a:ext>
            </a:extLst>
          </p:cNvPr>
          <p:cNvSpPr/>
          <p:nvPr/>
        </p:nvSpPr>
        <p:spPr>
          <a:xfrm>
            <a:off x="468313" y="1052513"/>
            <a:ext cx="7993062" cy="64770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r>
              <a:rPr lang="en-US" altLang="zh-CN" noProof="1"/>
              <a:t>         </a:t>
            </a:r>
            <a:r>
              <a:rPr lang="en-US" altLang="zh-CN" sz="3000" noProof="1">
                <a:solidFill>
                  <a:srgbClr val="660033"/>
                </a:solidFill>
                <a:ea typeface="华文新魏" panose="02010800040101010101" pitchFamily="2" charset="-122"/>
              </a:rPr>
              <a:t>4</a:t>
            </a:r>
            <a:r>
              <a:rPr lang="zh-CN" altLang="en-US" sz="3000" noProof="1">
                <a:solidFill>
                  <a:srgbClr val="660033"/>
                </a:solidFill>
                <a:ea typeface="华文新魏" panose="02010800040101010101" pitchFamily="2" charset="-122"/>
              </a:rPr>
              <a:t>、逻辑模式与内模式之间的映射</a:t>
            </a:r>
            <a:endParaRPr lang="zh-CN" altLang="en-US" noProof="1"/>
          </a:p>
        </p:txBody>
      </p:sp>
      <p:sp>
        <p:nvSpPr>
          <p:cNvPr id="915462" name="矩形 915461">
            <a:extLst>
              <a:ext uri="{FF2B5EF4-FFF2-40B4-BE49-F238E27FC236}">
                <a16:creationId xmlns:a16="http://schemas.microsoft.com/office/drawing/2014/main" id="{30A45C6D-8BDC-4C30-8918-09E3BE8959D9}"/>
              </a:ext>
            </a:extLst>
          </p:cNvPr>
          <p:cNvSpPr/>
          <p:nvPr/>
        </p:nvSpPr>
        <p:spPr>
          <a:xfrm>
            <a:off x="784225" y="201613"/>
            <a:ext cx="8277225"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sz="2900" noProof="1"/>
              <a:t>二、</a:t>
            </a:r>
            <a:r>
              <a:rPr lang="en-US" altLang="zh-CN" sz="2900" noProof="1"/>
              <a:t>DB</a:t>
            </a:r>
            <a:r>
              <a:rPr lang="zh-CN" altLang="en-US" sz="2900" noProof="1"/>
              <a:t>内部体系结构中的两级影射与数据独立性</a:t>
            </a:r>
            <a:r>
              <a:rPr lang="zh-CN" altLang="en-US" noProof="1"/>
              <a:t> </a:t>
            </a:r>
          </a:p>
        </p:txBody>
      </p:sp>
    </p:spTree>
  </p:cSld>
  <p:clrMapOvr>
    <a:masterClrMapping/>
  </p:clrMapOvr>
  <mc:AlternateContent xmlns:mc="http://schemas.openxmlformats.org/markup-compatibility/2006" xmlns:p14="http://schemas.microsoft.com/office/powerpoint/2010/main">
    <mc:Choice Requires="p14">
      <p:transition spd="slow" p14:dur="2000" advTm="6169"/>
    </mc:Choice>
    <mc:Fallback xmlns="">
      <p:transition spd="slow" advTm="6169"/>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15461">
                                            <p:txEl>
                                              <p:pRg st="0" end="0"/>
                                            </p:txEl>
                                          </p:spTgt>
                                        </p:tgtEl>
                                        <p:attrNameLst>
                                          <p:attrName>style.visibility</p:attrName>
                                        </p:attrNameLst>
                                      </p:cBhvr>
                                      <p:to>
                                        <p:strVal val="visible"/>
                                      </p:to>
                                    </p:set>
                                    <p:animEffect transition="in" filter="wipe(left)">
                                      <p:cBhvr>
                                        <p:cTn id="7" dur="1000"/>
                                        <p:tgtEl>
                                          <p:spTgt spid="91546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5461"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文本框 916483">
            <a:extLst>
              <a:ext uri="{FF2B5EF4-FFF2-40B4-BE49-F238E27FC236}">
                <a16:creationId xmlns:a16="http://schemas.microsoft.com/office/drawing/2014/main" id="{132F35E4-0791-4421-8FFC-D0416E068F2D}"/>
              </a:ext>
            </a:extLst>
          </p:cNvPr>
          <p:cNvSpPr txBox="1">
            <a:spLocks noChangeArrowheads="1"/>
          </p:cNvSpPr>
          <p:nvPr/>
        </p:nvSpPr>
        <p:spPr bwMode="auto">
          <a:xfrm>
            <a:off x="2735263" y="6303963"/>
            <a:ext cx="4464050" cy="366712"/>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b="1">
                <a:latin typeface="Comic Sans MS" panose="030F0702030302020204" pitchFamily="66" charset="0"/>
                <a:ea typeface="宋体" panose="02010600030101010101" pitchFamily="2" charset="-122"/>
              </a:rPr>
              <a:t>图</a:t>
            </a:r>
            <a:r>
              <a:rPr lang="en-US" altLang="zh-CN" b="1">
                <a:latin typeface="Comic Sans MS" panose="030F0702030302020204" pitchFamily="66" charset="0"/>
                <a:ea typeface="宋体" panose="02010600030101010101" pitchFamily="2" charset="-122"/>
              </a:rPr>
              <a:t>1.14  </a:t>
            </a:r>
            <a:r>
              <a:rPr lang="zh-CN" altLang="en-US" b="1">
                <a:latin typeface="Comic Sans MS" panose="030F0702030302020204" pitchFamily="66" charset="0"/>
                <a:ea typeface="宋体" panose="02010600030101010101" pitchFamily="2" charset="-122"/>
              </a:rPr>
              <a:t>数据库系统的体系结构</a:t>
            </a:r>
          </a:p>
        </p:txBody>
      </p:sp>
      <p:grpSp>
        <p:nvGrpSpPr>
          <p:cNvPr id="31746" name="组合 916525">
            <a:extLst>
              <a:ext uri="{FF2B5EF4-FFF2-40B4-BE49-F238E27FC236}">
                <a16:creationId xmlns:a16="http://schemas.microsoft.com/office/drawing/2014/main" id="{7D069C5A-4234-412A-977A-D28E886249A8}"/>
              </a:ext>
            </a:extLst>
          </p:cNvPr>
          <p:cNvGrpSpPr>
            <a:grpSpLocks/>
          </p:cNvGrpSpPr>
          <p:nvPr/>
        </p:nvGrpSpPr>
        <p:grpSpPr bwMode="auto">
          <a:xfrm>
            <a:off x="250825" y="1125538"/>
            <a:ext cx="8496300" cy="4962525"/>
            <a:chOff x="158" y="709"/>
            <a:chExt cx="5352" cy="3126"/>
          </a:xfrm>
        </p:grpSpPr>
        <p:sp>
          <p:nvSpPr>
            <p:cNvPr id="916486" name="文本框 916485">
              <a:extLst>
                <a:ext uri="{FF2B5EF4-FFF2-40B4-BE49-F238E27FC236}">
                  <a16:creationId xmlns:a16="http://schemas.microsoft.com/office/drawing/2014/main" id="{4F395A1E-FBF0-41C2-A10D-3DED8FBBCD64}"/>
                </a:ext>
              </a:extLst>
            </p:cNvPr>
            <p:cNvSpPr txBox="1"/>
            <p:nvPr/>
          </p:nvSpPr>
          <p:spPr>
            <a:xfrm>
              <a:off x="1020" y="985"/>
              <a:ext cx="816" cy="198"/>
            </a:xfrm>
            <a:prstGeom prst="rect">
              <a:avLst/>
            </a:prstGeom>
            <a:solidFill>
              <a:srgbClr val="33CC33">
                <a:alpha val="37000"/>
              </a:srgbClr>
            </a:solidFill>
            <a:ln w="9525" cap="flat" cmpd="sng">
              <a:solidFill>
                <a:schemeClr val="tx1"/>
              </a:solidFill>
              <a:prstDash val="solid"/>
              <a:miter/>
              <a:headEnd type="none" w="med" len="med"/>
              <a:tailEnd type="none" w="med" len="med"/>
            </a:ln>
          </p:spPr>
          <p:txBody>
            <a:bodyPr lIns="0" tIns="0" rIns="0" bIns="0">
              <a:spAutoFit/>
            </a:bodyPr>
            <a:lstStyle/>
            <a:p>
              <a:pPr>
                <a:spcBef>
                  <a:spcPct val="50000"/>
                </a:spcBef>
              </a:pPr>
              <a:r>
                <a:rPr lang="zh-CN" altLang="en-US" sz="2000" b="1" noProof="1">
                  <a:effectLst>
                    <a:outerShdw blurRad="38100" dist="38100" dir="2700000">
                      <a:srgbClr val="FFFFFF"/>
                    </a:outerShdw>
                  </a:effectLst>
                  <a:latin typeface="宋体" panose="02010600030101010101" pitchFamily="2" charset="-122"/>
                  <a:ea typeface="宋体" panose="02010600030101010101" pitchFamily="2" charset="-122"/>
                </a:rPr>
                <a:t>应用程序</a:t>
              </a:r>
              <a:r>
                <a:rPr lang="en-US" altLang="zh-CN" sz="2000" b="1" noProof="1">
                  <a:effectLst>
                    <a:outerShdw blurRad="38100" dist="38100" dir="2700000">
                      <a:srgbClr val="FFFFFF"/>
                    </a:outerShdw>
                  </a:effectLst>
                  <a:latin typeface="宋体" panose="02010600030101010101" pitchFamily="2" charset="-122"/>
                  <a:ea typeface="宋体" panose="02010600030101010101" pitchFamily="2" charset="-122"/>
                </a:rPr>
                <a:t>A1</a:t>
              </a:r>
            </a:p>
          </p:txBody>
        </p:sp>
        <p:sp>
          <p:nvSpPr>
            <p:cNvPr id="916487" name="文本框 916486">
              <a:extLst>
                <a:ext uri="{FF2B5EF4-FFF2-40B4-BE49-F238E27FC236}">
                  <a16:creationId xmlns:a16="http://schemas.microsoft.com/office/drawing/2014/main" id="{74AB905C-7DAC-4EDB-A1D3-EAFA35836C02}"/>
                </a:ext>
              </a:extLst>
            </p:cNvPr>
            <p:cNvSpPr txBox="1"/>
            <p:nvPr/>
          </p:nvSpPr>
          <p:spPr>
            <a:xfrm>
              <a:off x="1927" y="985"/>
              <a:ext cx="816" cy="198"/>
            </a:xfrm>
            <a:prstGeom prst="rect">
              <a:avLst/>
            </a:prstGeom>
            <a:solidFill>
              <a:srgbClr val="33CC33">
                <a:alpha val="37000"/>
              </a:srgbClr>
            </a:solidFill>
            <a:ln w="9525" cap="flat" cmpd="sng">
              <a:solidFill>
                <a:schemeClr val="tx1"/>
              </a:solidFill>
              <a:prstDash val="solid"/>
              <a:miter/>
              <a:headEnd type="none" w="med" len="med"/>
              <a:tailEnd type="none" w="med" len="med"/>
            </a:ln>
          </p:spPr>
          <p:txBody>
            <a:bodyPr lIns="0" tIns="0" rIns="0" bIns="0">
              <a:spAutoFit/>
            </a:bodyPr>
            <a:lstStyle/>
            <a:p>
              <a:pPr>
                <a:spcBef>
                  <a:spcPct val="50000"/>
                </a:spcBef>
              </a:pPr>
              <a:r>
                <a:rPr lang="zh-CN" altLang="en-US" sz="2000" b="1" noProof="1">
                  <a:effectLst>
                    <a:outerShdw blurRad="38100" dist="38100" dir="2700000">
                      <a:srgbClr val="FFFFFF"/>
                    </a:outerShdw>
                  </a:effectLst>
                  <a:latin typeface="宋体" panose="02010600030101010101" pitchFamily="2" charset="-122"/>
                  <a:ea typeface="宋体" panose="02010600030101010101" pitchFamily="2" charset="-122"/>
                </a:rPr>
                <a:t>应用程序</a:t>
              </a:r>
              <a:r>
                <a:rPr lang="en-US" altLang="zh-CN" sz="2000" b="1" noProof="1">
                  <a:effectLst>
                    <a:outerShdw blurRad="38100" dist="38100" dir="2700000">
                      <a:srgbClr val="FFFFFF"/>
                    </a:outerShdw>
                  </a:effectLst>
                  <a:latin typeface="宋体" panose="02010600030101010101" pitchFamily="2" charset="-122"/>
                  <a:ea typeface="宋体" panose="02010600030101010101" pitchFamily="2" charset="-122"/>
                </a:rPr>
                <a:t>A2</a:t>
              </a:r>
            </a:p>
          </p:txBody>
        </p:sp>
        <p:sp>
          <p:nvSpPr>
            <p:cNvPr id="916488" name="文本框 916487">
              <a:extLst>
                <a:ext uri="{FF2B5EF4-FFF2-40B4-BE49-F238E27FC236}">
                  <a16:creationId xmlns:a16="http://schemas.microsoft.com/office/drawing/2014/main" id="{45D9CC0E-D417-493A-898C-BA4E32E55101}"/>
                </a:ext>
              </a:extLst>
            </p:cNvPr>
            <p:cNvSpPr txBox="1"/>
            <p:nvPr/>
          </p:nvSpPr>
          <p:spPr>
            <a:xfrm>
              <a:off x="3016" y="985"/>
              <a:ext cx="907" cy="198"/>
            </a:xfrm>
            <a:prstGeom prst="rect">
              <a:avLst/>
            </a:prstGeom>
            <a:solidFill>
              <a:srgbClr val="33CC33">
                <a:alpha val="37000"/>
              </a:srgbClr>
            </a:solidFill>
            <a:ln w="9525" cap="flat" cmpd="sng">
              <a:solidFill>
                <a:schemeClr val="tx1"/>
              </a:solidFill>
              <a:prstDash val="solid"/>
              <a:miter/>
              <a:headEnd type="none" w="med" len="med"/>
              <a:tailEnd type="none" w="med" len="med"/>
            </a:ln>
          </p:spPr>
          <p:txBody>
            <a:bodyPr lIns="0" tIns="0" rIns="0" bIns="0">
              <a:spAutoFit/>
            </a:bodyPr>
            <a:lstStyle/>
            <a:p>
              <a:pPr>
                <a:spcBef>
                  <a:spcPct val="50000"/>
                </a:spcBef>
              </a:pPr>
              <a:r>
                <a:rPr lang="zh-CN" altLang="en-US" sz="2000" b="1" noProof="1">
                  <a:effectLst>
                    <a:outerShdw blurRad="38100" dist="38100" dir="2700000">
                      <a:srgbClr val="FFFFFF"/>
                    </a:outerShdw>
                  </a:effectLst>
                  <a:latin typeface="宋体" panose="02010600030101010101" pitchFamily="2" charset="-122"/>
                  <a:ea typeface="宋体" panose="02010600030101010101" pitchFamily="2" charset="-122"/>
                </a:rPr>
                <a:t>应用程序</a:t>
              </a:r>
              <a:r>
                <a:rPr lang="en-US" altLang="zh-CN" sz="2000" b="1" noProof="1">
                  <a:effectLst>
                    <a:outerShdw blurRad="38100" dist="38100" dir="2700000">
                      <a:srgbClr val="FFFFFF"/>
                    </a:outerShdw>
                  </a:effectLst>
                  <a:latin typeface="宋体" panose="02010600030101010101" pitchFamily="2" charset="-122"/>
                  <a:ea typeface="宋体" panose="02010600030101010101" pitchFamily="2" charset="-122"/>
                </a:rPr>
                <a:t>B1</a:t>
              </a:r>
            </a:p>
          </p:txBody>
        </p:sp>
        <p:sp>
          <p:nvSpPr>
            <p:cNvPr id="916489" name="文本框 916488">
              <a:extLst>
                <a:ext uri="{FF2B5EF4-FFF2-40B4-BE49-F238E27FC236}">
                  <a16:creationId xmlns:a16="http://schemas.microsoft.com/office/drawing/2014/main" id="{8EE93DF7-B4A1-41C2-8227-9CCF52FEBD0D}"/>
                </a:ext>
              </a:extLst>
            </p:cNvPr>
            <p:cNvSpPr txBox="1"/>
            <p:nvPr/>
          </p:nvSpPr>
          <p:spPr>
            <a:xfrm>
              <a:off x="3968" y="985"/>
              <a:ext cx="907" cy="198"/>
            </a:xfrm>
            <a:prstGeom prst="rect">
              <a:avLst/>
            </a:prstGeom>
            <a:solidFill>
              <a:srgbClr val="33CC33">
                <a:alpha val="37000"/>
              </a:srgbClr>
            </a:solidFill>
            <a:ln w="9525" cap="flat" cmpd="sng">
              <a:solidFill>
                <a:schemeClr val="tx1"/>
              </a:solidFill>
              <a:prstDash val="solid"/>
              <a:miter/>
              <a:headEnd type="none" w="med" len="med"/>
              <a:tailEnd type="none" w="med" len="med"/>
            </a:ln>
          </p:spPr>
          <p:txBody>
            <a:bodyPr lIns="0" tIns="0" rIns="0" bIns="0">
              <a:spAutoFit/>
            </a:bodyPr>
            <a:lstStyle/>
            <a:p>
              <a:pPr>
                <a:spcBef>
                  <a:spcPct val="50000"/>
                </a:spcBef>
              </a:pPr>
              <a:r>
                <a:rPr lang="zh-CN" altLang="en-US" sz="2000" b="1" noProof="1">
                  <a:effectLst>
                    <a:outerShdw blurRad="38100" dist="38100" dir="2700000">
                      <a:srgbClr val="FFFFFF"/>
                    </a:outerShdw>
                  </a:effectLst>
                  <a:latin typeface="宋体" panose="02010600030101010101" pitchFamily="2" charset="-122"/>
                  <a:ea typeface="宋体" panose="02010600030101010101" pitchFamily="2" charset="-122"/>
                </a:rPr>
                <a:t>应用程序</a:t>
              </a:r>
              <a:r>
                <a:rPr lang="en-US" altLang="zh-CN" sz="2000" b="1" noProof="1">
                  <a:effectLst>
                    <a:outerShdw blurRad="38100" dist="38100" dir="2700000">
                      <a:srgbClr val="FFFFFF"/>
                    </a:outerShdw>
                  </a:effectLst>
                  <a:latin typeface="宋体" panose="02010600030101010101" pitchFamily="2" charset="-122"/>
                  <a:ea typeface="宋体" panose="02010600030101010101" pitchFamily="2" charset="-122"/>
                </a:rPr>
                <a:t>B2</a:t>
              </a:r>
            </a:p>
          </p:txBody>
        </p:sp>
        <p:sp>
          <p:nvSpPr>
            <p:cNvPr id="31751" name="文本框 916489">
              <a:extLst>
                <a:ext uri="{FF2B5EF4-FFF2-40B4-BE49-F238E27FC236}">
                  <a16:creationId xmlns:a16="http://schemas.microsoft.com/office/drawing/2014/main" id="{5C01DC0B-4BE3-42FE-A854-86D5025FB243}"/>
                </a:ext>
              </a:extLst>
            </p:cNvPr>
            <p:cNvSpPr txBox="1">
              <a:spLocks noChangeArrowheads="1"/>
            </p:cNvSpPr>
            <p:nvPr/>
          </p:nvSpPr>
          <p:spPr bwMode="auto">
            <a:xfrm>
              <a:off x="1111" y="709"/>
              <a:ext cx="680" cy="25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latin typeface="楷体_GB2312" pitchFamily="49" charset="-122"/>
                </a:rPr>
                <a:t>用户</a:t>
              </a:r>
              <a:r>
                <a:rPr lang="en-US" altLang="zh-CN" sz="2000" b="1">
                  <a:latin typeface="楷体_GB2312" pitchFamily="49" charset="-122"/>
                </a:rPr>
                <a:t>A1</a:t>
              </a:r>
            </a:p>
          </p:txBody>
        </p:sp>
        <p:sp>
          <p:nvSpPr>
            <p:cNvPr id="31752" name="文本框 916490">
              <a:extLst>
                <a:ext uri="{FF2B5EF4-FFF2-40B4-BE49-F238E27FC236}">
                  <a16:creationId xmlns:a16="http://schemas.microsoft.com/office/drawing/2014/main" id="{A581F5D1-B4C2-432C-B81F-690CB97A11B8}"/>
                </a:ext>
              </a:extLst>
            </p:cNvPr>
            <p:cNvSpPr txBox="1">
              <a:spLocks noChangeArrowheads="1"/>
            </p:cNvSpPr>
            <p:nvPr/>
          </p:nvSpPr>
          <p:spPr bwMode="auto">
            <a:xfrm>
              <a:off x="2018" y="709"/>
              <a:ext cx="680" cy="25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latin typeface="楷体_GB2312" pitchFamily="49" charset="-122"/>
                </a:rPr>
                <a:t>用户</a:t>
              </a:r>
              <a:r>
                <a:rPr lang="en-US" altLang="zh-CN" sz="2000" b="1">
                  <a:latin typeface="楷体_GB2312" pitchFamily="49" charset="-122"/>
                </a:rPr>
                <a:t>A1</a:t>
              </a:r>
            </a:p>
          </p:txBody>
        </p:sp>
        <p:sp>
          <p:nvSpPr>
            <p:cNvPr id="916492" name="文本框 916491">
              <a:extLst>
                <a:ext uri="{FF2B5EF4-FFF2-40B4-BE49-F238E27FC236}">
                  <a16:creationId xmlns:a16="http://schemas.microsoft.com/office/drawing/2014/main" id="{378E0CFD-35AE-459F-BA9A-AB207E572992}"/>
                </a:ext>
              </a:extLst>
            </p:cNvPr>
            <p:cNvSpPr txBox="1"/>
            <p:nvPr/>
          </p:nvSpPr>
          <p:spPr>
            <a:xfrm>
              <a:off x="1428" y="1398"/>
              <a:ext cx="816" cy="198"/>
            </a:xfrm>
            <a:prstGeom prst="rect">
              <a:avLst/>
            </a:prstGeom>
            <a:solidFill>
              <a:srgbClr val="33CC33">
                <a:alpha val="37000"/>
              </a:srgbClr>
            </a:solidFill>
            <a:ln w="9525" cap="flat" cmpd="sng">
              <a:solidFill>
                <a:schemeClr val="tx1"/>
              </a:solidFill>
              <a:prstDash val="solid"/>
              <a:miter/>
              <a:headEnd type="none" w="med" len="med"/>
              <a:tailEnd type="none" w="med" len="med"/>
            </a:ln>
          </p:spPr>
          <p:txBody>
            <a:bodyPr lIns="0" tIns="0" rIns="0" bIns="0">
              <a:spAutoFit/>
            </a:bodyPr>
            <a:lstStyle/>
            <a:p>
              <a:pPr algn="ctr">
                <a:spcBef>
                  <a:spcPct val="50000"/>
                </a:spcBef>
              </a:pPr>
              <a:r>
                <a:rPr lang="zh-CN" altLang="en-US" sz="2000" b="1" noProof="1">
                  <a:effectLst>
                    <a:outerShdw blurRad="38100" dist="38100" dir="2700000">
                      <a:srgbClr val="FFFFFF"/>
                    </a:outerShdw>
                  </a:effectLst>
                  <a:latin typeface="宋体" panose="02010600030101010101" pitchFamily="2" charset="-122"/>
                  <a:ea typeface="宋体" panose="02010600030101010101" pitchFamily="2" charset="-122"/>
                </a:rPr>
                <a:t>外模式</a:t>
              </a:r>
              <a:r>
                <a:rPr lang="en-US" altLang="zh-CN" sz="2000" b="1" noProof="1">
                  <a:effectLst>
                    <a:outerShdw blurRad="38100" dist="38100" dir="2700000">
                      <a:srgbClr val="FFFFFF"/>
                    </a:outerShdw>
                  </a:effectLst>
                  <a:latin typeface="宋体" panose="02010600030101010101" pitchFamily="2" charset="-122"/>
                  <a:ea typeface="宋体" panose="02010600030101010101" pitchFamily="2" charset="-122"/>
                </a:rPr>
                <a:t>A</a:t>
              </a:r>
            </a:p>
          </p:txBody>
        </p:sp>
        <p:sp>
          <p:nvSpPr>
            <p:cNvPr id="916493" name="文本框 916492">
              <a:extLst>
                <a:ext uri="{FF2B5EF4-FFF2-40B4-BE49-F238E27FC236}">
                  <a16:creationId xmlns:a16="http://schemas.microsoft.com/office/drawing/2014/main" id="{B35463BF-88EC-4B5E-B25E-0D5E8754F44C}"/>
                </a:ext>
              </a:extLst>
            </p:cNvPr>
            <p:cNvSpPr txBox="1"/>
            <p:nvPr/>
          </p:nvSpPr>
          <p:spPr>
            <a:xfrm>
              <a:off x="3560" y="1398"/>
              <a:ext cx="816" cy="198"/>
            </a:xfrm>
            <a:prstGeom prst="rect">
              <a:avLst/>
            </a:prstGeom>
            <a:solidFill>
              <a:srgbClr val="33CC33">
                <a:alpha val="37000"/>
              </a:srgbClr>
            </a:solidFill>
            <a:ln w="9525" cap="flat" cmpd="sng">
              <a:solidFill>
                <a:schemeClr val="tx1"/>
              </a:solidFill>
              <a:prstDash val="solid"/>
              <a:miter/>
              <a:headEnd type="none" w="med" len="med"/>
              <a:tailEnd type="none" w="med" len="med"/>
            </a:ln>
          </p:spPr>
          <p:txBody>
            <a:bodyPr lIns="0" tIns="0" rIns="0" bIns="0">
              <a:spAutoFit/>
            </a:bodyPr>
            <a:lstStyle/>
            <a:p>
              <a:pPr algn="ctr">
                <a:spcBef>
                  <a:spcPct val="50000"/>
                </a:spcBef>
              </a:pPr>
              <a:r>
                <a:rPr lang="zh-CN" altLang="en-US" sz="2000" b="1" noProof="1">
                  <a:effectLst>
                    <a:outerShdw blurRad="38100" dist="38100" dir="2700000">
                      <a:srgbClr val="FFFFFF"/>
                    </a:outerShdw>
                  </a:effectLst>
                  <a:latin typeface="宋体" panose="02010600030101010101" pitchFamily="2" charset="-122"/>
                  <a:ea typeface="宋体" panose="02010600030101010101" pitchFamily="2" charset="-122"/>
                </a:rPr>
                <a:t>外模式</a:t>
              </a:r>
              <a:r>
                <a:rPr lang="en-US" altLang="zh-CN" sz="2000" b="1" noProof="1">
                  <a:effectLst>
                    <a:outerShdw blurRad="38100" dist="38100" dir="2700000">
                      <a:srgbClr val="FFFFFF"/>
                    </a:outerShdw>
                  </a:effectLst>
                  <a:latin typeface="宋体" panose="02010600030101010101" pitchFamily="2" charset="-122"/>
                  <a:ea typeface="宋体" panose="02010600030101010101" pitchFamily="2" charset="-122"/>
                </a:rPr>
                <a:t>B</a:t>
              </a:r>
            </a:p>
          </p:txBody>
        </p:sp>
        <p:sp>
          <p:nvSpPr>
            <p:cNvPr id="31755" name="文本框 916493">
              <a:extLst>
                <a:ext uri="{FF2B5EF4-FFF2-40B4-BE49-F238E27FC236}">
                  <a16:creationId xmlns:a16="http://schemas.microsoft.com/office/drawing/2014/main" id="{C2A28E33-03C3-4B86-9BFA-78F131B039ED}"/>
                </a:ext>
              </a:extLst>
            </p:cNvPr>
            <p:cNvSpPr txBox="1">
              <a:spLocks noChangeArrowheads="1"/>
            </p:cNvSpPr>
            <p:nvPr/>
          </p:nvSpPr>
          <p:spPr bwMode="auto">
            <a:xfrm>
              <a:off x="1201" y="1812"/>
              <a:ext cx="1782" cy="231"/>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b="1">
                  <a:latin typeface="宋体" panose="02010600030101010101" pitchFamily="2" charset="-122"/>
                  <a:ea typeface="宋体" panose="02010600030101010101" pitchFamily="2" charset="-122"/>
                </a:rPr>
                <a:t>外模式到模式的映象</a:t>
              </a:r>
              <a:r>
                <a:rPr lang="en-US" altLang="zh-CN" b="1">
                  <a:latin typeface="宋体" panose="02010600030101010101" pitchFamily="2" charset="-122"/>
                  <a:ea typeface="宋体" panose="02010600030101010101" pitchFamily="2" charset="-122"/>
                </a:rPr>
                <a:t>A</a:t>
              </a:r>
            </a:p>
          </p:txBody>
        </p:sp>
        <p:sp>
          <p:nvSpPr>
            <p:cNvPr id="31756" name="文本框 916494">
              <a:extLst>
                <a:ext uri="{FF2B5EF4-FFF2-40B4-BE49-F238E27FC236}">
                  <a16:creationId xmlns:a16="http://schemas.microsoft.com/office/drawing/2014/main" id="{840681CE-42CE-4A80-8FEC-F480DC0114D0}"/>
                </a:ext>
              </a:extLst>
            </p:cNvPr>
            <p:cNvSpPr txBox="1">
              <a:spLocks noChangeArrowheads="1"/>
            </p:cNvSpPr>
            <p:nvPr/>
          </p:nvSpPr>
          <p:spPr bwMode="auto">
            <a:xfrm>
              <a:off x="3016" y="1812"/>
              <a:ext cx="1782" cy="231"/>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b="1">
                  <a:latin typeface="宋体" panose="02010600030101010101" pitchFamily="2" charset="-122"/>
                  <a:ea typeface="宋体" panose="02010600030101010101" pitchFamily="2" charset="-122"/>
                </a:rPr>
                <a:t>外模式到模式的映象</a:t>
              </a:r>
              <a:r>
                <a:rPr lang="en-US" altLang="zh-CN" b="1">
                  <a:latin typeface="宋体" panose="02010600030101010101" pitchFamily="2" charset="-122"/>
                  <a:ea typeface="宋体" panose="02010600030101010101" pitchFamily="2" charset="-122"/>
                </a:rPr>
                <a:t>B</a:t>
              </a:r>
            </a:p>
          </p:txBody>
        </p:sp>
        <p:sp>
          <p:nvSpPr>
            <p:cNvPr id="916496" name="文本框 916495">
              <a:extLst>
                <a:ext uri="{FF2B5EF4-FFF2-40B4-BE49-F238E27FC236}">
                  <a16:creationId xmlns:a16="http://schemas.microsoft.com/office/drawing/2014/main" id="{2E044E5B-4753-4836-95C8-E79E8FA120DF}"/>
                </a:ext>
              </a:extLst>
            </p:cNvPr>
            <p:cNvSpPr txBox="1"/>
            <p:nvPr/>
          </p:nvSpPr>
          <p:spPr>
            <a:xfrm>
              <a:off x="2018" y="2226"/>
              <a:ext cx="1769" cy="198"/>
            </a:xfrm>
            <a:prstGeom prst="rect">
              <a:avLst/>
            </a:prstGeom>
            <a:solidFill>
              <a:srgbClr val="33CC33">
                <a:alpha val="23000"/>
              </a:srgbClr>
            </a:solidFill>
            <a:ln w="9525" cap="flat" cmpd="sng">
              <a:solidFill>
                <a:schemeClr val="tx1"/>
              </a:solidFill>
              <a:prstDash val="solid"/>
              <a:miter/>
              <a:headEnd type="none" w="med" len="med"/>
              <a:tailEnd type="none" w="med" len="med"/>
            </a:ln>
          </p:spPr>
          <p:txBody>
            <a:bodyPr lIns="0" tIns="0" rIns="0" bIns="0">
              <a:spAutoFit/>
            </a:bodyPr>
            <a:lstStyle/>
            <a:p>
              <a:pPr algn="ctr">
                <a:spcBef>
                  <a:spcPct val="50000"/>
                </a:spcBef>
              </a:pPr>
              <a:r>
                <a:rPr lang="zh-CN" altLang="en-US" sz="2000" b="1" noProof="1">
                  <a:effectLst>
                    <a:outerShdw blurRad="38100" dist="38100" dir="2700000">
                      <a:srgbClr val="FFFFFF"/>
                    </a:outerShdw>
                  </a:effectLst>
                  <a:latin typeface="宋体" panose="02010600030101010101" pitchFamily="2" charset="-122"/>
                  <a:ea typeface="宋体" panose="02010600030101010101" pitchFamily="2" charset="-122"/>
                </a:rPr>
                <a:t>逻辑模式</a:t>
              </a:r>
            </a:p>
          </p:txBody>
        </p:sp>
        <p:sp>
          <p:nvSpPr>
            <p:cNvPr id="31758" name="文本框 916496">
              <a:extLst>
                <a:ext uri="{FF2B5EF4-FFF2-40B4-BE49-F238E27FC236}">
                  <a16:creationId xmlns:a16="http://schemas.microsoft.com/office/drawing/2014/main" id="{2D48490C-E6CB-454C-B9A8-5E26FB56524A}"/>
                </a:ext>
              </a:extLst>
            </p:cNvPr>
            <p:cNvSpPr txBox="1">
              <a:spLocks noChangeArrowheads="1"/>
            </p:cNvSpPr>
            <p:nvPr/>
          </p:nvSpPr>
          <p:spPr bwMode="auto">
            <a:xfrm>
              <a:off x="2154" y="2640"/>
              <a:ext cx="1782" cy="231"/>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b="1">
                  <a:solidFill>
                    <a:schemeClr val="hlink"/>
                  </a:solidFill>
                  <a:latin typeface="宋体" panose="02010600030101010101" pitchFamily="2" charset="-122"/>
                  <a:ea typeface="宋体" panose="02010600030101010101" pitchFamily="2" charset="-122"/>
                </a:rPr>
                <a:t>模式到内模式的映象</a:t>
              </a:r>
            </a:p>
          </p:txBody>
        </p:sp>
        <p:sp>
          <p:nvSpPr>
            <p:cNvPr id="916498" name="文本框 916497">
              <a:extLst>
                <a:ext uri="{FF2B5EF4-FFF2-40B4-BE49-F238E27FC236}">
                  <a16:creationId xmlns:a16="http://schemas.microsoft.com/office/drawing/2014/main" id="{F95BBDDC-456B-4E53-B39D-09D60EC2E1CB}"/>
                </a:ext>
              </a:extLst>
            </p:cNvPr>
            <p:cNvSpPr txBox="1"/>
            <p:nvPr/>
          </p:nvSpPr>
          <p:spPr>
            <a:xfrm>
              <a:off x="2426" y="3053"/>
              <a:ext cx="816" cy="198"/>
            </a:xfrm>
            <a:prstGeom prst="rect">
              <a:avLst/>
            </a:prstGeom>
            <a:solidFill>
              <a:srgbClr val="CCFFFF">
                <a:alpha val="37000"/>
              </a:srgbClr>
            </a:solidFill>
            <a:ln w="9525" cap="flat" cmpd="sng">
              <a:solidFill>
                <a:schemeClr val="tx1"/>
              </a:solidFill>
              <a:prstDash val="solid"/>
              <a:miter/>
              <a:headEnd type="none" w="med" len="med"/>
              <a:tailEnd type="none" w="med" len="med"/>
            </a:ln>
          </p:spPr>
          <p:txBody>
            <a:bodyPr lIns="0" tIns="0" rIns="0" bIns="0">
              <a:spAutoFit/>
            </a:bodyPr>
            <a:lstStyle/>
            <a:p>
              <a:pPr algn="ctr">
                <a:spcBef>
                  <a:spcPct val="50000"/>
                </a:spcBef>
              </a:pPr>
              <a:r>
                <a:rPr lang="zh-CN" altLang="en-US" sz="2000" b="1" noProof="1">
                  <a:effectLst>
                    <a:outerShdw blurRad="38100" dist="38100" dir="2700000">
                      <a:srgbClr val="FFFFFF"/>
                    </a:outerShdw>
                  </a:effectLst>
                  <a:latin typeface="宋体" panose="02010600030101010101" pitchFamily="2" charset="-122"/>
                  <a:ea typeface="宋体" panose="02010600030101010101" pitchFamily="2" charset="-122"/>
                </a:rPr>
                <a:t>内模式</a:t>
              </a:r>
            </a:p>
          </p:txBody>
        </p:sp>
        <p:sp>
          <p:nvSpPr>
            <p:cNvPr id="31760" name="流程图: 磁盘 916498">
              <a:extLst>
                <a:ext uri="{FF2B5EF4-FFF2-40B4-BE49-F238E27FC236}">
                  <a16:creationId xmlns:a16="http://schemas.microsoft.com/office/drawing/2014/main" id="{E9394812-2D8F-4154-A297-EEB5733D09AF}"/>
                </a:ext>
              </a:extLst>
            </p:cNvPr>
            <p:cNvSpPr>
              <a:spLocks noChangeArrowheads="1"/>
            </p:cNvSpPr>
            <p:nvPr/>
          </p:nvSpPr>
          <p:spPr bwMode="auto">
            <a:xfrm>
              <a:off x="2426" y="3467"/>
              <a:ext cx="953" cy="368"/>
            </a:xfrm>
            <a:prstGeom prst="flowChartMagneticDisk">
              <a:avLst/>
            </a:prstGeom>
            <a:solidFill>
              <a:srgbClr val="99CCFF">
                <a:alpha val="50999"/>
              </a:srgbClr>
            </a:solidFill>
            <a:ln w="9525">
              <a:solidFill>
                <a:schemeClr val="tx1"/>
              </a:solidFill>
              <a:miter lim="800000"/>
              <a:headEnd/>
              <a:tailEnd/>
            </a:ln>
          </p:spPr>
          <p:txBody>
            <a:bodyPr wrap="none" anchor="ctr"/>
            <a:lstStyle/>
            <a:p>
              <a:pPr algn="ctr"/>
              <a:r>
                <a:rPr lang="zh-CN" altLang="en-US" b="1">
                  <a:latin typeface="Comic Sans MS" panose="030F0702030302020204" pitchFamily="66" charset="0"/>
                  <a:ea typeface="宋体" panose="02010600030101010101" pitchFamily="2" charset="-122"/>
                </a:rPr>
                <a:t>数据库</a:t>
              </a:r>
            </a:p>
          </p:txBody>
        </p:sp>
        <p:sp>
          <p:nvSpPr>
            <p:cNvPr id="31761" name="直接连接符 916499">
              <a:extLst>
                <a:ext uri="{FF2B5EF4-FFF2-40B4-BE49-F238E27FC236}">
                  <a16:creationId xmlns:a16="http://schemas.microsoft.com/office/drawing/2014/main" id="{EA5AF9F0-F6CF-4D5D-B9B0-51CCBD69CB96}"/>
                </a:ext>
              </a:extLst>
            </p:cNvPr>
            <p:cNvSpPr>
              <a:spLocks noChangeShapeType="1"/>
            </p:cNvSpPr>
            <p:nvPr/>
          </p:nvSpPr>
          <p:spPr bwMode="auto">
            <a:xfrm flipV="1">
              <a:off x="203" y="2778"/>
              <a:ext cx="1860" cy="0"/>
            </a:xfrm>
            <a:prstGeom prst="line">
              <a:avLst/>
            </a:prstGeom>
            <a:noFill/>
            <a:ln w="28575">
              <a:solidFill>
                <a:srgbClr val="A5002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62" name="直接连接符 916500">
              <a:extLst>
                <a:ext uri="{FF2B5EF4-FFF2-40B4-BE49-F238E27FC236}">
                  <a16:creationId xmlns:a16="http://schemas.microsoft.com/office/drawing/2014/main" id="{3471E504-8D12-42E3-986E-354007F06E1F}"/>
                </a:ext>
              </a:extLst>
            </p:cNvPr>
            <p:cNvSpPr>
              <a:spLocks noChangeShapeType="1"/>
            </p:cNvSpPr>
            <p:nvPr/>
          </p:nvSpPr>
          <p:spPr bwMode="auto">
            <a:xfrm>
              <a:off x="1428" y="1168"/>
              <a:ext cx="318" cy="230"/>
            </a:xfrm>
            <a:prstGeom prst="line">
              <a:avLst/>
            </a:prstGeom>
            <a:noFill/>
            <a:ln w="952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63" name="直接连接符 916501">
              <a:extLst>
                <a:ext uri="{FF2B5EF4-FFF2-40B4-BE49-F238E27FC236}">
                  <a16:creationId xmlns:a16="http://schemas.microsoft.com/office/drawing/2014/main" id="{B36DA2D4-E2FD-4B26-9BF8-3426E00E3524}"/>
                </a:ext>
              </a:extLst>
            </p:cNvPr>
            <p:cNvSpPr>
              <a:spLocks noChangeShapeType="1"/>
            </p:cNvSpPr>
            <p:nvPr/>
          </p:nvSpPr>
          <p:spPr bwMode="auto">
            <a:xfrm flipH="1">
              <a:off x="1791" y="1168"/>
              <a:ext cx="499" cy="230"/>
            </a:xfrm>
            <a:prstGeom prst="line">
              <a:avLst/>
            </a:prstGeom>
            <a:noFill/>
            <a:ln w="952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64" name="直接连接符 916502">
              <a:extLst>
                <a:ext uri="{FF2B5EF4-FFF2-40B4-BE49-F238E27FC236}">
                  <a16:creationId xmlns:a16="http://schemas.microsoft.com/office/drawing/2014/main" id="{C5A01A80-16DC-476E-B6F8-812AC2314DEE}"/>
                </a:ext>
              </a:extLst>
            </p:cNvPr>
            <p:cNvSpPr>
              <a:spLocks noChangeShapeType="1"/>
            </p:cNvSpPr>
            <p:nvPr/>
          </p:nvSpPr>
          <p:spPr bwMode="auto">
            <a:xfrm>
              <a:off x="3424" y="1168"/>
              <a:ext cx="454" cy="230"/>
            </a:xfrm>
            <a:prstGeom prst="line">
              <a:avLst/>
            </a:prstGeom>
            <a:noFill/>
            <a:ln w="952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65" name="直接连接符 916503">
              <a:extLst>
                <a:ext uri="{FF2B5EF4-FFF2-40B4-BE49-F238E27FC236}">
                  <a16:creationId xmlns:a16="http://schemas.microsoft.com/office/drawing/2014/main" id="{6CEECDBB-A198-4E90-95EA-408725B3B826}"/>
                </a:ext>
              </a:extLst>
            </p:cNvPr>
            <p:cNvSpPr>
              <a:spLocks noChangeShapeType="1"/>
            </p:cNvSpPr>
            <p:nvPr/>
          </p:nvSpPr>
          <p:spPr bwMode="auto">
            <a:xfrm flipH="1">
              <a:off x="3923" y="1168"/>
              <a:ext cx="454" cy="230"/>
            </a:xfrm>
            <a:prstGeom prst="line">
              <a:avLst/>
            </a:prstGeom>
            <a:noFill/>
            <a:ln w="952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66" name="直接连接符 916504">
              <a:extLst>
                <a:ext uri="{FF2B5EF4-FFF2-40B4-BE49-F238E27FC236}">
                  <a16:creationId xmlns:a16="http://schemas.microsoft.com/office/drawing/2014/main" id="{8546E1EA-3212-4857-B29F-A6E19D34D564}"/>
                </a:ext>
              </a:extLst>
            </p:cNvPr>
            <p:cNvSpPr>
              <a:spLocks noChangeShapeType="1"/>
            </p:cNvSpPr>
            <p:nvPr/>
          </p:nvSpPr>
          <p:spPr bwMode="auto">
            <a:xfrm flipH="1" flipV="1">
              <a:off x="1700" y="1628"/>
              <a:ext cx="182" cy="23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67" name="直接连接符 916505">
              <a:extLst>
                <a:ext uri="{FF2B5EF4-FFF2-40B4-BE49-F238E27FC236}">
                  <a16:creationId xmlns:a16="http://schemas.microsoft.com/office/drawing/2014/main" id="{435B7A76-0039-42AD-8CBD-2263790FE04C}"/>
                </a:ext>
              </a:extLst>
            </p:cNvPr>
            <p:cNvSpPr>
              <a:spLocks noChangeShapeType="1"/>
            </p:cNvSpPr>
            <p:nvPr/>
          </p:nvSpPr>
          <p:spPr bwMode="auto">
            <a:xfrm flipV="1">
              <a:off x="3787" y="1582"/>
              <a:ext cx="136" cy="276"/>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68" name="直接连接符 916506">
              <a:extLst>
                <a:ext uri="{FF2B5EF4-FFF2-40B4-BE49-F238E27FC236}">
                  <a16:creationId xmlns:a16="http://schemas.microsoft.com/office/drawing/2014/main" id="{7D202504-8EAA-4787-8E5E-27E60A6A42FC}"/>
                </a:ext>
              </a:extLst>
            </p:cNvPr>
            <p:cNvSpPr>
              <a:spLocks noChangeShapeType="1"/>
            </p:cNvSpPr>
            <p:nvPr/>
          </p:nvSpPr>
          <p:spPr bwMode="auto">
            <a:xfrm>
              <a:off x="1972" y="1996"/>
              <a:ext cx="227" cy="23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69" name="直接连接符 916507">
              <a:extLst>
                <a:ext uri="{FF2B5EF4-FFF2-40B4-BE49-F238E27FC236}">
                  <a16:creationId xmlns:a16="http://schemas.microsoft.com/office/drawing/2014/main" id="{9113A0A0-2BB2-4898-BEF5-D9FA4E195223}"/>
                </a:ext>
              </a:extLst>
            </p:cNvPr>
            <p:cNvSpPr>
              <a:spLocks noChangeShapeType="1"/>
            </p:cNvSpPr>
            <p:nvPr/>
          </p:nvSpPr>
          <p:spPr bwMode="auto">
            <a:xfrm flipH="1">
              <a:off x="3605" y="1996"/>
              <a:ext cx="136" cy="23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0" name="直接连接符 916508">
              <a:extLst>
                <a:ext uri="{FF2B5EF4-FFF2-40B4-BE49-F238E27FC236}">
                  <a16:creationId xmlns:a16="http://schemas.microsoft.com/office/drawing/2014/main" id="{1F1E7BA0-3DB0-44F7-9B1C-8A22CEA3D7D8}"/>
                </a:ext>
              </a:extLst>
            </p:cNvPr>
            <p:cNvSpPr>
              <a:spLocks noChangeShapeType="1"/>
            </p:cNvSpPr>
            <p:nvPr/>
          </p:nvSpPr>
          <p:spPr bwMode="auto">
            <a:xfrm flipV="1">
              <a:off x="2880" y="2410"/>
              <a:ext cx="0" cy="275"/>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1" name="直接连接符 916509">
              <a:extLst>
                <a:ext uri="{FF2B5EF4-FFF2-40B4-BE49-F238E27FC236}">
                  <a16:creationId xmlns:a16="http://schemas.microsoft.com/office/drawing/2014/main" id="{C0893791-6D6F-4590-BD56-189AE1DA2BF9}"/>
                </a:ext>
              </a:extLst>
            </p:cNvPr>
            <p:cNvSpPr>
              <a:spLocks noChangeShapeType="1"/>
            </p:cNvSpPr>
            <p:nvPr/>
          </p:nvSpPr>
          <p:spPr bwMode="auto">
            <a:xfrm>
              <a:off x="2880" y="2823"/>
              <a:ext cx="0" cy="23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2" name="直接连接符 916510">
              <a:extLst>
                <a:ext uri="{FF2B5EF4-FFF2-40B4-BE49-F238E27FC236}">
                  <a16:creationId xmlns:a16="http://schemas.microsoft.com/office/drawing/2014/main" id="{8FA29D97-E00B-417E-9B00-7C3CCBC89E5B}"/>
                </a:ext>
              </a:extLst>
            </p:cNvPr>
            <p:cNvSpPr>
              <a:spLocks noChangeShapeType="1"/>
            </p:cNvSpPr>
            <p:nvPr/>
          </p:nvSpPr>
          <p:spPr bwMode="auto">
            <a:xfrm>
              <a:off x="2880" y="3283"/>
              <a:ext cx="0" cy="184"/>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73" name="椭圆 916511">
              <a:extLst>
                <a:ext uri="{FF2B5EF4-FFF2-40B4-BE49-F238E27FC236}">
                  <a16:creationId xmlns:a16="http://schemas.microsoft.com/office/drawing/2014/main" id="{C099F397-B4F6-4341-8DA8-BE0FCE11E3B0}"/>
                </a:ext>
              </a:extLst>
            </p:cNvPr>
            <p:cNvSpPr>
              <a:spLocks noChangeArrowheads="1"/>
            </p:cNvSpPr>
            <p:nvPr/>
          </p:nvSpPr>
          <p:spPr bwMode="auto">
            <a:xfrm>
              <a:off x="4875" y="1858"/>
              <a:ext cx="635" cy="597"/>
            </a:xfrm>
            <a:prstGeom prst="ellipse">
              <a:avLst/>
            </a:prstGeom>
            <a:solidFill>
              <a:srgbClr val="FFCC00"/>
            </a:solidFill>
            <a:ln w="9525">
              <a:solidFill>
                <a:schemeClr val="tx1"/>
              </a:solidFill>
              <a:miter lim="800000"/>
              <a:headEnd/>
              <a:tailEnd/>
            </a:ln>
          </p:spPr>
          <p:txBody>
            <a:bodyPr wrap="none" anchor="ctr"/>
            <a:lstStyle/>
            <a:p>
              <a:pPr algn="ctr"/>
              <a:r>
                <a:rPr lang="en-US" altLang="zh-CN" sz="2000" b="1">
                  <a:latin typeface="Times New Roman" panose="02020603050405020304" pitchFamily="18" charset="0"/>
                  <a:ea typeface="宋体" panose="02010600030101010101" pitchFamily="2" charset="-122"/>
                </a:rPr>
                <a:t>DBMS</a:t>
              </a:r>
            </a:p>
          </p:txBody>
        </p:sp>
        <p:sp>
          <p:nvSpPr>
            <p:cNvPr id="31774" name="直接连接符 916512">
              <a:extLst>
                <a:ext uri="{FF2B5EF4-FFF2-40B4-BE49-F238E27FC236}">
                  <a16:creationId xmlns:a16="http://schemas.microsoft.com/office/drawing/2014/main" id="{9918C4BB-1C87-4972-A77D-B2AF6CB7FC84}"/>
                </a:ext>
              </a:extLst>
            </p:cNvPr>
            <p:cNvSpPr>
              <a:spLocks noChangeShapeType="1"/>
            </p:cNvSpPr>
            <p:nvPr/>
          </p:nvSpPr>
          <p:spPr bwMode="auto">
            <a:xfrm flipH="1">
              <a:off x="3243" y="2317"/>
              <a:ext cx="1678" cy="828"/>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5" name="直接连接符 916513">
              <a:extLst>
                <a:ext uri="{FF2B5EF4-FFF2-40B4-BE49-F238E27FC236}">
                  <a16:creationId xmlns:a16="http://schemas.microsoft.com/office/drawing/2014/main" id="{7B9492B9-EF79-4CCE-AD82-CED063E4614F}"/>
                </a:ext>
              </a:extLst>
            </p:cNvPr>
            <p:cNvSpPr>
              <a:spLocks noChangeShapeType="1"/>
            </p:cNvSpPr>
            <p:nvPr/>
          </p:nvSpPr>
          <p:spPr bwMode="auto">
            <a:xfrm flipH="1">
              <a:off x="3515" y="2226"/>
              <a:ext cx="1360" cy="505"/>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6" name="直接连接符 916514">
              <a:extLst>
                <a:ext uri="{FF2B5EF4-FFF2-40B4-BE49-F238E27FC236}">
                  <a16:creationId xmlns:a16="http://schemas.microsoft.com/office/drawing/2014/main" id="{B43DF7AB-E2C8-4C24-A210-ADA3DC13C187}"/>
                </a:ext>
              </a:extLst>
            </p:cNvPr>
            <p:cNvSpPr>
              <a:spLocks noChangeShapeType="1"/>
            </p:cNvSpPr>
            <p:nvPr/>
          </p:nvSpPr>
          <p:spPr bwMode="auto">
            <a:xfrm flipH="1">
              <a:off x="3787" y="2134"/>
              <a:ext cx="1088" cy="183"/>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7" name="直接连接符 916515">
              <a:extLst>
                <a:ext uri="{FF2B5EF4-FFF2-40B4-BE49-F238E27FC236}">
                  <a16:creationId xmlns:a16="http://schemas.microsoft.com/office/drawing/2014/main" id="{287F6329-BB58-40DD-BF1D-C5BDC01322C3}"/>
                </a:ext>
              </a:extLst>
            </p:cNvPr>
            <p:cNvSpPr>
              <a:spLocks noChangeShapeType="1"/>
            </p:cNvSpPr>
            <p:nvPr/>
          </p:nvSpPr>
          <p:spPr bwMode="auto">
            <a:xfrm flipH="1" flipV="1">
              <a:off x="4467" y="1950"/>
              <a:ext cx="408" cy="137"/>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8" name="直接连接符 916516">
              <a:extLst>
                <a:ext uri="{FF2B5EF4-FFF2-40B4-BE49-F238E27FC236}">
                  <a16:creationId xmlns:a16="http://schemas.microsoft.com/office/drawing/2014/main" id="{74F54865-0105-4028-9A63-5170EAF4D7BF}"/>
                </a:ext>
              </a:extLst>
            </p:cNvPr>
            <p:cNvSpPr>
              <a:spLocks noChangeShapeType="1"/>
            </p:cNvSpPr>
            <p:nvPr/>
          </p:nvSpPr>
          <p:spPr bwMode="auto">
            <a:xfrm flipH="1" flipV="1">
              <a:off x="4377" y="1490"/>
              <a:ext cx="544" cy="506"/>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9" name="直接连接符 916517">
              <a:extLst>
                <a:ext uri="{FF2B5EF4-FFF2-40B4-BE49-F238E27FC236}">
                  <a16:creationId xmlns:a16="http://schemas.microsoft.com/office/drawing/2014/main" id="{1EF03407-2490-4D57-A4D3-8E82E3F68CB4}"/>
                </a:ext>
              </a:extLst>
            </p:cNvPr>
            <p:cNvSpPr>
              <a:spLocks noChangeShapeType="1"/>
            </p:cNvSpPr>
            <p:nvPr/>
          </p:nvSpPr>
          <p:spPr bwMode="auto">
            <a:xfrm flipH="1" flipV="1">
              <a:off x="4921" y="1077"/>
              <a:ext cx="45" cy="827"/>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80" name="直接连接符 916518">
              <a:extLst>
                <a:ext uri="{FF2B5EF4-FFF2-40B4-BE49-F238E27FC236}">
                  <a16:creationId xmlns:a16="http://schemas.microsoft.com/office/drawing/2014/main" id="{AED3AF33-0262-4757-8BEC-6F9B15A9B914}"/>
                </a:ext>
              </a:extLst>
            </p:cNvPr>
            <p:cNvSpPr>
              <a:spLocks noChangeShapeType="1"/>
            </p:cNvSpPr>
            <p:nvPr/>
          </p:nvSpPr>
          <p:spPr bwMode="auto">
            <a:xfrm>
              <a:off x="4875" y="938"/>
              <a:ext cx="318" cy="0"/>
            </a:xfrm>
            <a:prstGeom prst="line">
              <a:avLst/>
            </a:prstGeom>
            <a:noFill/>
            <a:ln w="28575">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81" name="直接连接符 916519">
              <a:extLst>
                <a:ext uri="{FF2B5EF4-FFF2-40B4-BE49-F238E27FC236}">
                  <a16:creationId xmlns:a16="http://schemas.microsoft.com/office/drawing/2014/main" id="{AA49F7BF-09F9-439A-AB4E-F12E668E034F}"/>
                </a:ext>
              </a:extLst>
            </p:cNvPr>
            <p:cNvSpPr>
              <a:spLocks noChangeShapeType="1"/>
            </p:cNvSpPr>
            <p:nvPr/>
          </p:nvSpPr>
          <p:spPr bwMode="auto">
            <a:xfrm>
              <a:off x="4377" y="1444"/>
              <a:ext cx="317" cy="0"/>
            </a:xfrm>
            <a:prstGeom prst="line">
              <a:avLst/>
            </a:prstGeom>
            <a:noFill/>
            <a:ln w="28575">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82" name="直接连接符 916520">
              <a:extLst>
                <a:ext uri="{FF2B5EF4-FFF2-40B4-BE49-F238E27FC236}">
                  <a16:creationId xmlns:a16="http://schemas.microsoft.com/office/drawing/2014/main" id="{AFD2FA52-B925-42CA-9153-A409CEF39DB7}"/>
                </a:ext>
              </a:extLst>
            </p:cNvPr>
            <p:cNvSpPr>
              <a:spLocks noChangeShapeType="1"/>
            </p:cNvSpPr>
            <p:nvPr/>
          </p:nvSpPr>
          <p:spPr bwMode="auto">
            <a:xfrm>
              <a:off x="158" y="1950"/>
              <a:ext cx="1020" cy="0"/>
            </a:xfrm>
            <a:prstGeom prst="line">
              <a:avLst/>
            </a:prstGeom>
            <a:noFill/>
            <a:ln w="28575">
              <a:solidFill>
                <a:srgbClr val="A5002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83" name="文本框 916521">
              <a:extLst>
                <a:ext uri="{FF2B5EF4-FFF2-40B4-BE49-F238E27FC236}">
                  <a16:creationId xmlns:a16="http://schemas.microsoft.com/office/drawing/2014/main" id="{76A4887E-57C4-4195-A33C-3BE7BE48A961}"/>
                </a:ext>
              </a:extLst>
            </p:cNvPr>
            <p:cNvSpPr txBox="1">
              <a:spLocks noChangeArrowheads="1"/>
            </p:cNvSpPr>
            <p:nvPr/>
          </p:nvSpPr>
          <p:spPr bwMode="auto">
            <a:xfrm>
              <a:off x="3152" y="709"/>
              <a:ext cx="680" cy="25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latin typeface="楷体_GB2312" pitchFamily="49" charset="-122"/>
                </a:rPr>
                <a:t>用户</a:t>
              </a:r>
              <a:r>
                <a:rPr lang="en-US" altLang="zh-CN" sz="2000" b="1">
                  <a:latin typeface="楷体_GB2312" pitchFamily="49" charset="-122"/>
                </a:rPr>
                <a:t>A1</a:t>
              </a:r>
            </a:p>
          </p:txBody>
        </p:sp>
        <p:sp>
          <p:nvSpPr>
            <p:cNvPr id="31784" name="文本框 916522">
              <a:extLst>
                <a:ext uri="{FF2B5EF4-FFF2-40B4-BE49-F238E27FC236}">
                  <a16:creationId xmlns:a16="http://schemas.microsoft.com/office/drawing/2014/main" id="{6C0EDC5E-0F65-4DD3-9187-F9C149E7EC86}"/>
                </a:ext>
              </a:extLst>
            </p:cNvPr>
            <p:cNvSpPr txBox="1">
              <a:spLocks noChangeArrowheads="1"/>
            </p:cNvSpPr>
            <p:nvPr/>
          </p:nvSpPr>
          <p:spPr bwMode="auto">
            <a:xfrm>
              <a:off x="4104" y="709"/>
              <a:ext cx="680" cy="25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latin typeface="楷体_GB2312" pitchFamily="49" charset="-122"/>
                </a:rPr>
                <a:t>用户</a:t>
              </a:r>
              <a:r>
                <a:rPr lang="en-US" altLang="zh-CN" sz="2000" b="1">
                  <a:latin typeface="楷体_GB2312" pitchFamily="49" charset="-122"/>
                </a:rPr>
                <a:t>A1</a:t>
              </a:r>
            </a:p>
          </p:txBody>
        </p:sp>
      </p:grpSp>
      <p:sp>
        <p:nvSpPr>
          <p:cNvPr id="916527" name="矩形 916526">
            <a:extLst>
              <a:ext uri="{FF2B5EF4-FFF2-40B4-BE49-F238E27FC236}">
                <a16:creationId xmlns:a16="http://schemas.microsoft.com/office/drawing/2014/main" id="{1922A6A4-B035-41E8-A733-D8B4C596CA3E}"/>
              </a:ext>
            </a:extLst>
          </p:cNvPr>
          <p:cNvSpPr/>
          <p:nvPr/>
        </p:nvSpPr>
        <p:spPr>
          <a:xfrm>
            <a:off x="784225" y="201613"/>
            <a:ext cx="8277225"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sz="2900" noProof="1"/>
              <a:t>二、</a:t>
            </a:r>
            <a:r>
              <a:rPr lang="en-US" altLang="zh-CN" sz="2900" noProof="1"/>
              <a:t>DB</a:t>
            </a:r>
            <a:r>
              <a:rPr lang="zh-CN" altLang="en-US" sz="2900" noProof="1"/>
              <a:t>内部体系结构中的两级影射与数据独立性</a:t>
            </a:r>
            <a:r>
              <a:rPr lang="zh-CN" altLang="en-US" noProof="1"/>
              <a:t> </a:t>
            </a:r>
          </a:p>
        </p:txBody>
      </p:sp>
    </p:spTree>
  </p:cSld>
  <p:clrMapOvr>
    <a:masterClrMapping/>
  </p:clrMapOvr>
  <mc:AlternateContent xmlns:mc="http://schemas.openxmlformats.org/markup-compatibility/2006" xmlns:p14="http://schemas.microsoft.com/office/powerpoint/2010/main">
    <mc:Choice Requires="p14">
      <p:transition spd="slow" p14:dur="2000" advTm="8593"/>
    </mc:Choice>
    <mc:Fallback xmlns="">
      <p:transition spd="slow" advTm="8593"/>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文本框 917508">
            <a:extLst>
              <a:ext uri="{FF2B5EF4-FFF2-40B4-BE49-F238E27FC236}">
                <a16:creationId xmlns:a16="http://schemas.microsoft.com/office/drawing/2014/main" id="{FA91167C-3A68-4BA1-BEDE-9B67D49C35E0}"/>
              </a:ext>
            </a:extLst>
          </p:cNvPr>
          <p:cNvSpPr txBox="1">
            <a:spLocks noChangeArrowheads="1"/>
          </p:cNvSpPr>
          <p:nvPr/>
        </p:nvSpPr>
        <p:spPr bwMode="auto">
          <a:xfrm>
            <a:off x="2808288" y="6230938"/>
            <a:ext cx="4464050" cy="366712"/>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b="1">
                <a:latin typeface="Comic Sans MS" panose="030F0702030302020204" pitchFamily="66" charset="0"/>
                <a:ea typeface="宋体" panose="02010600030101010101" pitchFamily="2" charset="-122"/>
              </a:rPr>
              <a:t>图</a:t>
            </a:r>
            <a:r>
              <a:rPr lang="en-US" altLang="zh-CN" b="1">
                <a:latin typeface="Comic Sans MS" panose="030F0702030302020204" pitchFamily="66" charset="0"/>
                <a:ea typeface="宋体" panose="02010600030101010101" pitchFamily="2" charset="-122"/>
              </a:rPr>
              <a:t>1.14  </a:t>
            </a:r>
            <a:r>
              <a:rPr lang="zh-CN" altLang="en-US" b="1">
                <a:latin typeface="Comic Sans MS" panose="030F0702030302020204" pitchFamily="66" charset="0"/>
                <a:ea typeface="宋体" panose="02010600030101010101" pitchFamily="2" charset="-122"/>
              </a:rPr>
              <a:t>数据库系统的体系结构</a:t>
            </a:r>
          </a:p>
        </p:txBody>
      </p:sp>
      <p:grpSp>
        <p:nvGrpSpPr>
          <p:cNvPr id="32770" name="组合 917562">
            <a:extLst>
              <a:ext uri="{FF2B5EF4-FFF2-40B4-BE49-F238E27FC236}">
                <a16:creationId xmlns:a16="http://schemas.microsoft.com/office/drawing/2014/main" id="{D567342D-0679-416C-B6CB-CBFA8908118A}"/>
              </a:ext>
            </a:extLst>
          </p:cNvPr>
          <p:cNvGrpSpPr>
            <a:grpSpLocks/>
          </p:cNvGrpSpPr>
          <p:nvPr/>
        </p:nvGrpSpPr>
        <p:grpSpPr bwMode="auto">
          <a:xfrm>
            <a:off x="179388" y="1052513"/>
            <a:ext cx="8713787" cy="4962525"/>
            <a:chOff x="181" y="663"/>
            <a:chExt cx="5375" cy="3126"/>
          </a:xfrm>
        </p:grpSpPr>
        <p:sp>
          <p:nvSpPr>
            <p:cNvPr id="917511" name="文本框 917510">
              <a:extLst>
                <a:ext uri="{FF2B5EF4-FFF2-40B4-BE49-F238E27FC236}">
                  <a16:creationId xmlns:a16="http://schemas.microsoft.com/office/drawing/2014/main" id="{90F2292D-DF18-4E9F-86DE-3743E766C25F}"/>
                </a:ext>
              </a:extLst>
            </p:cNvPr>
            <p:cNvSpPr txBox="1"/>
            <p:nvPr/>
          </p:nvSpPr>
          <p:spPr>
            <a:xfrm>
              <a:off x="1066" y="939"/>
              <a:ext cx="816" cy="198"/>
            </a:xfrm>
            <a:prstGeom prst="rect">
              <a:avLst/>
            </a:prstGeom>
            <a:solidFill>
              <a:srgbClr val="33CC33">
                <a:alpha val="37000"/>
              </a:srgbClr>
            </a:solidFill>
            <a:ln w="9525" cap="flat" cmpd="sng">
              <a:solidFill>
                <a:schemeClr val="tx1"/>
              </a:solidFill>
              <a:prstDash val="solid"/>
              <a:miter/>
              <a:headEnd type="none" w="med" len="med"/>
              <a:tailEnd type="none" w="med" len="med"/>
            </a:ln>
          </p:spPr>
          <p:txBody>
            <a:bodyPr lIns="0" tIns="0" rIns="0" bIns="0">
              <a:spAutoFit/>
            </a:bodyPr>
            <a:lstStyle/>
            <a:p>
              <a:pPr>
                <a:spcBef>
                  <a:spcPct val="50000"/>
                </a:spcBef>
              </a:pPr>
              <a:r>
                <a:rPr lang="zh-CN" altLang="en-US" sz="2000" b="1" noProof="1">
                  <a:effectLst>
                    <a:outerShdw blurRad="38100" dist="38100" dir="2700000">
                      <a:srgbClr val="FFFFFF"/>
                    </a:outerShdw>
                  </a:effectLst>
                  <a:latin typeface="宋体" panose="02010600030101010101" pitchFamily="2" charset="-122"/>
                  <a:ea typeface="宋体" panose="02010600030101010101" pitchFamily="2" charset="-122"/>
                </a:rPr>
                <a:t>应用程序</a:t>
              </a:r>
              <a:r>
                <a:rPr lang="en-US" altLang="zh-CN" sz="2000" b="1" noProof="1">
                  <a:effectLst>
                    <a:outerShdw blurRad="38100" dist="38100" dir="2700000">
                      <a:srgbClr val="FFFFFF"/>
                    </a:outerShdw>
                  </a:effectLst>
                  <a:latin typeface="宋体" panose="02010600030101010101" pitchFamily="2" charset="-122"/>
                  <a:ea typeface="宋体" panose="02010600030101010101" pitchFamily="2" charset="-122"/>
                </a:rPr>
                <a:t>A1</a:t>
              </a:r>
            </a:p>
          </p:txBody>
        </p:sp>
        <p:sp>
          <p:nvSpPr>
            <p:cNvPr id="917512" name="文本框 917511">
              <a:extLst>
                <a:ext uri="{FF2B5EF4-FFF2-40B4-BE49-F238E27FC236}">
                  <a16:creationId xmlns:a16="http://schemas.microsoft.com/office/drawing/2014/main" id="{6B102C9F-2937-4AD3-BC88-5A3D34F51C71}"/>
                </a:ext>
              </a:extLst>
            </p:cNvPr>
            <p:cNvSpPr txBox="1"/>
            <p:nvPr/>
          </p:nvSpPr>
          <p:spPr>
            <a:xfrm>
              <a:off x="1973" y="939"/>
              <a:ext cx="816" cy="198"/>
            </a:xfrm>
            <a:prstGeom prst="rect">
              <a:avLst/>
            </a:prstGeom>
            <a:solidFill>
              <a:srgbClr val="33CC33">
                <a:alpha val="37000"/>
              </a:srgbClr>
            </a:solidFill>
            <a:ln w="9525" cap="flat" cmpd="sng">
              <a:solidFill>
                <a:schemeClr val="tx1"/>
              </a:solidFill>
              <a:prstDash val="solid"/>
              <a:miter/>
              <a:headEnd type="none" w="med" len="med"/>
              <a:tailEnd type="none" w="med" len="med"/>
            </a:ln>
          </p:spPr>
          <p:txBody>
            <a:bodyPr lIns="0" tIns="0" rIns="0" bIns="0">
              <a:spAutoFit/>
            </a:bodyPr>
            <a:lstStyle/>
            <a:p>
              <a:pPr>
                <a:spcBef>
                  <a:spcPct val="50000"/>
                </a:spcBef>
              </a:pPr>
              <a:r>
                <a:rPr lang="zh-CN" altLang="en-US" sz="2000" b="1" noProof="1">
                  <a:effectLst>
                    <a:outerShdw blurRad="38100" dist="38100" dir="2700000">
                      <a:srgbClr val="FFFFFF"/>
                    </a:outerShdw>
                  </a:effectLst>
                  <a:latin typeface="宋体" panose="02010600030101010101" pitchFamily="2" charset="-122"/>
                  <a:ea typeface="宋体" panose="02010600030101010101" pitchFamily="2" charset="-122"/>
                </a:rPr>
                <a:t>应用程序</a:t>
              </a:r>
              <a:r>
                <a:rPr lang="en-US" altLang="zh-CN" sz="2000" b="1" noProof="1">
                  <a:effectLst>
                    <a:outerShdw blurRad="38100" dist="38100" dir="2700000">
                      <a:srgbClr val="FFFFFF"/>
                    </a:outerShdw>
                  </a:effectLst>
                  <a:latin typeface="宋体" panose="02010600030101010101" pitchFamily="2" charset="-122"/>
                  <a:ea typeface="宋体" panose="02010600030101010101" pitchFamily="2" charset="-122"/>
                </a:rPr>
                <a:t>A2</a:t>
              </a:r>
            </a:p>
          </p:txBody>
        </p:sp>
        <p:sp>
          <p:nvSpPr>
            <p:cNvPr id="917513" name="文本框 917512">
              <a:extLst>
                <a:ext uri="{FF2B5EF4-FFF2-40B4-BE49-F238E27FC236}">
                  <a16:creationId xmlns:a16="http://schemas.microsoft.com/office/drawing/2014/main" id="{D84F6FC4-32EE-449F-BEF4-C4C20C0F82E4}"/>
                </a:ext>
              </a:extLst>
            </p:cNvPr>
            <p:cNvSpPr txBox="1"/>
            <p:nvPr/>
          </p:nvSpPr>
          <p:spPr>
            <a:xfrm>
              <a:off x="3062" y="939"/>
              <a:ext cx="907" cy="198"/>
            </a:xfrm>
            <a:prstGeom prst="rect">
              <a:avLst/>
            </a:prstGeom>
            <a:solidFill>
              <a:srgbClr val="33CC33">
                <a:alpha val="37000"/>
              </a:srgbClr>
            </a:solidFill>
            <a:ln w="9525" cap="flat" cmpd="sng">
              <a:solidFill>
                <a:schemeClr val="tx1"/>
              </a:solidFill>
              <a:prstDash val="solid"/>
              <a:miter/>
              <a:headEnd type="none" w="med" len="med"/>
              <a:tailEnd type="none" w="med" len="med"/>
            </a:ln>
          </p:spPr>
          <p:txBody>
            <a:bodyPr lIns="0" tIns="0" rIns="0" bIns="0">
              <a:spAutoFit/>
            </a:bodyPr>
            <a:lstStyle/>
            <a:p>
              <a:pPr>
                <a:spcBef>
                  <a:spcPct val="50000"/>
                </a:spcBef>
              </a:pPr>
              <a:r>
                <a:rPr lang="zh-CN" altLang="en-US" sz="2000" b="1" noProof="1">
                  <a:effectLst>
                    <a:outerShdw blurRad="38100" dist="38100" dir="2700000">
                      <a:srgbClr val="FFFFFF"/>
                    </a:outerShdw>
                  </a:effectLst>
                  <a:latin typeface="宋体" panose="02010600030101010101" pitchFamily="2" charset="-122"/>
                  <a:ea typeface="宋体" panose="02010600030101010101" pitchFamily="2" charset="-122"/>
                </a:rPr>
                <a:t>应用程序</a:t>
              </a:r>
              <a:r>
                <a:rPr lang="en-US" altLang="zh-CN" sz="2000" b="1" noProof="1">
                  <a:effectLst>
                    <a:outerShdw blurRad="38100" dist="38100" dir="2700000">
                      <a:srgbClr val="FFFFFF"/>
                    </a:outerShdw>
                  </a:effectLst>
                  <a:latin typeface="宋体" panose="02010600030101010101" pitchFamily="2" charset="-122"/>
                  <a:ea typeface="宋体" panose="02010600030101010101" pitchFamily="2" charset="-122"/>
                </a:rPr>
                <a:t>B1</a:t>
              </a:r>
            </a:p>
          </p:txBody>
        </p:sp>
        <p:sp>
          <p:nvSpPr>
            <p:cNvPr id="917514" name="文本框 917513">
              <a:extLst>
                <a:ext uri="{FF2B5EF4-FFF2-40B4-BE49-F238E27FC236}">
                  <a16:creationId xmlns:a16="http://schemas.microsoft.com/office/drawing/2014/main" id="{BFDF0CBC-9AFE-4F58-BD3B-CEA9B7B1EAB4}"/>
                </a:ext>
              </a:extLst>
            </p:cNvPr>
            <p:cNvSpPr txBox="1"/>
            <p:nvPr/>
          </p:nvSpPr>
          <p:spPr>
            <a:xfrm>
              <a:off x="4014" y="939"/>
              <a:ext cx="908" cy="198"/>
            </a:xfrm>
            <a:prstGeom prst="rect">
              <a:avLst/>
            </a:prstGeom>
            <a:solidFill>
              <a:srgbClr val="33CC33">
                <a:alpha val="37000"/>
              </a:srgbClr>
            </a:solidFill>
            <a:ln w="9525" cap="flat" cmpd="sng">
              <a:solidFill>
                <a:schemeClr val="tx1"/>
              </a:solidFill>
              <a:prstDash val="solid"/>
              <a:miter/>
              <a:headEnd type="none" w="med" len="med"/>
              <a:tailEnd type="none" w="med" len="med"/>
            </a:ln>
          </p:spPr>
          <p:txBody>
            <a:bodyPr lIns="0" tIns="0" rIns="0" bIns="0">
              <a:spAutoFit/>
            </a:bodyPr>
            <a:lstStyle/>
            <a:p>
              <a:pPr>
                <a:spcBef>
                  <a:spcPct val="50000"/>
                </a:spcBef>
              </a:pPr>
              <a:r>
                <a:rPr lang="zh-CN" altLang="en-US" sz="2000" b="1" noProof="1">
                  <a:effectLst>
                    <a:outerShdw blurRad="38100" dist="38100" dir="2700000">
                      <a:srgbClr val="FFFFFF"/>
                    </a:outerShdw>
                  </a:effectLst>
                  <a:latin typeface="宋体" panose="02010600030101010101" pitchFamily="2" charset="-122"/>
                  <a:ea typeface="宋体" panose="02010600030101010101" pitchFamily="2" charset="-122"/>
                </a:rPr>
                <a:t>应用程序</a:t>
              </a:r>
              <a:r>
                <a:rPr lang="en-US" altLang="zh-CN" sz="2000" b="1" noProof="1">
                  <a:effectLst>
                    <a:outerShdw blurRad="38100" dist="38100" dir="2700000">
                      <a:srgbClr val="FFFFFF"/>
                    </a:outerShdw>
                  </a:effectLst>
                  <a:latin typeface="宋体" panose="02010600030101010101" pitchFamily="2" charset="-122"/>
                  <a:ea typeface="宋体" panose="02010600030101010101" pitchFamily="2" charset="-122"/>
                </a:rPr>
                <a:t>B2</a:t>
              </a:r>
            </a:p>
          </p:txBody>
        </p:sp>
        <p:sp>
          <p:nvSpPr>
            <p:cNvPr id="32775" name="文本框 917514">
              <a:extLst>
                <a:ext uri="{FF2B5EF4-FFF2-40B4-BE49-F238E27FC236}">
                  <a16:creationId xmlns:a16="http://schemas.microsoft.com/office/drawing/2014/main" id="{1F6AE6FE-38C3-42AB-B2E0-1DB1E1C14780}"/>
                </a:ext>
              </a:extLst>
            </p:cNvPr>
            <p:cNvSpPr txBox="1">
              <a:spLocks noChangeArrowheads="1"/>
            </p:cNvSpPr>
            <p:nvPr/>
          </p:nvSpPr>
          <p:spPr bwMode="auto">
            <a:xfrm>
              <a:off x="1157" y="663"/>
              <a:ext cx="680" cy="25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latin typeface="楷体_GB2312" pitchFamily="49" charset="-122"/>
                </a:rPr>
                <a:t>用户</a:t>
              </a:r>
              <a:r>
                <a:rPr lang="en-US" altLang="zh-CN" sz="2000" b="1">
                  <a:latin typeface="楷体_GB2312" pitchFamily="49" charset="-122"/>
                </a:rPr>
                <a:t>A1</a:t>
              </a:r>
            </a:p>
          </p:txBody>
        </p:sp>
        <p:sp>
          <p:nvSpPr>
            <p:cNvPr id="32776" name="文本框 917515">
              <a:extLst>
                <a:ext uri="{FF2B5EF4-FFF2-40B4-BE49-F238E27FC236}">
                  <a16:creationId xmlns:a16="http://schemas.microsoft.com/office/drawing/2014/main" id="{CC2A8151-054B-431A-989B-1068465A4DE5}"/>
                </a:ext>
              </a:extLst>
            </p:cNvPr>
            <p:cNvSpPr txBox="1">
              <a:spLocks noChangeArrowheads="1"/>
            </p:cNvSpPr>
            <p:nvPr/>
          </p:nvSpPr>
          <p:spPr bwMode="auto">
            <a:xfrm>
              <a:off x="2064" y="663"/>
              <a:ext cx="680" cy="25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latin typeface="楷体_GB2312" pitchFamily="49" charset="-122"/>
                </a:rPr>
                <a:t>用户</a:t>
              </a:r>
              <a:r>
                <a:rPr lang="en-US" altLang="zh-CN" sz="2000" b="1">
                  <a:latin typeface="楷体_GB2312" pitchFamily="49" charset="-122"/>
                </a:rPr>
                <a:t>A1</a:t>
              </a:r>
            </a:p>
          </p:txBody>
        </p:sp>
        <p:sp>
          <p:nvSpPr>
            <p:cNvPr id="32777" name="直接连接符 917516">
              <a:extLst>
                <a:ext uri="{FF2B5EF4-FFF2-40B4-BE49-F238E27FC236}">
                  <a16:creationId xmlns:a16="http://schemas.microsoft.com/office/drawing/2014/main" id="{848C3CFC-A6CB-4C45-B153-A439BC0126C3}"/>
                </a:ext>
              </a:extLst>
            </p:cNvPr>
            <p:cNvSpPr>
              <a:spLocks noChangeShapeType="1"/>
            </p:cNvSpPr>
            <p:nvPr/>
          </p:nvSpPr>
          <p:spPr bwMode="auto">
            <a:xfrm flipH="1">
              <a:off x="204" y="892"/>
              <a:ext cx="793" cy="0"/>
            </a:xfrm>
            <a:prstGeom prst="line">
              <a:avLst/>
            </a:prstGeom>
            <a:noFill/>
            <a:ln w="28575">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7518" name="文本框 917517">
              <a:extLst>
                <a:ext uri="{FF2B5EF4-FFF2-40B4-BE49-F238E27FC236}">
                  <a16:creationId xmlns:a16="http://schemas.microsoft.com/office/drawing/2014/main" id="{0E58260C-AC3B-4226-85CE-492B03906ABC}"/>
                </a:ext>
              </a:extLst>
            </p:cNvPr>
            <p:cNvSpPr txBox="1"/>
            <p:nvPr/>
          </p:nvSpPr>
          <p:spPr>
            <a:xfrm>
              <a:off x="1474" y="1352"/>
              <a:ext cx="817" cy="198"/>
            </a:xfrm>
            <a:prstGeom prst="rect">
              <a:avLst/>
            </a:prstGeom>
            <a:solidFill>
              <a:srgbClr val="33CC33">
                <a:alpha val="37000"/>
              </a:srgbClr>
            </a:solidFill>
            <a:ln w="9525" cap="flat" cmpd="sng">
              <a:solidFill>
                <a:schemeClr val="tx1"/>
              </a:solidFill>
              <a:prstDash val="solid"/>
              <a:miter/>
              <a:headEnd type="none" w="med" len="med"/>
              <a:tailEnd type="none" w="med" len="med"/>
            </a:ln>
          </p:spPr>
          <p:txBody>
            <a:bodyPr lIns="0" tIns="0" rIns="0" bIns="0">
              <a:spAutoFit/>
            </a:bodyPr>
            <a:lstStyle/>
            <a:p>
              <a:pPr algn="ctr">
                <a:spcBef>
                  <a:spcPct val="50000"/>
                </a:spcBef>
              </a:pPr>
              <a:r>
                <a:rPr lang="zh-CN" altLang="en-US" sz="2000" b="1" noProof="1">
                  <a:effectLst>
                    <a:outerShdw blurRad="38100" dist="38100" dir="2700000">
                      <a:srgbClr val="FFFFFF"/>
                    </a:outerShdw>
                  </a:effectLst>
                  <a:latin typeface="宋体" panose="02010600030101010101" pitchFamily="2" charset="-122"/>
                  <a:ea typeface="宋体" panose="02010600030101010101" pitchFamily="2" charset="-122"/>
                </a:rPr>
                <a:t>外模式</a:t>
              </a:r>
              <a:r>
                <a:rPr lang="en-US" altLang="zh-CN" sz="2000" b="1" noProof="1">
                  <a:effectLst>
                    <a:outerShdw blurRad="38100" dist="38100" dir="2700000">
                      <a:srgbClr val="FFFFFF"/>
                    </a:outerShdw>
                  </a:effectLst>
                  <a:latin typeface="宋体" panose="02010600030101010101" pitchFamily="2" charset="-122"/>
                  <a:ea typeface="宋体" panose="02010600030101010101" pitchFamily="2" charset="-122"/>
                </a:rPr>
                <a:t>A</a:t>
              </a:r>
            </a:p>
          </p:txBody>
        </p:sp>
        <p:sp>
          <p:nvSpPr>
            <p:cNvPr id="917519" name="文本框 917518">
              <a:extLst>
                <a:ext uri="{FF2B5EF4-FFF2-40B4-BE49-F238E27FC236}">
                  <a16:creationId xmlns:a16="http://schemas.microsoft.com/office/drawing/2014/main" id="{64AF9816-3C78-4B90-8C8F-3639579D2DCA}"/>
                </a:ext>
              </a:extLst>
            </p:cNvPr>
            <p:cNvSpPr txBox="1"/>
            <p:nvPr/>
          </p:nvSpPr>
          <p:spPr>
            <a:xfrm>
              <a:off x="3606" y="1352"/>
              <a:ext cx="816" cy="198"/>
            </a:xfrm>
            <a:prstGeom prst="rect">
              <a:avLst/>
            </a:prstGeom>
            <a:solidFill>
              <a:srgbClr val="33CC33">
                <a:alpha val="37000"/>
              </a:srgbClr>
            </a:solidFill>
            <a:ln w="9525" cap="flat" cmpd="sng">
              <a:solidFill>
                <a:schemeClr val="tx1"/>
              </a:solidFill>
              <a:prstDash val="solid"/>
              <a:miter/>
              <a:headEnd type="none" w="med" len="med"/>
              <a:tailEnd type="none" w="med" len="med"/>
            </a:ln>
          </p:spPr>
          <p:txBody>
            <a:bodyPr lIns="0" tIns="0" rIns="0" bIns="0">
              <a:spAutoFit/>
            </a:bodyPr>
            <a:lstStyle/>
            <a:p>
              <a:pPr algn="ctr">
                <a:spcBef>
                  <a:spcPct val="50000"/>
                </a:spcBef>
              </a:pPr>
              <a:r>
                <a:rPr lang="zh-CN" altLang="en-US" sz="2000" b="1" noProof="1">
                  <a:effectLst>
                    <a:outerShdw blurRad="38100" dist="38100" dir="2700000">
                      <a:srgbClr val="FFFFFF"/>
                    </a:outerShdw>
                  </a:effectLst>
                  <a:latin typeface="宋体" panose="02010600030101010101" pitchFamily="2" charset="-122"/>
                  <a:ea typeface="宋体" panose="02010600030101010101" pitchFamily="2" charset="-122"/>
                </a:rPr>
                <a:t>外模式</a:t>
              </a:r>
              <a:r>
                <a:rPr lang="en-US" altLang="zh-CN" sz="2000" b="1" noProof="1">
                  <a:effectLst>
                    <a:outerShdw blurRad="38100" dist="38100" dir="2700000">
                      <a:srgbClr val="FFFFFF"/>
                    </a:outerShdw>
                  </a:effectLst>
                  <a:latin typeface="宋体" panose="02010600030101010101" pitchFamily="2" charset="-122"/>
                  <a:ea typeface="宋体" panose="02010600030101010101" pitchFamily="2" charset="-122"/>
                </a:rPr>
                <a:t>B</a:t>
              </a:r>
            </a:p>
          </p:txBody>
        </p:sp>
        <p:sp>
          <p:nvSpPr>
            <p:cNvPr id="32780" name="文本框 917519">
              <a:extLst>
                <a:ext uri="{FF2B5EF4-FFF2-40B4-BE49-F238E27FC236}">
                  <a16:creationId xmlns:a16="http://schemas.microsoft.com/office/drawing/2014/main" id="{3C0A8A45-9D5A-4A27-9DA9-7A6914ADF2B3}"/>
                </a:ext>
              </a:extLst>
            </p:cNvPr>
            <p:cNvSpPr txBox="1">
              <a:spLocks noChangeArrowheads="1"/>
            </p:cNvSpPr>
            <p:nvPr/>
          </p:nvSpPr>
          <p:spPr bwMode="auto">
            <a:xfrm>
              <a:off x="1247" y="1766"/>
              <a:ext cx="1782" cy="231"/>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b="1">
                  <a:latin typeface="宋体" panose="02010600030101010101" pitchFamily="2" charset="-122"/>
                  <a:ea typeface="宋体" panose="02010600030101010101" pitchFamily="2" charset="-122"/>
                </a:rPr>
                <a:t>外模式到模式的映象</a:t>
              </a:r>
              <a:r>
                <a:rPr lang="en-US" altLang="zh-CN" b="1">
                  <a:latin typeface="宋体" panose="02010600030101010101" pitchFamily="2" charset="-122"/>
                  <a:ea typeface="宋体" panose="02010600030101010101" pitchFamily="2" charset="-122"/>
                </a:rPr>
                <a:t>A</a:t>
              </a:r>
            </a:p>
          </p:txBody>
        </p:sp>
        <p:sp>
          <p:nvSpPr>
            <p:cNvPr id="32781" name="文本框 917520">
              <a:extLst>
                <a:ext uri="{FF2B5EF4-FFF2-40B4-BE49-F238E27FC236}">
                  <a16:creationId xmlns:a16="http://schemas.microsoft.com/office/drawing/2014/main" id="{5610F270-A507-4CA1-9CA9-564D98EF5E7F}"/>
                </a:ext>
              </a:extLst>
            </p:cNvPr>
            <p:cNvSpPr txBox="1">
              <a:spLocks noChangeArrowheads="1"/>
            </p:cNvSpPr>
            <p:nvPr/>
          </p:nvSpPr>
          <p:spPr bwMode="auto">
            <a:xfrm>
              <a:off x="3062" y="1766"/>
              <a:ext cx="1782" cy="231"/>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b="1">
                  <a:latin typeface="宋体" panose="02010600030101010101" pitchFamily="2" charset="-122"/>
                  <a:ea typeface="宋体" panose="02010600030101010101" pitchFamily="2" charset="-122"/>
                </a:rPr>
                <a:t>外模式到模式的映象</a:t>
              </a:r>
              <a:r>
                <a:rPr lang="en-US" altLang="zh-CN" b="1">
                  <a:latin typeface="宋体" panose="02010600030101010101" pitchFamily="2" charset="-122"/>
                  <a:ea typeface="宋体" panose="02010600030101010101" pitchFamily="2" charset="-122"/>
                </a:rPr>
                <a:t>B</a:t>
              </a:r>
            </a:p>
          </p:txBody>
        </p:sp>
        <p:sp>
          <p:nvSpPr>
            <p:cNvPr id="917522" name="文本框 917521">
              <a:extLst>
                <a:ext uri="{FF2B5EF4-FFF2-40B4-BE49-F238E27FC236}">
                  <a16:creationId xmlns:a16="http://schemas.microsoft.com/office/drawing/2014/main" id="{2F409ECA-99E4-4364-9A2A-42DDB429C076}"/>
                </a:ext>
              </a:extLst>
            </p:cNvPr>
            <p:cNvSpPr txBox="1"/>
            <p:nvPr/>
          </p:nvSpPr>
          <p:spPr>
            <a:xfrm>
              <a:off x="2064" y="2180"/>
              <a:ext cx="1768" cy="198"/>
            </a:xfrm>
            <a:prstGeom prst="rect">
              <a:avLst/>
            </a:prstGeom>
            <a:solidFill>
              <a:srgbClr val="33CC33">
                <a:alpha val="23000"/>
              </a:srgbClr>
            </a:solidFill>
            <a:ln w="9525" cap="flat" cmpd="sng">
              <a:solidFill>
                <a:schemeClr val="tx1"/>
              </a:solidFill>
              <a:prstDash val="solid"/>
              <a:miter/>
              <a:headEnd type="none" w="med" len="med"/>
              <a:tailEnd type="none" w="med" len="med"/>
            </a:ln>
          </p:spPr>
          <p:txBody>
            <a:bodyPr lIns="0" tIns="0" rIns="0" bIns="0">
              <a:spAutoFit/>
            </a:bodyPr>
            <a:lstStyle/>
            <a:p>
              <a:pPr algn="ctr">
                <a:spcBef>
                  <a:spcPct val="50000"/>
                </a:spcBef>
              </a:pPr>
              <a:r>
                <a:rPr lang="zh-CN" altLang="en-US" sz="2000" b="1" noProof="1">
                  <a:effectLst>
                    <a:outerShdw blurRad="38100" dist="38100" dir="2700000">
                      <a:srgbClr val="FFFFFF"/>
                    </a:outerShdw>
                  </a:effectLst>
                  <a:latin typeface="宋体" panose="02010600030101010101" pitchFamily="2" charset="-122"/>
                  <a:ea typeface="宋体" panose="02010600030101010101" pitchFamily="2" charset="-122"/>
                </a:rPr>
                <a:t>逻辑模式</a:t>
              </a:r>
            </a:p>
          </p:txBody>
        </p:sp>
        <p:sp>
          <p:nvSpPr>
            <p:cNvPr id="32783" name="文本框 917522">
              <a:extLst>
                <a:ext uri="{FF2B5EF4-FFF2-40B4-BE49-F238E27FC236}">
                  <a16:creationId xmlns:a16="http://schemas.microsoft.com/office/drawing/2014/main" id="{23D837DD-D557-46BF-B768-83DE1EC160A5}"/>
                </a:ext>
              </a:extLst>
            </p:cNvPr>
            <p:cNvSpPr txBox="1">
              <a:spLocks noChangeArrowheads="1"/>
            </p:cNvSpPr>
            <p:nvPr/>
          </p:nvSpPr>
          <p:spPr bwMode="auto">
            <a:xfrm>
              <a:off x="2200" y="2594"/>
              <a:ext cx="1782" cy="231"/>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b="1">
                  <a:latin typeface="宋体" panose="02010600030101010101" pitchFamily="2" charset="-122"/>
                  <a:ea typeface="宋体" panose="02010600030101010101" pitchFamily="2" charset="-122"/>
                </a:rPr>
                <a:t>模式到内模式的映象</a:t>
              </a:r>
            </a:p>
          </p:txBody>
        </p:sp>
        <p:sp>
          <p:nvSpPr>
            <p:cNvPr id="917524" name="文本框 917523">
              <a:extLst>
                <a:ext uri="{FF2B5EF4-FFF2-40B4-BE49-F238E27FC236}">
                  <a16:creationId xmlns:a16="http://schemas.microsoft.com/office/drawing/2014/main" id="{E018C049-7FE5-40DC-9D28-DE37155B9009}"/>
                </a:ext>
              </a:extLst>
            </p:cNvPr>
            <p:cNvSpPr txBox="1"/>
            <p:nvPr/>
          </p:nvSpPr>
          <p:spPr>
            <a:xfrm>
              <a:off x="2472" y="3007"/>
              <a:ext cx="816" cy="198"/>
            </a:xfrm>
            <a:prstGeom prst="rect">
              <a:avLst/>
            </a:prstGeom>
            <a:solidFill>
              <a:srgbClr val="CCFFFF">
                <a:alpha val="37000"/>
              </a:srgbClr>
            </a:solidFill>
            <a:ln w="9525" cap="flat" cmpd="sng">
              <a:solidFill>
                <a:schemeClr val="tx1"/>
              </a:solidFill>
              <a:prstDash val="solid"/>
              <a:miter/>
              <a:headEnd type="none" w="med" len="med"/>
              <a:tailEnd type="none" w="med" len="med"/>
            </a:ln>
          </p:spPr>
          <p:txBody>
            <a:bodyPr lIns="0" tIns="0" rIns="0" bIns="0">
              <a:spAutoFit/>
            </a:bodyPr>
            <a:lstStyle/>
            <a:p>
              <a:pPr algn="ctr">
                <a:spcBef>
                  <a:spcPct val="50000"/>
                </a:spcBef>
              </a:pPr>
              <a:r>
                <a:rPr lang="zh-CN" altLang="en-US" sz="2000" b="1" noProof="1">
                  <a:effectLst>
                    <a:outerShdw blurRad="38100" dist="38100" dir="2700000">
                      <a:srgbClr val="FFFFFF"/>
                    </a:outerShdw>
                  </a:effectLst>
                  <a:latin typeface="宋体" panose="02010600030101010101" pitchFamily="2" charset="-122"/>
                  <a:ea typeface="宋体" panose="02010600030101010101" pitchFamily="2" charset="-122"/>
                </a:rPr>
                <a:t>内模式</a:t>
              </a:r>
            </a:p>
          </p:txBody>
        </p:sp>
        <p:sp>
          <p:nvSpPr>
            <p:cNvPr id="32785" name="流程图: 磁盘 917524">
              <a:extLst>
                <a:ext uri="{FF2B5EF4-FFF2-40B4-BE49-F238E27FC236}">
                  <a16:creationId xmlns:a16="http://schemas.microsoft.com/office/drawing/2014/main" id="{7BBA1CA0-DCD8-4059-A665-B730CBCFB479}"/>
                </a:ext>
              </a:extLst>
            </p:cNvPr>
            <p:cNvSpPr>
              <a:spLocks noChangeArrowheads="1"/>
            </p:cNvSpPr>
            <p:nvPr/>
          </p:nvSpPr>
          <p:spPr bwMode="auto">
            <a:xfrm>
              <a:off x="2472" y="3421"/>
              <a:ext cx="953" cy="368"/>
            </a:xfrm>
            <a:prstGeom prst="flowChartMagneticDisk">
              <a:avLst/>
            </a:prstGeom>
            <a:solidFill>
              <a:srgbClr val="99CCFF">
                <a:alpha val="50999"/>
              </a:srgbClr>
            </a:solidFill>
            <a:ln w="9525">
              <a:solidFill>
                <a:schemeClr val="tx1"/>
              </a:solidFill>
              <a:miter lim="800000"/>
              <a:headEnd/>
              <a:tailEnd/>
            </a:ln>
          </p:spPr>
          <p:txBody>
            <a:bodyPr wrap="none" anchor="ctr"/>
            <a:lstStyle/>
            <a:p>
              <a:pPr algn="ctr"/>
              <a:r>
                <a:rPr lang="zh-CN" altLang="en-US" b="1">
                  <a:latin typeface="Comic Sans MS" panose="030F0702030302020204" pitchFamily="66" charset="0"/>
                  <a:ea typeface="宋体" panose="02010600030101010101" pitchFamily="2" charset="-122"/>
                </a:rPr>
                <a:t>数据库</a:t>
              </a:r>
            </a:p>
          </p:txBody>
        </p:sp>
        <p:sp>
          <p:nvSpPr>
            <p:cNvPr id="32786" name="文本框 917525">
              <a:extLst>
                <a:ext uri="{FF2B5EF4-FFF2-40B4-BE49-F238E27FC236}">
                  <a16:creationId xmlns:a16="http://schemas.microsoft.com/office/drawing/2014/main" id="{58FBCA3D-9168-4305-86E5-45F5E346167F}"/>
                </a:ext>
              </a:extLst>
            </p:cNvPr>
            <p:cNvSpPr txBox="1">
              <a:spLocks noChangeArrowheads="1"/>
            </p:cNvSpPr>
            <p:nvPr/>
          </p:nvSpPr>
          <p:spPr bwMode="auto">
            <a:xfrm>
              <a:off x="204" y="1628"/>
              <a:ext cx="1134" cy="25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latin typeface="Comic Sans MS" panose="030F0702030302020204" pitchFamily="66" charset="0"/>
                </a:rPr>
                <a:t>局部逻辑结构</a:t>
              </a:r>
            </a:p>
          </p:txBody>
        </p:sp>
        <p:sp>
          <p:nvSpPr>
            <p:cNvPr id="32787" name="文本框 917526">
              <a:extLst>
                <a:ext uri="{FF2B5EF4-FFF2-40B4-BE49-F238E27FC236}">
                  <a16:creationId xmlns:a16="http://schemas.microsoft.com/office/drawing/2014/main" id="{9B1DAACD-AE0C-4078-845B-5B2FDE052549}"/>
                </a:ext>
              </a:extLst>
            </p:cNvPr>
            <p:cNvSpPr txBox="1">
              <a:spLocks noChangeArrowheads="1"/>
            </p:cNvSpPr>
            <p:nvPr/>
          </p:nvSpPr>
          <p:spPr bwMode="auto">
            <a:xfrm>
              <a:off x="204" y="1950"/>
              <a:ext cx="953" cy="25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solidFill>
                    <a:srgbClr val="D60093"/>
                  </a:solidFill>
                  <a:latin typeface="Comic Sans MS" panose="030F0702030302020204" pitchFamily="66" charset="0"/>
                </a:rPr>
                <a:t>概念级</a:t>
              </a:r>
              <a:r>
                <a:rPr lang="en-US" altLang="zh-CN" sz="2000" b="1">
                  <a:solidFill>
                    <a:srgbClr val="D60093"/>
                  </a:solidFill>
                  <a:latin typeface="Comic Sans MS" panose="030F0702030302020204" pitchFamily="66" charset="0"/>
                </a:rPr>
                <a:t>DB</a:t>
              </a:r>
            </a:p>
          </p:txBody>
        </p:sp>
        <p:sp>
          <p:nvSpPr>
            <p:cNvPr id="32788" name="直接连接符 917527">
              <a:extLst>
                <a:ext uri="{FF2B5EF4-FFF2-40B4-BE49-F238E27FC236}">
                  <a16:creationId xmlns:a16="http://schemas.microsoft.com/office/drawing/2014/main" id="{13F5BF5D-AC2C-45E2-9020-80E2BFBE9B3C}"/>
                </a:ext>
              </a:extLst>
            </p:cNvPr>
            <p:cNvSpPr>
              <a:spLocks noChangeShapeType="1"/>
            </p:cNvSpPr>
            <p:nvPr/>
          </p:nvSpPr>
          <p:spPr bwMode="auto">
            <a:xfrm flipV="1">
              <a:off x="249" y="2732"/>
              <a:ext cx="1860" cy="0"/>
            </a:xfrm>
            <a:prstGeom prst="line">
              <a:avLst/>
            </a:prstGeom>
            <a:noFill/>
            <a:ln w="28575">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89" name="文本框 917528">
              <a:extLst>
                <a:ext uri="{FF2B5EF4-FFF2-40B4-BE49-F238E27FC236}">
                  <a16:creationId xmlns:a16="http://schemas.microsoft.com/office/drawing/2014/main" id="{81FB3C81-EE97-4D4C-B123-C9EEA9732B7F}"/>
                </a:ext>
              </a:extLst>
            </p:cNvPr>
            <p:cNvSpPr txBox="1">
              <a:spLocks noChangeArrowheads="1"/>
            </p:cNvSpPr>
            <p:nvPr/>
          </p:nvSpPr>
          <p:spPr bwMode="auto">
            <a:xfrm>
              <a:off x="249" y="2409"/>
              <a:ext cx="1134" cy="25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latin typeface="Comic Sans MS" panose="030F0702030302020204" pitchFamily="66" charset="0"/>
                </a:rPr>
                <a:t>全局逻辑结构</a:t>
              </a:r>
            </a:p>
          </p:txBody>
        </p:sp>
        <p:sp>
          <p:nvSpPr>
            <p:cNvPr id="32790" name="文本框 917529">
              <a:extLst>
                <a:ext uri="{FF2B5EF4-FFF2-40B4-BE49-F238E27FC236}">
                  <a16:creationId xmlns:a16="http://schemas.microsoft.com/office/drawing/2014/main" id="{EE7FDE78-A381-4929-94FD-0EB97CBAEBE1}"/>
                </a:ext>
              </a:extLst>
            </p:cNvPr>
            <p:cNvSpPr txBox="1">
              <a:spLocks noChangeArrowheads="1"/>
            </p:cNvSpPr>
            <p:nvPr/>
          </p:nvSpPr>
          <p:spPr bwMode="auto">
            <a:xfrm>
              <a:off x="295" y="2777"/>
              <a:ext cx="998" cy="25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solidFill>
                    <a:srgbClr val="D60093"/>
                  </a:solidFill>
                  <a:latin typeface="Comic Sans MS" panose="030F0702030302020204" pitchFamily="66" charset="0"/>
                </a:rPr>
                <a:t>存储级</a:t>
              </a:r>
              <a:r>
                <a:rPr lang="en-US" altLang="zh-CN" sz="2000" b="1">
                  <a:solidFill>
                    <a:srgbClr val="D60093"/>
                  </a:solidFill>
                  <a:latin typeface="Comic Sans MS" panose="030F0702030302020204" pitchFamily="66" charset="0"/>
                </a:rPr>
                <a:t>DB</a:t>
              </a:r>
            </a:p>
          </p:txBody>
        </p:sp>
        <p:sp>
          <p:nvSpPr>
            <p:cNvPr id="32791" name="直接连接符 917530">
              <a:extLst>
                <a:ext uri="{FF2B5EF4-FFF2-40B4-BE49-F238E27FC236}">
                  <a16:creationId xmlns:a16="http://schemas.microsoft.com/office/drawing/2014/main" id="{6529D3A9-D82E-4D73-BAC6-25E77B0DFCE3}"/>
                </a:ext>
              </a:extLst>
            </p:cNvPr>
            <p:cNvSpPr>
              <a:spLocks noChangeShapeType="1"/>
            </p:cNvSpPr>
            <p:nvPr/>
          </p:nvSpPr>
          <p:spPr bwMode="auto">
            <a:xfrm>
              <a:off x="204" y="3467"/>
              <a:ext cx="2223" cy="0"/>
            </a:xfrm>
            <a:prstGeom prst="line">
              <a:avLst/>
            </a:prstGeom>
            <a:noFill/>
            <a:ln w="28575">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92" name="文本框 917531">
              <a:extLst>
                <a:ext uri="{FF2B5EF4-FFF2-40B4-BE49-F238E27FC236}">
                  <a16:creationId xmlns:a16="http://schemas.microsoft.com/office/drawing/2014/main" id="{E7F7B711-0141-47A1-B161-D63A6AEB0298}"/>
                </a:ext>
              </a:extLst>
            </p:cNvPr>
            <p:cNvSpPr txBox="1">
              <a:spLocks noChangeArrowheads="1"/>
            </p:cNvSpPr>
            <p:nvPr/>
          </p:nvSpPr>
          <p:spPr bwMode="auto">
            <a:xfrm>
              <a:off x="249" y="3191"/>
              <a:ext cx="1134" cy="25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latin typeface="Comic Sans MS" panose="030F0702030302020204" pitchFamily="66" charset="0"/>
                </a:rPr>
                <a:t>存储组织结构</a:t>
              </a:r>
            </a:p>
          </p:txBody>
        </p:sp>
        <p:sp>
          <p:nvSpPr>
            <p:cNvPr id="32793" name="直接连接符 917532">
              <a:extLst>
                <a:ext uri="{FF2B5EF4-FFF2-40B4-BE49-F238E27FC236}">
                  <a16:creationId xmlns:a16="http://schemas.microsoft.com/office/drawing/2014/main" id="{5B4430E8-78BC-4D7A-8BFA-8226BA49F3DD}"/>
                </a:ext>
              </a:extLst>
            </p:cNvPr>
            <p:cNvSpPr>
              <a:spLocks noChangeShapeType="1"/>
            </p:cNvSpPr>
            <p:nvPr/>
          </p:nvSpPr>
          <p:spPr bwMode="auto">
            <a:xfrm>
              <a:off x="1474" y="1122"/>
              <a:ext cx="318" cy="230"/>
            </a:xfrm>
            <a:prstGeom prst="line">
              <a:avLst/>
            </a:prstGeom>
            <a:noFill/>
            <a:ln w="952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794" name="直接连接符 917533">
              <a:extLst>
                <a:ext uri="{FF2B5EF4-FFF2-40B4-BE49-F238E27FC236}">
                  <a16:creationId xmlns:a16="http://schemas.microsoft.com/office/drawing/2014/main" id="{9E0FC20C-3261-496E-9CE8-2E8B3A563FFD}"/>
                </a:ext>
              </a:extLst>
            </p:cNvPr>
            <p:cNvSpPr>
              <a:spLocks noChangeShapeType="1"/>
            </p:cNvSpPr>
            <p:nvPr/>
          </p:nvSpPr>
          <p:spPr bwMode="auto">
            <a:xfrm flipH="1">
              <a:off x="1837" y="1122"/>
              <a:ext cx="499" cy="230"/>
            </a:xfrm>
            <a:prstGeom prst="line">
              <a:avLst/>
            </a:prstGeom>
            <a:noFill/>
            <a:ln w="952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795" name="直接连接符 917534">
              <a:extLst>
                <a:ext uri="{FF2B5EF4-FFF2-40B4-BE49-F238E27FC236}">
                  <a16:creationId xmlns:a16="http://schemas.microsoft.com/office/drawing/2014/main" id="{F93352B2-3B4F-4410-95E6-6A6820B66514}"/>
                </a:ext>
              </a:extLst>
            </p:cNvPr>
            <p:cNvSpPr>
              <a:spLocks noChangeShapeType="1"/>
            </p:cNvSpPr>
            <p:nvPr/>
          </p:nvSpPr>
          <p:spPr bwMode="auto">
            <a:xfrm>
              <a:off x="3470" y="1122"/>
              <a:ext cx="454" cy="230"/>
            </a:xfrm>
            <a:prstGeom prst="line">
              <a:avLst/>
            </a:prstGeom>
            <a:noFill/>
            <a:ln w="952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796" name="直接连接符 917535">
              <a:extLst>
                <a:ext uri="{FF2B5EF4-FFF2-40B4-BE49-F238E27FC236}">
                  <a16:creationId xmlns:a16="http://schemas.microsoft.com/office/drawing/2014/main" id="{82F53800-0978-4197-A211-0194CCDDDF80}"/>
                </a:ext>
              </a:extLst>
            </p:cNvPr>
            <p:cNvSpPr>
              <a:spLocks noChangeShapeType="1"/>
            </p:cNvSpPr>
            <p:nvPr/>
          </p:nvSpPr>
          <p:spPr bwMode="auto">
            <a:xfrm flipH="1">
              <a:off x="3969" y="1122"/>
              <a:ext cx="454" cy="230"/>
            </a:xfrm>
            <a:prstGeom prst="line">
              <a:avLst/>
            </a:prstGeom>
            <a:noFill/>
            <a:ln w="952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797" name="直接连接符 917536">
              <a:extLst>
                <a:ext uri="{FF2B5EF4-FFF2-40B4-BE49-F238E27FC236}">
                  <a16:creationId xmlns:a16="http://schemas.microsoft.com/office/drawing/2014/main" id="{D2891F5B-3FE3-4357-8647-039672FE0196}"/>
                </a:ext>
              </a:extLst>
            </p:cNvPr>
            <p:cNvSpPr>
              <a:spLocks noChangeShapeType="1"/>
            </p:cNvSpPr>
            <p:nvPr/>
          </p:nvSpPr>
          <p:spPr bwMode="auto">
            <a:xfrm flipH="1" flipV="1">
              <a:off x="1746" y="1582"/>
              <a:ext cx="182" cy="23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798" name="直接连接符 917537">
              <a:extLst>
                <a:ext uri="{FF2B5EF4-FFF2-40B4-BE49-F238E27FC236}">
                  <a16:creationId xmlns:a16="http://schemas.microsoft.com/office/drawing/2014/main" id="{AF6705BF-BC96-46FF-A593-0E04D8CA941E}"/>
                </a:ext>
              </a:extLst>
            </p:cNvPr>
            <p:cNvSpPr>
              <a:spLocks noChangeShapeType="1"/>
            </p:cNvSpPr>
            <p:nvPr/>
          </p:nvSpPr>
          <p:spPr bwMode="auto">
            <a:xfrm flipV="1">
              <a:off x="3833" y="1536"/>
              <a:ext cx="136" cy="276"/>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799" name="直接连接符 917538">
              <a:extLst>
                <a:ext uri="{FF2B5EF4-FFF2-40B4-BE49-F238E27FC236}">
                  <a16:creationId xmlns:a16="http://schemas.microsoft.com/office/drawing/2014/main" id="{48756FFC-046C-46A9-B9CF-9984A107CB44}"/>
                </a:ext>
              </a:extLst>
            </p:cNvPr>
            <p:cNvSpPr>
              <a:spLocks noChangeShapeType="1"/>
            </p:cNvSpPr>
            <p:nvPr/>
          </p:nvSpPr>
          <p:spPr bwMode="auto">
            <a:xfrm>
              <a:off x="2018" y="1950"/>
              <a:ext cx="227" cy="23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800" name="直接连接符 917539">
              <a:extLst>
                <a:ext uri="{FF2B5EF4-FFF2-40B4-BE49-F238E27FC236}">
                  <a16:creationId xmlns:a16="http://schemas.microsoft.com/office/drawing/2014/main" id="{F2698D1C-1E6F-4594-B533-F8D95C946245}"/>
                </a:ext>
              </a:extLst>
            </p:cNvPr>
            <p:cNvSpPr>
              <a:spLocks noChangeShapeType="1"/>
            </p:cNvSpPr>
            <p:nvPr/>
          </p:nvSpPr>
          <p:spPr bwMode="auto">
            <a:xfrm flipH="1">
              <a:off x="3651" y="1950"/>
              <a:ext cx="136" cy="23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801" name="直接连接符 917540">
              <a:extLst>
                <a:ext uri="{FF2B5EF4-FFF2-40B4-BE49-F238E27FC236}">
                  <a16:creationId xmlns:a16="http://schemas.microsoft.com/office/drawing/2014/main" id="{710250ED-6611-492E-AABE-343FFBA6C9C1}"/>
                </a:ext>
              </a:extLst>
            </p:cNvPr>
            <p:cNvSpPr>
              <a:spLocks noChangeShapeType="1"/>
            </p:cNvSpPr>
            <p:nvPr/>
          </p:nvSpPr>
          <p:spPr bwMode="auto">
            <a:xfrm flipV="1">
              <a:off x="2926" y="2364"/>
              <a:ext cx="0" cy="275"/>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802" name="直接连接符 917541">
              <a:extLst>
                <a:ext uri="{FF2B5EF4-FFF2-40B4-BE49-F238E27FC236}">
                  <a16:creationId xmlns:a16="http://schemas.microsoft.com/office/drawing/2014/main" id="{7CCB0074-1A8E-4F69-B112-5E8A257C39E8}"/>
                </a:ext>
              </a:extLst>
            </p:cNvPr>
            <p:cNvSpPr>
              <a:spLocks noChangeShapeType="1"/>
            </p:cNvSpPr>
            <p:nvPr/>
          </p:nvSpPr>
          <p:spPr bwMode="auto">
            <a:xfrm>
              <a:off x="2926" y="2777"/>
              <a:ext cx="0" cy="23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803" name="直接连接符 917542">
              <a:extLst>
                <a:ext uri="{FF2B5EF4-FFF2-40B4-BE49-F238E27FC236}">
                  <a16:creationId xmlns:a16="http://schemas.microsoft.com/office/drawing/2014/main" id="{FD3FE07E-7375-4C03-8B3F-C39749D85313}"/>
                </a:ext>
              </a:extLst>
            </p:cNvPr>
            <p:cNvSpPr>
              <a:spLocks noChangeShapeType="1"/>
            </p:cNvSpPr>
            <p:nvPr/>
          </p:nvSpPr>
          <p:spPr bwMode="auto">
            <a:xfrm>
              <a:off x="2926" y="3237"/>
              <a:ext cx="0" cy="184"/>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04" name="椭圆 917543">
              <a:extLst>
                <a:ext uri="{FF2B5EF4-FFF2-40B4-BE49-F238E27FC236}">
                  <a16:creationId xmlns:a16="http://schemas.microsoft.com/office/drawing/2014/main" id="{859778D6-BE4F-43BB-BAE3-10662D27D0B0}"/>
                </a:ext>
              </a:extLst>
            </p:cNvPr>
            <p:cNvSpPr>
              <a:spLocks noChangeArrowheads="1"/>
            </p:cNvSpPr>
            <p:nvPr/>
          </p:nvSpPr>
          <p:spPr bwMode="auto">
            <a:xfrm>
              <a:off x="4921" y="1812"/>
              <a:ext cx="635" cy="597"/>
            </a:xfrm>
            <a:prstGeom prst="ellipse">
              <a:avLst/>
            </a:prstGeom>
            <a:solidFill>
              <a:srgbClr val="FFCC00"/>
            </a:solidFill>
            <a:ln w="9525">
              <a:solidFill>
                <a:schemeClr val="tx1"/>
              </a:solidFill>
              <a:miter lim="800000"/>
              <a:headEnd/>
              <a:tailEnd/>
            </a:ln>
          </p:spPr>
          <p:txBody>
            <a:bodyPr wrap="none" anchor="ctr"/>
            <a:lstStyle/>
            <a:p>
              <a:pPr algn="ctr"/>
              <a:r>
                <a:rPr lang="en-US" altLang="zh-CN" sz="2000" b="1">
                  <a:latin typeface="Times New Roman" panose="02020603050405020304" pitchFamily="18" charset="0"/>
                  <a:ea typeface="宋体" panose="02010600030101010101" pitchFamily="2" charset="-122"/>
                </a:rPr>
                <a:t>DBMS</a:t>
              </a:r>
            </a:p>
          </p:txBody>
        </p:sp>
        <p:sp>
          <p:nvSpPr>
            <p:cNvPr id="32805" name="椭圆 917544">
              <a:extLst>
                <a:ext uri="{FF2B5EF4-FFF2-40B4-BE49-F238E27FC236}">
                  <a16:creationId xmlns:a16="http://schemas.microsoft.com/office/drawing/2014/main" id="{84D1664C-FA9C-4123-B8AB-81069E9C3C88}"/>
                </a:ext>
              </a:extLst>
            </p:cNvPr>
            <p:cNvSpPr>
              <a:spLocks noChangeArrowheads="1"/>
            </p:cNvSpPr>
            <p:nvPr/>
          </p:nvSpPr>
          <p:spPr bwMode="auto">
            <a:xfrm>
              <a:off x="3878" y="2834"/>
              <a:ext cx="545" cy="459"/>
            </a:xfrm>
            <a:prstGeom prst="ellipse">
              <a:avLst/>
            </a:prstGeom>
            <a:solidFill>
              <a:srgbClr val="FFCC99"/>
            </a:solidFill>
            <a:ln w="9525">
              <a:solidFill>
                <a:schemeClr val="tx1"/>
              </a:solidFill>
              <a:miter lim="800000"/>
              <a:headEnd/>
              <a:tailEnd/>
            </a:ln>
          </p:spPr>
          <p:txBody>
            <a:bodyPr wrap="none" anchor="ctr"/>
            <a:lstStyle/>
            <a:p>
              <a:pPr algn="ctr"/>
              <a:r>
                <a:rPr lang="en-US" altLang="zh-CN" sz="2000" b="1">
                  <a:latin typeface="Times New Roman" panose="02020603050405020304" pitchFamily="18" charset="0"/>
                  <a:ea typeface="宋体" panose="02010600030101010101" pitchFamily="2" charset="-122"/>
                </a:rPr>
                <a:t>OS</a:t>
              </a:r>
            </a:p>
          </p:txBody>
        </p:sp>
        <p:sp>
          <p:nvSpPr>
            <p:cNvPr id="32806" name="直接连接符 917545">
              <a:extLst>
                <a:ext uri="{FF2B5EF4-FFF2-40B4-BE49-F238E27FC236}">
                  <a16:creationId xmlns:a16="http://schemas.microsoft.com/office/drawing/2014/main" id="{E06D5956-7D6A-41B8-B837-2200F18AB7E3}"/>
                </a:ext>
              </a:extLst>
            </p:cNvPr>
            <p:cNvSpPr>
              <a:spLocks noChangeShapeType="1"/>
            </p:cNvSpPr>
            <p:nvPr/>
          </p:nvSpPr>
          <p:spPr bwMode="auto">
            <a:xfrm flipH="1">
              <a:off x="3424" y="3203"/>
              <a:ext cx="499" cy="362"/>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807" name="直接连接符 917546">
              <a:extLst>
                <a:ext uri="{FF2B5EF4-FFF2-40B4-BE49-F238E27FC236}">
                  <a16:creationId xmlns:a16="http://schemas.microsoft.com/office/drawing/2014/main" id="{9F76CDC7-F46B-4D2C-8B28-0D9C9EE7A74F}"/>
                </a:ext>
              </a:extLst>
            </p:cNvPr>
            <p:cNvSpPr>
              <a:spLocks noChangeShapeType="1"/>
            </p:cNvSpPr>
            <p:nvPr/>
          </p:nvSpPr>
          <p:spPr bwMode="auto">
            <a:xfrm flipH="1">
              <a:off x="3289" y="2271"/>
              <a:ext cx="1678" cy="828"/>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808" name="直接连接符 917547">
              <a:extLst>
                <a:ext uri="{FF2B5EF4-FFF2-40B4-BE49-F238E27FC236}">
                  <a16:creationId xmlns:a16="http://schemas.microsoft.com/office/drawing/2014/main" id="{543F3586-7BFA-4AE0-AA2C-DE544763D569}"/>
                </a:ext>
              </a:extLst>
            </p:cNvPr>
            <p:cNvSpPr>
              <a:spLocks noChangeShapeType="1"/>
            </p:cNvSpPr>
            <p:nvPr/>
          </p:nvSpPr>
          <p:spPr bwMode="auto">
            <a:xfrm flipH="1">
              <a:off x="3561" y="2180"/>
              <a:ext cx="1360" cy="505"/>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809" name="直接连接符 917548">
              <a:extLst>
                <a:ext uri="{FF2B5EF4-FFF2-40B4-BE49-F238E27FC236}">
                  <a16:creationId xmlns:a16="http://schemas.microsoft.com/office/drawing/2014/main" id="{119F5F53-15E0-4972-8643-17481649882A}"/>
                </a:ext>
              </a:extLst>
            </p:cNvPr>
            <p:cNvSpPr>
              <a:spLocks noChangeShapeType="1"/>
            </p:cNvSpPr>
            <p:nvPr/>
          </p:nvSpPr>
          <p:spPr bwMode="auto">
            <a:xfrm flipH="1">
              <a:off x="3833" y="2088"/>
              <a:ext cx="1088" cy="183"/>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810" name="直接连接符 917549">
              <a:extLst>
                <a:ext uri="{FF2B5EF4-FFF2-40B4-BE49-F238E27FC236}">
                  <a16:creationId xmlns:a16="http://schemas.microsoft.com/office/drawing/2014/main" id="{DDD34D3A-EE96-4F63-B5AC-8D085AEFBA43}"/>
                </a:ext>
              </a:extLst>
            </p:cNvPr>
            <p:cNvSpPr>
              <a:spLocks noChangeShapeType="1"/>
            </p:cNvSpPr>
            <p:nvPr/>
          </p:nvSpPr>
          <p:spPr bwMode="auto">
            <a:xfrm flipH="1" flipV="1">
              <a:off x="4513" y="1904"/>
              <a:ext cx="408" cy="137"/>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811" name="直接连接符 917550">
              <a:extLst>
                <a:ext uri="{FF2B5EF4-FFF2-40B4-BE49-F238E27FC236}">
                  <a16:creationId xmlns:a16="http://schemas.microsoft.com/office/drawing/2014/main" id="{EA7BF5FF-B602-46E2-B0E4-124E3F5145D7}"/>
                </a:ext>
              </a:extLst>
            </p:cNvPr>
            <p:cNvSpPr>
              <a:spLocks noChangeShapeType="1"/>
            </p:cNvSpPr>
            <p:nvPr/>
          </p:nvSpPr>
          <p:spPr bwMode="auto">
            <a:xfrm flipH="1" flipV="1">
              <a:off x="4423" y="1444"/>
              <a:ext cx="544" cy="506"/>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812" name="直接连接符 917551">
              <a:extLst>
                <a:ext uri="{FF2B5EF4-FFF2-40B4-BE49-F238E27FC236}">
                  <a16:creationId xmlns:a16="http://schemas.microsoft.com/office/drawing/2014/main" id="{34DD535C-94AB-4EA8-B600-5772339601F4}"/>
                </a:ext>
              </a:extLst>
            </p:cNvPr>
            <p:cNvSpPr>
              <a:spLocks noChangeShapeType="1"/>
            </p:cNvSpPr>
            <p:nvPr/>
          </p:nvSpPr>
          <p:spPr bwMode="auto">
            <a:xfrm flipH="1" flipV="1">
              <a:off x="4967" y="1031"/>
              <a:ext cx="45" cy="827"/>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813" name="直接连接符 917552">
              <a:extLst>
                <a:ext uri="{FF2B5EF4-FFF2-40B4-BE49-F238E27FC236}">
                  <a16:creationId xmlns:a16="http://schemas.microsoft.com/office/drawing/2014/main" id="{A5EFA13F-209D-4B44-921A-AC50EEBCE07F}"/>
                </a:ext>
              </a:extLst>
            </p:cNvPr>
            <p:cNvSpPr>
              <a:spLocks noChangeShapeType="1"/>
            </p:cNvSpPr>
            <p:nvPr/>
          </p:nvSpPr>
          <p:spPr bwMode="auto">
            <a:xfrm>
              <a:off x="4921" y="892"/>
              <a:ext cx="318" cy="0"/>
            </a:xfrm>
            <a:prstGeom prst="line">
              <a:avLst/>
            </a:prstGeom>
            <a:noFill/>
            <a:ln w="28575">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14" name="直接连接符 917553">
              <a:extLst>
                <a:ext uri="{FF2B5EF4-FFF2-40B4-BE49-F238E27FC236}">
                  <a16:creationId xmlns:a16="http://schemas.microsoft.com/office/drawing/2014/main" id="{69DFF068-E163-4528-950A-D1360F5C73DD}"/>
                </a:ext>
              </a:extLst>
            </p:cNvPr>
            <p:cNvSpPr>
              <a:spLocks noChangeShapeType="1"/>
            </p:cNvSpPr>
            <p:nvPr/>
          </p:nvSpPr>
          <p:spPr bwMode="auto">
            <a:xfrm>
              <a:off x="4423" y="1398"/>
              <a:ext cx="317" cy="0"/>
            </a:xfrm>
            <a:prstGeom prst="line">
              <a:avLst/>
            </a:prstGeom>
            <a:noFill/>
            <a:ln w="28575">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15" name="直接连接符 917554">
              <a:extLst>
                <a:ext uri="{FF2B5EF4-FFF2-40B4-BE49-F238E27FC236}">
                  <a16:creationId xmlns:a16="http://schemas.microsoft.com/office/drawing/2014/main" id="{6A9A0523-F4FA-429E-8AB3-D2C492C7D934}"/>
                </a:ext>
              </a:extLst>
            </p:cNvPr>
            <p:cNvSpPr>
              <a:spLocks noChangeShapeType="1"/>
            </p:cNvSpPr>
            <p:nvPr/>
          </p:nvSpPr>
          <p:spPr bwMode="auto">
            <a:xfrm flipH="1">
              <a:off x="4332" y="2329"/>
              <a:ext cx="691" cy="601"/>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816" name="直接连接符 917555">
              <a:extLst>
                <a:ext uri="{FF2B5EF4-FFF2-40B4-BE49-F238E27FC236}">
                  <a16:creationId xmlns:a16="http://schemas.microsoft.com/office/drawing/2014/main" id="{65ED1DCF-DB7D-46F7-A51D-E639BB7B7E94}"/>
                </a:ext>
              </a:extLst>
            </p:cNvPr>
            <p:cNvSpPr>
              <a:spLocks noChangeShapeType="1"/>
            </p:cNvSpPr>
            <p:nvPr/>
          </p:nvSpPr>
          <p:spPr bwMode="auto">
            <a:xfrm>
              <a:off x="204" y="1904"/>
              <a:ext cx="1020" cy="0"/>
            </a:xfrm>
            <a:prstGeom prst="line">
              <a:avLst/>
            </a:prstGeom>
            <a:noFill/>
            <a:ln w="28575">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17" name="文本框 917556">
              <a:extLst>
                <a:ext uri="{FF2B5EF4-FFF2-40B4-BE49-F238E27FC236}">
                  <a16:creationId xmlns:a16="http://schemas.microsoft.com/office/drawing/2014/main" id="{D59199BA-A72F-4776-9A52-3F8C24771209}"/>
                </a:ext>
              </a:extLst>
            </p:cNvPr>
            <p:cNvSpPr txBox="1">
              <a:spLocks noChangeArrowheads="1"/>
            </p:cNvSpPr>
            <p:nvPr/>
          </p:nvSpPr>
          <p:spPr bwMode="auto">
            <a:xfrm>
              <a:off x="181" y="984"/>
              <a:ext cx="930" cy="25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solidFill>
                    <a:srgbClr val="D60093"/>
                  </a:solidFill>
                  <a:latin typeface="Comic Sans MS" panose="030F0702030302020204" pitchFamily="66" charset="0"/>
                </a:rPr>
                <a:t>用户级</a:t>
              </a:r>
              <a:r>
                <a:rPr lang="en-US" altLang="zh-CN" sz="2000" b="1">
                  <a:solidFill>
                    <a:srgbClr val="D60093"/>
                  </a:solidFill>
                  <a:latin typeface="Comic Sans MS" panose="030F0702030302020204" pitchFamily="66" charset="0"/>
                </a:rPr>
                <a:t>DB</a:t>
              </a:r>
            </a:p>
          </p:txBody>
        </p:sp>
        <p:sp>
          <p:nvSpPr>
            <p:cNvPr id="32818" name="文本框 917557">
              <a:extLst>
                <a:ext uri="{FF2B5EF4-FFF2-40B4-BE49-F238E27FC236}">
                  <a16:creationId xmlns:a16="http://schemas.microsoft.com/office/drawing/2014/main" id="{DD8FECBD-5C04-4D69-BB04-708C86F27857}"/>
                </a:ext>
              </a:extLst>
            </p:cNvPr>
            <p:cNvSpPr txBox="1">
              <a:spLocks noChangeArrowheads="1"/>
            </p:cNvSpPr>
            <p:nvPr/>
          </p:nvSpPr>
          <p:spPr bwMode="auto">
            <a:xfrm>
              <a:off x="3198" y="671"/>
              <a:ext cx="680" cy="25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latin typeface="楷体_GB2312" pitchFamily="49" charset="-122"/>
                </a:rPr>
                <a:t>用户</a:t>
              </a:r>
              <a:r>
                <a:rPr lang="en-US" altLang="zh-CN" sz="2000" b="1">
                  <a:latin typeface="楷体_GB2312" pitchFamily="49" charset="-122"/>
                </a:rPr>
                <a:t>A1</a:t>
              </a:r>
            </a:p>
          </p:txBody>
        </p:sp>
        <p:sp>
          <p:nvSpPr>
            <p:cNvPr id="32819" name="文本框 917558">
              <a:extLst>
                <a:ext uri="{FF2B5EF4-FFF2-40B4-BE49-F238E27FC236}">
                  <a16:creationId xmlns:a16="http://schemas.microsoft.com/office/drawing/2014/main" id="{3A91CFDD-9651-4D82-8B8F-F2E7D1C6E899}"/>
                </a:ext>
              </a:extLst>
            </p:cNvPr>
            <p:cNvSpPr txBox="1">
              <a:spLocks noChangeArrowheads="1"/>
            </p:cNvSpPr>
            <p:nvPr/>
          </p:nvSpPr>
          <p:spPr bwMode="auto">
            <a:xfrm>
              <a:off x="4150" y="671"/>
              <a:ext cx="680" cy="25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b="1">
                  <a:latin typeface="楷体_GB2312" pitchFamily="49" charset="-122"/>
                </a:rPr>
                <a:t>用户</a:t>
              </a:r>
              <a:r>
                <a:rPr lang="en-US" altLang="zh-CN" sz="2000" b="1">
                  <a:latin typeface="楷体_GB2312" pitchFamily="49" charset="-122"/>
                </a:rPr>
                <a:t>A1</a:t>
              </a:r>
            </a:p>
          </p:txBody>
        </p:sp>
      </p:grpSp>
      <p:sp>
        <p:nvSpPr>
          <p:cNvPr id="917561" name="圆角矩形标注 917560">
            <a:extLst>
              <a:ext uri="{FF2B5EF4-FFF2-40B4-BE49-F238E27FC236}">
                <a16:creationId xmlns:a16="http://schemas.microsoft.com/office/drawing/2014/main" id="{1D53C151-34F0-4107-B73B-C99B6340C612}"/>
              </a:ext>
            </a:extLst>
          </p:cNvPr>
          <p:cNvSpPr/>
          <p:nvPr/>
        </p:nvSpPr>
        <p:spPr>
          <a:xfrm>
            <a:off x="7011988" y="4510088"/>
            <a:ext cx="2043112" cy="2022475"/>
          </a:xfrm>
          <a:prstGeom prst="wedgeRoundRectCallout">
            <a:avLst>
              <a:gd name="adj1" fmla="val 10139"/>
              <a:gd name="adj2" fmla="val -85398"/>
              <a:gd name="adj3" fmla="val 16667"/>
            </a:avLst>
          </a:prstGeom>
          <a:solidFill>
            <a:srgbClr val="16EAC7"/>
          </a:solidFill>
          <a:ln w="9525" cap="flat" cmpd="sng">
            <a:solidFill>
              <a:schemeClr val="tx1"/>
            </a:solidFill>
            <a:prstDash val="solid"/>
            <a:miter/>
            <a:headEnd type="none" w="med" len="med"/>
            <a:tailEnd type="none" w="med" len="med"/>
          </a:ln>
        </p:spPr>
        <p:txBody>
          <a:bodyPr/>
          <a:lstStyle/>
          <a:p>
            <a:r>
              <a:rPr lang="zh-CN" altLang="en-US" b="1" noProof="1">
                <a:solidFill>
                  <a:srgbClr val="A50021"/>
                </a:solidFill>
              </a:rPr>
              <a:t>需要强调的是：</a:t>
            </a:r>
          </a:p>
          <a:p>
            <a:r>
              <a:rPr lang="zh-CN" altLang="en-US" b="1" noProof="1"/>
              <a:t>       </a:t>
            </a:r>
            <a:r>
              <a:rPr lang="zh-CN" altLang="en-US" b="1" noProof="1">
                <a:effectLst>
                  <a:outerShdw blurRad="38100" dist="38100" dir="2700000">
                    <a:srgbClr val="FFFFFF"/>
                  </a:outerShdw>
                </a:effectLst>
              </a:rPr>
              <a:t>数据库三级模式之间的转换是在数据库管理系统（</a:t>
            </a:r>
            <a:r>
              <a:rPr lang="en-US" altLang="zh-CN" b="1" noProof="1">
                <a:effectLst>
                  <a:outerShdw blurRad="38100" dist="38100" dir="2700000">
                    <a:srgbClr val="FFFFFF"/>
                  </a:outerShdw>
                </a:effectLst>
              </a:rPr>
              <a:t>DBMS</a:t>
            </a:r>
            <a:r>
              <a:rPr lang="zh-CN" altLang="en-US" b="1" noProof="1">
                <a:effectLst>
                  <a:outerShdw blurRad="38100" dist="38100" dir="2700000">
                    <a:srgbClr val="FFFFFF"/>
                  </a:outerShdw>
                </a:effectLst>
              </a:rPr>
              <a:t>）的统一控制下实现的。</a:t>
            </a:r>
          </a:p>
        </p:txBody>
      </p:sp>
      <p:sp>
        <p:nvSpPr>
          <p:cNvPr id="917564" name="矩形 917563">
            <a:extLst>
              <a:ext uri="{FF2B5EF4-FFF2-40B4-BE49-F238E27FC236}">
                <a16:creationId xmlns:a16="http://schemas.microsoft.com/office/drawing/2014/main" id="{17ADC484-D7FB-4952-A58A-2D9007668E37}"/>
              </a:ext>
            </a:extLst>
          </p:cNvPr>
          <p:cNvSpPr/>
          <p:nvPr/>
        </p:nvSpPr>
        <p:spPr>
          <a:xfrm>
            <a:off x="784225" y="201613"/>
            <a:ext cx="8277225"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sz="2900" noProof="1"/>
              <a:t>二、</a:t>
            </a:r>
            <a:r>
              <a:rPr lang="en-US" altLang="zh-CN" sz="2900" noProof="1"/>
              <a:t>DB</a:t>
            </a:r>
            <a:r>
              <a:rPr lang="zh-CN" altLang="en-US" sz="2900" noProof="1"/>
              <a:t>内部体系结构中的两级影射与数据独立性</a:t>
            </a:r>
            <a:r>
              <a:rPr lang="zh-CN" altLang="en-US" noProof="1"/>
              <a:t> </a:t>
            </a:r>
          </a:p>
        </p:txBody>
      </p:sp>
    </p:spTree>
  </p:cSld>
  <p:clrMapOvr>
    <a:masterClrMapping/>
  </p:clrMapOvr>
  <mc:AlternateContent xmlns:mc="http://schemas.openxmlformats.org/markup-compatibility/2006" xmlns:p14="http://schemas.microsoft.com/office/powerpoint/2010/main">
    <mc:Choice Requires="p14">
      <p:transition spd="slow" p14:dur="2000" advTm="14370"/>
    </mc:Choice>
    <mc:Fallback xmlns="">
      <p:transition spd="slow" advTm="14370"/>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8" presetClass="entr" presetSubtype="16" fill="hold" grpId="0" nodeType="afterEffect">
                                  <p:stCondLst>
                                    <p:cond delay="0"/>
                                  </p:stCondLst>
                                  <p:childTnLst>
                                    <p:set>
                                      <p:cBhvr>
                                        <p:cTn id="6" dur="1" fill="hold">
                                          <p:stCondLst>
                                            <p:cond delay="0"/>
                                          </p:stCondLst>
                                        </p:cTn>
                                        <p:tgtEl>
                                          <p:spTgt spid="917561"/>
                                        </p:tgtEl>
                                        <p:attrNameLst>
                                          <p:attrName>style.visibility</p:attrName>
                                        </p:attrNameLst>
                                      </p:cBhvr>
                                      <p:to>
                                        <p:strVal val="visible"/>
                                      </p:to>
                                    </p:set>
                                    <p:animEffect transition="in" filter="diamond(in)">
                                      <p:cBhvr>
                                        <p:cTn id="7" dur="2000"/>
                                        <p:tgtEl>
                                          <p:spTgt spid="9175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7561"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036" name="矩形 854035">
            <a:extLst>
              <a:ext uri="{FF2B5EF4-FFF2-40B4-BE49-F238E27FC236}">
                <a16:creationId xmlns:a16="http://schemas.microsoft.com/office/drawing/2014/main" id="{532479EE-F00F-4A32-8AE8-7075404C0ADA}"/>
              </a:ext>
            </a:extLst>
          </p:cNvPr>
          <p:cNvSpPr/>
          <p:nvPr/>
        </p:nvSpPr>
        <p:spPr>
          <a:xfrm>
            <a:off x="784225" y="201613"/>
            <a:ext cx="8277225"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sz="2900" noProof="1"/>
              <a:t>二、</a:t>
            </a:r>
            <a:r>
              <a:rPr lang="en-US" altLang="zh-CN" sz="2900" noProof="1"/>
              <a:t>DB</a:t>
            </a:r>
            <a:r>
              <a:rPr lang="zh-CN" altLang="en-US" sz="2900" noProof="1"/>
              <a:t>内部体系结构中的两级影射与数据独立性</a:t>
            </a:r>
            <a:r>
              <a:rPr lang="zh-CN" altLang="en-US" noProof="1"/>
              <a:t> </a:t>
            </a:r>
          </a:p>
        </p:txBody>
      </p:sp>
      <p:sp>
        <p:nvSpPr>
          <p:cNvPr id="854020" name="矩形 854019">
            <a:extLst>
              <a:ext uri="{FF2B5EF4-FFF2-40B4-BE49-F238E27FC236}">
                <a16:creationId xmlns:a16="http://schemas.microsoft.com/office/drawing/2014/main" id="{6C5D615B-E013-4322-BE2D-9E6DFA88E4F1}"/>
              </a:ext>
            </a:extLst>
          </p:cNvPr>
          <p:cNvSpPr/>
          <p:nvPr/>
        </p:nvSpPr>
        <p:spPr>
          <a:xfrm>
            <a:off x="468313" y="1196975"/>
            <a:ext cx="8424862" cy="5338763"/>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r>
              <a:rPr lang="en-US" altLang="zh-CN" noProof="1"/>
              <a:t>         </a:t>
            </a:r>
            <a:r>
              <a:rPr lang="en-US" altLang="zh-CN" sz="3000" noProof="1">
                <a:solidFill>
                  <a:srgbClr val="660033"/>
                </a:solidFill>
                <a:ea typeface="华文新魏" panose="02010800040101010101" pitchFamily="2" charset="-122"/>
              </a:rPr>
              <a:t>5</a:t>
            </a:r>
            <a:r>
              <a:rPr lang="zh-CN" altLang="en-US" sz="3000" noProof="1">
                <a:solidFill>
                  <a:srgbClr val="660033"/>
                </a:solidFill>
                <a:ea typeface="华文新魏" panose="02010800040101010101" pitchFamily="2" charset="-122"/>
              </a:rPr>
              <a:t>、数据库的逻辑数据独立性和物理数据</a:t>
            </a:r>
          </a:p>
          <a:p>
            <a:pPr>
              <a:spcBef>
                <a:spcPct val="0"/>
              </a:spcBef>
            </a:pPr>
            <a:r>
              <a:rPr lang="zh-CN" altLang="en-US" sz="3000" noProof="1">
                <a:solidFill>
                  <a:srgbClr val="660033"/>
                </a:solidFill>
                <a:ea typeface="华文新魏" panose="02010800040101010101" pitchFamily="2" charset="-122"/>
              </a:rPr>
              <a:t> 独立性</a:t>
            </a:r>
          </a:p>
          <a:p>
            <a:pPr>
              <a:spcBef>
                <a:spcPct val="10000"/>
              </a:spcBef>
            </a:pPr>
            <a:r>
              <a:rPr lang="zh-CN" altLang="en-US" noProof="1"/>
              <a:t>        ① 数据库的</a:t>
            </a:r>
            <a:r>
              <a:rPr lang="zh-CN" altLang="en-US" noProof="1">
                <a:solidFill>
                  <a:srgbClr val="FF0066"/>
                </a:solidFill>
              </a:rPr>
              <a:t>逻辑数据独立性</a:t>
            </a:r>
          </a:p>
          <a:p>
            <a:pPr>
              <a:spcBef>
                <a:spcPct val="10000"/>
              </a:spcBef>
            </a:pPr>
            <a:r>
              <a:rPr lang="zh-CN" altLang="en-US" noProof="1">
                <a:solidFill>
                  <a:srgbClr val="FF0066"/>
                </a:solidFill>
              </a:rPr>
              <a:t>           </a:t>
            </a:r>
            <a:r>
              <a:rPr lang="zh-CN" altLang="en-US" noProof="1"/>
              <a:t>（外模式与逻辑模式间的映射）</a:t>
            </a:r>
          </a:p>
        </p:txBody>
      </p:sp>
      <p:grpSp>
        <p:nvGrpSpPr>
          <p:cNvPr id="33795" name="组合 854020">
            <a:extLst>
              <a:ext uri="{FF2B5EF4-FFF2-40B4-BE49-F238E27FC236}">
                <a16:creationId xmlns:a16="http://schemas.microsoft.com/office/drawing/2014/main" id="{2BD60F66-59A7-427C-A2CF-F04E52E75541}"/>
              </a:ext>
            </a:extLst>
          </p:cNvPr>
          <p:cNvGrpSpPr>
            <a:grpSpLocks/>
          </p:cNvGrpSpPr>
          <p:nvPr/>
        </p:nvGrpSpPr>
        <p:grpSpPr bwMode="auto">
          <a:xfrm>
            <a:off x="323850" y="3302000"/>
            <a:ext cx="8569325" cy="2647950"/>
            <a:chOff x="431" y="1868"/>
            <a:chExt cx="4987" cy="1668"/>
          </a:xfrm>
        </p:grpSpPr>
        <p:sp>
          <p:nvSpPr>
            <p:cNvPr id="854022" name="流程图: 过程 854021">
              <a:extLst>
                <a:ext uri="{FF2B5EF4-FFF2-40B4-BE49-F238E27FC236}">
                  <a16:creationId xmlns:a16="http://schemas.microsoft.com/office/drawing/2014/main" id="{BDD9CA9D-EF93-4F33-AB53-423C5FEB3277}"/>
                </a:ext>
              </a:extLst>
            </p:cNvPr>
            <p:cNvSpPr/>
            <p:nvPr/>
          </p:nvSpPr>
          <p:spPr>
            <a:xfrm>
              <a:off x="4421" y="2131"/>
              <a:ext cx="997" cy="544"/>
            </a:xfrm>
            <a:prstGeom prst="flowChartProcess">
              <a:avLst/>
            </a:prstGeom>
            <a:gradFill rotWithShape="1">
              <a:gsLst>
                <a:gs pos="0">
                  <a:schemeClr val="bg1"/>
                </a:gs>
                <a:gs pos="100000">
                  <a:srgbClr val="33CCCC"/>
                </a:gs>
              </a:gsLst>
              <a:path path="shape">
                <a:fillToRect l="50000" t="50000" r="50000" b="50000"/>
              </a:path>
              <a:tileRect/>
            </a:gradFill>
            <a:ln w="12700" cap="sq" cmpd="sng">
              <a:prstDash val="solid"/>
              <a:miter/>
              <a:headEnd type="none" w="sm" len="sm"/>
              <a:tailEnd type="none" w="sm" len="sm"/>
            </a:ln>
            <a:scene3d>
              <a:camera prst="legacyObliqueTopRight">
                <a:rot lat="0" lon="0" rev="0"/>
              </a:camera>
              <a:lightRig rig="legacyFlat3" dir="b"/>
            </a:scene3d>
            <a:sp3d extrusionH="430200" prstMaterial="legacyMatte">
              <a:bevelT w="13500" h="13500" prst="angle"/>
              <a:bevelB w="13500" h="13500" prst="angle"/>
              <a:extrusionClr>
                <a:srgbClr val="33CCCC"/>
              </a:extrusionClr>
            </a:sp3d>
          </p:spPr>
          <p:txBody>
            <a:bodyPr wrap="none" lIns="0" tIns="0" rIns="0" bIns="0" anchor="ctr">
              <a:flatTx/>
            </a:bodyPr>
            <a:lstStyle/>
            <a:p>
              <a:pPr algn="ctr"/>
              <a:r>
                <a:rPr lang="zh-CN" altLang="en-US" sz="2800" b="1" noProof="1">
                  <a:solidFill>
                    <a:srgbClr val="FF0000"/>
                  </a:solidFill>
                  <a:effectLst>
                    <a:outerShdw blurRad="38100" dist="38100" dir="2700000">
                      <a:srgbClr val="000000"/>
                    </a:outerShdw>
                  </a:effectLst>
                  <a:ea typeface="黑体" panose="02010609060101010101" pitchFamily="2" charset="-122"/>
                </a:rPr>
                <a:t>内模式</a:t>
              </a:r>
            </a:p>
          </p:txBody>
        </p:sp>
        <p:sp>
          <p:nvSpPr>
            <p:cNvPr id="854023" name="流程图: 过程 854022">
              <a:extLst>
                <a:ext uri="{FF2B5EF4-FFF2-40B4-BE49-F238E27FC236}">
                  <a16:creationId xmlns:a16="http://schemas.microsoft.com/office/drawing/2014/main" id="{E6798337-B47C-45C0-84D8-77422C1FB648}"/>
                </a:ext>
              </a:extLst>
            </p:cNvPr>
            <p:cNvSpPr/>
            <p:nvPr/>
          </p:nvSpPr>
          <p:spPr>
            <a:xfrm>
              <a:off x="2901" y="2131"/>
              <a:ext cx="998" cy="544"/>
            </a:xfrm>
            <a:prstGeom prst="flowChartProcess">
              <a:avLst/>
            </a:prstGeom>
            <a:gradFill rotWithShape="1">
              <a:gsLst>
                <a:gs pos="0">
                  <a:schemeClr val="bg1"/>
                </a:gs>
                <a:gs pos="100000">
                  <a:srgbClr val="3366FF"/>
                </a:gs>
              </a:gsLst>
              <a:path path="shape">
                <a:fillToRect l="50000" t="50000" r="50000" b="50000"/>
              </a:path>
              <a:tileRect/>
            </a:gradFill>
            <a:ln w="12700" cap="sq" cmpd="sng">
              <a:prstDash val="solid"/>
              <a:miter/>
              <a:headEnd type="none" w="sm" len="sm"/>
              <a:tailEnd type="none" w="sm" len="sm"/>
            </a:ln>
            <a:scene3d>
              <a:camera prst="legacyObliqueTopRight">
                <a:rot lat="0" lon="0" rev="0"/>
              </a:camera>
              <a:lightRig rig="legacyFlat3" dir="b"/>
            </a:scene3d>
            <a:sp3d extrusionH="430200" prstMaterial="legacyMatte">
              <a:bevelT w="13500" h="13500" prst="angle"/>
              <a:bevelB w="13500" h="13500" prst="angle"/>
              <a:extrusionClr>
                <a:srgbClr val="3366FF"/>
              </a:extrusionClr>
            </a:sp3d>
          </p:spPr>
          <p:txBody>
            <a:bodyPr wrap="none" lIns="0" tIns="0" rIns="0" bIns="0" anchor="ctr">
              <a:flatTx/>
            </a:bodyPr>
            <a:lstStyle/>
            <a:p>
              <a:pPr algn="ctr"/>
              <a:r>
                <a:rPr lang="zh-CN" altLang="en-US" sz="2800" b="1" noProof="1">
                  <a:solidFill>
                    <a:srgbClr val="FF0000"/>
                  </a:solidFill>
                  <a:effectLst>
                    <a:outerShdw blurRad="38100" dist="38100" dir="2700000">
                      <a:srgbClr val="000000"/>
                    </a:outerShdw>
                  </a:effectLst>
                  <a:ea typeface="黑体" panose="02010609060101010101" pitchFamily="2" charset="-122"/>
                </a:rPr>
                <a:t>逻辑模式</a:t>
              </a:r>
            </a:p>
          </p:txBody>
        </p:sp>
        <p:sp>
          <p:nvSpPr>
            <p:cNvPr id="854024" name="流程图: 过程 854023">
              <a:extLst>
                <a:ext uri="{FF2B5EF4-FFF2-40B4-BE49-F238E27FC236}">
                  <a16:creationId xmlns:a16="http://schemas.microsoft.com/office/drawing/2014/main" id="{1DC02E52-50B6-4516-A003-102C040C3134}"/>
                </a:ext>
              </a:extLst>
            </p:cNvPr>
            <p:cNvSpPr/>
            <p:nvPr/>
          </p:nvSpPr>
          <p:spPr>
            <a:xfrm>
              <a:off x="1383" y="2131"/>
              <a:ext cx="998" cy="544"/>
            </a:xfrm>
            <a:prstGeom prst="flowChartProcess">
              <a:avLst/>
            </a:prstGeom>
            <a:gradFill rotWithShape="1">
              <a:gsLst>
                <a:gs pos="0">
                  <a:schemeClr val="bg1"/>
                </a:gs>
                <a:gs pos="100000">
                  <a:srgbClr val="339966"/>
                </a:gs>
              </a:gsLst>
              <a:path path="shape">
                <a:fillToRect l="50000" t="50000" r="50000" b="50000"/>
              </a:path>
              <a:tileRect/>
            </a:gradFill>
            <a:ln w="12700" cap="sq" cmpd="sng">
              <a:prstDash val="solid"/>
              <a:miter/>
              <a:headEnd type="none" w="sm" len="sm"/>
              <a:tailEnd type="none" w="sm" len="sm"/>
            </a:ln>
            <a:scene3d>
              <a:camera prst="legacyObliqueTopRight">
                <a:rot lat="0" lon="0" rev="0"/>
              </a:camera>
              <a:lightRig rig="legacyFlat3" dir="b"/>
            </a:scene3d>
            <a:sp3d extrusionH="430200" prstMaterial="legacyMatte">
              <a:bevelT w="13500" h="13500" prst="angle"/>
              <a:bevelB w="13500" h="13500" prst="angle"/>
              <a:extrusionClr>
                <a:srgbClr val="339966"/>
              </a:extrusionClr>
            </a:sp3d>
          </p:spPr>
          <p:txBody>
            <a:bodyPr wrap="none" lIns="0" tIns="0" rIns="0" bIns="0" anchor="ctr">
              <a:flatTx/>
            </a:bodyPr>
            <a:lstStyle/>
            <a:p>
              <a:pPr algn="ctr"/>
              <a:r>
                <a:rPr lang="zh-CN" altLang="en-US" sz="2800" b="1" noProof="1">
                  <a:solidFill>
                    <a:srgbClr val="FF0000"/>
                  </a:solidFill>
                  <a:effectLst>
                    <a:outerShdw blurRad="38100" dist="38100" dir="2700000">
                      <a:srgbClr val="000000"/>
                    </a:outerShdw>
                  </a:effectLst>
                  <a:ea typeface="黑体" panose="02010609060101010101" pitchFamily="2" charset="-122"/>
                </a:rPr>
                <a:t>外模式</a:t>
              </a:r>
            </a:p>
          </p:txBody>
        </p:sp>
        <p:sp>
          <p:nvSpPr>
            <p:cNvPr id="854025" name="流程图: 过程 854024">
              <a:extLst>
                <a:ext uri="{FF2B5EF4-FFF2-40B4-BE49-F238E27FC236}">
                  <a16:creationId xmlns:a16="http://schemas.microsoft.com/office/drawing/2014/main" id="{F2F50AF2-41A1-453F-9CCA-B4CE85578588}"/>
                </a:ext>
              </a:extLst>
            </p:cNvPr>
            <p:cNvSpPr/>
            <p:nvPr/>
          </p:nvSpPr>
          <p:spPr>
            <a:xfrm>
              <a:off x="2065" y="2992"/>
              <a:ext cx="997" cy="544"/>
            </a:xfrm>
            <a:prstGeom prst="flowChartProcess">
              <a:avLst/>
            </a:prstGeom>
            <a:gradFill rotWithShape="1">
              <a:gsLst>
                <a:gs pos="0">
                  <a:srgbClr val="FF00FF"/>
                </a:gs>
                <a:gs pos="50000">
                  <a:schemeClr val="bg1"/>
                </a:gs>
                <a:gs pos="100000">
                  <a:srgbClr val="FF00FF"/>
                </a:gs>
              </a:gsLst>
              <a:lin ang="0" scaled="1"/>
              <a:tileRect/>
            </a:gradFill>
            <a:ln w="12700" cap="sq" cmpd="sng">
              <a:prstDash val="solid"/>
              <a:miter/>
              <a:headEnd type="none" w="sm" len="sm"/>
              <a:tailEnd type="none" w="sm" len="sm"/>
            </a:ln>
            <a:scene3d>
              <a:camera prst="legacyObliqueTopRight">
                <a:rot lat="0" lon="0" rev="0"/>
              </a:camera>
              <a:lightRig rig="legacyFlat3" dir="b"/>
            </a:scene3d>
            <a:sp3d extrusionH="430200" prstMaterial="legacyMatte">
              <a:bevelT w="13500" h="13500" prst="angle"/>
              <a:bevelB w="13500" h="13500" prst="angle"/>
              <a:extrusionClr>
                <a:srgbClr val="FF00FF"/>
              </a:extrusionClr>
            </a:sp3d>
          </p:spPr>
          <p:txBody>
            <a:bodyPr wrap="none" lIns="0" tIns="0" rIns="0" bIns="0" anchor="ctr">
              <a:flatTx/>
            </a:bodyPr>
            <a:lstStyle/>
            <a:p>
              <a:pPr algn="ctr"/>
              <a:r>
                <a:rPr lang="zh-CN" altLang="en-US" sz="2400" b="1" noProof="1">
                  <a:solidFill>
                    <a:schemeClr val="tx2"/>
                  </a:solidFill>
                  <a:effectLst>
                    <a:outerShdw blurRad="38100" dist="38100" dir="2700000">
                      <a:srgbClr val="C0C0C0"/>
                    </a:outerShdw>
                  </a:effectLst>
                  <a:ea typeface="黑体" panose="02010609060101010101" pitchFamily="2" charset="-122"/>
                </a:rPr>
                <a:t>外模式／</a:t>
              </a:r>
            </a:p>
            <a:p>
              <a:pPr algn="ctr"/>
              <a:r>
                <a:rPr lang="zh-CN" altLang="en-US" sz="2400" b="1" noProof="1">
                  <a:solidFill>
                    <a:schemeClr val="tx2"/>
                  </a:solidFill>
                  <a:effectLst>
                    <a:outerShdw blurRad="38100" dist="38100" dir="2700000">
                      <a:srgbClr val="C0C0C0"/>
                    </a:outerShdw>
                  </a:effectLst>
                  <a:ea typeface="黑体" panose="02010609060101010101" pitchFamily="2" charset="-122"/>
                </a:rPr>
                <a:t>模式映象</a:t>
              </a:r>
            </a:p>
          </p:txBody>
        </p:sp>
        <p:sp>
          <p:nvSpPr>
            <p:cNvPr id="854026" name="流程图: 过程 854025">
              <a:extLst>
                <a:ext uri="{FF2B5EF4-FFF2-40B4-BE49-F238E27FC236}">
                  <a16:creationId xmlns:a16="http://schemas.microsoft.com/office/drawing/2014/main" id="{CD9FEE10-D2C1-43CC-B72B-7276430EF8FC}"/>
                </a:ext>
              </a:extLst>
            </p:cNvPr>
            <p:cNvSpPr/>
            <p:nvPr/>
          </p:nvSpPr>
          <p:spPr>
            <a:xfrm>
              <a:off x="3651" y="2992"/>
              <a:ext cx="998" cy="544"/>
            </a:xfrm>
            <a:prstGeom prst="flowChartProcess">
              <a:avLst/>
            </a:prstGeom>
            <a:gradFill rotWithShape="1">
              <a:gsLst>
                <a:gs pos="0">
                  <a:srgbClr val="FF00FF"/>
                </a:gs>
                <a:gs pos="50000">
                  <a:schemeClr val="bg1"/>
                </a:gs>
                <a:gs pos="100000">
                  <a:srgbClr val="FF00FF"/>
                </a:gs>
              </a:gsLst>
              <a:lin ang="0" scaled="1"/>
              <a:tileRect/>
            </a:gradFill>
            <a:ln w="12700" cap="sq" cmpd="sng">
              <a:prstDash val="solid"/>
              <a:miter/>
              <a:headEnd type="none" w="sm" len="sm"/>
              <a:tailEnd type="none" w="sm" len="sm"/>
            </a:ln>
            <a:scene3d>
              <a:camera prst="legacyObliqueTopRight">
                <a:rot lat="0" lon="0" rev="0"/>
              </a:camera>
              <a:lightRig rig="legacyFlat3" dir="b"/>
            </a:scene3d>
            <a:sp3d extrusionH="430200" prstMaterial="legacyMatte">
              <a:bevelT w="13500" h="13500" prst="angle"/>
              <a:bevelB w="13500" h="13500" prst="angle"/>
              <a:extrusionClr>
                <a:srgbClr val="FF00FF"/>
              </a:extrusionClr>
            </a:sp3d>
          </p:spPr>
          <p:txBody>
            <a:bodyPr wrap="none" lIns="0" tIns="0" rIns="0" bIns="0" anchor="ctr">
              <a:flatTx/>
            </a:bodyPr>
            <a:lstStyle/>
            <a:p>
              <a:pPr algn="ctr"/>
              <a:r>
                <a:rPr lang="zh-CN" altLang="en-US" sz="2400" b="1" noProof="1">
                  <a:solidFill>
                    <a:srgbClr val="3366FF"/>
                  </a:solidFill>
                  <a:effectLst>
                    <a:outerShdw blurRad="38100" dist="38100" dir="2700000">
                      <a:srgbClr val="C0C0C0"/>
                    </a:outerShdw>
                  </a:effectLst>
                  <a:ea typeface="黑体" panose="02010609060101010101" pitchFamily="2" charset="-122"/>
                </a:rPr>
                <a:t>模式／内</a:t>
              </a:r>
            </a:p>
            <a:p>
              <a:pPr algn="ctr"/>
              <a:r>
                <a:rPr lang="zh-CN" altLang="en-US" sz="2400" b="1" noProof="1">
                  <a:solidFill>
                    <a:srgbClr val="3366FF"/>
                  </a:solidFill>
                  <a:effectLst>
                    <a:outerShdw blurRad="38100" dist="38100" dir="2700000">
                      <a:srgbClr val="C0C0C0"/>
                    </a:outerShdw>
                  </a:effectLst>
                  <a:ea typeface="黑体" panose="02010609060101010101" pitchFamily="2" charset="-122"/>
                </a:rPr>
                <a:t>模式映象</a:t>
              </a:r>
            </a:p>
          </p:txBody>
        </p:sp>
        <p:sp>
          <p:nvSpPr>
            <p:cNvPr id="33801" name="左右箭头 854026">
              <a:extLst>
                <a:ext uri="{FF2B5EF4-FFF2-40B4-BE49-F238E27FC236}">
                  <a16:creationId xmlns:a16="http://schemas.microsoft.com/office/drawing/2014/main" id="{FBAF8CC5-493B-4D2F-B27C-37320793BE10}"/>
                </a:ext>
              </a:extLst>
            </p:cNvPr>
            <p:cNvSpPr>
              <a:spLocks noChangeArrowheads="1"/>
            </p:cNvSpPr>
            <p:nvPr/>
          </p:nvSpPr>
          <p:spPr bwMode="auto">
            <a:xfrm>
              <a:off x="2462" y="2312"/>
              <a:ext cx="431" cy="136"/>
            </a:xfrm>
            <a:prstGeom prst="leftRightArrow">
              <a:avLst>
                <a:gd name="adj1" fmla="val 50000"/>
                <a:gd name="adj2" fmla="val 63368"/>
              </a:avLst>
            </a:prstGeom>
            <a:solidFill>
              <a:srgbClr val="00FF00"/>
            </a:solidFill>
            <a:ln w="12700" cap="sq">
              <a:solidFill>
                <a:schemeClr val="tx1"/>
              </a:solidFill>
              <a:miter lim="800000"/>
              <a:headEnd type="none" w="sm" len="sm"/>
              <a:tailEnd type="none" w="sm" len="sm"/>
            </a:ln>
            <a:effectLst>
              <a:outerShdw dist="35921" dir="2700000" algn="ctr" rotWithShape="0">
                <a:srgbClr val="000066"/>
              </a:outerShdw>
            </a:effectLst>
          </p:spPr>
          <p:txBody>
            <a:bodyPr/>
            <a:lstStyle/>
            <a:p>
              <a:endParaRPr lang="zh-CN" altLang="en-US"/>
            </a:p>
          </p:txBody>
        </p:sp>
        <p:sp>
          <p:nvSpPr>
            <p:cNvPr id="33802" name="左右箭头 854027">
              <a:extLst>
                <a:ext uri="{FF2B5EF4-FFF2-40B4-BE49-F238E27FC236}">
                  <a16:creationId xmlns:a16="http://schemas.microsoft.com/office/drawing/2014/main" id="{6FD28E93-ACED-4D22-832E-5DA00E120A8A}"/>
                </a:ext>
              </a:extLst>
            </p:cNvPr>
            <p:cNvSpPr>
              <a:spLocks noChangeArrowheads="1"/>
            </p:cNvSpPr>
            <p:nvPr/>
          </p:nvSpPr>
          <p:spPr bwMode="auto">
            <a:xfrm>
              <a:off x="3992" y="2312"/>
              <a:ext cx="431" cy="136"/>
            </a:xfrm>
            <a:prstGeom prst="leftRightArrow">
              <a:avLst>
                <a:gd name="adj1" fmla="val 50000"/>
                <a:gd name="adj2" fmla="val 63368"/>
              </a:avLst>
            </a:prstGeom>
            <a:solidFill>
              <a:srgbClr val="00FF00"/>
            </a:solidFill>
            <a:ln w="12700" cap="sq">
              <a:solidFill>
                <a:schemeClr val="tx1"/>
              </a:solidFill>
              <a:miter lim="800000"/>
              <a:headEnd type="none" w="sm" len="sm"/>
              <a:tailEnd type="none" w="sm" len="sm"/>
            </a:ln>
            <a:effectLst>
              <a:outerShdw dist="35921" dir="2700000" algn="ctr" rotWithShape="0">
                <a:srgbClr val="000066"/>
              </a:outerShdw>
            </a:effectLst>
          </p:spPr>
          <p:txBody>
            <a:bodyPr/>
            <a:lstStyle/>
            <a:p>
              <a:endParaRPr lang="zh-CN" altLang="en-US"/>
            </a:p>
          </p:txBody>
        </p:sp>
        <p:sp>
          <p:nvSpPr>
            <p:cNvPr id="854029" name="流程图: 过程 854028">
              <a:extLst>
                <a:ext uri="{FF2B5EF4-FFF2-40B4-BE49-F238E27FC236}">
                  <a16:creationId xmlns:a16="http://schemas.microsoft.com/office/drawing/2014/main" id="{F27C94C2-5BD2-49BE-8ED9-534286FB0BE6}"/>
                </a:ext>
              </a:extLst>
            </p:cNvPr>
            <p:cNvSpPr/>
            <p:nvPr/>
          </p:nvSpPr>
          <p:spPr>
            <a:xfrm>
              <a:off x="431" y="1868"/>
              <a:ext cx="635" cy="1043"/>
            </a:xfrm>
            <a:prstGeom prst="flowChartProcess">
              <a:avLst/>
            </a:prstGeom>
            <a:solidFill>
              <a:srgbClr val="0000FF"/>
            </a:solidFill>
            <a:ln w="12700" cap="sq" cmpd="sng">
              <a:prstDash val="solid"/>
              <a:miter/>
              <a:headEnd type="none" w="sm" len="sm"/>
              <a:tailEnd type="none" w="sm" len="sm"/>
            </a:ln>
            <a:scene3d>
              <a:camera prst="legacyObliqueTopRight">
                <a:rot lat="0" lon="0" rev="0"/>
              </a:camera>
              <a:lightRig rig="legacyFlat3" dir="b"/>
            </a:scene3d>
            <a:sp3d extrusionH="430200" prstMaterial="legacyMatte">
              <a:bevelT w="13500" h="13500" prst="angle"/>
              <a:bevelB w="13500" h="13500" prst="angle"/>
              <a:extrusionClr>
                <a:srgbClr val="0000FF"/>
              </a:extrusionClr>
            </a:sp3d>
          </p:spPr>
          <p:txBody>
            <a:bodyPr wrap="none" lIns="0" tIns="0" rIns="0" bIns="0" anchor="ctr">
              <a:flatTx/>
            </a:bodyPr>
            <a:lstStyle/>
            <a:p>
              <a:pPr algn="ctr"/>
              <a:r>
                <a:rPr lang="zh-CN" altLang="en-US" sz="2600" b="1" noProof="1">
                  <a:solidFill>
                    <a:srgbClr val="FFFF00"/>
                  </a:solidFill>
                  <a:effectLst>
                    <a:outerShdw blurRad="38100" dist="38100" dir="2700000">
                      <a:srgbClr val="000000"/>
                    </a:outerShdw>
                  </a:effectLst>
                  <a:ea typeface="黑体" panose="02010609060101010101" pitchFamily="2" charset="-122"/>
                </a:rPr>
                <a:t>应用</a:t>
              </a:r>
            </a:p>
            <a:p>
              <a:pPr algn="ctr"/>
              <a:r>
                <a:rPr lang="zh-CN" altLang="en-US" sz="2600" b="1" noProof="1">
                  <a:solidFill>
                    <a:srgbClr val="FFFF00"/>
                  </a:solidFill>
                  <a:effectLst>
                    <a:outerShdw blurRad="38100" dist="38100" dir="2700000">
                      <a:srgbClr val="000000"/>
                    </a:outerShdw>
                  </a:effectLst>
                  <a:ea typeface="黑体" panose="02010609060101010101" pitchFamily="2" charset="-122"/>
                </a:rPr>
                <a:t>程序</a:t>
              </a:r>
            </a:p>
          </p:txBody>
        </p:sp>
        <p:sp>
          <p:nvSpPr>
            <p:cNvPr id="33804" name="左右箭头 854029">
              <a:extLst>
                <a:ext uri="{FF2B5EF4-FFF2-40B4-BE49-F238E27FC236}">
                  <a16:creationId xmlns:a16="http://schemas.microsoft.com/office/drawing/2014/main" id="{E17A102A-1577-48F0-8C23-C52DC56AAF8D}"/>
                </a:ext>
              </a:extLst>
            </p:cNvPr>
            <p:cNvSpPr>
              <a:spLocks noChangeArrowheads="1"/>
            </p:cNvSpPr>
            <p:nvPr/>
          </p:nvSpPr>
          <p:spPr bwMode="auto">
            <a:xfrm>
              <a:off x="1111" y="2312"/>
              <a:ext cx="272" cy="136"/>
            </a:xfrm>
            <a:prstGeom prst="leftRightArrow">
              <a:avLst>
                <a:gd name="adj1" fmla="val 50000"/>
                <a:gd name="adj2" fmla="val 40000"/>
              </a:avLst>
            </a:prstGeom>
            <a:solidFill>
              <a:srgbClr val="00FF00"/>
            </a:solidFill>
            <a:ln w="12700" cap="sq">
              <a:solidFill>
                <a:schemeClr val="tx1"/>
              </a:solidFill>
              <a:miter lim="800000"/>
              <a:headEnd type="none" w="sm" len="sm"/>
              <a:tailEnd type="none" w="sm" len="sm"/>
            </a:ln>
            <a:effectLst>
              <a:outerShdw dist="35921" dir="2700000" algn="ctr" rotWithShape="0">
                <a:srgbClr val="000066"/>
              </a:outerShdw>
            </a:effectLst>
          </p:spPr>
          <p:txBody>
            <a:bodyPr/>
            <a:lstStyle/>
            <a:p>
              <a:endParaRPr lang="zh-CN" altLang="en-US"/>
            </a:p>
          </p:txBody>
        </p:sp>
        <p:sp>
          <p:nvSpPr>
            <p:cNvPr id="33805" name="上箭头 854030">
              <a:extLst>
                <a:ext uri="{FF2B5EF4-FFF2-40B4-BE49-F238E27FC236}">
                  <a16:creationId xmlns:a16="http://schemas.microsoft.com/office/drawing/2014/main" id="{EFE15E0F-E2EF-4868-8451-8BF8B6796F72}"/>
                </a:ext>
              </a:extLst>
            </p:cNvPr>
            <p:cNvSpPr>
              <a:spLocks noChangeArrowheads="1"/>
            </p:cNvSpPr>
            <p:nvPr/>
          </p:nvSpPr>
          <p:spPr bwMode="auto">
            <a:xfrm>
              <a:off x="2621" y="2478"/>
              <a:ext cx="91" cy="408"/>
            </a:xfrm>
            <a:prstGeom prst="upArrow">
              <a:avLst>
                <a:gd name="adj1" fmla="val 50000"/>
                <a:gd name="adj2" fmla="val 112067"/>
              </a:avLst>
            </a:prstGeom>
            <a:solidFill>
              <a:srgbClr val="FF99FF"/>
            </a:solidFill>
            <a:ln w="12700" cap="sq">
              <a:solidFill>
                <a:schemeClr val="tx1"/>
              </a:solidFill>
              <a:miter lim="800000"/>
              <a:headEnd type="none" w="sm" len="sm"/>
              <a:tailEnd type="none" w="sm" len="sm"/>
            </a:ln>
          </p:spPr>
          <p:txBody>
            <a:bodyPr/>
            <a:lstStyle/>
            <a:p>
              <a:endParaRPr lang="zh-CN" altLang="en-US"/>
            </a:p>
          </p:txBody>
        </p:sp>
        <p:sp>
          <p:nvSpPr>
            <p:cNvPr id="33806" name="上箭头 854031">
              <a:extLst>
                <a:ext uri="{FF2B5EF4-FFF2-40B4-BE49-F238E27FC236}">
                  <a16:creationId xmlns:a16="http://schemas.microsoft.com/office/drawing/2014/main" id="{D62AE24E-4942-4B0A-A22E-BA04E559B97A}"/>
                </a:ext>
              </a:extLst>
            </p:cNvPr>
            <p:cNvSpPr>
              <a:spLocks noChangeArrowheads="1"/>
            </p:cNvSpPr>
            <p:nvPr/>
          </p:nvSpPr>
          <p:spPr bwMode="auto">
            <a:xfrm>
              <a:off x="4148" y="2468"/>
              <a:ext cx="91" cy="408"/>
            </a:xfrm>
            <a:prstGeom prst="upArrow">
              <a:avLst>
                <a:gd name="adj1" fmla="val 50000"/>
                <a:gd name="adj2" fmla="val 112067"/>
              </a:avLst>
            </a:prstGeom>
            <a:solidFill>
              <a:srgbClr val="CCFFCC"/>
            </a:solidFill>
            <a:ln w="12700" cap="sq">
              <a:solidFill>
                <a:schemeClr val="tx1"/>
              </a:solidFill>
              <a:miter lim="800000"/>
              <a:headEnd type="none" w="sm" len="sm"/>
              <a:tailEnd type="none" w="sm" len="sm"/>
            </a:ln>
          </p:spPr>
          <p:txBody>
            <a:bodyPr/>
            <a:lstStyle/>
            <a:p>
              <a:endParaRPr lang="zh-CN" altLang="en-US"/>
            </a:p>
          </p:txBody>
        </p:sp>
      </p:grpSp>
      <p:sp>
        <p:nvSpPr>
          <p:cNvPr id="854034" name="圆角矩形标注 854033">
            <a:extLst>
              <a:ext uri="{FF2B5EF4-FFF2-40B4-BE49-F238E27FC236}">
                <a16:creationId xmlns:a16="http://schemas.microsoft.com/office/drawing/2014/main" id="{59C9A0CA-2B34-4C3C-A096-90AEF98D212B}"/>
              </a:ext>
            </a:extLst>
          </p:cNvPr>
          <p:cNvSpPr>
            <a:spLocks noChangeArrowheads="1"/>
          </p:cNvSpPr>
          <p:nvPr/>
        </p:nvSpPr>
        <p:spPr bwMode="auto">
          <a:xfrm>
            <a:off x="4859338" y="47625"/>
            <a:ext cx="4252912" cy="2373313"/>
          </a:xfrm>
          <a:prstGeom prst="wedgeRoundRectCallout">
            <a:avLst>
              <a:gd name="adj1" fmla="val -69333"/>
              <a:gd name="adj2" fmla="val 54884"/>
              <a:gd name="adj3" fmla="val 16667"/>
            </a:avLst>
          </a:prstGeom>
          <a:solidFill>
            <a:srgbClr val="16EAC7"/>
          </a:solidFill>
          <a:ln w="9525">
            <a:solidFill>
              <a:schemeClr val="tx1"/>
            </a:solidFill>
            <a:miter lim="800000"/>
            <a:headEnd/>
            <a:tailEnd/>
          </a:ln>
        </p:spPr>
        <p:txBody>
          <a:bodyPr/>
          <a:lstStyle/>
          <a:p>
            <a:pPr>
              <a:lnSpc>
                <a:spcPct val="110000"/>
              </a:lnSpc>
            </a:pPr>
            <a:r>
              <a:rPr lang="zh-CN" altLang="en-US" sz="2000" b="1"/>
              <a:t>        </a:t>
            </a:r>
            <a:r>
              <a:rPr lang="zh-CN" altLang="en-US" sz="2100" b="1"/>
              <a:t>当数据库的逻辑模式结构因某种原因修改时，只要没有改变逻辑模式中与外模式定义有关的属性及与其关系模式名的隶属关系，就可使外模式保持不变，从而不需修改应用程序。</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08022"/>
    </mc:Choice>
    <mc:Fallback xmlns="">
      <p:transition spd="slow" advTm="108022"/>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854020">
                                            <p:txEl>
                                              <p:pRg st="2" end="2"/>
                                            </p:txEl>
                                          </p:spTgt>
                                        </p:tgtEl>
                                        <p:attrNameLst>
                                          <p:attrName>style.visibility</p:attrName>
                                        </p:attrNameLst>
                                      </p:cBhvr>
                                      <p:to>
                                        <p:strVal val="visible"/>
                                      </p:to>
                                    </p:set>
                                    <p:animEffect transition="in" filter="wipe(up)">
                                      <p:cBhvr>
                                        <p:cTn id="7" dur="500"/>
                                        <p:tgtEl>
                                          <p:spTgt spid="854020">
                                            <p:txEl>
                                              <p:pRg st="2" end="2"/>
                                            </p:txEl>
                                          </p:spTgt>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854020">
                                            <p:txEl>
                                              <p:pRg st="3" end="3"/>
                                            </p:txEl>
                                          </p:spTgt>
                                        </p:tgtEl>
                                        <p:attrNameLst>
                                          <p:attrName>style.visibility</p:attrName>
                                        </p:attrNameLst>
                                      </p:cBhvr>
                                      <p:to>
                                        <p:strVal val="visible"/>
                                      </p:to>
                                    </p:set>
                                    <p:animEffect transition="in" filter="wipe(up)">
                                      <p:cBhvr>
                                        <p:cTn id="11" dur="500"/>
                                        <p:tgtEl>
                                          <p:spTgt spid="854020">
                                            <p:txEl>
                                              <p:pRg st="3" end="3"/>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 presetClass="entr" presetSubtype="16" fill="hold" grpId="0" nodeType="clickEffect">
                                  <p:stCondLst>
                                    <p:cond delay="0"/>
                                  </p:stCondLst>
                                  <p:childTnLst>
                                    <p:set>
                                      <p:cBhvr>
                                        <p:cTn id="15" dur="1" fill="hold">
                                          <p:stCondLst>
                                            <p:cond delay="0"/>
                                          </p:stCondLst>
                                        </p:cTn>
                                        <p:tgtEl>
                                          <p:spTgt spid="854034"/>
                                        </p:tgtEl>
                                        <p:attrNameLst>
                                          <p:attrName>style.visibility</p:attrName>
                                        </p:attrNameLst>
                                      </p:cBhvr>
                                      <p:to>
                                        <p:strVal val="visible"/>
                                      </p:to>
                                    </p:set>
                                    <p:animEffect transition="in" filter="box(in)">
                                      <p:cBhvr>
                                        <p:cTn id="16" dur="500"/>
                                        <p:tgtEl>
                                          <p:spTgt spid="8540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403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5060" name="矩形 855059">
            <a:extLst>
              <a:ext uri="{FF2B5EF4-FFF2-40B4-BE49-F238E27FC236}">
                <a16:creationId xmlns:a16="http://schemas.microsoft.com/office/drawing/2014/main" id="{7E164026-83A2-4040-A920-FBEC628EC966}"/>
              </a:ext>
            </a:extLst>
          </p:cNvPr>
          <p:cNvSpPr/>
          <p:nvPr/>
        </p:nvSpPr>
        <p:spPr>
          <a:xfrm>
            <a:off x="784225" y="201613"/>
            <a:ext cx="8277225"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sz="2900" noProof="1"/>
              <a:t>二、</a:t>
            </a:r>
            <a:r>
              <a:rPr lang="en-US" altLang="zh-CN" sz="2900" noProof="1"/>
              <a:t>DB</a:t>
            </a:r>
            <a:r>
              <a:rPr lang="zh-CN" altLang="en-US" sz="2900" noProof="1"/>
              <a:t>内部体系结构中的两级影射与数据独立性</a:t>
            </a:r>
            <a:r>
              <a:rPr lang="zh-CN" altLang="en-US" noProof="1"/>
              <a:t> </a:t>
            </a:r>
          </a:p>
        </p:txBody>
      </p:sp>
      <p:sp>
        <p:nvSpPr>
          <p:cNvPr id="855045" name="矩形 855044">
            <a:extLst>
              <a:ext uri="{FF2B5EF4-FFF2-40B4-BE49-F238E27FC236}">
                <a16:creationId xmlns:a16="http://schemas.microsoft.com/office/drawing/2014/main" id="{C069D98E-53CA-409B-86AA-E80E06012D7E}"/>
              </a:ext>
            </a:extLst>
          </p:cNvPr>
          <p:cNvSpPr/>
          <p:nvPr/>
        </p:nvSpPr>
        <p:spPr>
          <a:xfrm>
            <a:off x="468313" y="1196975"/>
            <a:ext cx="7993062" cy="5338763"/>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r>
              <a:rPr lang="en-US" altLang="zh-CN" noProof="1"/>
              <a:t>         </a:t>
            </a:r>
            <a:r>
              <a:rPr lang="en-US" altLang="zh-CN" sz="3000" noProof="1">
                <a:solidFill>
                  <a:srgbClr val="660033"/>
                </a:solidFill>
                <a:ea typeface="华文新魏" panose="02010800040101010101" pitchFamily="2" charset="-122"/>
              </a:rPr>
              <a:t>5</a:t>
            </a:r>
            <a:r>
              <a:rPr lang="zh-CN" altLang="en-US" sz="3000" noProof="1">
                <a:solidFill>
                  <a:srgbClr val="660033"/>
                </a:solidFill>
                <a:ea typeface="华文新魏" panose="02010800040101010101" pitchFamily="2" charset="-122"/>
              </a:rPr>
              <a:t>、数据库的逻辑数据独立性和物理数据独立性</a:t>
            </a:r>
          </a:p>
          <a:p>
            <a:pPr>
              <a:spcBef>
                <a:spcPct val="5000"/>
              </a:spcBef>
            </a:pPr>
            <a:r>
              <a:rPr lang="zh-CN" altLang="en-US" noProof="1"/>
              <a:t>         ② 数据库的</a:t>
            </a:r>
            <a:r>
              <a:rPr lang="zh-CN" altLang="en-US" noProof="1">
                <a:solidFill>
                  <a:srgbClr val="FF0066"/>
                </a:solidFill>
              </a:rPr>
              <a:t>物理数据独立性</a:t>
            </a:r>
          </a:p>
          <a:p>
            <a:pPr>
              <a:spcBef>
                <a:spcPct val="5000"/>
              </a:spcBef>
            </a:pPr>
            <a:r>
              <a:rPr lang="zh-CN" altLang="en-US" noProof="1">
                <a:solidFill>
                  <a:srgbClr val="FF0066"/>
                </a:solidFill>
              </a:rPr>
              <a:t>             （</a:t>
            </a:r>
            <a:r>
              <a:rPr lang="zh-CN" altLang="en-US" noProof="1"/>
              <a:t>逻辑模式与内模式之间的映射</a:t>
            </a:r>
            <a:r>
              <a:rPr lang="zh-CN" altLang="en-US" noProof="1">
                <a:solidFill>
                  <a:srgbClr val="FF0066"/>
                </a:solidFill>
              </a:rPr>
              <a:t>）</a:t>
            </a:r>
          </a:p>
        </p:txBody>
      </p:sp>
      <p:grpSp>
        <p:nvGrpSpPr>
          <p:cNvPr id="34819" name="组合 855045">
            <a:extLst>
              <a:ext uri="{FF2B5EF4-FFF2-40B4-BE49-F238E27FC236}">
                <a16:creationId xmlns:a16="http://schemas.microsoft.com/office/drawing/2014/main" id="{E1A908BA-B10B-488A-BFB3-9FE3152E6CA7}"/>
              </a:ext>
            </a:extLst>
          </p:cNvPr>
          <p:cNvGrpSpPr>
            <a:grpSpLocks/>
          </p:cNvGrpSpPr>
          <p:nvPr/>
        </p:nvGrpSpPr>
        <p:grpSpPr bwMode="auto">
          <a:xfrm>
            <a:off x="323850" y="3500438"/>
            <a:ext cx="8569325" cy="2665412"/>
            <a:chOff x="388" y="1751"/>
            <a:chExt cx="4987" cy="1679"/>
          </a:xfrm>
        </p:grpSpPr>
        <p:sp>
          <p:nvSpPr>
            <p:cNvPr id="855047" name="流程图: 过程 855046">
              <a:extLst>
                <a:ext uri="{FF2B5EF4-FFF2-40B4-BE49-F238E27FC236}">
                  <a16:creationId xmlns:a16="http://schemas.microsoft.com/office/drawing/2014/main" id="{1491679C-271C-4642-9AFA-6582663B3607}"/>
                </a:ext>
              </a:extLst>
            </p:cNvPr>
            <p:cNvSpPr/>
            <p:nvPr/>
          </p:nvSpPr>
          <p:spPr>
            <a:xfrm>
              <a:off x="4378" y="2014"/>
              <a:ext cx="997" cy="544"/>
            </a:xfrm>
            <a:prstGeom prst="flowChartProcess">
              <a:avLst/>
            </a:prstGeom>
            <a:gradFill rotWithShape="1">
              <a:gsLst>
                <a:gs pos="0">
                  <a:schemeClr val="bg1"/>
                </a:gs>
                <a:gs pos="100000">
                  <a:srgbClr val="33CCCC"/>
                </a:gs>
              </a:gsLst>
              <a:path path="shape">
                <a:fillToRect l="50000" t="50000" r="50000" b="50000"/>
              </a:path>
              <a:tileRect/>
            </a:gradFill>
            <a:ln w="12700" cap="sq" cmpd="sng">
              <a:prstDash val="solid"/>
              <a:miter/>
              <a:headEnd type="none" w="sm" len="sm"/>
              <a:tailEnd type="none" w="sm" len="sm"/>
            </a:ln>
            <a:scene3d>
              <a:camera prst="legacyObliqueTopRight">
                <a:rot lat="0" lon="0" rev="0"/>
              </a:camera>
              <a:lightRig rig="legacyFlat3" dir="b"/>
            </a:scene3d>
            <a:sp3d extrusionH="430200" prstMaterial="legacyMatte">
              <a:bevelT w="13500" h="13500" prst="angle"/>
              <a:bevelB w="13500" h="13500" prst="angle"/>
              <a:extrusionClr>
                <a:srgbClr val="33CCCC"/>
              </a:extrusionClr>
            </a:sp3d>
          </p:spPr>
          <p:txBody>
            <a:bodyPr wrap="none" lIns="0" tIns="0" rIns="0" bIns="0" anchor="ctr">
              <a:flatTx/>
            </a:bodyPr>
            <a:lstStyle/>
            <a:p>
              <a:pPr algn="ctr"/>
              <a:r>
                <a:rPr lang="zh-CN" altLang="en-US" sz="2800" b="1" noProof="1">
                  <a:solidFill>
                    <a:srgbClr val="FF0000"/>
                  </a:solidFill>
                  <a:effectLst>
                    <a:outerShdw blurRad="38100" dist="38100" dir="2700000">
                      <a:srgbClr val="000000"/>
                    </a:outerShdw>
                  </a:effectLst>
                  <a:ea typeface="黑体" panose="02010609060101010101" pitchFamily="2" charset="-122"/>
                </a:rPr>
                <a:t>内模式</a:t>
              </a:r>
            </a:p>
          </p:txBody>
        </p:sp>
        <p:sp>
          <p:nvSpPr>
            <p:cNvPr id="855048" name="流程图: 过程 855047">
              <a:extLst>
                <a:ext uri="{FF2B5EF4-FFF2-40B4-BE49-F238E27FC236}">
                  <a16:creationId xmlns:a16="http://schemas.microsoft.com/office/drawing/2014/main" id="{1E9E7B73-3B48-4929-8098-2457ED120146}"/>
                </a:ext>
              </a:extLst>
            </p:cNvPr>
            <p:cNvSpPr/>
            <p:nvPr/>
          </p:nvSpPr>
          <p:spPr>
            <a:xfrm>
              <a:off x="2858" y="2014"/>
              <a:ext cx="998" cy="544"/>
            </a:xfrm>
            <a:prstGeom prst="flowChartProcess">
              <a:avLst/>
            </a:prstGeom>
            <a:gradFill rotWithShape="1">
              <a:gsLst>
                <a:gs pos="0">
                  <a:schemeClr val="bg1"/>
                </a:gs>
                <a:gs pos="100000">
                  <a:srgbClr val="3366FF"/>
                </a:gs>
              </a:gsLst>
              <a:path path="shape">
                <a:fillToRect l="50000" t="50000" r="50000" b="50000"/>
              </a:path>
              <a:tileRect/>
            </a:gradFill>
            <a:ln w="12700" cap="sq" cmpd="sng">
              <a:prstDash val="solid"/>
              <a:miter/>
              <a:headEnd type="none" w="sm" len="sm"/>
              <a:tailEnd type="none" w="sm" len="sm"/>
            </a:ln>
            <a:scene3d>
              <a:camera prst="legacyObliqueTopRight">
                <a:rot lat="0" lon="0" rev="0"/>
              </a:camera>
              <a:lightRig rig="legacyFlat3" dir="b"/>
            </a:scene3d>
            <a:sp3d extrusionH="430200" prstMaterial="legacyMatte">
              <a:bevelT w="13500" h="13500" prst="angle"/>
              <a:bevelB w="13500" h="13500" prst="angle"/>
              <a:extrusionClr>
                <a:srgbClr val="3366FF"/>
              </a:extrusionClr>
            </a:sp3d>
          </p:spPr>
          <p:txBody>
            <a:bodyPr wrap="none" lIns="0" tIns="0" rIns="0" bIns="0" anchor="ctr">
              <a:flatTx/>
            </a:bodyPr>
            <a:lstStyle/>
            <a:p>
              <a:pPr algn="ctr"/>
              <a:r>
                <a:rPr lang="zh-CN" altLang="en-US" sz="2800" b="1" noProof="1">
                  <a:solidFill>
                    <a:srgbClr val="FF0000"/>
                  </a:solidFill>
                  <a:effectLst>
                    <a:outerShdw blurRad="38100" dist="38100" dir="2700000">
                      <a:srgbClr val="000000"/>
                    </a:outerShdw>
                  </a:effectLst>
                  <a:ea typeface="黑体" panose="02010609060101010101" pitchFamily="2" charset="-122"/>
                </a:rPr>
                <a:t>逻辑模式</a:t>
              </a:r>
            </a:p>
          </p:txBody>
        </p:sp>
        <p:sp>
          <p:nvSpPr>
            <p:cNvPr id="855049" name="流程图: 过程 855048">
              <a:extLst>
                <a:ext uri="{FF2B5EF4-FFF2-40B4-BE49-F238E27FC236}">
                  <a16:creationId xmlns:a16="http://schemas.microsoft.com/office/drawing/2014/main" id="{F326CE82-4940-40F9-A134-60DFFFB3D4C0}"/>
                </a:ext>
              </a:extLst>
            </p:cNvPr>
            <p:cNvSpPr/>
            <p:nvPr/>
          </p:nvSpPr>
          <p:spPr>
            <a:xfrm>
              <a:off x="1340" y="2014"/>
              <a:ext cx="998" cy="544"/>
            </a:xfrm>
            <a:prstGeom prst="flowChartProcess">
              <a:avLst/>
            </a:prstGeom>
            <a:gradFill rotWithShape="1">
              <a:gsLst>
                <a:gs pos="0">
                  <a:schemeClr val="bg1"/>
                </a:gs>
                <a:gs pos="100000">
                  <a:srgbClr val="339966"/>
                </a:gs>
              </a:gsLst>
              <a:path path="shape">
                <a:fillToRect l="50000" t="50000" r="50000" b="50000"/>
              </a:path>
              <a:tileRect/>
            </a:gradFill>
            <a:ln w="12700" cap="sq" cmpd="sng">
              <a:prstDash val="solid"/>
              <a:miter/>
              <a:headEnd type="none" w="sm" len="sm"/>
              <a:tailEnd type="none" w="sm" len="sm"/>
            </a:ln>
            <a:scene3d>
              <a:camera prst="legacyObliqueTopRight">
                <a:rot lat="0" lon="0" rev="0"/>
              </a:camera>
              <a:lightRig rig="legacyFlat3" dir="b"/>
            </a:scene3d>
            <a:sp3d extrusionH="430200" prstMaterial="legacyMatte">
              <a:bevelT w="13500" h="13500" prst="angle"/>
              <a:bevelB w="13500" h="13500" prst="angle"/>
              <a:extrusionClr>
                <a:srgbClr val="339966"/>
              </a:extrusionClr>
            </a:sp3d>
          </p:spPr>
          <p:txBody>
            <a:bodyPr wrap="none" lIns="0" tIns="0" rIns="0" bIns="0" anchor="ctr">
              <a:flatTx/>
            </a:bodyPr>
            <a:lstStyle/>
            <a:p>
              <a:pPr algn="ctr"/>
              <a:r>
                <a:rPr lang="zh-CN" altLang="en-US" sz="2800" b="1" noProof="1">
                  <a:solidFill>
                    <a:srgbClr val="FF0000"/>
                  </a:solidFill>
                  <a:effectLst>
                    <a:outerShdw blurRad="38100" dist="38100" dir="2700000">
                      <a:srgbClr val="000000"/>
                    </a:outerShdw>
                  </a:effectLst>
                  <a:ea typeface="黑体" panose="02010609060101010101" pitchFamily="2" charset="-122"/>
                </a:rPr>
                <a:t>外模式</a:t>
              </a:r>
            </a:p>
          </p:txBody>
        </p:sp>
        <p:sp>
          <p:nvSpPr>
            <p:cNvPr id="855050" name="流程图: 过程 855049">
              <a:extLst>
                <a:ext uri="{FF2B5EF4-FFF2-40B4-BE49-F238E27FC236}">
                  <a16:creationId xmlns:a16="http://schemas.microsoft.com/office/drawing/2014/main" id="{BE454F73-254A-4B74-968A-2E720E40EC51}"/>
                </a:ext>
              </a:extLst>
            </p:cNvPr>
            <p:cNvSpPr/>
            <p:nvPr/>
          </p:nvSpPr>
          <p:spPr>
            <a:xfrm>
              <a:off x="2022" y="2886"/>
              <a:ext cx="997" cy="544"/>
            </a:xfrm>
            <a:prstGeom prst="flowChartProcess">
              <a:avLst/>
            </a:prstGeom>
            <a:gradFill rotWithShape="1">
              <a:gsLst>
                <a:gs pos="0">
                  <a:srgbClr val="FF00FF"/>
                </a:gs>
                <a:gs pos="50000">
                  <a:schemeClr val="bg1"/>
                </a:gs>
                <a:gs pos="100000">
                  <a:srgbClr val="FF00FF"/>
                </a:gs>
              </a:gsLst>
              <a:lin ang="0" scaled="1"/>
              <a:tileRect/>
            </a:gradFill>
            <a:ln w="12700" cap="sq" cmpd="sng">
              <a:prstDash val="solid"/>
              <a:miter/>
              <a:headEnd type="none" w="sm" len="sm"/>
              <a:tailEnd type="none" w="sm" len="sm"/>
            </a:ln>
            <a:scene3d>
              <a:camera prst="legacyObliqueTopRight">
                <a:rot lat="0" lon="0" rev="0"/>
              </a:camera>
              <a:lightRig rig="legacyFlat3" dir="b"/>
            </a:scene3d>
            <a:sp3d extrusionH="430200" prstMaterial="legacyMatte">
              <a:bevelT w="13500" h="13500" prst="angle"/>
              <a:bevelB w="13500" h="13500" prst="angle"/>
              <a:extrusionClr>
                <a:srgbClr val="FF00FF"/>
              </a:extrusionClr>
            </a:sp3d>
          </p:spPr>
          <p:txBody>
            <a:bodyPr wrap="none" lIns="0" tIns="0" rIns="0" bIns="0" anchor="ctr">
              <a:flatTx/>
            </a:bodyPr>
            <a:lstStyle/>
            <a:p>
              <a:pPr algn="ctr"/>
              <a:r>
                <a:rPr lang="zh-CN" altLang="en-US" sz="2400" b="1" noProof="1">
                  <a:solidFill>
                    <a:srgbClr val="3366FF"/>
                  </a:solidFill>
                  <a:effectLst>
                    <a:outerShdw blurRad="38100" dist="38100" dir="2700000">
                      <a:srgbClr val="C0C0C0"/>
                    </a:outerShdw>
                  </a:effectLst>
                  <a:ea typeface="黑体" panose="02010609060101010101" pitchFamily="2" charset="-122"/>
                </a:rPr>
                <a:t>外模式／</a:t>
              </a:r>
            </a:p>
            <a:p>
              <a:pPr algn="ctr"/>
              <a:r>
                <a:rPr lang="zh-CN" altLang="en-US" sz="2400" b="1" noProof="1">
                  <a:solidFill>
                    <a:srgbClr val="3366FF"/>
                  </a:solidFill>
                  <a:effectLst>
                    <a:outerShdw blurRad="38100" dist="38100" dir="2700000">
                      <a:srgbClr val="C0C0C0"/>
                    </a:outerShdw>
                  </a:effectLst>
                  <a:ea typeface="黑体" panose="02010609060101010101" pitchFamily="2" charset="-122"/>
                </a:rPr>
                <a:t>模式映象</a:t>
              </a:r>
            </a:p>
          </p:txBody>
        </p:sp>
        <p:sp>
          <p:nvSpPr>
            <p:cNvPr id="855051" name="流程图: 过程 855050">
              <a:extLst>
                <a:ext uri="{FF2B5EF4-FFF2-40B4-BE49-F238E27FC236}">
                  <a16:creationId xmlns:a16="http://schemas.microsoft.com/office/drawing/2014/main" id="{D5F7F5A8-ED5F-4342-AB9A-96C5F0A38079}"/>
                </a:ext>
              </a:extLst>
            </p:cNvPr>
            <p:cNvSpPr/>
            <p:nvPr/>
          </p:nvSpPr>
          <p:spPr>
            <a:xfrm>
              <a:off x="3608" y="2886"/>
              <a:ext cx="998" cy="544"/>
            </a:xfrm>
            <a:prstGeom prst="flowChartProcess">
              <a:avLst/>
            </a:prstGeom>
            <a:gradFill rotWithShape="1">
              <a:gsLst>
                <a:gs pos="0">
                  <a:srgbClr val="FF00FF"/>
                </a:gs>
                <a:gs pos="50000">
                  <a:schemeClr val="bg1"/>
                </a:gs>
                <a:gs pos="100000">
                  <a:srgbClr val="FF00FF"/>
                </a:gs>
              </a:gsLst>
              <a:lin ang="0" scaled="1"/>
              <a:tileRect/>
            </a:gradFill>
            <a:ln w="12700" cap="sq" cmpd="sng">
              <a:prstDash val="solid"/>
              <a:miter/>
              <a:headEnd type="none" w="sm" len="sm"/>
              <a:tailEnd type="none" w="sm" len="sm"/>
            </a:ln>
            <a:scene3d>
              <a:camera prst="legacyObliqueTopRight">
                <a:rot lat="0" lon="0" rev="0"/>
              </a:camera>
              <a:lightRig rig="legacyFlat3" dir="b"/>
            </a:scene3d>
            <a:sp3d extrusionH="430200" prstMaterial="legacyMatte">
              <a:bevelT w="13500" h="13500" prst="angle"/>
              <a:bevelB w="13500" h="13500" prst="angle"/>
              <a:extrusionClr>
                <a:srgbClr val="FF00FF"/>
              </a:extrusionClr>
            </a:sp3d>
          </p:spPr>
          <p:txBody>
            <a:bodyPr wrap="none" lIns="0" tIns="0" rIns="0" bIns="0" anchor="ctr">
              <a:flatTx/>
            </a:bodyPr>
            <a:lstStyle/>
            <a:p>
              <a:pPr algn="ctr"/>
              <a:r>
                <a:rPr lang="zh-CN" altLang="en-US" sz="2400" b="1" noProof="1">
                  <a:solidFill>
                    <a:schemeClr val="tx2"/>
                  </a:solidFill>
                  <a:effectLst>
                    <a:outerShdw blurRad="38100" dist="38100" dir="2700000">
                      <a:srgbClr val="C0C0C0"/>
                    </a:outerShdw>
                  </a:effectLst>
                  <a:ea typeface="黑体" panose="02010609060101010101" pitchFamily="2" charset="-122"/>
                </a:rPr>
                <a:t>模式／内</a:t>
              </a:r>
            </a:p>
            <a:p>
              <a:pPr algn="ctr"/>
              <a:r>
                <a:rPr lang="zh-CN" altLang="en-US" sz="2400" b="1" noProof="1">
                  <a:solidFill>
                    <a:schemeClr val="tx2"/>
                  </a:solidFill>
                  <a:effectLst>
                    <a:outerShdw blurRad="38100" dist="38100" dir="2700000">
                      <a:srgbClr val="C0C0C0"/>
                    </a:outerShdw>
                  </a:effectLst>
                  <a:ea typeface="黑体" panose="02010609060101010101" pitchFamily="2" charset="-122"/>
                </a:rPr>
                <a:t>模式映象</a:t>
              </a:r>
            </a:p>
          </p:txBody>
        </p:sp>
        <p:sp>
          <p:nvSpPr>
            <p:cNvPr id="34825" name="左右箭头 855051">
              <a:extLst>
                <a:ext uri="{FF2B5EF4-FFF2-40B4-BE49-F238E27FC236}">
                  <a16:creationId xmlns:a16="http://schemas.microsoft.com/office/drawing/2014/main" id="{2B6A7D6E-F15B-4156-A979-F1793BEB5B12}"/>
                </a:ext>
              </a:extLst>
            </p:cNvPr>
            <p:cNvSpPr>
              <a:spLocks noChangeArrowheads="1"/>
            </p:cNvSpPr>
            <p:nvPr/>
          </p:nvSpPr>
          <p:spPr bwMode="auto">
            <a:xfrm>
              <a:off x="2419" y="2195"/>
              <a:ext cx="431" cy="136"/>
            </a:xfrm>
            <a:prstGeom prst="leftRightArrow">
              <a:avLst>
                <a:gd name="adj1" fmla="val 50000"/>
                <a:gd name="adj2" fmla="val 63368"/>
              </a:avLst>
            </a:prstGeom>
            <a:solidFill>
              <a:srgbClr val="00FF00"/>
            </a:solidFill>
            <a:ln w="12700" cap="sq">
              <a:solidFill>
                <a:schemeClr val="tx1"/>
              </a:solidFill>
              <a:miter lim="800000"/>
              <a:headEnd type="none" w="sm" len="sm"/>
              <a:tailEnd type="none" w="sm" len="sm"/>
            </a:ln>
            <a:effectLst>
              <a:outerShdw dist="35921" dir="2700000" algn="ctr" rotWithShape="0">
                <a:srgbClr val="000066"/>
              </a:outerShdw>
            </a:effectLst>
          </p:spPr>
          <p:txBody>
            <a:bodyPr/>
            <a:lstStyle/>
            <a:p>
              <a:endParaRPr lang="zh-CN" altLang="en-US"/>
            </a:p>
          </p:txBody>
        </p:sp>
        <p:sp>
          <p:nvSpPr>
            <p:cNvPr id="34826" name="左右箭头 855052">
              <a:extLst>
                <a:ext uri="{FF2B5EF4-FFF2-40B4-BE49-F238E27FC236}">
                  <a16:creationId xmlns:a16="http://schemas.microsoft.com/office/drawing/2014/main" id="{CF02E762-99AF-4116-ABDB-30EF9D324A29}"/>
                </a:ext>
              </a:extLst>
            </p:cNvPr>
            <p:cNvSpPr>
              <a:spLocks noChangeArrowheads="1"/>
            </p:cNvSpPr>
            <p:nvPr/>
          </p:nvSpPr>
          <p:spPr bwMode="auto">
            <a:xfrm>
              <a:off x="3949" y="2195"/>
              <a:ext cx="431" cy="136"/>
            </a:xfrm>
            <a:prstGeom prst="leftRightArrow">
              <a:avLst>
                <a:gd name="adj1" fmla="val 50000"/>
                <a:gd name="adj2" fmla="val 63368"/>
              </a:avLst>
            </a:prstGeom>
            <a:solidFill>
              <a:srgbClr val="00FF00"/>
            </a:solidFill>
            <a:ln w="12700" cap="sq">
              <a:solidFill>
                <a:schemeClr val="tx1"/>
              </a:solidFill>
              <a:miter lim="800000"/>
              <a:headEnd type="none" w="sm" len="sm"/>
              <a:tailEnd type="none" w="sm" len="sm"/>
            </a:ln>
            <a:effectLst>
              <a:outerShdw dist="35921" dir="2700000" algn="ctr" rotWithShape="0">
                <a:srgbClr val="000066"/>
              </a:outerShdw>
            </a:effectLst>
          </p:spPr>
          <p:txBody>
            <a:bodyPr/>
            <a:lstStyle/>
            <a:p>
              <a:endParaRPr lang="zh-CN" altLang="en-US"/>
            </a:p>
          </p:txBody>
        </p:sp>
        <p:sp>
          <p:nvSpPr>
            <p:cNvPr id="855054" name="流程图: 过程 855053">
              <a:extLst>
                <a:ext uri="{FF2B5EF4-FFF2-40B4-BE49-F238E27FC236}">
                  <a16:creationId xmlns:a16="http://schemas.microsoft.com/office/drawing/2014/main" id="{EFF03234-FE44-4B10-B6F7-D97206E6F009}"/>
                </a:ext>
              </a:extLst>
            </p:cNvPr>
            <p:cNvSpPr/>
            <p:nvPr/>
          </p:nvSpPr>
          <p:spPr>
            <a:xfrm>
              <a:off x="388" y="1751"/>
              <a:ext cx="635" cy="1043"/>
            </a:xfrm>
            <a:prstGeom prst="flowChartProcess">
              <a:avLst/>
            </a:prstGeom>
            <a:solidFill>
              <a:srgbClr val="0000FF"/>
            </a:solidFill>
            <a:ln w="12700" cap="sq" cmpd="sng">
              <a:prstDash val="solid"/>
              <a:miter/>
              <a:headEnd type="none" w="sm" len="sm"/>
              <a:tailEnd type="none" w="sm" len="sm"/>
            </a:ln>
            <a:scene3d>
              <a:camera prst="legacyObliqueTopRight">
                <a:rot lat="0" lon="0" rev="0"/>
              </a:camera>
              <a:lightRig rig="legacyFlat3" dir="b"/>
            </a:scene3d>
            <a:sp3d extrusionH="430200" prstMaterial="legacyMatte">
              <a:bevelT w="13500" h="13500" prst="angle"/>
              <a:bevelB w="13500" h="13500" prst="angle"/>
              <a:extrusionClr>
                <a:srgbClr val="0000FF"/>
              </a:extrusionClr>
            </a:sp3d>
          </p:spPr>
          <p:txBody>
            <a:bodyPr wrap="none" lIns="0" tIns="0" rIns="0" bIns="0" anchor="ctr">
              <a:flatTx/>
            </a:bodyPr>
            <a:lstStyle/>
            <a:p>
              <a:pPr algn="ctr"/>
              <a:r>
                <a:rPr lang="zh-CN" altLang="en-US" sz="2800" b="1" noProof="1">
                  <a:solidFill>
                    <a:srgbClr val="FFFF00"/>
                  </a:solidFill>
                  <a:effectLst>
                    <a:outerShdw blurRad="38100" dist="38100" dir="2700000">
                      <a:srgbClr val="000000"/>
                    </a:outerShdw>
                  </a:effectLst>
                  <a:ea typeface="黑体" panose="02010609060101010101" pitchFamily="2" charset="-122"/>
                </a:rPr>
                <a:t>应用</a:t>
              </a:r>
            </a:p>
            <a:p>
              <a:pPr algn="ctr"/>
              <a:r>
                <a:rPr lang="zh-CN" altLang="en-US" sz="2800" b="1" noProof="1">
                  <a:solidFill>
                    <a:srgbClr val="FFFF00"/>
                  </a:solidFill>
                  <a:effectLst>
                    <a:outerShdw blurRad="38100" dist="38100" dir="2700000">
                      <a:srgbClr val="000000"/>
                    </a:outerShdw>
                  </a:effectLst>
                  <a:ea typeface="黑体" panose="02010609060101010101" pitchFamily="2" charset="-122"/>
                </a:rPr>
                <a:t>程序</a:t>
              </a:r>
            </a:p>
          </p:txBody>
        </p:sp>
        <p:sp>
          <p:nvSpPr>
            <p:cNvPr id="34828" name="左右箭头 855054">
              <a:extLst>
                <a:ext uri="{FF2B5EF4-FFF2-40B4-BE49-F238E27FC236}">
                  <a16:creationId xmlns:a16="http://schemas.microsoft.com/office/drawing/2014/main" id="{BF74570D-6C97-4D19-BA39-1938504518CB}"/>
                </a:ext>
              </a:extLst>
            </p:cNvPr>
            <p:cNvSpPr>
              <a:spLocks noChangeArrowheads="1"/>
            </p:cNvSpPr>
            <p:nvPr/>
          </p:nvSpPr>
          <p:spPr bwMode="auto">
            <a:xfrm>
              <a:off x="1068" y="2195"/>
              <a:ext cx="272" cy="136"/>
            </a:xfrm>
            <a:prstGeom prst="leftRightArrow">
              <a:avLst>
                <a:gd name="adj1" fmla="val 50000"/>
                <a:gd name="adj2" fmla="val 40000"/>
              </a:avLst>
            </a:prstGeom>
            <a:solidFill>
              <a:srgbClr val="00FF00"/>
            </a:solidFill>
            <a:ln w="12700" cap="sq">
              <a:solidFill>
                <a:schemeClr val="tx1"/>
              </a:solidFill>
              <a:miter lim="800000"/>
              <a:headEnd type="none" w="sm" len="sm"/>
              <a:tailEnd type="none" w="sm" len="sm"/>
            </a:ln>
            <a:effectLst>
              <a:outerShdw dist="35921" dir="2700000" algn="ctr" rotWithShape="0">
                <a:srgbClr val="000066"/>
              </a:outerShdw>
            </a:effectLst>
          </p:spPr>
          <p:txBody>
            <a:bodyPr/>
            <a:lstStyle/>
            <a:p>
              <a:endParaRPr lang="zh-CN" altLang="en-US"/>
            </a:p>
          </p:txBody>
        </p:sp>
        <p:sp>
          <p:nvSpPr>
            <p:cNvPr id="34829" name="上箭头 855055">
              <a:extLst>
                <a:ext uri="{FF2B5EF4-FFF2-40B4-BE49-F238E27FC236}">
                  <a16:creationId xmlns:a16="http://schemas.microsoft.com/office/drawing/2014/main" id="{70A78938-ED66-468B-A05B-13D10217F406}"/>
                </a:ext>
              </a:extLst>
            </p:cNvPr>
            <p:cNvSpPr>
              <a:spLocks noChangeArrowheads="1"/>
            </p:cNvSpPr>
            <p:nvPr/>
          </p:nvSpPr>
          <p:spPr bwMode="auto">
            <a:xfrm>
              <a:off x="2582" y="2387"/>
              <a:ext cx="91" cy="408"/>
            </a:xfrm>
            <a:prstGeom prst="upArrow">
              <a:avLst>
                <a:gd name="adj1" fmla="val 50000"/>
                <a:gd name="adj2" fmla="val 112067"/>
              </a:avLst>
            </a:prstGeom>
            <a:solidFill>
              <a:srgbClr val="CCFFCC"/>
            </a:solidFill>
            <a:ln w="12700" cap="sq">
              <a:solidFill>
                <a:schemeClr val="tx1"/>
              </a:solidFill>
              <a:miter lim="800000"/>
              <a:headEnd type="none" w="sm" len="sm"/>
              <a:tailEnd type="none" w="sm" len="sm"/>
            </a:ln>
          </p:spPr>
          <p:txBody>
            <a:bodyPr/>
            <a:lstStyle/>
            <a:p>
              <a:endParaRPr lang="zh-CN" altLang="en-US"/>
            </a:p>
          </p:txBody>
        </p:sp>
        <p:sp>
          <p:nvSpPr>
            <p:cNvPr id="855057" name="上箭头 855056">
              <a:extLst>
                <a:ext uri="{FF2B5EF4-FFF2-40B4-BE49-F238E27FC236}">
                  <a16:creationId xmlns:a16="http://schemas.microsoft.com/office/drawing/2014/main" id="{DA482361-89BD-494A-BFAE-40272F3B458A}"/>
                </a:ext>
              </a:extLst>
            </p:cNvPr>
            <p:cNvSpPr/>
            <p:nvPr/>
          </p:nvSpPr>
          <p:spPr>
            <a:xfrm>
              <a:off x="4104" y="2387"/>
              <a:ext cx="91" cy="408"/>
            </a:xfrm>
            <a:prstGeom prst="upArrow">
              <a:avLst>
                <a:gd name="adj1" fmla="val 50000"/>
                <a:gd name="adj2" fmla="val 112087"/>
              </a:avLst>
            </a:prstGeom>
            <a:solidFill>
              <a:srgbClr val="FF99FF"/>
            </a:solidFill>
            <a:ln w="12700" cap="sq" cmpd="sng">
              <a:solidFill>
                <a:schemeClr val="tx1"/>
              </a:solidFill>
              <a:prstDash val="solid"/>
              <a:miter/>
              <a:headEnd type="none" w="sm" len="sm"/>
              <a:tailEnd type="none" w="sm" len="sm"/>
            </a:ln>
          </p:spPr>
          <p:txBody>
            <a:bodyPr wrap="none" anchor="ctr"/>
            <a:lstStyle/>
            <a:p>
              <a:pPr algn="ctr"/>
              <a:endParaRPr lang="zh-CN" altLang="en-US" noProof="1">
                <a:solidFill>
                  <a:srgbClr val="FF99FF"/>
                </a:solidFill>
                <a:effectLst>
                  <a:outerShdw blurRad="38100" dist="38100" dir="2700000">
                    <a:srgbClr val="000000"/>
                  </a:outerShdw>
                </a:effectLst>
              </a:endParaRPr>
            </a:p>
          </p:txBody>
        </p:sp>
      </p:grpSp>
      <p:sp>
        <p:nvSpPr>
          <p:cNvPr id="855058" name="圆角矩形标注 855057">
            <a:extLst>
              <a:ext uri="{FF2B5EF4-FFF2-40B4-BE49-F238E27FC236}">
                <a16:creationId xmlns:a16="http://schemas.microsoft.com/office/drawing/2014/main" id="{BA738381-8DEB-4E87-B05D-92EA9A7FFD15}"/>
              </a:ext>
            </a:extLst>
          </p:cNvPr>
          <p:cNvSpPr>
            <a:spLocks noChangeArrowheads="1"/>
          </p:cNvSpPr>
          <p:nvPr/>
        </p:nvSpPr>
        <p:spPr bwMode="auto">
          <a:xfrm>
            <a:off x="5148263" y="47625"/>
            <a:ext cx="3963987" cy="2517775"/>
          </a:xfrm>
          <a:prstGeom prst="wedgeRoundRectCallout">
            <a:avLst>
              <a:gd name="adj1" fmla="val -69144"/>
              <a:gd name="adj2" fmla="val 48741"/>
              <a:gd name="adj3" fmla="val 16667"/>
            </a:avLst>
          </a:prstGeom>
          <a:solidFill>
            <a:srgbClr val="16EAC7"/>
          </a:solidFill>
          <a:ln w="9525">
            <a:solidFill>
              <a:schemeClr val="tx1"/>
            </a:solidFill>
            <a:miter lim="800000"/>
            <a:headEnd/>
            <a:tailEnd/>
          </a:ln>
        </p:spPr>
        <p:txBody>
          <a:bodyPr/>
          <a:lstStyle/>
          <a:p>
            <a:pPr>
              <a:lnSpc>
                <a:spcPct val="115000"/>
              </a:lnSpc>
            </a:pPr>
            <a:r>
              <a:rPr lang="zh-CN" altLang="en-US" b="1"/>
              <a:t>        </a:t>
            </a:r>
            <a:r>
              <a:rPr lang="zh-CN" altLang="en-US" sz="2100" b="1"/>
              <a:t>当数据库的内模式由于某种原因要修改时，可通过对逻辑模式与内模式之间的映象的修改，使逻辑模式尽可能地保持不变，实现内模式的改变尽可能地不修改应用程序。</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3363"/>
    </mc:Choice>
    <mc:Fallback xmlns="">
      <p:transition spd="slow" advTm="53363"/>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55045">
                                            <p:txEl>
                                              <p:pRg st="1" end="1"/>
                                            </p:txEl>
                                          </p:spTgt>
                                        </p:tgtEl>
                                        <p:attrNameLst>
                                          <p:attrName>style.visibility</p:attrName>
                                        </p:attrNameLst>
                                      </p:cBhvr>
                                      <p:to>
                                        <p:strVal val="visible"/>
                                      </p:to>
                                    </p:set>
                                    <p:animEffect transition="in" filter="wipe(left)">
                                      <p:cBhvr>
                                        <p:cTn id="7" dur="1000"/>
                                        <p:tgtEl>
                                          <p:spTgt spid="855045">
                                            <p:txEl>
                                              <p:pRg st="1" end="1"/>
                                            </p:txEl>
                                          </p:spTgt>
                                        </p:tgtEl>
                                      </p:cBhvr>
                                    </p:animEffect>
                                  </p:childTnLst>
                                </p:cTn>
                              </p:par>
                            </p:childTnLst>
                          </p:cTn>
                        </p:par>
                        <p:par>
                          <p:cTn id="8" fill="hold" nodeType="afterGroup">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855045">
                                            <p:txEl>
                                              <p:pRg st="2" end="2"/>
                                            </p:txEl>
                                          </p:spTgt>
                                        </p:tgtEl>
                                        <p:attrNameLst>
                                          <p:attrName>style.visibility</p:attrName>
                                        </p:attrNameLst>
                                      </p:cBhvr>
                                      <p:to>
                                        <p:strVal val="visible"/>
                                      </p:to>
                                    </p:set>
                                    <p:animEffect transition="in" filter="wipe(left)">
                                      <p:cBhvr>
                                        <p:cTn id="11" dur="2000"/>
                                        <p:tgtEl>
                                          <p:spTgt spid="855045">
                                            <p:txEl>
                                              <p:pRg st="2" end="2"/>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8" presetClass="entr" presetSubtype="16" fill="hold" grpId="0" nodeType="clickEffect">
                                  <p:stCondLst>
                                    <p:cond delay="0"/>
                                  </p:stCondLst>
                                  <p:childTnLst>
                                    <p:set>
                                      <p:cBhvr>
                                        <p:cTn id="15" dur="1" fill="hold">
                                          <p:stCondLst>
                                            <p:cond delay="0"/>
                                          </p:stCondLst>
                                        </p:cTn>
                                        <p:tgtEl>
                                          <p:spTgt spid="855058"/>
                                        </p:tgtEl>
                                        <p:attrNameLst>
                                          <p:attrName>style.visibility</p:attrName>
                                        </p:attrNameLst>
                                      </p:cBhvr>
                                      <p:to>
                                        <p:strVal val="visible"/>
                                      </p:to>
                                    </p:set>
                                    <p:animEffect transition="in" filter="diamond(in)">
                                      <p:cBhvr>
                                        <p:cTn id="16" dur="2000"/>
                                        <p:tgtEl>
                                          <p:spTgt spid="8550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5045" grpId="0" uiExpand="1" build="p"/>
      <p:bldP spid="85505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6109" name="矩形 856108">
            <a:extLst>
              <a:ext uri="{FF2B5EF4-FFF2-40B4-BE49-F238E27FC236}">
                <a16:creationId xmlns:a16="http://schemas.microsoft.com/office/drawing/2014/main" id="{6A3C8DD7-A4B2-4764-BE73-911E6EA62D2B}"/>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noProof="1"/>
              <a:t>三、数据库内部体系的概念</a:t>
            </a:r>
          </a:p>
        </p:txBody>
      </p:sp>
      <p:sp>
        <p:nvSpPr>
          <p:cNvPr id="856110" name="矩形 856109">
            <a:extLst>
              <a:ext uri="{FF2B5EF4-FFF2-40B4-BE49-F238E27FC236}">
                <a16:creationId xmlns:a16="http://schemas.microsoft.com/office/drawing/2014/main" id="{1F5D8E85-B63A-41D5-B3E0-A7899FFF7AC4}"/>
              </a:ext>
            </a:extLst>
          </p:cNvPr>
          <p:cNvSpPr/>
          <p:nvPr/>
        </p:nvSpPr>
        <p:spPr>
          <a:xfrm>
            <a:off x="468313" y="1052513"/>
            <a:ext cx="8207375" cy="4968875"/>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r>
              <a:rPr lang="en-US" altLang="zh-CN" noProof="1"/>
              <a:t>         </a:t>
            </a:r>
            <a:r>
              <a:rPr lang="zh-CN" altLang="en-US" noProof="1">
                <a:solidFill>
                  <a:schemeClr val="hlink"/>
                </a:solidFill>
                <a:latin typeface="黑体" panose="02010609060101010101" pitchFamily="2" charset="-122"/>
                <a:ea typeface="黑体" panose="02010609060101010101" pitchFamily="2" charset="-122"/>
              </a:rPr>
              <a:t>◆</a:t>
            </a:r>
            <a:r>
              <a:rPr lang="zh-CN" altLang="en-US" noProof="1"/>
              <a:t>数据库的三级模式结构指的是一种</a:t>
            </a:r>
            <a:r>
              <a:rPr lang="zh-CN" altLang="en-US" noProof="1">
                <a:solidFill>
                  <a:srgbClr val="660066"/>
                </a:solidFill>
                <a:effectLst/>
                <a:latin typeface="黑体" panose="02010609060101010101" pitchFamily="2" charset="-122"/>
                <a:ea typeface="黑体" panose="02010609060101010101" pitchFamily="2" charset="-122"/>
              </a:rPr>
              <a:t>从数据库管理系统（</a:t>
            </a:r>
            <a:r>
              <a:rPr lang="en-US" altLang="zh-CN" noProof="1">
                <a:solidFill>
                  <a:srgbClr val="660066"/>
                </a:solidFill>
                <a:effectLst/>
                <a:latin typeface="黑体" panose="02010609060101010101" pitchFamily="2" charset="-122"/>
                <a:ea typeface="黑体" panose="02010609060101010101" pitchFamily="2" charset="-122"/>
              </a:rPr>
              <a:t>DBMS</a:t>
            </a:r>
            <a:r>
              <a:rPr lang="zh-CN" altLang="en-US" noProof="1">
                <a:solidFill>
                  <a:srgbClr val="660066"/>
                </a:solidFill>
                <a:effectLst/>
                <a:latin typeface="黑体" panose="02010609060101010101" pitchFamily="2" charset="-122"/>
                <a:ea typeface="黑体" panose="02010609060101010101" pitchFamily="2" charset="-122"/>
              </a:rPr>
              <a:t>）的角度</a:t>
            </a:r>
            <a:r>
              <a:rPr lang="zh-CN" altLang="en-US" noProof="1"/>
              <a:t>看到的数据库模式结构和映射关系。</a:t>
            </a:r>
          </a:p>
          <a:p>
            <a:pPr>
              <a:lnSpc>
                <a:spcPct val="125000"/>
              </a:lnSpc>
            </a:pPr>
            <a:r>
              <a:rPr lang="zh-CN" altLang="en-US" noProof="1"/>
              <a:t>          </a:t>
            </a:r>
            <a:r>
              <a:rPr lang="zh-CN" altLang="en-US" noProof="1">
                <a:solidFill>
                  <a:schemeClr val="hlink"/>
                </a:solidFill>
                <a:latin typeface="黑体" panose="02010609060101010101" pitchFamily="2" charset="-122"/>
                <a:ea typeface="黑体" panose="02010609060101010101" pitchFamily="2" charset="-122"/>
              </a:rPr>
              <a:t>◆</a:t>
            </a:r>
            <a:r>
              <a:rPr lang="zh-CN" altLang="en-US" noProof="1"/>
              <a:t>一般，把这种从</a:t>
            </a:r>
            <a:r>
              <a:rPr lang="en-US" altLang="zh-CN" noProof="1"/>
              <a:t>DBMS</a:t>
            </a:r>
            <a:r>
              <a:rPr lang="zh-CN" altLang="en-US" noProof="1"/>
              <a:t>角度看到的三级模式结构及模式之间的映像，统称为数据库的内部体系结构。</a:t>
            </a:r>
          </a:p>
          <a:p>
            <a:pPr>
              <a:lnSpc>
                <a:spcPct val="125000"/>
              </a:lnSpc>
            </a:pPr>
            <a:r>
              <a:rPr lang="zh-CN" altLang="en-US" noProof="1"/>
              <a:t>    </a:t>
            </a:r>
            <a:r>
              <a:rPr lang="zh-CN" altLang="en-US" sz="3600" noProof="1">
                <a:solidFill>
                  <a:srgbClr val="660066"/>
                </a:solidFill>
              </a:rPr>
              <a:t>？</a:t>
            </a:r>
            <a:r>
              <a:rPr lang="zh-CN" altLang="en-US" sz="3200" noProof="1">
                <a:solidFill>
                  <a:srgbClr val="003366"/>
                </a:solidFill>
                <a:ea typeface="黑体" panose="02010609060101010101" pitchFamily="2" charset="-122"/>
              </a:rPr>
              <a:t>数据库的</a:t>
            </a:r>
            <a:r>
              <a:rPr lang="zh-CN" altLang="en-US" sz="3200" noProof="1">
                <a:solidFill>
                  <a:srgbClr val="800000"/>
                </a:solidFill>
                <a:ea typeface="黑体" panose="02010609060101010101" pitchFamily="2" charset="-122"/>
              </a:rPr>
              <a:t>外部</a:t>
            </a:r>
            <a:r>
              <a:rPr lang="zh-CN" altLang="en-US" sz="3200" noProof="1">
                <a:solidFill>
                  <a:srgbClr val="003366"/>
                </a:solidFill>
                <a:ea typeface="黑体" panose="02010609060101010101" pitchFamily="2" charset="-122"/>
              </a:rPr>
              <a:t>（体系）</a:t>
            </a:r>
            <a:r>
              <a:rPr lang="zh-CN" altLang="en-US" sz="3200" noProof="1">
                <a:solidFill>
                  <a:srgbClr val="800000"/>
                </a:solidFill>
                <a:ea typeface="黑体" panose="02010609060101010101" pitchFamily="2" charset="-122"/>
              </a:rPr>
              <a:t>结构  </a:t>
            </a:r>
            <a:r>
              <a:rPr lang="en-US" altLang="zh-CN" sz="3200" noProof="1">
                <a:solidFill>
                  <a:srgbClr val="B2B2B2"/>
                </a:solidFill>
                <a:ea typeface="黑体" panose="02010609060101010101" pitchFamily="2" charset="-122"/>
              </a:rPr>
              <a:t>#</a:t>
            </a:r>
            <a:r>
              <a:rPr lang="en-US" altLang="zh-CN" noProof="1"/>
              <a:t> </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8977"/>
    </mc:Choice>
    <mc:Fallback xmlns="">
      <p:transition spd="slow" advTm="58977"/>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56110">
                                            <p:txEl>
                                              <p:pRg st="0" end="0"/>
                                            </p:txEl>
                                          </p:spTgt>
                                        </p:tgtEl>
                                        <p:attrNameLst>
                                          <p:attrName>style.visibility</p:attrName>
                                        </p:attrNameLst>
                                      </p:cBhvr>
                                      <p:to>
                                        <p:strVal val="visible"/>
                                      </p:to>
                                    </p:set>
                                    <p:animEffect transition="in" filter="wipe(left)">
                                      <p:cBhvr>
                                        <p:cTn id="7" dur="1000"/>
                                        <p:tgtEl>
                                          <p:spTgt spid="856110">
                                            <p:txEl>
                                              <p:pRg st="0" end="0"/>
                                            </p:txEl>
                                          </p:spTgt>
                                        </p:tgtEl>
                                      </p:cBhvr>
                                    </p:animEffect>
                                  </p:childTnLst>
                                </p:cTn>
                              </p:par>
                            </p:childTnLst>
                          </p:cTn>
                        </p:par>
                        <p:par>
                          <p:cTn id="8" fill="hold" nodeType="afterGroup">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856110">
                                            <p:txEl>
                                              <p:pRg st="1" end="1"/>
                                            </p:txEl>
                                          </p:spTgt>
                                        </p:tgtEl>
                                        <p:attrNameLst>
                                          <p:attrName>style.visibility</p:attrName>
                                        </p:attrNameLst>
                                      </p:cBhvr>
                                      <p:to>
                                        <p:strVal val="visible"/>
                                      </p:to>
                                    </p:set>
                                    <p:animEffect transition="in" filter="wipe(left)">
                                      <p:cBhvr>
                                        <p:cTn id="11" dur="1000"/>
                                        <p:tgtEl>
                                          <p:spTgt spid="856110">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856110">
                                            <p:txEl>
                                              <p:pRg st="2" end="2"/>
                                            </p:txEl>
                                          </p:spTgt>
                                        </p:tgtEl>
                                        <p:attrNameLst>
                                          <p:attrName>style.visibility</p:attrName>
                                        </p:attrNameLst>
                                      </p:cBhvr>
                                      <p:to>
                                        <p:strVal val="visible"/>
                                      </p:to>
                                    </p:set>
                                    <p:animEffect transition="in" filter="wipe(left)">
                                      <p:cBhvr>
                                        <p:cTn id="16" dur="1000"/>
                                        <p:tgtEl>
                                          <p:spTgt spid="8561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6110"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9252" name="矩形 949251">
            <a:extLst>
              <a:ext uri="{FF2B5EF4-FFF2-40B4-BE49-F238E27FC236}">
                <a16:creationId xmlns:a16="http://schemas.microsoft.com/office/drawing/2014/main" id="{55D3F7EC-8DDA-47E7-A309-7B730D1B0CBD}"/>
              </a:ext>
            </a:extLst>
          </p:cNvPr>
          <p:cNvSpPr/>
          <p:nvPr/>
        </p:nvSpPr>
        <p:spPr>
          <a:xfrm>
            <a:off x="755650" y="285750"/>
            <a:ext cx="7793038" cy="622300"/>
          </a:xfrm>
          <a:prstGeom prst="rect">
            <a:avLst/>
          </a:prstGeom>
          <a:noFill/>
          <a:ln w="9525">
            <a:noFill/>
          </a:ln>
          <a:effectLst>
            <a:outerShdw dist="17961" dir="2699999" algn="ctr" rotWithShape="0">
              <a:schemeClr val="tx1">
                <a:alpha val="50000"/>
              </a:schemeClr>
            </a:outerShdw>
          </a:effectLst>
        </p:spPr>
        <p:txBody>
          <a:bodyPr anchor="ctr"/>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algn="ctr"/>
            <a:r>
              <a:rPr lang="zh-CN" altLang="en-US" sz="4000" noProof="1">
                <a:latin typeface="华文隶书" panose="02010800040101010101" pitchFamily="2" charset="-122"/>
                <a:ea typeface="华文隶书" panose="02010800040101010101" pitchFamily="2" charset="-122"/>
              </a:rPr>
              <a:t>本次课复习要点</a:t>
            </a:r>
          </a:p>
        </p:txBody>
      </p:sp>
      <p:sp>
        <p:nvSpPr>
          <p:cNvPr id="949253" name="矩形 949252">
            <a:extLst>
              <a:ext uri="{FF2B5EF4-FFF2-40B4-BE49-F238E27FC236}">
                <a16:creationId xmlns:a16="http://schemas.microsoft.com/office/drawing/2014/main" id="{29163632-82C8-4122-852C-4B6CB6A24707}"/>
              </a:ext>
            </a:extLst>
          </p:cNvPr>
          <p:cNvSpPr/>
          <p:nvPr/>
        </p:nvSpPr>
        <p:spPr>
          <a:xfrm>
            <a:off x="466725" y="1258888"/>
            <a:ext cx="8208963"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endParaRPr lang="zh-CN" altLang="en-US" sz="1000" noProof="1">
              <a:solidFill>
                <a:srgbClr val="990033"/>
              </a:solidFill>
              <a:effectLst/>
              <a:ea typeface="黑体" panose="02010609060101010101" pitchFamily="2" charset="-122"/>
            </a:endParaRPr>
          </a:p>
          <a:p>
            <a:pPr>
              <a:lnSpc>
                <a:spcPct val="135000"/>
              </a:lnSpc>
              <a:spcBef>
                <a:spcPct val="0"/>
              </a:spcBef>
            </a:pPr>
            <a:r>
              <a:rPr lang="zh-CN" altLang="en-US" noProof="1"/>
              <a:t>           </a:t>
            </a:r>
            <a:r>
              <a:rPr lang="en-US" altLang="zh-CN" sz="3200" noProof="1">
                <a:solidFill>
                  <a:srgbClr val="003366"/>
                </a:solidFill>
                <a:effectLst/>
                <a:latin typeface="华文新魏" panose="02010800040101010101" pitchFamily="2" charset="-122"/>
                <a:ea typeface="华文新魏" panose="02010800040101010101" pitchFamily="2" charset="-122"/>
              </a:rPr>
              <a:t>   </a:t>
            </a:r>
            <a:r>
              <a:rPr lang="zh-CN" altLang="en-US" sz="3200" noProof="1">
                <a:solidFill>
                  <a:srgbClr val="003366"/>
                </a:solidFill>
                <a:effectLst/>
                <a:latin typeface="华文新魏" panose="02010800040101010101" pitchFamily="2" charset="-122"/>
                <a:ea typeface="华文新魏" panose="02010800040101010101" pitchFamily="2" charset="-122"/>
              </a:rPr>
              <a:t>逻辑模式</a:t>
            </a:r>
          </a:p>
          <a:p>
            <a:pPr>
              <a:lnSpc>
                <a:spcPct val="135000"/>
              </a:lnSpc>
              <a:spcBef>
                <a:spcPct val="0"/>
              </a:spcBef>
            </a:pPr>
            <a:r>
              <a:rPr lang="zh-CN" altLang="en-US" sz="3200" noProof="1">
                <a:solidFill>
                  <a:srgbClr val="003366"/>
                </a:solidFill>
                <a:effectLst/>
                <a:latin typeface="华文新魏" panose="02010800040101010101" pitchFamily="2" charset="-122"/>
                <a:ea typeface="华文新魏" panose="02010800040101010101" pitchFamily="2" charset="-122"/>
              </a:rPr>
              <a:t>               外模式</a:t>
            </a:r>
          </a:p>
          <a:p>
            <a:pPr>
              <a:lnSpc>
                <a:spcPct val="135000"/>
              </a:lnSpc>
              <a:spcBef>
                <a:spcPct val="0"/>
              </a:spcBef>
            </a:pPr>
            <a:r>
              <a:rPr lang="zh-CN" altLang="en-US" sz="3200" noProof="1">
                <a:solidFill>
                  <a:srgbClr val="003366"/>
                </a:solidFill>
                <a:effectLst/>
                <a:latin typeface="华文新魏" panose="02010800040101010101" pitchFamily="2" charset="-122"/>
                <a:ea typeface="华文新魏" panose="02010800040101010101" pitchFamily="2" charset="-122"/>
              </a:rPr>
              <a:t>               三级数据库结构</a:t>
            </a:r>
          </a:p>
          <a:p>
            <a:pPr>
              <a:lnSpc>
                <a:spcPct val="135000"/>
              </a:lnSpc>
              <a:spcBef>
                <a:spcPct val="0"/>
              </a:spcBef>
            </a:pPr>
            <a:r>
              <a:rPr lang="zh-CN" altLang="en-US" sz="3200" noProof="1">
                <a:solidFill>
                  <a:srgbClr val="003366"/>
                </a:solidFill>
                <a:effectLst/>
                <a:latin typeface="华文新魏" panose="02010800040101010101" pitchFamily="2" charset="-122"/>
                <a:ea typeface="华文新魏" panose="02010800040101010101" pitchFamily="2" charset="-122"/>
              </a:rPr>
              <a:t>               应用程序</a:t>
            </a:r>
          </a:p>
          <a:p>
            <a:pPr>
              <a:lnSpc>
                <a:spcPct val="135000"/>
              </a:lnSpc>
              <a:spcBef>
                <a:spcPct val="0"/>
              </a:spcBef>
            </a:pPr>
            <a:r>
              <a:rPr lang="zh-CN" altLang="en-US" sz="3200" noProof="1">
                <a:solidFill>
                  <a:srgbClr val="003366"/>
                </a:solidFill>
                <a:effectLst/>
                <a:latin typeface="华文新魏" panose="02010800040101010101" pitchFamily="2" charset="-122"/>
                <a:ea typeface="华文新魏" panose="02010800040101010101" pitchFamily="2" charset="-122"/>
              </a:rPr>
              <a:t>               外模式与逻辑模式之间的映像</a:t>
            </a:r>
          </a:p>
          <a:p>
            <a:pPr>
              <a:lnSpc>
                <a:spcPct val="135000"/>
              </a:lnSpc>
              <a:spcBef>
                <a:spcPct val="0"/>
              </a:spcBef>
            </a:pPr>
            <a:r>
              <a:rPr lang="zh-CN" altLang="en-US" sz="3200" noProof="1">
                <a:solidFill>
                  <a:srgbClr val="003366"/>
                </a:solidFill>
                <a:effectLst/>
                <a:latin typeface="华文新魏" panose="02010800040101010101" pitchFamily="2" charset="-122"/>
                <a:ea typeface="华文新魏" panose="02010800040101010101" pitchFamily="2" charset="-122"/>
              </a:rPr>
              <a:t>               数据库内部体系结构的概念</a:t>
            </a:r>
            <a:endParaRPr lang="en-US" altLang="zh-CN" sz="3200" noProof="1">
              <a:solidFill>
                <a:srgbClr val="003366"/>
              </a:solidFill>
              <a:effectLst/>
              <a:latin typeface="华文新魏" panose="02010800040101010101" pitchFamily="2" charset="-122"/>
              <a:ea typeface="华文新魏" panose="020108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18545"/>
    </mc:Choice>
    <mc:Fallback xmlns="">
      <p:transition spd="slow" advTm="18545"/>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49253">
                                            <p:txEl>
                                              <p:pRg st="1" end="1"/>
                                            </p:txEl>
                                          </p:spTgt>
                                        </p:tgtEl>
                                        <p:attrNameLst>
                                          <p:attrName>style.visibility</p:attrName>
                                        </p:attrNameLst>
                                      </p:cBhvr>
                                      <p:to>
                                        <p:strVal val="visible"/>
                                      </p:to>
                                    </p:set>
                                    <p:animEffect transition="in" filter="wipe(left)">
                                      <p:cBhvr>
                                        <p:cTn id="7" dur="500"/>
                                        <p:tgtEl>
                                          <p:spTgt spid="949253">
                                            <p:txEl>
                                              <p:pRg st="1" end="1"/>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49253">
                                            <p:txEl>
                                              <p:pRg st="2" end="2"/>
                                            </p:txEl>
                                          </p:spTgt>
                                        </p:tgtEl>
                                        <p:attrNameLst>
                                          <p:attrName>style.visibility</p:attrName>
                                        </p:attrNameLst>
                                      </p:cBhvr>
                                      <p:to>
                                        <p:strVal val="visible"/>
                                      </p:to>
                                    </p:set>
                                    <p:animEffect transition="in" filter="wipe(left)">
                                      <p:cBhvr>
                                        <p:cTn id="11" dur="500"/>
                                        <p:tgtEl>
                                          <p:spTgt spid="949253">
                                            <p:txEl>
                                              <p:pRg st="2" end="2"/>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949253">
                                            <p:txEl>
                                              <p:pRg st="3" end="3"/>
                                            </p:txEl>
                                          </p:spTgt>
                                        </p:tgtEl>
                                        <p:attrNameLst>
                                          <p:attrName>style.visibility</p:attrName>
                                        </p:attrNameLst>
                                      </p:cBhvr>
                                      <p:to>
                                        <p:strVal val="visible"/>
                                      </p:to>
                                    </p:set>
                                    <p:animEffect transition="in" filter="wipe(left)">
                                      <p:cBhvr>
                                        <p:cTn id="15" dur="500"/>
                                        <p:tgtEl>
                                          <p:spTgt spid="949253">
                                            <p:txEl>
                                              <p:pRg st="3" end="3"/>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949253">
                                            <p:txEl>
                                              <p:pRg st="4" end="4"/>
                                            </p:txEl>
                                          </p:spTgt>
                                        </p:tgtEl>
                                        <p:attrNameLst>
                                          <p:attrName>style.visibility</p:attrName>
                                        </p:attrNameLst>
                                      </p:cBhvr>
                                      <p:to>
                                        <p:strVal val="visible"/>
                                      </p:to>
                                    </p:set>
                                    <p:animEffect transition="in" filter="wipe(left)">
                                      <p:cBhvr>
                                        <p:cTn id="19" dur="500"/>
                                        <p:tgtEl>
                                          <p:spTgt spid="949253">
                                            <p:txEl>
                                              <p:pRg st="4" end="4"/>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949253">
                                            <p:txEl>
                                              <p:pRg st="5" end="5"/>
                                            </p:txEl>
                                          </p:spTgt>
                                        </p:tgtEl>
                                        <p:attrNameLst>
                                          <p:attrName>style.visibility</p:attrName>
                                        </p:attrNameLst>
                                      </p:cBhvr>
                                      <p:to>
                                        <p:strVal val="visible"/>
                                      </p:to>
                                    </p:set>
                                    <p:animEffect transition="in" filter="wipe(left)">
                                      <p:cBhvr>
                                        <p:cTn id="23" dur="500"/>
                                        <p:tgtEl>
                                          <p:spTgt spid="949253">
                                            <p:txEl>
                                              <p:pRg st="5" end="5"/>
                                            </p:txEl>
                                          </p:spTgt>
                                        </p:tgtEl>
                                      </p:cBhvr>
                                    </p:animEffect>
                                  </p:childTnLst>
                                </p:cTn>
                              </p:par>
                            </p:childTnLst>
                          </p:cTn>
                        </p:par>
                        <p:par>
                          <p:cTn id="24" fill="hold" nodeType="afterGroup">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949253">
                                            <p:txEl>
                                              <p:pRg st="6" end="6"/>
                                            </p:txEl>
                                          </p:spTgt>
                                        </p:tgtEl>
                                        <p:attrNameLst>
                                          <p:attrName>style.visibility</p:attrName>
                                        </p:attrNameLst>
                                      </p:cBhvr>
                                      <p:to>
                                        <p:strVal val="visible"/>
                                      </p:to>
                                    </p:set>
                                    <p:animEffect transition="in" filter="wipe(left)">
                                      <p:cBhvr>
                                        <p:cTn id="27" dur="500"/>
                                        <p:tgtEl>
                                          <p:spTgt spid="94925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925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矩形 931843">
            <a:extLst>
              <a:ext uri="{FF2B5EF4-FFF2-40B4-BE49-F238E27FC236}">
                <a16:creationId xmlns:a16="http://schemas.microsoft.com/office/drawing/2014/main" id="{2B14250F-67CA-48FB-B864-DB28C0DBE1C7}"/>
              </a:ext>
            </a:extLst>
          </p:cNvPr>
          <p:cNvSpPr>
            <a:spLocks noChangeArrowheads="1"/>
          </p:cNvSpPr>
          <p:nvPr/>
        </p:nvSpPr>
        <p:spPr bwMode="auto">
          <a:xfrm>
            <a:off x="323850" y="1052513"/>
            <a:ext cx="8640763" cy="561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342900" indent="-342900">
              <a:defRPr>
                <a:solidFill>
                  <a:schemeClr val="tx1"/>
                </a:solidFill>
                <a:latin typeface="Arial" panose="020B0604020202020204" pitchFamily="34" charset="0"/>
                <a:ea typeface="楷体_GB2312" pitchFamily="49" charset="-122"/>
              </a:defRPr>
            </a:lvl1pPr>
            <a:lvl2pPr>
              <a:defRPr>
                <a:solidFill>
                  <a:schemeClr val="tx1"/>
                </a:solidFill>
                <a:latin typeface="Arial" panose="020B0604020202020204" pitchFamily="34" charset="0"/>
                <a:ea typeface="楷体_GB2312" pitchFamily="49" charset="-122"/>
              </a:defRPr>
            </a:lvl2pPr>
            <a:lvl3pPr>
              <a:defRPr>
                <a:solidFill>
                  <a:schemeClr val="tx1"/>
                </a:solidFill>
                <a:latin typeface="Arial" panose="020B0604020202020204" pitchFamily="34" charset="0"/>
                <a:ea typeface="楷体_GB2312" pitchFamily="49" charset="-122"/>
              </a:defRPr>
            </a:lvl3pPr>
            <a:lvl4pPr>
              <a:defRPr>
                <a:solidFill>
                  <a:schemeClr val="tx1"/>
                </a:solidFill>
                <a:latin typeface="Arial" panose="020B0604020202020204" pitchFamily="34" charset="0"/>
                <a:ea typeface="楷体_GB2312" pitchFamily="49" charset="-122"/>
              </a:defRPr>
            </a:lvl4pPr>
            <a:lvl5pPr>
              <a:defRPr>
                <a:solidFill>
                  <a:schemeClr val="tx1"/>
                </a:solidFill>
                <a:latin typeface="Arial" panose="020B0604020202020204" pitchFamily="34" charset="0"/>
                <a:ea typeface="楷体_GB2312" pitchFamily="49" charset="-122"/>
              </a:defRPr>
            </a:lvl5pPr>
            <a:lvl6pPr fontAlgn="base">
              <a:spcBef>
                <a:spcPct val="0"/>
              </a:spcBef>
              <a:spcAft>
                <a:spcPct val="0"/>
              </a:spcAft>
              <a:defRPr>
                <a:solidFill>
                  <a:schemeClr val="tx1"/>
                </a:solidFill>
                <a:latin typeface="Arial" panose="020B0604020202020204" pitchFamily="34" charset="0"/>
                <a:ea typeface="楷体_GB2312" pitchFamily="49" charset="-122"/>
              </a:defRPr>
            </a:lvl6pPr>
            <a:lvl7pPr fontAlgn="base">
              <a:spcBef>
                <a:spcPct val="0"/>
              </a:spcBef>
              <a:spcAft>
                <a:spcPct val="0"/>
              </a:spcAft>
              <a:defRPr>
                <a:solidFill>
                  <a:schemeClr val="tx1"/>
                </a:solidFill>
                <a:latin typeface="Arial" panose="020B0604020202020204" pitchFamily="34" charset="0"/>
                <a:ea typeface="楷体_GB2312" pitchFamily="49" charset="-122"/>
              </a:defRPr>
            </a:lvl7pPr>
            <a:lvl8pPr fontAlgn="base">
              <a:spcBef>
                <a:spcPct val="0"/>
              </a:spcBef>
              <a:spcAft>
                <a:spcPct val="0"/>
              </a:spcAft>
              <a:defRPr>
                <a:solidFill>
                  <a:schemeClr val="tx1"/>
                </a:solidFill>
                <a:latin typeface="Arial" panose="020B0604020202020204" pitchFamily="34" charset="0"/>
                <a:ea typeface="楷体_GB2312" pitchFamily="49" charset="-122"/>
              </a:defRPr>
            </a:lvl8pPr>
            <a:lvl9pPr fontAlgn="base">
              <a:spcBef>
                <a:spcPct val="0"/>
              </a:spcBef>
              <a:spcAft>
                <a:spcPct val="0"/>
              </a:spcAft>
              <a:defRPr>
                <a:solidFill>
                  <a:schemeClr val="tx1"/>
                </a:solidFill>
                <a:latin typeface="Arial" panose="020B0604020202020204" pitchFamily="34" charset="0"/>
                <a:ea typeface="楷体_GB2312" pitchFamily="49" charset="-122"/>
              </a:defRPr>
            </a:lvl9pPr>
          </a:lstStyle>
          <a:p>
            <a:pPr>
              <a:lnSpc>
                <a:spcPct val="70000"/>
              </a:lnSpc>
              <a:buClr>
                <a:schemeClr val="folHlink"/>
              </a:buClr>
              <a:buSzPct val="60000"/>
            </a:pPr>
            <a:r>
              <a:rPr lang="en-US" altLang="zh-CN">
                <a:latin typeface="Tahoma" panose="020B0604030504040204" pitchFamily="34" charset="0"/>
              </a:rPr>
              <a:t>1951</a:t>
            </a:r>
            <a:r>
              <a:rPr lang="zh-CN" altLang="en-US">
                <a:latin typeface="Tahoma" panose="020B0604030504040204" pitchFamily="34" charset="0"/>
              </a:rPr>
              <a:t>：</a:t>
            </a:r>
            <a:r>
              <a:rPr lang="en-US" altLang="zh-CN">
                <a:latin typeface="Tahoma" panose="020B0604030504040204" pitchFamily="34" charset="0"/>
              </a:rPr>
              <a:t>Univac</a:t>
            </a:r>
            <a:r>
              <a:rPr lang="zh-CN" altLang="en-US">
                <a:latin typeface="Tahoma" panose="020B0604030504040204" pitchFamily="34" charset="0"/>
              </a:rPr>
              <a:t>系统使用磁带和穿孔卡片作为数据存储。</a:t>
            </a:r>
          </a:p>
          <a:p>
            <a:pPr>
              <a:lnSpc>
                <a:spcPct val="150000"/>
              </a:lnSpc>
              <a:spcBef>
                <a:spcPct val="10000"/>
              </a:spcBef>
              <a:buClr>
                <a:schemeClr val="folHlink"/>
              </a:buClr>
              <a:buSzPct val="60000"/>
            </a:pPr>
            <a:r>
              <a:rPr lang="en-US" altLang="zh-CN">
                <a:latin typeface="Tahoma" panose="020B0604030504040204" pitchFamily="34" charset="0"/>
              </a:rPr>
              <a:t>1956</a:t>
            </a:r>
            <a:r>
              <a:rPr lang="zh-CN" altLang="en-US">
                <a:latin typeface="Tahoma" panose="020B0604030504040204" pitchFamily="34" charset="0"/>
              </a:rPr>
              <a:t>：</a:t>
            </a:r>
            <a:r>
              <a:rPr lang="en-US" altLang="zh-CN">
                <a:latin typeface="Tahoma" panose="020B0604030504040204" pitchFamily="34" charset="0"/>
              </a:rPr>
              <a:t>IBM</a:t>
            </a:r>
            <a:r>
              <a:rPr lang="zh-CN" altLang="en-US">
                <a:latin typeface="Tahoma" panose="020B0604030504040204" pitchFamily="34" charset="0"/>
              </a:rPr>
              <a:t>公司在其</a:t>
            </a:r>
            <a:r>
              <a:rPr lang="en-US" altLang="zh-CN">
                <a:latin typeface="Tahoma" panose="020B0604030504040204" pitchFamily="34" charset="0"/>
              </a:rPr>
              <a:t>Model 305 RAMAC</a:t>
            </a:r>
            <a:r>
              <a:rPr lang="zh-CN" altLang="en-US">
                <a:latin typeface="Tahoma" panose="020B0604030504040204" pitchFamily="34" charset="0"/>
              </a:rPr>
              <a:t>中第一次引入了磁盘驱动器</a:t>
            </a:r>
          </a:p>
          <a:p>
            <a:pPr>
              <a:lnSpc>
                <a:spcPct val="150000"/>
              </a:lnSpc>
              <a:spcBef>
                <a:spcPct val="10000"/>
              </a:spcBef>
              <a:buClr>
                <a:schemeClr val="folHlink"/>
              </a:buClr>
              <a:buSzPct val="60000"/>
            </a:pPr>
            <a:r>
              <a:rPr lang="en-US" altLang="zh-CN">
                <a:latin typeface="Tahoma" panose="020B0604030504040204" pitchFamily="34" charset="0"/>
              </a:rPr>
              <a:t>1961</a:t>
            </a:r>
            <a:r>
              <a:rPr lang="zh-CN" altLang="en-US">
                <a:latin typeface="Tahoma" panose="020B0604030504040204" pitchFamily="34" charset="0"/>
              </a:rPr>
              <a:t>：通用电气</a:t>
            </a:r>
            <a:r>
              <a:rPr lang="en-US" altLang="zh-CN">
                <a:latin typeface="Tahoma" panose="020B0604030504040204" pitchFamily="34" charset="0"/>
              </a:rPr>
              <a:t>(GE)</a:t>
            </a:r>
            <a:r>
              <a:rPr lang="zh-CN" altLang="en-US">
                <a:latin typeface="Tahoma" panose="020B0604030504040204" pitchFamily="34" charset="0"/>
              </a:rPr>
              <a:t>公司的</a:t>
            </a:r>
            <a:r>
              <a:rPr lang="en-US" altLang="zh-CN">
                <a:latin typeface="Tahoma" panose="020B0604030504040204" pitchFamily="34" charset="0"/>
              </a:rPr>
              <a:t>Charles Bachman</a:t>
            </a:r>
            <a:r>
              <a:rPr lang="zh-CN" altLang="en-US">
                <a:latin typeface="Tahoma" panose="020B0604030504040204" pitchFamily="34" charset="0"/>
              </a:rPr>
              <a:t>开发了第一个数据库管理系统</a:t>
            </a:r>
            <a:r>
              <a:rPr lang="en-US" altLang="zh-CN"/>
              <a:t>—</a:t>
            </a:r>
            <a:r>
              <a:rPr lang="en-US" altLang="zh-CN">
                <a:latin typeface="Tahoma" panose="020B0604030504040204" pitchFamily="34" charset="0"/>
              </a:rPr>
              <a:t>IDS</a:t>
            </a:r>
          </a:p>
          <a:p>
            <a:pPr>
              <a:lnSpc>
                <a:spcPct val="150000"/>
              </a:lnSpc>
              <a:spcBef>
                <a:spcPct val="10000"/>
              </a:spcBef>
              <a:buClr>
                <a:schemeClr val="folHlink"/>
              </a:buClr>
              <a:buSzPct val="60000"/>
            </a:pPr>
            <a:r>
              <a:rPr lang="en-US" altLang="zh-CN">
                <a:latin typeface="Tahoma" panose="020B0604030504040204" pitchFamily="34" charset="0"/>
              </a:rPr>
              <a:t>1969</a:t>
            </a:r>
            <a:r>
              <a:rPr lang="zh-CN" altLang="en-US">
                <a:latin typeface="Tahoma" panose="020B0604030504040204" pitchFamily="34" charset="0"/>
              </a:rPr>
              <a:t>：</a:t>
            </a:r>
            <a:r>
              <a:rPr lang="en-US" altLang="zh-CN">
                <a:latin typeface="Tahoma" panose="020B0604030504040204" pitchFamily="34" charset="0"/>
              </a:rPr>
              <a:t>E.F. Codd</a:t>
            </a:r>
            <a:r>
              <a:rPr lang="zh-CN" altLang="en-US">
                <a:latin typeface="Tahoma" panose="020B0604030504040204" pitchFamily="34" charset="0"/>
              </a:rPr>
              <a:t>发明了关系数据库。</a:t>
            </a:r>
          </a:p>
          <a:p>
            <a:pPr>
              <a:lnSpc>
                <a:spcPct val="150000"/>
              </a:lnSpc>
              <a:spcBef>
                <a:spcPct val="10000"/>
              </a:spcBef>
              <a:buClr>
                <a:schemeClr val="folHlink"/>
              </a:buClr>
              <a:buSzPct val="60000"/>
            </a:pPr>
            <a:r>
              <a:rPr lang="en-US" altLang="zh-CN">
                <a:latin typeface="Tahoma" panose="020B0604030504040204" pitchFamily="34" charset="0"/>
              </a:rPr>
              <a:t>1973</a:t>
            </a:r>
            <a:r>
              <a:rPr lang="zh-CN" altLang="en-US">
                <a:latin typeface="Tahoma" panose="020B0604030504040204" pitchFamily="34" charset="0"/>
              </a:rPr>
              <a:t>： 由</a:t>
            </a:r>
            <a:r>
              <a:rPr lang="en-US" altLang="zh-CN">
                <a:latin typeface="Tahoma" panose="020B0604030504040204" pitchFamily="34" charset="0"/>
              </a:rPr>
              <a:t>John J.Cullinane</a:t>
            </a:r>
            <a:r>
              <a:rPr lang="zh-CN" altLang="en-US">
                <a:latin typeface="Tahoma" panose="020B0604030504040204" pitchFamily="34" charset="0"/>
              </a:rPr>
              <a:t>领导</a:t>
            </a:r>
            <a:r>
              <a:rPr lang="en-US" altLang="zh-CN">
                <a:latin typeface="Tahoma" panose="020B0604030504040204" pitchFamily="34" charset="0"/>
              </a:rPr>
              <a:t>Cullinane</a:t>
            </a:r>
            <a:r>
              <a:rPr lang="zh-CN" altLang="en-US">
                <a:latin typeface="Tahoma" panose="020B0604030504040204" pitchFamily="34" charset="0"/>
              </a:rPr>
              <a:t>公司开发了 </a:t>
            </a:r>
            <a:r>
              <a:rPr lang="en-US" altLang="zh-CN">
                <a:latin typeface="Tahoma" panose="020B0604030504040204" pitchFamily="34" charset="0"/>
              </a:rPr>
              <a:t>IDMS</a:t>
            </a:r>
            <a:r>
              <a:rPr lang="en-US" altLang="zh-CN"/>
              <a:t>——</a:t>
            </a:r>
            <a:r>
              <a:rPr lang="zh-CN" altLang="en-US">
                <a:latin typeface="Tahoma" panose="020B0604030504040204" pitchFamily="34" charset="0"/>
              </a:rPr>
              <a:t>一个针对</a:t>
            </a:r>
            <a:r>
              <a:rPr lang="en-US" altLang="zh-CN">
                <a:latin typeface="Tahoma" panose="020B0604030504040204" pitchFamily="34" charset="0"/>
              </a:rPr>
              <a:t>IBM</a:t>
            </a:r>
            <a:r>
              <a:rPr lang="zh-CN" altLang="en-US">
                <a:latin typeface="Tahoma" panose="020B0604030504040204" pitchFamily="34" charset="0"/>
              </a:rPr>
              <a:t>主机的基于网络模型的数据库。</a:t>
            </a:r>
          </a:p>
          <a:p>
            <a:pPr>
              <a:lnSpc>
                <a:spcPct val="150000"/>
              </a:lnSpc>
              <a:spcBef>
                <a:spcPct val="10000"/>
              </a:spcBef>
              <a:buClr>
                <a:schemeClr val="folHlink"/>
              </a:buClr>
              <a:buSzPct val="60000"/>
            </a:pPr>
            <a:r>
              <a:rPr lang="en-US" altLang="zh-CN">
                <a:latin typeface="Tahoma" panose="020B0604030504040204" pitchFamily="34" charset="0"/>
              </a:rPr>
              <a:t>1976</a:t>
            </a:r>
            <a:r>
              <a:rPr lang="zh-CN" altLang="en-US">
                <a:latin typeface="Tahoma" panose="020B0604030504040204" pitchFamily="34" charset="0"/>
              </a:rPr>
              <a:t>： </a:t>
            </a:r>
            <a:r>
              <a:rPr lang="en-US" altLang="zh-CN">
                <a:latin typeface="Tahoma" panose="020B0604030504040204" pitchFamily="34" charset="0"/>
              </a:rPr>
              <a:t>Honeywell</a:t>
            </a:r>
            <a:r>
              <a:rPr lang="zh-CN" altLang="en-US">
                <a:latin typeface="Tahoma" panose="020B0604030504040204" pitchFamily="34" charset="0"/>
              </a:rPr>
              <a:t>公司推出了</a:t>
            </a:r>
            <a:r>
              <a:rPr lang="en-US" altLang="zh-CN">
                <a:latin typeface="Tahoma" panose="020B0604030504040204" pitchFamily="34" charset="0"/>
              </a:rPr>
              <a:t>Multics Relational Data Store</a:t>
            </a:r>
            <a:r>
              <a:rPr lang="en-US" altLang="zh-CN"/>
              <a:t>——</a:t>
            </a:r>
            <a:r>
              <a:rPr lang="zh-CN" altLang="en-US">
                <a:latin typeface="Tahoma" panose="020B0604030504040204" pitchFamily="34" charset="0"/>
              </a:rPr>
              <a:t>第一个商用关系数据库产品。</a:t>
            </a:r>
          </a:p>
          <a:p>
            <a:pPr>
              <a:lnSpc>
                <a:spcPct val="150000"/>
              </a:lnSpc>
              <a:spcBef>
                <a:spcPct val="10000"/>
              </a:spcBef>
              <a:buClr>
                <a:schemeClr val="folHlink"/>
              </a:buClr>
              <a:buSzPct val="60000"/>
            </a:pPr>
            <a:r>
              <a:rPr lang="en-US" altLang="zh-CN">
                <a:latin typeface="Tahoma" panose="020B0604030504040204" pitchFamily="34" charset="0"/>
              </a:rPr>
              <a:t>1979</a:t>
            </a:r>
            <a:r>
              <a:rPr lang="zh-CN" altLang="en-US">
                <a:latin typeface="Tahoma" panose="020B0604030504040204" pitchFamily="34" charset="0"/>
              </a:rPr>
              <a:t>： </a:t>
            </a:r>
            <a:r>
              <a:rPr lang="en-US" altLang="zh-CN">
                <a:latin typeface="Tahoma" panose="020B0604030504040204" pitchFamily="34" charset="0"/>
              </a:rPr>
              <a:t>Oracle</a:t>
            </a:r>
            <a:r>
              <a:rPr lang="zh-CN" altLang="en-US">
                <a:latin typeface="Tahoma" panose="020B0604030504040204" pitchFamily="34" charset="0"/>
              </a:rPr>
              <a:t>公司引入了第一个商用</a:t>
            </a:r>
            <a:r>
              <a:rPr lang="en-US" altLang="zh-CN">
                <a:latin typeface="Tahoma" panose="020B0604030504040204" pitchFamily="34" charset="0"/>
              </a:rPr>
              <a:t>SQL</a:t>
            </a:r>
            <a:r>
              <a:rPr lang="zh-CN" altLang="en-US">
                <a:latin typeface="Tahoma" panose="020B0604030504040204" pitchFamily="34" charset="0"/>
              </a:rPr>
              <a:t>关系数据库管理系统。</a:t>
            </a:r>
          </a:p>
          <a:p>
            <a:pPr>
              <a:lnSpc>
                <a:spcPct val="150000"/>
              </a:lnSpc>
              <a:spcBef>
                <a:spcPct val="10000"/>
              </a:spcBef>
              <a:buClr>
                <a:schemeClr val="folHlink"/>
              </a:buClr>
              <a:buSzPct val="60000"/>
            </a:pPr>
            <a:r>
              <a:rPr lang="en-US" altLang="zh-CN">
                <a:latin typeface="Tahoma" panose="020B0604030504040204" pitchFamily="34" charset="0"/>
              </a:rPr>
              <a:t>1983</a:t>
            </a:r>
            <a:r>
              <a:rPr lang="zh-CN" altLang="en-US">
                <a:latin typeface="Tahoma" panose="020B0604030504040204" pitchFamily="34" charset="0"/>
              </a:rPr>
              <a:t>： </a:t>
            </a:r>
            <a:r>
              <a:rPr lang="en-US" altLang="zh-CN">
                <a:latin typeface="Tahoma" panose="020B0604030504040204" pitchFamily="34" charset="0"/>
              </a:rPr>
              <a:t>IBM </a:t>
            </a:r>
            <a:r>
              <a:rPr lang="zh-CN" altLang="en-US">
                <a:latin typeface="Tahoma" panose="020B0604030504040204" pitchFamily="34" charset="0"/>
              </a:rPr>
              <a:t>推出了</a:t>
            </a:r>
            <a:r>
              <a:rPr lang="en-US" altLang="zh-CN">
                <a:latin typeface="Tahoma" panose="020B0604030504040204" pitchFamily="34" charset="0"/>
              </a:rPr>
              <a:t>DB2</a:t>
            </a:r>
            <a:r>
              <a:rPr lang="zh-CN" altLang="en-US">
                <a:latin typeface="Tahoma" panose="020B0604030504040204" pitchFamily="34" charset="0"/>
              </a:rPr>
              <a:t>数据库产品。</a:t>
            </a:r>
          </a:p>
          <a:p>
            <a:pPr>
              <a:lnSpc>
                <a:spcPct val="150000"/>
              </a:lnSpc>
              <a:spcBef>
                <a:spcPct val="10000"/>
              </a:spcBef>
              <a:buClr>
                <a:schemeClr val="folHlink"/>
              </a:buClr>
              <a:buSzPct val="60000"/>
            </a:pPr>
            <a:r>
              <a:rPr lang="en-US" altLang="zh-CN">
                <a:latin typeface="Tahoma" panose="020B0604030504040204" pitchFamily="34" charset="0"/>
              </a:rPr>
              <a:t>1985</a:t>
            </a:r>
            <a:r>
              <a:rPr lang="zh-CN" altLang="en-US">
                <a:latin typeface="Tahoma" panose="020B0604030504040204" pitchFamily="34" charset="0"/>
              </a:rPr>
              <a:t>： 为</a:t>
            </a:r>
            <a:r>
              <a:rPr lang="en-US" altLang="zh-CN">
                <a:latin typeface="Tahoma" panose="020B0604030504040204" pitchFamily="34" charset="0"/>
              </a:rPr>
              <a:t>Procter &amp; Gamble</a:t>
            </a:r>
            <a:r>
              <a:rPr lang="zh-CN" altLang="en-US">
                <a:latin typeface="Tahoma" panose="020B0604030504040204" pitchFamily="34" charset="0"/>
              </a:rPr>
              <a:t>系统设计的第一个商务智能系统产生。</a:t>
            </a:r>
          </a:p>
          <a:p>
            <a:pPr>
              <a:lnSpc>
                <a:spcPct val="150000"/>
              </a:lnSpc>
              <a:spcBef>
                <a:spcPct val="10000"/>
              </a:spcBef>
              <a:buClr>
                <a:schemeClr val="folHlink"/>
              </a:buClr>
              <a:buSzPct val="60000"/>
            </a:pPr>
            <a:r>
              <a:rPr lang="en-US" altLang="zh-CN">
                <a:latin typeface="Tahoma" panose="020B0604030504040204" pitchFamily="34" charset="0"/>
              </a:rPr>
              <a:t>1991</a:t>
            </a:r>
            <a:r>
              <a:rPr lang="zh-CN" altLang="en-US">
                <a:latin typeface="Tahoma" panose="020B0604030504040204" pitchFamily="34" charset="0"/>
              </a:rPr>
              <a:t>： </a:t>
            </a:r>
            <a:r>
              <a:rPr lang="en-US" altLang="zh-CN">
                <a:latin typeface="Tahoma" panose="020B0604030504040204" pitchFamily="34" charset="0"/>
              </a:rPr>
              <a:t>W.H.“Bill” Inmon</a:t>
            </a:r>
            <a:r>
              <a:rPr lang="zh-CN" altLang="en-US">
                <a:latin typeface="Tahoma" panose="020B0604030504040204" pitchFamily="34" charset="0"/>
              </a:rPr>
              <a:t>发表了”构建数据仓库”。</a:t>
            </a:r>
          </a:p>
        </p:txBody>
      </p:sp>
      <p:sp>
        <p:nvSpPr>
          <p:cNvPr id="931845" name="矩形 931844">
            <a:extLst>
              <a:ext uri="{FF2B5EF4-FFF2-40B4-BE49-F238E27FC236}">
                <a16:creationId xmlns:a16="http://schemas.microsoft.com/office/drawing/2014/main" id="{465866BB-66A0-4DFB-81F4-46A6676EB7CF}"/>
              </a:ext>
            </a:extLst>
          </p:cNvPr>
          <p:cNvSpPr/>
          <p:nvPr/>
        </p:nvSpPr>
        <p:spPr>
          <a:xfrm>
            <a:off x="1476375" y="214313"/>
            <a:ext cx="7467600"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noProof="1">
                <a:solidFill>
                  <a:schemeClr val="folHlink"/>
                </a:solidFill>
              </a:rPr>
              <a:t>知识扩充：数据库领域大事记</a:t>
            </a:r>
          </a:p>
        </p:txBody>
      </p:sp>
    </p:spTree>
  </p:cSld>
  <p:clrMapOvr>
    <a:masterClrMapping/>
  </p:clrMapOvr>
  <mc:AlternateContent xmlns:mc="http://schemas.openxmlformats.org/markup-compatibility/2006" xmlns:p14="http://schemas.microsoft.com/office/powerpoint/2010/main">
    <mc:Choice Requires="p14">
      <p:transition spd="slow" p14:dur="2000" advTm="13336"/>
    </mc:Choice>
    <mc:Fallback xmlns="">
      <p:transition spd="slow" advTm="13336"/>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2868" name="矩形 932867">
            <a:extLst>
              <a:ext uri="{FF2B5EF4-FFF2-40B4-BE49-F238E27FC236}">
                <a16:creationId xmlns:a16="http://schemas.microsoft.com/office/drawing/2014/main" id="{24B4CC64-1069-4572-BBF5-A99AF8885E0C}"/>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noProof="1">
                <a:solidFill>
                  <a:schemeClr val="folHlink"/>
                </a:solidFill>
              </a:rPr>
              <a:t>知识扩充：</a:t>
            </a:r>
            <a:r>
              <a:rPr lang="zh-CN" altLang="en-US" noProof="1"/>
              <a:t>数据库界的重要人物</a:t>
            </a:r>
          </a:p>
        </p:txBody>
      </p:sp>
      <p:sp>
        <p:nvSpPr>
          <p:cNvPr id="38914" name="矩形 932868">
            <a:extLst>
              <a:ext uri="{FF2B5EF4-FFF2-40B4-BE49-F238E27FC236}">
                <a16:creationId xmlns:a16="http://schemas.microsoft.com/office/drawing/2014/main" id="{E33515FD-B25F-4AB0-B456-4142BE28A7E1}"/>
              </a:ext>
            </a:extLst>
          </p:cNvPr>
          <p:cNvSpPr>
            <a:spLocks noChangeArrowheads="1"/>
          </p:cNvSpPr>
          <p:nvPr/>
        </p:nvSpPr>
        <p:spPr bwMode="auto">
          <a:xfrm>
            <a:off x="971550" y="5373688"/>
            <a:ext cx="33575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p>
            <a:r>
              <a:rPr lang="zh-CN" altLang="en-US" b="1"/>
              <a:t>埃德加</a:t>
            </a:r>
            <a:r>
              <a:rPr lang="en-US" altLang="zh-CN" b="1"/>
              <a:t>·</a:t>
            </a:r>
            <a:r>
              <a:rPr lang="zh-CN" altLang="en-US" b="1"/>
              <a:t>科德（</a:t>
            </a:r>
            <a:r>
              <a:rPr lang="en-US" altLang="zh-CN" b="1"/>
              <a:t>EdgarF.Codd</a:t>
            </a:r>
            <a:r>
              <a:rPr lang="zh-CN" altLang="en-US" b="1"/>
              <a:t>）</a:t>
            </a:r>
            <a:r>
              <a:rPr lang="zh-CN" altLang="en-US"/>
              <a:t> </a:t>
            </a:r>
          </a:p>
        </p:txBody>
      </p:sp>
      <p:sp>
        <p:nvSpPr>
          <p:cNvPr id="38915" name="矩形 932869">
            <a:extLst>
              <a:ext uri="{FF2B5EF4-FFF2-40B4-BE49-F238E27FC236}">
                <a16:creationId xmlns:a16="http://schemas.microsoft.com/office/drawing/2014/main" id="{D6702394-D57A-4B45-B3C5-09F4F5E36719}"/>
              </a:ext>
            </a:extLst>
          </p:cNvPr>
          <p:cNvSpPr>
            <a:spLocks noChangeArrowheads="1"/>
          </p:cNvSpPr>
          <p:nvPr/>
        </p:nvSpPr>
        <p:spPr bwMode="auto">
          <a:xfrm>
            <a:off x="4500563" y="1803400"/>
            <a:ext cx="3959225" cy="467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p>
            <a:pPr>
              <a:lnSpc>
                <a:spcPct val="105000"/>
              </a:lnSpc>
            </a:pPr>
            <a:r>
              <a:rPr lang="zh-CN" altLang="en-US" sz="2000"/>
              <a:t>    </a:t>
            </a:r>
            <a:r>
              <a:rPr lang="zh-CN" altLang="en-US" sz="2200" b="1">
                <a:solidFill>
                  <a:srgbClr val="660066"/>
                </a:solidFill>
              </a:rPr>
              <a:t>关系数据库之父。</a:t>
            </a:r>
          </a:p>
          <a:p>
            <a:pPr>
              <a:lnSpc>
                <a:spcPct val="105000"/>
              </a:lnSpc>
            </a:pPr>
            <a:r>
              <a:rPr lang="en-US" altLang="zh-CN" sz="2200"/>
              <a:t>    </a:t>
            </a:r>
            <a:r>
              <a:rPr lang="en-US" altLang="zh-CN" sz="2200" b="1">
                <a:solidFill>
                  <a:schemeClr val="folHlink"/>
                </a:solidFill>
              </a:rPr>
              <a:t>1970</a:t>
            </a:r>
            <a:r>
              <a:rPr lang="zh-CN" altLang="en-US" sz="2200" b="1">
                <a:solidFill>
                  <a:schemeClr val="folHlink"/>
                </a:solidFill>
              </a:rPr>
              <a:t>年提出了关系模型的理论。</a:t>
            </a:r>
            <a:r>
              <a:rPr lang="en-US" altLang="zh-CN" sz="2200" b="1">
                <a:solidFill>
                  <a:schemeClr val="folHlink"/>
                </a:solidFill>
              </a:rPr>
              <a:t>1970</a:t>
            </a:r>
            <a:r>
              <a:rPr lang="zh-CN" altLang="en-US" sz="2200" b="1">
                <a:solidFill>
                  <a:schemeClr val="folHlink"/>
                </a:solidFill>
              </a:rPr>
              <a:t>年以后，</a:t>
            </a:r>
            <a:r>
              <a:rPr lang="en-US" altLang="zh-CN" sz="2200" b="1">
                <a:solidFill>
                  <a:schemeClr val="folHlink"/>
                </a:solidFill>
              </a:rPr>
              <a:t>E.F.Codd</a:t>
            </a:r>
            <a:r>
              <a:rPr lang="zh-CN" altLang="en-US" sz="2200" b="1">
                <a:solidFill>
                  <a:schemeClr val="folHlink"/>
                </a:solidFill>
              </a:rPr>
              <a:t>继续完善和发展关系理论。</a:t>
            </a:r>
          </a:p>
          <a:p>
            <a:pPr>
              <a:lnSpc>
                <a:spcPct val="105000"/>
              </a:lnSpc>
            </a:pPr>
            <a:r>
              <a:rPr lang="zh-CN" altLang="en-US" sz="2200"/>
              <a:t>    之后创办了一个研究所</a:t>
            </a:r>
            <a:r>
              <a:rPr lang="en-US" altLang="zh-CN" sz="2200"/>
              <a:t>The Relational Institute</a:t>
            </a:r>
            <a:r>
              <a:rPr lang="zh-CN" altLang="en-US" sz="2200"/>
              <a:t>和一个公司</a:t>
            </a:r>
            <a:r>
              <a:rPr lang="en-US" altLang="zh-CN" sz="2200"/>
              <a:t>Codd &amp; Associations</a:t>
            </a:r>
            <a:r>
              <a:rPr lang="zh-CN" altLang="en-US" sz="2200"/>
              <a:t>。</a:t>
            </a:r>
          </a:p>
          <a:p>
            <a:pPr>
              <a:lnSpc>
                <a:spcPct val="105000"/>
              </a:lnSpc>
            </a:pPr>
            <a:r>
              <a:rPr lang="en-US" altLang="zh-CN" sz="2200"/>
              <a:t>    1990 </a:t>
            </a:r>
            <a:r>
              <a:rPr lang="zh-CN" altLang="en-US" sz="2200"/>
              <a:t>年出版了专著</a:t>
            </a:r>
            <a:r>
              <a:rPr lang="en-US" altLang="zh-CN" sz="2200"/>
              <a:t>The Relational Model for Database Management</a:t>
            </a:r>
            <a:r>
              <a:rPr lang="zh-CN" altLang="en-US" sz="2200"/>
              <a:t>：</a:t>
            </a:r>
            <a:r>
              <a:rPr lang="en-US" altLang="zh-CN" sz="2200"/>
              <a:t>Version 2</a:t>
            </a:r>
            <a:br>
              <a:rPr lang="en-US" altLang="zh-CN" sz="2200"/>
            </a:br>
            <a:r>
              <a:rPr lang="en-US" altLang="zh-CN" sz="2200"/>
              <a:t>    </a:t>
            </a:r>
            <a:r>
              <a:rPr lang="en-US" altLang="zh-CN" sz="2200" b="1">
                <a:solidFill>
                  <a:schemeClr val="folHlink"/>
                </a:solidFill>
              </a:rPr>
              <a:t>E.F.Codd </a:t>
            </a:r>
            <a:r>
              <a:rPr lang="zh-CN" altLang="en-US" sz="2200" b="1">
                <a:solidFill>
                  <a:schemeClr val="folHlink"/>
                </a:solidFill>
              </a:rPr>
              <a:t>以其对关系数据库的卓越贡献获得了</a:t>
            </a:r>
            <a:r>
              <a:rPr lang="en-US" altLang="zh-CN" sz="2200" b="1">
                <a:solidFill>
                  <a:schemeClr val="folHlink"/>
                </a:solidFill>
              </a:rPr>
              <a:t>1983 </a:t>
            </a:r>
            <a:r>
              <a:rPr lang="zh-CN" altLang="en-US" sz="2200" b="1">
                <a:solidFill>
                  <a:schemeClr val="folHlink"/>
                </a:solidFill>
              </a:rPr>
              <a:t>年</a:t>
            </a:r>
            <a:r>
              <a:rPr lang="en-US" altLang="zh-CN" sz="2200" b="1">
                <a:solidFill>
                  <a:schemeClr val="folHlink"/>
                </a:solidFill>
              </a:rPr>
              <a:t>ACM</a:t>
            </a:r>
            <a:r>
              <a:rPr lang="zh-CN" altLang="en-US" sz="2200" b="1">
                <a:solidFill>
                  <a:schemeClr val="folHlink"/>
                </a:solidFill>
              </a:rPr>
              <a:t>图灵奖。</a:t>
            </a:r>
            <a:r>
              <a:rPr lang="zh-CN" altLang="en-US" sz="2200"/>
              <a:t> </a:t>
            </a:r>
          </a:p>
        </p:txBody>
      </p:sp>
      <p:pic>
        <p:nvPicPr>
          <p:cNvPr id="38916" name="图片 932870" descr="1243394099FbgxEfDG">
            <a:extLst>
              <a:ext uri="{FF2B5EF4-FFF2-40B4-BE49-F238E27FC236}">
                <a16:creationId xmlns:a16="http://schemas.microsoft.com/office/drawing/2014/main" id="{65760830-5071-48AB-96D6-26EBC53D92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412" b="14000"/>
          <a:stretch>
            <a:fillRect/>
          </a:stretch>
        </p:blipFill>
        <p:spPr bwMode="auto">
          <a:xfrm>
            <a:off x="1547813" y="2133600"/>
            <a:ext cx="2146300" cy="295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7" name="矩形 932871">
            <a:extLst>
              <a:ext uri="{FF2B5EF4-FFF2-40B4-BE49-F238E27FC236}">
                <a16:creationId xmlns:a16="http://schemas.microsoft.com/office/drawing/2014/main" id="{9EB97C8A-907C-4B9F-86B1-0621BEA379BA}"/>
              </a:ext>
            </a:extLst>
          </p:cNvPr>
          <p:cNvSpPr>
            <a:spLocks noChangeArrowheads="1"/>
          </p:cNvSpPr>
          <p:nvPr/>
        </p:nvSpPr>
        <p:spPr bwMode="auto">
          <a:xfrm>
            <a:off x="3851275" y="1196975"/>
            <a:ext cx="4313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zh-CN" altLang="en-US" sz="2400" b="1"/>
              <a:t>埃德加</a:t>
            </a:r>
            <a:r>
              <a:rPr lang="en-US" altLang="zh-CN" sz="2400" b="1"/>
              <a:t>·</a:t>
            </a:r>
            <a:r>
              <a:rPr lang="zh-CN" altLang="en-US" sz="2400" b="1"/>
              <a:t>科德（</a:t>
            </a:r>
            <a:r>
              <a:rPr lang="en-US" altLang="zh-CN" sz="2400" b="1"/>
              <a:t>EdgarF.Codd</a:t>
            </a:r>
            <a:r>
              <a:rPr lang="zh-CN" altLang="en-US" sz="2400" b="1"/>
              <a:t>）</a:t>
            </a:r>
          </a:p>
        </p:txBody>
      </p:sp>
    </p:spTree>
  </p:cSld>
  <p:clrMapOvr>
    <a:masterClrMapping/>
  </p:clrMapOvr>
  <mc:AlternateContent xmlns:mc="http://schemas.openxmlformats.org/markup-compatibility/2006" xmlns:p14="http://schemas.microsoft.com/office/powerpoint/2010/main">
    <mc:Choice Requires="p14">
      <p:transition spd="slow" p14:dur="2000" advTm="21304"/>
    </mc:Choice>
    <mc:Fallback xmlns="">
      <p:transition spd="slow" advTm="21304"/>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矩形 933891">
            <a:extLst>
              <a:ext uri="{FF2B5EF4-FFF2-40B4-BE49-F238E27FC236}">
                <a16:creationId xmlns:a16="http://schemas.microsoft.com/office/drawing/2014/main" id="{BEEB5650-6C6B-4E5E-A5F1-E1FBBED41BF8}"/>
              </a:ext>
            </a:extLst>
          </p:cNvPr>
          <p:cNvSpPr>
            <a:spLocks noChangeArrowheads="1"/>
          </p:cNvSpPr>
          <p:nvPr/>
        </p:nvSpPr>
        <p:spPr bwMode="auto">
          <a:xfrm>
            <a:off x="4140200" y="1814513"/>
            <a:ext cx="4608513" cy="444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p>
            <a:r>
              <a:rPr lang="zh-CN" altLang="en-US" sz="2000"/>
              <a:t>        </a:t>
            </a:r>
            <a:r>
              <a:rPr lang="en-US" altLang="zh-CN" sz="2200" b="1">
                <a:solidFill>
                  <a:schemeClr val="folHlink"/>
                </a:solidFill>
              </a:rPr>
              <a:t>C.J.Date </a:t>
            </a:r>
            <a:r>
              <a:rPr lang="zh-CN" altLang="en-US" sz="2200" b="1">
                <a:solidFill>
                  <a:schemeClr val="folHlink"/>
                </a:solidFill>
              </a:rPr>
              <a:t>是最早认识到</a:t>
            </a:r>
            <a:r>
              <a:rPr lang="en-US" altLang="zh-CN" sz="2200" b="1">
                <a:solidFill>
                  <a:schemeClr val="folHlink"/>
                </a:solidFill>
              </a:rPr>
              <a:t>Codd </a:t>
            </a:r>
            <a:r>
              <a:rPr lang="zh-CN" altLang="en-US" sz="2200" b="1">
                <a:solidFill>
                  <a:schemeClr val="folHlink"/>
                </a:solidFill>
              </a:rPr>
              <a:t>在关系模型方面所做的开创性贡献的学者之一。</a:t>
            </a:r>
          </a:p>
          <a:p>
            <a:r>
              <a:rPr lang="zh-CN" altLang="en-US" sz="2200"/>
              <a:t>       他是关系数据库技术领域中非常著名的独立撰稿人、学者和顾问，他使得关系模型的概念普及化。</a:t>
            </a:r>
          </a:p>
          <a:p>
            <a:r>
              <a:rPr lang="zh-CN" altLang="en-US" sz="2200"/>
              <a:t>     </a:t>
            </a:r>
            <a:r>
              <a:rPr lang="zh-CN" altLang="en-US" sz="2200" b="1">
                <a:solidFill>
                  <a:schemeClr val="folHlink"/>
                </a:solidFill>
              </a:rPr>
              <a:t>参与了</a:t>
            </a:r>
            <a:r>
              <a:rPr lang="en-US" altLang="zh-CN" sz="2200" b="1">
                <a:solidFill>
                  <a:schemeClr val="folHlink"/>
                </a:solidFill>
              </a:rPr>
              <a:t>IBM</a:t>
            </a:r>
            <a:r>
              <a:rPr lang="zh-CN" altLang="en-US" sz="2200" b="1">
                <a:solidFill>
                  <a:schemeClr val="folHlink"/>
                </a:solidFill>
              </a:rPr>
              <a:t>公司的</a:t>
            </a:r>
            <a:r>
              <a:rPr lang="en-US" altLang="zh-CN" sz="2200" b="1">
                <a:solidFill>
                  <a:schemeClr val="folHlink"/>
                </a:solidFill>
              </a:rPr>
              <a:t>SQL/DS</a:t>
            </a:r>
            <a:r>
              <a:rPr lang="zh-CN" altLang="en-US" sz="2200" b="1">
                <a:solidFill>
                  <a:schemeClr val="folHlink"/>
                </a:solidFill>
              </a:rPr>
              <a:t>和</a:t>
            </a:r>
            <a:r>
              <a:rPr lang="en-US" altLang="zh-CN" sz="2200" b="1">
                <a:solidFill>
                  <a:schemeClr val="folHlink"/>
                </a:solidFill>
              </a:rPr>
              <a:t>DB2</a:t>
            </a:r>
            <a:r>
              <a:rPr lang="zh-CN" altLang="en-US" sz="2200" b="1">
                <a:solidFill>
                  <a:schemeClr val="folHlink"/>
                </a:solidFill>
              </a:rPr>
              <a:t>两大产品的技术规划和设计。</a:t>
            </a:r>
          </a:p>
          <a:p>
            <a:r>
              <a:rPr lang="en-US" altLang="zh-CN" sz="2200"/>
              <a:t>     30</a:t>
            </a:r>
            <a:r>
              <a:rPr lang="zh-CN" altLang="en-US" sz="2200"/>
              <a:t>多年来，</a:t>
            </a:r>
            <a:r>
              <a:rPr lang="en-US" altLang="zh-CN" sz="2200"/>
              <a:t>Date </a:t>
            </a:r>
            <a:r>
              <a:rPr lang="zh-CN" altLang="en-US" sz="2200"/>
              <a:t>一直活跃在数据库领域中，其著作有</a:t>
            </a:r>
            <a:r>
              <a:rPr lang="en-US" altLang="zh-CN" sz="2200"/>
              <a:t>《</a:t>
            </a:r>
            <a:r>
              <a:rPr lang="zh-CN" altLang="en-US" sz="2200"/>
              <a:t>数据库系统导论</a:t>
            </a:r>
            <a:r>
              <a:rPr lang="en-US" altLang="zh-CN" sz="2200"/>
              <a:t>》</a:t>
            </a:r>
            <a:r>
              <a:rPr lang="zh-CN" altLang="en-US" sz="2200"/>
              <a:t>，</a:t>
            </a:r>
            <a:r>
              <a:rPr lang="en-US" altLang="zh-CN" sz="2200"/>
              <a:t>《</a:t>
            </a:r>
            <a:r>
              <a:rPr lang="zh-CN" altLang="en-US" sz="2200"/>
              <a:t>对象关系数据库基础：第三次宣言</a:t>
            </a:r>
            <a:r>
              <a:rPr lang="en-US" altLang="zh-CN" sz="2200"/>
              <a:t>》</a:t>
            </a:r>
            <a:r>
              <a:rPr lang="zh-CN" altLang="en-US" sz="2200"/>
              <a:t>（</a:t>
            </a:r>
            <a:r>
              <a:rPr lang="en-US" altLang="zh-CN" sz="2200"/>
              <a:t>1998</a:t>
            </a:r>
            <a:r>
              <a:rPr lang="zh-CN" altLang="en-US" sz="2200"/>
              <a:t>）等。</a:t>
            </a:r>
          </a:p>
        </p:txBody>
      </p:sp>
      <p:sp>
        <p:nvSpPr>
          <p:cNvPr id="39938" name="矩形 933892">
            <a:extLst>
              <a:ext uri="{FF2B5EF4-FFF2-40B4-BE49-F238E27FC236}">
                <a16:creationId xmlns:a16="http://schemas.microsoft.com/office/drawing/2014/main" id="{969FE94E-9509-4F43-8BBB-5D3C7CF6A00A}"/>
              </a:ext>
            </a:extLst>
          </p:cNvPr>
          <p:cNvSpPr>
            <a:spLocks noChangeArrowheads="1"/>
          </p:cNvSpPr>
          <p:nvPr/>
        </p:nvSpPr>
        <p:spPr bwMode="auto">
          <a:xfrm>
            <a:off x="4859338" y="1125538"/>
            <a:ext cx="2881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r>
              <a:rPr lang="en-US" altLang="zh-CN" sz="2400" b="1"/>
              <a:t>C.J.</a:t>
            </a:r>
            <a:r>
              <a:rPr lang="zh-CN" altLang="en-US" sz="2400" b="1"/>
              <a:t>戴特</a:t>
            </a:r>
            <a:r>
              <a:rPr lang="en-US" altLang="zh-CN" sz="2400" b="1"/>
              <a:t>(C.J.Date)</a:t>
            </a:r>
            <a:endParaRPr lang="zh-CN" altLang="en-US" sz="2400" b="1"/>
          </a:p>
        </p:txBody>
      </p:sp>
      <p:pic>
        <p:nvPicPr>
          <p:cNvPr id="39939" name="图片 933893" descr="CJ_Date">
            <a:extLst>
              <a:ext uri="{FF2B5EF4-FFF2-40B4-BE49-F238E27FC236}">
                <a16:creationId xmlns:a16="http://schemas.microsoft.com/office/drawing/2014/main" id="{ED53E7BB-17E6-4844-9448-527EF31F44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7578" r="5569" b="7825"/>
          <a:stretch>
            <a:fillRect/>
          </a:stretch>
        </p:blipFill>
        <p:spPr bwMode="auto">
          <a:xfrm>
            <a:off x="1476375" y="2060575"/>
            <a:ext cx="2306638" cy="309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0" name="矩形 933894">
            <a:extLst>
              <a:ext uri="{FF2B5EF4-FFF2-40B4-BE49-F238E27FC236}">
                <a16:creationId xmlns:a16="http://schemas.microsoft.com/office/drawing/2014/main" id="{F3BDB2AF-63A8-4AD2-80A2-E95968794BCE}"/>
              </a:ext>
            </a:extLst>
          </p:cNvPr>
          <p:cNvSpPr>
            <a:spLocks noChangeArrowheads="1"/>
          </p:cNvSpPr>
          <p:nvPr/>
        </p:nvSpPr>
        <p:spPr bwMode="auto">
          <a:xfrm>
            <a:off x="1403350" y="5516563"/>
            <a:ext cx="21304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en-US" altLang="zh-CN" b="1"/>
              <a:t>C.J.</a:t>
            </a:r>
            <a:r>
              <a:rPr lang="zh-CN" altLang="en-US" b="1"/>
              <a:t>戴特</a:t>
            </a:r>
            <a:r>
              <a:rPr lang="en-US" altLang="zh-CN" b="1"/>
              <a:t>(C.J.Date)</a:t>
            </a:r>
            <a:endParaRPr lang="zh-CN" altLang="en-US" b="1"/>
          </a:p>
        </p:txBody>
      </p:sp>
      <p:sp>
        <p:nvSpPr>
          <p:cNvPr id="933896" name="矩形 933895">
            <a:extLst>
              <a:ext uri="{FF2B5EF4-FFF2-40B4-BE49-F238E27FC236}">
                <a16:creationId xmlns:a16="http://schemas.microsoft.com/office/drawing/2014/main" id="{8AFB8F7C-91F7-4AAC-B115-E681FE4148FB}"/>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noProof="1"/>
              <a:t>数据库界的重要人物</a:t>
            </a:r>
          </a:p>
        </p:txBody>
      </p:sp>
    </p:spTree>
  </p:cSld>
  <p:clrMapOvr>
    <a:masterClrMapping/>
  </p:clrMapOvr>
  <mc:AlternateContent xmlns:mc="http://schemas.openxmlformats.org/markup-compatibility/2006" xmlns:p14="http://schemas.microsoft.com/office/powerpoint/2010/main">
    <mc:Choice Requires="p14">
      <p:transition spd="slow" p14:dur="2000" advTm="2886"/>
    </mc:Choice>
    <mc:Fallback xmlns="">
      <p:transition spd="slow" advTm="2886"/>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矩形 934915">
            <a:extLst>
              <a:ext uri="{FF2B5EF4-FFF2-40B4-BE49-F238E27FC236}">
                <a16:creationId xmlns:a16="http://schemas.microsoft.com/office/drawing/2014/main" id="{90F5AFD9-587F-4A69-A0BB-C7BA505A71FF}"/>
              </a:ext>
            </a:extLst>
          </p:cNvPr>
          <p:cNvSpPr>
            <a:spLocks noChangeArrowheads="1"/>
          </p:cNvSpPr>
          <p:nvPr/>
        </p:nvSpPr>
        <p:spPr bwMode="auto">
          <a:xfrm>
            <a:off x="4211638" y="1830388"/>
            <a:ext cx="4464050" cy="432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p>
            <a:pPr>
              <a:lnSpc>
                <a:spcPct val="105000"/>
              </a:lnSpc>
            </a:pPr>
            <a:r>
              <a:rPr lang="zh-CN" altLang="en-US"/>
              <a:t>       </a:t>
            </a:r>
            <a:r>
              <a:rPr lang="zh-CN" altLang="en-US" sz="2200" b="1">
                <a:solidFill>
                  <a:schemeClr val="folHlink"/>
                </a:solidFill>
              </a:rPr>
              <a:t>美国资讯工程学家</a:t>
            </a:r>
            <a:r>
              <a:rPr lang="zh-CN" altLang="en-US" sz="2200"/>
              <a:t>。 </a:t>
            </a:r>
          </a:p>
          <a:p>
            <a:pPr>
              <a:lnSpc>
                <a:spcPct val="105000"/>
              </a:lnSpc>
            </a:pPr>
            <a:r>
              <a:rPr lang="en-US" altLang="zh-CN" sz="2200"/>
              <a:t>      Jim Gray使关系模型的技术实用化，</a:t>
            </a:r>
            <a:r>
              <a:rPr lang="en-US" altLang="zh-CN" sz="2200" b="1">
                <a:solidFill>
                  <a:schemeClr val="folHlink"/>
                </a:solidFill>
              </a:rPr>
              <a:t>他为RDBMS成熟并顺利进入市场起到了关键性的作用。</a:t>
            </a:r>
          </a:p>
          <a:p>
            <a:pPr>
              <a:lnSpc>
                <a:spcPct val="105000"/>
              </a:lnSpc>
            </a:pPr>
            <a:r>
              <a:rPr lang="en-US" altLang="zh-CN" sz="2200" b="1">
                <a:solidFill>
                  <a:schemeClr val="folHlink"/>
                </a:solidFill>
              </a:rPr>
              <a:t>        他在事务处理方面取得了突出的贡献，使他成为该技术领域公认的权威，</a:t>
            </a:r>
            <a:r>
              <a:rPr lang="zh-CN" altLang="en-US" sz="2200" b="1">
                <a:solidFill>
                  <a:schemeClr val="folHlink"/>
                </a:solidFill>
              </a:rPr>
              <a:t>并由此获得图灵奖。</a:t>
            </a:r>
          </a:p>
          <a:p>
            <a:pPr>
              <a:lnSpc>
                <a:spcPct val="105000"/>
              </a:lnSpc>
            </a:pPr>
            <a:r>
              <a:rPr lang="zh-CN" altLang="en-US" sz="2200"/>
              <a:t>    曾参与主持过</a:t>
            </a:r>
            <a:r>
              <a:rPr lang="en-US" altLang="zh-CN" sz="2200"/>
              <a:t>IMS、System R、SQL/DS、DB2等项目的开发。</a:t>
            </a:r>
          </a:p>
          <a:p>
            <a:pPr>
              <a:lnSpc>
                <a:spcPct val="105000"/>
              </a:lnSpc>
            </a:pPr>
            <a:r>
              <a:rPr lang="en-US" altLang="zh-CN" sz="2200"/>
              <a:t>     </a:t>
            </a:r>
            <a:r>
              <a:rPr lang="zh-CN" altLang="en-US" sz="2200"/>
              <a:t>出版了一部厚厚的专著：</a:t>
            </a:r>
            <a:r>
              <a:rPr lang="en-US" altLang="zh-CN" sz="2200"/>
              <a:t>Transaction Processing: Concepts andTechniques。</a:t>
            </a:r>
            <a:endParaRPr lang="zh-CN" altLang="en-US" sz="2200"/>
          </a:p>
        </p:txBody>
      </p:sp>
      <p:sp>
        <p:nvSpPr>
          <p:cNvPr id="40962" name="矩形 934916">
            <a:extLst>
              <a:ext uri="{FF2B5EF4-FFF2-40B4-BE49-F238E27FC236}">
                <a16:creationId xmlns:a16="http://schemas.microsoft.com/office/drawing/2014/main" id="{D4A211F1-EE8B-4643-88D4-4F6FF2ACE312}"/>
              </a:ext>
            </a:extLst>
          </p:cNvPr>
          <p:cNvSpPr>
            <a:spLocks noChangeArrowheads="1"/>
          </p:cNvSpPr>
          <p:nvPr/>
        </p:nvSpPr>
        <p:spPr bwMode="auto">
          <a:xfrm>
            <a:off x="4932363" y="1100138"/>
            <a:ext cx="3457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r>
              <a:rPr lang="en-US" altLang="en-US" sz="2400" b="1"/>
              <a:t>吉姆·格雷（Jim Gray）</a:t>
            </a:r>
            <a:endParaRPr lang="zh-CN" altLang="en-US" sz="2400" b="1"/>
          </a:p>
        </p:txBody>
      </p:sp>
      <p:pic>
        <p:nvPicPr>
          <p:cNvPr id="40963" name="图片 934917" descr="1243395208G9sbGiSf">
            <a:extLst>
              <a:ext uri="{FF2B5EF4-FFF2-40B4-BE49-F238E27FC236}">
                <a16:creationId xmlns:a16="http://schemas.microsoft.com/office/drawing/2014/main" id="{2A5FB755-CA24-43F6-AA6A-A221D00919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5417" t="3389" r="10292" b="36139"/>
          <a:stretch>
            <a:fillRect/>
          </a:stretch>
        </p:blipFill>
        <p:spPr bwMode="auto">
          <a:xfrm>
            <a:off x="1547813" y="2133600"/>
            <a:ext cx="2143125" cy="302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4" name="矩形 934918">
            <a:extLst>
              <a:ext uri="{FF2B5EF4-FFF2-40B4-BE49-F238E27FC236}">
                <a16:creationId xmlns:a16="http://schemas.microsoft.com/office/drawing/2014/main" id="{430F7076-D1E8-46C4-BA69-A504ACAC7D00}"/>
              </a:ext>
            </a:extLst>
          </p:cNvPr>
          <p:cNvSpPr>
            <a:spLocks noChangeArrowheads="1"/>
          </p:cNvSpPr>
          <p:nvPr/>
        </p:nvSpPr>
        <p:spPr bwMode="auto">
          <a:xfrm>
            <a:off x="1258888" y="5516563"/>
            <a:ext cx="26066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en-US" altLang="en-US" b="1"/>
              <a:t>吉姆·格雷（Jim Gray）</a:t>
            </a:r>
            <a:endParaRPr lang="zh-CN" altLang="en-US" b="1"/>
          </a:p>
        </p:txBody>
      </p:sp>
      <p:sp>
        <p:nvSpPr>
          <p:cNvPr id="934920" name="矩形 934919">
            <a:extLst>
              <a:ext uri="{FF2B5EF4-FFF2-40B4-BE49-F238E27FC236}">
                <a16:creationId xmlns:a16="http://schemas.microsoft.com/office/drawing/2014/main" id="{7C671F59-AA5C-4501-B6CC-D9EF1D257D9C}"/>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noProof="1"/>
              <a:t>数据库界的重要人物</a:t>
            </a:r>
          </a:p>
        </p:txBody>
      </p:sp>
    </p:spTree>
  </p:cSld>
  <p:clrMapOvr>
    <a:masterClrMapping/>
  </p:clrMapOvr>
  <mc:AlternateContent xmlns:mc="http://schemas.openxmlformats.org/markup-compatibility/2006" xmlns:p14="http://schemas.microsoft.com/office/powerpoint/2010/main">
    <mc:Choice Requires="p14">
      <p:transition spd="slow" p14:dur="2000" advTm="3089"/>
    </mc:Choice>
    <mc:Fallback xmlns="">
      <p:transition spd="slow" advTm="3089"/>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矩形 935939">
            <a:extLst>
              <a:ext uri="{FF2B5EF4-FFF2-40B4-BE49-F238E27FC236}">
                <a16:creationId xmlns:a16="http://schemas.microsoft.com/office/drawing/2014/main" id="{D45FE94E-3AAA-4CB8-A2AA-B47439959FB2}"/>
              </a:ext>
            </a:extLst>
          </p:cNvPr>
          <p:cNvSpPr>
            <a:spLocks noChangeArrowheads="1"/>
          </p:cNvSpPr>
          <p:nvPr/>
        </p:nvSpPr>
        <p:spPr bwMode="auto">
          <a:xfrm>
            <a:off x="4284663" y="1747838"/>
            <a:ext cx="4391025" cy="478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p>
            <a:r>
              <a:rPr lang="zh-CN" altLang="en-US"/>
              <a:t>       </a:t>
            </a:r>
            <a:r>
              <a:rPr lang="en-US" altLang="zh-CN" sz="2200"/>
              <a:t>Michael Stonebraker</a:t>
            </a:r>
            <a:r>
              <a:rPr lang="zh-CN" altLang="en-US" sz="2200"/>
              <a:t>是</a:t>
            </a:r>
            <a:r>
              <a:rPr lang="en-US" altLang="zh-CN" sz="2200" b="1">
                <a:solidFill>
                  <a:schemeClr val="folHlink"/>
                </a:solidFill>
              </a:rPr>
              <a:t>Ingres</a:t>
            </a:r>
            <a:r>
              <a:rPr lang="zh-CN" altLang="en-US" sz="2200" b="1">
                <a:solidFill>
                  <a:schemeClr val="folHlink"/>
                </a:solidFill>
              </a:rPr>
              <a:t>的创始人。</a:t>
            </a:r>
          </a:p>
          <a:p>
            <a:r>
              <a:rPr lang="zh-CN" altLang="en-US" sz="2200"/>
              <a:t>       加州大学伯克利分校的教授，著名的数据库学者。</a:t>
            </a:r>
          </a:p>
          <a:p>
            <a:r>
              <a:rPr lang="zh-CN" altLang="en-US" sz="2200"/>
              <a:t>      </a:t>
            </a:r>
            <a:r>
              <a:rPr lang="zh-CN" altLang="en-US" sz="2200" b="1">
                <a:solidFill>
                  <a:schemeClr val="folHlink"/>
                </a:solidFill>
              </a:rPr>
              <a:t>他在</a:t>
            </a:r>
            <a:r>
              <a:rPr lang="en-US" altLang="zh-CN" sz="2200" b="1">
                <a:solidFill>
                  <a:schemeClr val="folHlink"/>
                </a:solidFill>
              </a:rPr>
              <a:t>1992 </a:t>
            </a:r>
            <a:r>
              <a:rPr lang="zh-CN" altLang="en-US" sz="2200" b="1">
                <a:solidFill>
                  <a:schemeClr val="folHlink"/>
                </a:solidFill>
              </a:rPr>
              <a:t>年提出对象关系数据库模型。</a:t>
            </a:r>
            <a:r>
              <a:rPr lang="zh-CN" altLang="en-US" sz="2200"/>
              <a:t> </a:t>
            </a:r>
            <a:r>
              <a:rPr lang="en-US" altLang="zh-CN" sz="2200"/>
              <a:t>Stonebraker</a:t>
            </a:r>
            <a:r>
              <a:rPr lang="zh-CN" altLang="en-US" sz="2200"/>
              <a:t>教授领导了称为</a:t>
            </a:r>
            <a:r>
              <a:rPr lang="en-US" altLang="zh-CN" sz="2200"/>
              <a:t>Postgres </a:t>
            </a:r>
            <a:r>
              <a:rPr lang="zh-CN" altLang="en-US" sz="2200"/>
              <a:t>的后</a:t>
            </a:r>
            <a:r>
              <a:rPr lang="en-US" altLang="zh-CN" sz="2200"/>
              <a:t>Ingres </a:t>
            </a:r>
            <a:r>
              <a:rPr lang="zh-CN" altLang="en-US" sz="2200"/>
              <a:t>项目。这个项目的成果是非常巨大的，在现代数据库的许多方面都做出的大量的贡献。</a:t>
            </a:r>
          </a:p>
          <a:p>
            <a:r>
              <a:rPr lang="en-US" altLang="zh-CN" sz="2200"/>
              <a:t>      Stonebraker </a:t>
            </a:r>
            <a:r>
              <a:rPr lang="zh-CN" altLang="en-US" sz="2200"/>
              <a:t>教授还做出了一件造福全人类的事情，那就是把</a:t>
            </a:r>
            <a:r>
              <a:rPr lang="en-US" altLang="zh-CN" sz="2200"/>
              <a:t>Postgres </a:t>
            </a:r>
            <a:r>
              <a:rPr lang="zh-CN" altLang="en-US" sz="2200"/>
              <a:t>放在了</a:t>
            </a:r>
            <a:r>
              <a:rPr lang="en-US" altLang="zh-CN" sz="2200"/>
              <a:t>BSD </a:t>
            </a:r>
            <a:r>
              <a:rPr lang="zh-CN" altLang="en-US" sz="2200"/>
              <a:t>版权的保护下。</a:t>
            </a:r>
            <a:r>
              <a:rPr lang="en-US" altLang="zh-CN" sz="2200">
                <a:solidFill>
                  <a:srgbClr val="DDDDDD"/>
                </a:solidFill>
              </a:rPr>
              <a:t>##</a:t>
            </a:r>
          </a:p>
        </p:txBody>
      </p:sp>
      <p:sp>
        <p:nvSpPr>
          <p:cNvPr id="41986" name="矩形 935940">
            <a:extLst>
              <a:ext uri="{FF2B5EF4-FFF2-40B4-BE49-F238E27FC236}">
                <a16:creationId xmlns:a16="http://schemas.microsoft.com/office/drawing/2014/main" id="{BA965D4F-12F2-49F6-B997-185728130523}"/>
              </a:ext>
            </a:extLst>
          </p:cNvPr>
          <p:cNvSpPr>
            <a:spLocks noChangeArrowheads="1"/>
          </p:cNvSpPr>
          <p:nvPr/>
        </p:nvSpPr>
        <p:spPr bwMode="auto">
          <a:xfrm>
            <a:off x="4932363" y="1100138"/>
            <a:ext cx="3457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r>
              <a:rPr lang="en-US" altLang="en-US" sz="2400" b="1"/>
              <a:t>Michael Stonebraker</a:t>
            </a:r>
            <a:endParaRPr lang="zh-CN" altLang="en-US" sz="2400" b="1"/>
          </a:p>
        </p:txBody>
      </p:sp>
      <p:pic>
        <p:nvPicPr>
          <p:cNvPr id="41987" name="图片 935941" descr="stonebraker">
            <a:extLst>
              <a:ext uri="{FF2B5EF4-FFF2-40B4-BE49-F238E27FC236}">
                <a16:creationId xmlns:a16="http://schemas.microsoft.com/office/drawing/2014/main" id="{191AD034-3FFA-487B-B156-D5381905C6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0292" r="10292"/>
          <a:stretch>
            <a:fillRect/>
          </a:stretch>
        </p:blipFill>
        <p:spPr bwMode="auto">
          <a:xfrm>
            <a:off x="1692275" y="2205038"/>
            <a:ext cx="2173288" cy="273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8" name="矩形 935942">
            <a:extLst>
              <a:ext uri="{FF2B5EF4-FFF2-40B4-BE49-F238E27FC236}">
                <a16:creationId xmlns:a16="http://schemas.microsoft.com/office/drawing/2014/main" id="{6BF8A550-71BC-4EA4-8FF0-9D77F65D1847}"/>
              </a:ext>
            </a:extLst>
          </p:cNvPr>
          <p:cNvSpPr>
            <a:spLocks noChangeArrowheads="1"/>
          </p:cNvSpPr>
          <p:nvPr/>
        </p:nvSpPr>
        <p:spPr bwMode="auto">
          <a:xfrm>
            <a:off x="1619250" y="5300663"/>
            <a:ext cx="2419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en-US" altLang="en-US" b="1"/>
              <a:t>Michael Stonebraker</a:t>
            </a:r>
            <a:endParaRPr lang="zh-CN" altLang="en-US" b="1"/>
          </a:p>
        </p:txBody>
      </p:sp>
      <p:sp>
        <p:nvSpPr>
          <p:cNvPr id="935944" name="矩形 935943">
            <a:extLst>
              <a:ext uri="{FF2B5EF4-FFF2-40B4-BE49-F238E27FC236}">
                <a16:creationId xmlns:a16="http://schemas.microsoft.com/office/drawing/2014/main" id="{6C65AD60-13EB-42B1-AEFD-2AF17153CBA7}"/>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noProof="1"/>
              <a:t>数据库界的重要人物</a:t>
            </a:r>
          </a:p>
        </p:txBody>
      </p:sp>
    </p:spTree>
  </p:cSld>
  <p:clrMapOvr>
    <a:masterClrMapping/>
  </p:clrMapOvr>
  <mc:AlternateContent xmlns:mc="http://schemas.openxmlformats.org/markup-compatibility/2006" xmlns:p14="http://schemas.microsoft.com/office/powerpoint/2010/main">
    <mc:Choice Requires="p14">
      <p:transition spd="slow" p14:dur="2000" advTm="2351"/>
    </mc:Choice>
    <mc:Fallback xmlns="">
      <p:transition spd="slow" advTm="2351"/>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6917" name="矩形 806916">
            <a:extLst>
              <a:ext uri="{FF2B5EF4-FFF2-40B4-BE49-F238E27FC236}">
                <a16:creationId xmlns:a16="http://schemas.microsoft.com/office/drawing/2014/main" id="{F7B4332C-E8D2-47E8-944E-2A7144786964}"/>
              </a:ext>
            </a:extLst>
          </p:cNvPr>
          <p:cNvSpPr/>
          <p:nvPr/>
        </p:nvSpPr>
        <p:spPr>
          <a:xfrm>
            <a:off x="1743075" y="2325688"/>
            <a:ext cx="6237288" cy="1655762"/>
          </a:xfrm>
          <a:prstGeom prst="rect">
            <a:avLst/>
          </a:prstGeom>
          <a:noFill/>
          <a:ln w="9525">
            <a:noFill/>
          </a:ln>
        </p:spPr>
        <p:txBody>
          <a:bodyPr/>
          <a:lstStyle/>
          <a:p>
            <a:pPr marL="342900" indent="-342900" algn="ctr">
              <a:spcBef>
                <a:spcPct val="20000"/>
              </a:spcBef>
            </a:pPr>
            <a:r>
              <a:rPr lang="zh-CN" altLang="en-US" sz="8000" b="1" noProof="1">
                <a:solidFill>
                  <a:srgbClr val="FF6600"/>
                </a:solidFill>
                <a:effectLst>
                  <a:outerShdw blurRad="38100" dist="38100" dir="2700000">
                    <a:srgbClr val="C0C0C0"/>
                  </a:outerShdw>
                </a:effectLst>
                <a:ea typeface="华文新魏" panose="02010800040101010101" pitchFamily="2" charset="-122"/>
              </a:rPr>
              <a:t>谢谢大家！</a:t>
            </a:r>
          </a:p>
        </p:txBody>
      </p:sp>
      <p:sp>
        <p:nvSpPr>
          <p:cNvPr id="43010" name="矩形 806917">
            <a:extLst>
              <a:ext uri="{FF2B5EF4-FFF2-40B4-BE49-F238E27FC236}">
                <a16:creationId xmlns:a16="http://schemas.microsoft.com/office/drawing/2014/main" id="{2DE4F20B-C76E-450B-AFEC-4C13E1EAAAC8}"/>
              </a:ext>
            </a:extLst>
          </p:cNvPr>
          <p:cNvSpPr>
            <a:spLocks noChangeArrowheads="1"/>
          </p:cNvSpPr>
          <p:nvPr/>
        </p:nvSpPr>
        <p:spPr bwMode="auto">
          <a:xfrm>
            <a:off x="63500" y="63500"/>
            <a:ext cx="8820150" cy="1628775"/>
          </a:xfrm>
          <a:prstGeom prst="rect">
            <a:avLst/>
          </a:prstGeom>
          <a:solidFill>
            <a:schemeClr val="bg1"/>
          </a:solidFill>
          <a:ln w="12700" cap="sq">
            <a:solidFill>
              <a:schemeClr val="bg1"/>
            </a:solidFill>
            <a:miter lim="800000"/>
            <a:headEnd type="none" w="sm" len="sm"/>
            <a:tailEnd type="none" w="sm" len="sm"/>
          </a:ln>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101"/>
    </mc:Choice>
    <mc:Fallback xmlns="">
      <p:transition spd="slow" advTm="4101"/>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5.5|31.6|59.7|8.5"/>
</p:tagLst>
</file>

<file path=ppt/tags/tag2.xml><?xml version="1.0" encoding="utf-8"?>
<p:tagLst xmlns:a="http://schemas.openxmlformats.org/drawingml/2006/main" xmlns:r="http://schemas.openxmlformats.org/officeDocument/2006/relationships" xmlns:p="http://schemas.openxmlformats.org/presentationml/2006/main">
  <p:tag name="TIMING" val="|12.5"/>
</p:tagLst>
</file>

<file path=ppt/tags/tag3.xml><?xml version="1.0" encoding="utf-8"?>
<p:tagLst xmlns:a="http://schemas.openxmlformats.org/drawingml/2006/main" xmlns:r="http://schemas.openxmlformats.org/officeDocument/2006/relationships" xmlns:p="http://schemas.openxmlformats.org/presentationml/2006/main">
  <p:tag name="TIMING" val="|34.2"/>
</p:tagLst>
</file>

<file path=ppt/tags/tag4.xml><?xml version="1.0" encoding="utf-8"?>
<p:tagLst xmlns:a="http://schemas.openxmlformats.org/drawingml/2006/main" xmlns:r="http://schemas.openxmlformats.org/officeDocument/2006/relationships" xmlns:p="http://schemas.openxmlformats.org/presentationml/2006/main">
  <p:tag name="TIMING" val="|82.8|37"/>
</p:tagLst>
</file>

<file path=ppt/tags/tag5.xml><?xml version="1.0" encoding="utf-8"?>
<p:tagLst xmlns:a="http://schemas.openxmlformats.org/drawingml/2006/main" xmlns:r="http://schemas.openxmlformats.org/officeDocument/2006/relationships" xmlns:p="http://schemas.openxmlformats.org/presentationml/2006/main">
  <p:tag name="TIMING" val="|11.7"/>
</p:tagLst>
</file>

<file path=ppt/tags/tag6.xml><?xml version="1.0" encoding="utf-8"?>
<p:tagLst xmlns:a="http://schemas.openxmlformats.org/drawingml/2006/main" xmlns:r="http://schemas.openxmlformats.org/officeDocument/2006/relationships" xmlns:p="http://schemas.openxmlformats.org/presentationml/2006/main">
  <p:tag name="TIMING" val="|16.9"/>
</p:tagLst>
</file>

<file path=ppt/tags/tag7.xml><?xml version="1.0" encoding="utf-8"?>
<p:tagLst xmlns:a="http://schemas.openxmlformats.org/drawingml/2006/main" xmlns:r="http://schemas.openxmlformats.org/officeDocument/2006/relationships" xmlns:p="http://schemas.openxmlformats.org/presentationml/2006/main">
  <p:tag name="TIMING" val="|2.6"/>
</p:tagLst>
</file>

<file path=ppt/tags/tag8.xml><?xml version="1.0" encoding="utf-8"?>
<p:tagLst xmlns:a="http://schemas.openxmlformats.org/drawingml/2006/main" xmlns:r="http://schemas.openxmlformats.org/officeDocument/2006/relationships" xmlns:p="http://schemas.openxmlformats.org/presentationml/2006/main">
  <p:tag name="TIMING" val="|1.7|39.8"/>
</p:tagLst>
</file>

<file path=ppt/theme/theme1.xml><?xml version="1.0" encoding="utf-8"?>
<a:theme xmlns:a="http://schemas.openxmlformats.org/drawingml/2006/main" name="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fontScheme name="">
      <a:majorFont>
        <a:latin typeface="Tahoma"/>
        <a:ea typeface="幼圆"/>
        <a:cs typeface=""/>
      </a:majorFont>
      <a:minorFont>
        <a:latin typeface="Tahoma"/>
        <a:ea typeface="楷体_GB2312"/>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236</TotalTime>
  <Words>2785</Words>
  <Application>Microsoft Office PowerPoint</Application>
  <PresentationFormat>全屏显示(4:3)</PresentationFormat>
  <Paragraphs>541</Paragraphs>
  <Slides>37</Slides>
  <Notes>0</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37</vt:i4>
      </vt:variant>
    </vt:vector>
  </HeadingPairs>
  <TitlesOfParts>
    <vt:vector size="51" baseType="lpstr">
      <vt:lpstr>黑体</vt:lpstr>
      <vt:lpstr>华文隶书</vt:lpstr>
      <vt:lpstr>华文新魏</vt:lpstr>
      <vt:lpstr>华文中宋</vt:lpstr>
      <vt:lpstr>楷体_GB2312</vt:lpstr>
      <vt:lpstr>隶书</vt:lpstr>
      <vt:lpstr>宋体</vt:lpstr>
      <vt:lpstr>Arial</vt:lpstr>
      <vt:lpstr>Comic Sans MS</vt:lpstr>
      <vt:lpstr>Tahoma</vt:lpstr>
      <vt:lpstr>Times New Roman</vt:lpstr>
      <vt:lpstr>Wingdings</vt:lpstr>
      <vt:lpstr>Blends</vt:lpstr>
      <vt:lpstr>自定义设计方案</vt:lpstr>
      <vt:lpstr>第1章 数据库系统概述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乔淋漓的冷汗</dc:creator>
  <cp:lastModifiedBy>乔 淋漓的冷汗</cp:lastModifiedBy>
  <cp:revision>721</cp:revision>
  <cp:lastPrinted>2000-08-23T09:10:16Z</cp:lastPrinted>
  <dcterms:created xsi:type="dcterms:W3CDTF">2020-03-06T17:34:25Z</dcterms:created>
  <dcterms:modified xsi:type="dcterms:W3CDTF">2021-03-07T11:05:38Z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2052-11.3.0.8775</vt:lpwstr>
  </property>
</Properties>
</file>