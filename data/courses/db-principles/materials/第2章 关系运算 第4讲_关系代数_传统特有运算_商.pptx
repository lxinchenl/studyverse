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7"/>
  </p:notesMasterIdLst>
  <p:handoutMasterIdLst>
    <p:handoutMasterId r:id="rId18"/>
  </p:handoutMasterIdLst>
  <p:sldIdLst>
    <p:sldId id="692" r:id="rId2"/>
    <p:sldId id="693" r:id="rId3"/>
    <p:sldId id="694" r:id="rId4"/>
    <p:sldId id="776" r:id="rId5"/>
    <p:sldId id="615" r:id="rId6"/>
    <p:sldId id="778" r:id="rId7"/>
    <p:sldId id="779" r:id="rId8"/>
    <p:sldId id="780" r:id="rId9"/>
    <p:sldId id="781" r:id="rId10"/>
    <p:sldId id="782" r:id="rId11"/>
    <p:sldId id="783" r:id="rId12"/>
    <p:sldId id="785" r:id="rId13"/>
    <p:sldId id="786" r:id="rId14"/>
    <p:sldId id="626" r:id="rId15"/>
    <p:sldId id="756" r:id="rId16"/>
  </p:sldIdLst>
  <p:sldSz cx="9144000" cy="6858000" type="screen4x3"/>
  <p:notesSz cx="6662738" cy="9832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99"/>
    <a:srgbClr val="FF00FF"/>
    <a:srgbClr val="99FF33"/>
    <a:srgbClr val="66FFFF"/>
    <a:srgbClr val="006666"/>
    <a:srgbClr val="00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3186" autoAdjust="0"/>
  </p:normalViewPr>
  <p:slideViewPr>
    <p:cSldViewPr>
      <p:cViewPr varScale="1">
        <p:scale>
          <a:sx n="109" d="100"/>
          <a:sy n="109" d="100"/>
        </p:scale>
        <p:origin x="1680" y="8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40871A9-0028-4C9A-9902-87A88F300C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F73CA9B-2AAB-44FB-ADD6-AD105E9EE4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DA02F48C-5E9E-4E1C-878E-50D0C1357E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0312E9BA-98C4-4D39-8A7A-EADCF42E2E8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C63C3C-B912-47EE-B070-688E3009EB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191B4BE1-E627-41B8-B58E-7BE3DF9CAA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D1FA4F44-A111-4677-A3DA-C3B62F0C7F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A1AB77C-2563-425B-9B5B-5744C6E3BF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9E7BF1D9-C811-4246-977F-C0A4CE0E252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4667DAA0-A37E-40DA-882C-7133F16F16B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3342BF02-7D8E-4FD8-8F2A-2524071DD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800AF4-7AC9-4F78-9F4C-DD5296FCF5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4BDC508-2458-4997-9167-29E65AC4636B}"/>
              </a:ext>
            </a:extLst>
          </p:cNvPr>
          <p:cNvGrpSpPr>
            <a:grpSpLocks/>
          </p:cNvGrpSpPr>
          <p:nvPr/>
        </p:nvGrpSpPr>
        <p:grpSpPr bwMode="auto">
          <a:xfrm>
            <a:off x="0" y="1817688"/>
            <a:ext cx="9009063" cy="1052512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ADF6C011-4000-436C-BCF6-86EF391E9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AEF7EF3-667B-4C82-B309-2365D24A5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E56F385-72DE-437A-942F-46C27364E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70F92E6-F50F-442E-B582-CB1B30A17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9B577B8-F115-4FE9-A8B3-675078A5C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618EBC6-CA6E-4BE3-80A0-B5B740FB1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CDDAF5C-5517-41B5-A4A5-B72C2F5C2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72D5E9BD-7EA2-4860-A092-5123E3CDA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DA543C8B-4A37-45D7-9B18-56DAA9D811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1EC6890A-A43B-494A-84EF-A565054640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98C188A-A022-4E7E-B26D-9E87C5E1E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98240F31-A69F-40BC-8917-E18CBBE373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8DBF785-7AD6-43E5-875E-C1A0DFF0C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50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9D4A653-1545-401C-B3BA-E3D27C9EC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FAA7EAC-98ED-42DB-9CDD-33E0EE286C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C3BE94E-83C0-4495-BCA0-98D17A05A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1B2F2-A87F-4254-B008-C52B6AA27BF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504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4EE772E-7847-4ABC-9A96-7E574C3DE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F857BE3-CE35-4E15-B57B-8B5C44605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53662E8-0917-4FAF-9EF1-3BA75BF571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2B336-27D4-40CF-AEA6-F0301A2B8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167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9AF3E49-3FE5-412F-93D8-7C231CA4F3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515CCFC-3AF0-4C1B-A29B-22AAFB692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FC2DD21-C2CB-4AFB-B8D6-C52C9D6E1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159E7-C7B0-4BCF-B02B-3472BE36C1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43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E5A91CF-9FB3-4E55-BCD6-8B589C4ED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5C5FC42-285F-498D-B824-78B5E4BB3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E6373F2-7D2D-4CE6-9716-29652885D3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E1B68-8698-4513-86F2-E2BBCBFBFE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95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CB795A0-6B31-4BEA-9671-C8434413DC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3F334BD-C626-4A8B-86E9-68C89867E3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C3608C9-CCEB-4EA5-A059-91F21DA41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4A1AA-805A-4776-82E8-481E4581D4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63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DA14888-1676-40D5-A1C0-FE13115B3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19B197A-7F4B-41A1-9101-4DBB0F34B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883113E-7C6F-4720-B5F7-41EBE73D1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DED4-A6F6-4987-A7B1-E819FFE345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62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8E28100-C949-4350-B949-FD68A0081E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0291CE-740C-4E36-AC39-C0B16ECFAC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CD0ED54-3B08-443B-BF12-205FE2E6BF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0203-8A99-4C60-9D86-64BF6EA2A4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610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48DE5C3-A967-465F-9749-E3ACADB68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0C7EE66-93C1-4CF8-907D-298F98A0E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FE6FB2A-FC37-45B5-A962-8C2A96E109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36763-DAB8-4C81-8069-4FA207B3D9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41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7C13ECB-2C46-4215-A949-EE78AC954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EA40154-79AD-4A5F-95BC-C47DFC9857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E17CB0-0834-44FA-B4C6-53E3FD0F7B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176F5-B964-4DE6-88DA-E5F1EC7403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87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063D7AD-BBF0-445C-B631-7CF2AB254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BB2CCCF-B55E-4F3C-93F1-DD135F6C99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38AEE33-9A5E-441D-ACFC-039A8CFE03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D23A2-36DA-4F9A-B95D-9C700F01F55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780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C8548F-D481-4AD0-B8ED-70B60312F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286DDA3-E465-4C48-886F-10408257A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C1FC054-2FCE-4FC4-B0F0-A61276F552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A430-2AC9-400D-B451-781749E42D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544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28345-FCFA-4EDC-A93E-2129D97E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 dirty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A8956-169C-47A1-8BEC-C96096B2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>
                <a:schemeClr val="bg1"/>
              </a:buClr>
              <a:defRPr dirty="0"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6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EB4C36-C341-4FAE-93C9-E4B128B2A7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BB1FEF-0006-4A8F-88B5-2894DD6E91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D337F6-E7E9-409D-8825-1E2A0E18AC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1473C0-B2FC-4C79-A6A8-BDAF7E8A38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D5D036-FBB2-4BFD-A813-CC0FDB8732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9AF4544-BD45-474A-8A2E-80301153C2C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A2D1DEB-8D2B-4029-85FD-E113690CAA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30E4628C-2C77-4BA5-A9FF-0C2626085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15024F2C-9848-4D42-A395-7F23BA0F4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AD8F73C4-1610-4D93-8551-C3E8B025E5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D3ADFBC4-3F74-4041-8BD5-D731BF4EAE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4BACC733-380C-4E5C-984B-976CE5E305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9DC88A84-BC17-4A71-AF7B-C27FB8C083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5" name="Rectangle 3">
            <a:extLst>
              <a:ext uri="{FF2B5EF4-FFF2-40B4-BE49-F238E27FC236}">
                <a16:creationId xmlns:a16="http://schemas.microsoft.com/office/drawing/2014/main" id="{5E37F2BC-BA71-482E-847C-1363D4C1387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07950" y="1125538"/>
            <a:ext cx="8712200" cy="5183187"/>
          </a:xfrm>
        </p:spPr>
        <p:txBody>
          <a:bodyPr/>
          <a:lstStyle/>
          <a:p>
            <a:pPr eaLnBrk="1" hangingPunct="1">
              <a:tabLst>
                <a:tab pos="1524000" algn="l"/>
              </a:tabLst>
              <a:defRPr/>
            </a:pPr>
            <a:r>
              <a:rPr lang="en-US" altLang="zh-CN" sz="3000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3</a:t>
            </a:r>
            <a:r>
              <a:rPr lang="zh-CN" altLang="en-US" sz="3000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3000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商</a:t>
            </a:r>
            <a:endParaRPr lang="en-US" altLang="zh-CN" sz="3000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设关系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，且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r&gt;s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s≠</a:t>
            </a:r>
            <a:r>
              <a:rPr lang="el-GR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，则关系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的商是一个由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目元组组成的集合，且如果 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baseline="-250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中的每一个元组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组成的新元组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&lt;t</a:t>
            </a:r>
            <a:r>
              <a:rPr lang="en-US" altLang="zh-CN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</a:t>
            </a:r>
            <a:r>
              <a:rPr lang="en-US" altLang="zh-CN" baseline="30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,u</a:t>
            </a:r>
            <a:r>
              <a:rPr lang="en-US" altLang="zh-CN" baseline="30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必在关系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中。关系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的商记为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R÷S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lvl="1" algn="just" eaLnBrk="1" hangingPunct="1">
              <a:spcBef>
                <a:spcPct val="40000"/>
              </a:spcBef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R÷S={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t|t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=(t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,t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)∧</a:t>
            </a:r>
          </a:p>
          <a:p>
            <a:pPr lvl="1" algn="just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∧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baseline="-25000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(R), </a:t>
            </a:r>
          </a:p>
          <a:p>
            <a:pPr lvl="1" algn="just" eaLnBrk="1" hangingPunct="1">
              <a:spcBef>
                <a:spcPct val="5000"/>
              </a:spcBef>
              <a:spcAft>
                <a:spcPct val="40000"/>
              </a:spcAft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则对于所有的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aseline="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，成立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</a:t>
            </a:r>
            <a:r>
              <a:rPr lang="en-US" altLang="zh-CN" baseline="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,u</a:t>
            </a:r>
            <a:r>
              <a:rPr lang="en-US" altLang="zh-CN" baseline="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&gt;R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86436" name="AutoShape 4">
            <a:extLst>
              <a:ext uri="{FF2B5EF4-FFF2-40B4-BE49-F238E27FC236}">
                <a16:creationId xmlns:a16="http://schemas.microsoft.com/office/drawing/2014/main" id="{4D28C5AB-739B-4A9A-9737-46D4F3B51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215900" cy="287337"/>
          </a:xfrm>
          <a:prstGeom prst="star5">
            <a:avLst/>
          </a:prstGeom>
          <a:solidFill>
            <a:srgbClr val="D60093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786447" name="Rectangle 15">
            <a:extLst>
              <a:ext uri="{FF2B5EF4-FFF2-40B4-BE49-F238E27FC236}">
                <a16:creationId xmlns:a16="http://schemas.microsoft.com/office/drawing/2014/main" id="{D3519DE7-96CD-47B2-8BEE-F08BD4E81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63493" name="Object 16">
            <a:extLst>
              <a:ext uri="{FF2B5EF4-FFF2-40B4-BE49-F238E27FC236}">
                <a16:creationId xmlns:a16="http://schemas.microsoft.com/office/drawing/2014/main" id="{D0CBB743-BF63-4DF6-BE41-24DB3062C7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51" imgH="215619" progId="Equation.3">
                  <p:embed/>
                </p:oleObj>
              </mc:Choice>
              <mc:Fallback>
                <p:oleObj name="公式" r:id="rId2" imgW="114151" imgH="21561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6449" name="Line 17">
            <a:extLst>
              <a:ext uri="{FF2B5EF4-FFF2-40B4-BE49-F238E27FC236}">
                <a16:creationId xmlns:a16="http://schemas.microsoft.com/office/drawing/2014/main" id="{DE87CFC5-52EC-40F3-8C96-A3B622AA5B7E}"/>
              </a:ext>
            </a:extLst>
          </p:cNvPr>
          <p:cNvSpPr>
            <a:spLocks noChangeShapeType="1"/>
          </p:cNvSpPr>
          <p:nvPr/>
        </p:nvSpPr>
        <p:spPr bwMode="auto">
          <a:xfrm rot="60000">
            <a:off x="2371725" y="5037138"/>
            <a:ext cx="2592388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6450" name="Line 18">
            <a:extLst>
              <a:ext uri="{FF2B5EF4-FFF2-40B4-BE49-F238E27FC236}">
                <a16:creationId xmlns:a16="http://schemas.microsoft.com/office/drawing/2014/main" id="{F9B21A14-D53F-4D79-98E2-0A0A1EA43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610225"/>
            <a:ext cx="2963863" cy="26988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6451" name="Line 19">
            <a:extLst>
              <a:ext uri="{FF2B5EF4-FFF2-40B4-BE49-F238E27FC236}">
                <a16:creationId xmlns:a16="http://schemas.microsoft.com/office/drawing/2014/main" id="{D145B7D8-FE85-4667-9C0D-747633E2C2B8}"/>
              </a:ext>
            </a:extLst>
          </p:cNvPr>
          <p:cNvSpPr>
            <a:spLocks noChangeShapeType="1"/>
          </p:cNvSpPr>
          <p:nvPr/>
        </p:nvSpPr>
        <p:spPr bwMode="auto">
          <a:xfrm rot="60000" flipV="1">
            <a:off x="2514600" y="6084888"/>
            <a:ext cx="5905500" cy="71437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advTm="10019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8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8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8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9" name="Rectangle 3">
            <a:extLst>
              <a:ext uri="{FF2B5EF4-FFF2-40B4-BE49-F238E27FC236}">
                <a16:creationId xmlns:a16="http://schemas.microsoft.com/office/drawing/2014/main" id="{CAA60327-B1B9-48BC-B799-0CA84E5069B4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125538"/>
            <a:ext cx="8208963" cy="5327650"/>
          </a:xfrm>
        </p:spPr>
        <p:txBody>
          <a:bodyPr/>
          <a:lstStyle/>
          <a:p>
            <a:pPr eaLnBrk="1" hangingPunct="1">
              <a:tabLst>
                <a:tab pos="1524000" algn="l"/>
              </a:tabLst>
              <a:defRPr/>
            </a:pPr>
            <a:r>
              <a:rPr lang="zh-CN" altLang="zh-CN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商</a:t>
            </a:r>
            <a:r>
              <a:rPr lang="en-US" altLang="en-US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运算过程</a:t>
            </a: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baseline="-25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aseline="-25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②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baseline="-25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aseline="-25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中每一个元组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和所有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S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，如果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,u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&gt;R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均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成立，则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r-s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属于结果关系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R÷S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中的元组；否则，不属于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R÷S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中的元组。</a:t>
            </a:r>
          </a:p>
        </p:txBody>
      </p:sp>
      <p:sp>
        <p:nvSpPr>
          <p:cNvPr id="787460" name="AutoShape 4">
            <a:extLst>
              <a:ext uri="{FF2B5EF4-FFF2-40B4-BE49-F238E27FC236}">
                <a16:creationId xmlns:a16="http://schemas.microsoft.com/office/drawing/2014/main" id="{76E45DD4-0424-4848-AB94-3101A1E81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215900" cy="287337"/>
          </a:xfrm>
          <a:prstGeom prst="star5">
            <a:avLst/>
          </a:prstGeom>
          <a:solidFill>
            <a:srgbClr val="D60093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787462" name="Rectangle 6">
            <a:extLst>
              <a:ext uri="{FF2B5EF4-FFF2-40B4-BE49-F238E27FC236}">
                <a16:creationId xmlns:a16="http://schemas.microsoft.com/office/drawing/2014/main" id="{36F522E4-96AD-4539-A7CD-43FC219FE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</p:spTree>
  </p:cSld>
  <p:clrMapOvr>
    <a:masterClrMapping/>
  </p:clrMapOvr>
  <p:transition advTm="5874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61" name="Group 81">
            <a:extLst>
              <a:ext uri="{FF2B5EF4-FFF2-40B4-BE49-F238E27FC236}">
                <a16:creationId xmlns:a16="http://schemas.microsoft.com/office/drawing/2014/main" id="{064453AA-E74F-40D7-B5C3-112BD602A0A3}"/>
              </a:ext>
            </a:extLst>
          </p:cNvPr>
          <p:cNvGraphicFramePr>
            <a:graphicFrameLocks noGrp="1"/>
          </p:cNvGraphicFramePr>
          <p:nvPr/>
        </p:nvGraphicFramePr>
        <p:xfrm>
          <a:off x="692150" y="2303463"/>
          <a:ext cx="2540000" cy="297974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45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5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5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4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4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4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3" marB="4572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3" marB="4572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8525" name="Text Box 45">
            <a:extLst>
              <a:ext uri="{FF2B5EF4-FFF2-40B4-BE49-F238E27FC236}">
                <a16:creationId xmlns:a16="http://schemas.microsoft.com/office/drawing/2014/main" id="{1D962DF3-0C8C-480E-8A92-5AEDBA9FE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553075"/>
            <a:ext cx="1023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graphicFrame>
        <p:nvGraphicFramePr>
          <p:cNvPr id="788526" name="Group 46">
            <a:extLst>
              <a:ext uri="{FF2B5EF4-FFF2-40B4-BE49-F238E27FC236}">
                <a16:creationId xmlns:a16="http://schemas.microsoft.com/office/drawing/2014/main" id="{AAA4E469-EAF8-4801-A8A9-50E973CACA6E}"/>
              </a:ext>
            </a:extLst>
          </p:cNvPr>
          <p:cNvGraphicFramePr>
            <a:graphicFrameLocks noGrp="1"/>
          </p:cNvGraphicFramePr>
          <p:nvPr/>
        </p:nvGraphicFramePr>
        <p:xfrm>
          <a:off x="3806825" y="2312988"/>
          <a:ext cx="1270000" cy="143827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8540" name="Text Box 60">
            <a:extLst>
              <a:ext uri="{FF2B5EF4-FFF2-40B4-BE49-F238E27FC236}">
                <a16:creationId xmlns:a16="http://schemas.microsoft.com/office/drawing/2014/main" id="{FBCA9688-E909-4BDF-ADDD-F05F85CF1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68750"/>
            <a:ext cx="84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graphicFrame>
        <p:nvGraphicFramePr>
          <p:cNvPr id="788601" name="Group 121">
            <a:extLst>
              <a:ext uri="{FF2B5EF4-FFF2-40B4-BE49-F238E27FC236}">
                <a16:creationId xmlns:a16="http://schemas.microsoft.com/office/drawing/2014/main" id="{519C8984-7ED5-4783-B071-41B3B47DDC6E}"/>
              </a:ext>
            </a:extLst>
          </p:cNvPr>
          <p:cNvGraphicFramePr>
            <a:graphicFrameLocks noGrp="1"/>
          </p:cNvGraphicFramePr>
          <p:nvPr/>
        </p:nvGraphicFramePr>
        <p:xfrm>
          <a:off x="5580063" y="2278063"/>
          <a:ext cx="1270000" cy="172744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44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2" marB="457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2" marB="457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6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2" marB="457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2" marB="457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6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2" marB="457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2" marB="457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42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2" marB="457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2" marB="457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8555" name="Text Box 75">
            <a:extLst>
              <a:ext uri="{FF2B5EF4-FFF2-40B4-BE49-F238E27FC236}">
                <a16:creationId xmlns:a16="http://schemas.microsoft.com/office/drawing/2014/main" id="{B8127C47-3845-4A44-9237-9967E26C3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600" y="3752850"/>
            <a:ext cx="81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zh-CN" sz="2400" b="1">
                <a:latin typeface="楷体_GB2312" pitchFamily="49" charset="-122"/>
                <a:ea typeface="楷体_GB2312" pitchFamily="49" charset="-122"/>
              </a:rPr>
              <a:t>R÷S</a:t>
            </a:r>
            <a:endParaRPr kumimoji="1"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5614" name="Group 145">
            <a:extLst>
              <a:ext uri="{FF2B5EF4-FFF2-40B4-BE49-F238E27FC236}">
                <a16:creationId xmlns:a16="http://schemas.microsoft.com/office/drawing/2014/main" id="{9251152B-75C1-4B47-A43D-AAEF2FB1737E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576388"/>
            <a:ext cx="1296987" cy="665162"/>
            <a:chOff x="431" y="993"/>
            <a:chExt cx="817" cy="419"/>
          </a:xfrm>
        </p:grpSpPr>
        <p:sp>
          <p:nvSpPr>
            <p:cNvPr id="65646" name="AutoShape 77">
              <a:extLst>
                <a:ext uri="{FF2B5EF4-FFF2-40B4-BE49-F238E27FC236}">
                  <a16:creationId xmlns:a16="http://schemas.microsoft.com/office/drawing/2014/main" id="{ACF6FCB6-420E-4D74-AFD0-C7815BCAF3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2" y="935"/>
              <a:ext cx="136" cy="817"/>
            </a:xfrm>
            <a:prstGeom prst="leftBrace">
              <a:avLst>
                <a:gd name="adj1" fmla="val 50061"/>
                <a:gd name="adj2" fmla="val 49815"/>
              </a:avLst>
            </a:prstGeom>
            <a:noFill/>
            <a:ln w="25400" cap="sq">
              <a:solidFill>
                <a:srgbClr val="9933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647" name="Text Box 78">
              <a:extLst>
                <a:ext uri="{FF2B5EF4-FFF2-40B4-BE49-F238E27FC236}">
                  <a16:creationId xmlns:a16="http://schemas.microsoft.com/office/drawing/2014/main" id="{3D87DB8A-96FD-464F-A8D1-58B3F060F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" y="993"/>
              <a:ext cx="4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楷体_GB2312" pitchFamily="49" charset="-122"/>
                  <a:ea typeface="楷体_GB2312" pitchFamily="49" charset="-122"/>
                </a:rPr>
                <a:t>r-s</a:t>
              </a:r>
            </a:p>
          </p:txBody>
        </p:sp>
      </p:grpSp>
      <p:sp>
        <p:nvSpPr>
          <p:cNvPr id="788559" name="Rectangle 79">
            <a:extLst>
              <a:ext uri="{FF2B5EF4-FFF2-40B4-BE49-F238E27FC236}">
                <a16:creationId xmlns:a16="http://schemas.microsoft.com/office/drawing/2014/main" id="{4BB9A3F8-2B18-4FC2-9D48-2A87C97B5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09663"/>
            <a:ext cx="6265862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2.3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，求 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R÷S</a:t>
            </a:r>
            <a:endParaRPr lang="zh-CN" alt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60" name="Rectangle 80">
            <a:extLst>
              <a:ext uri="{FF2B5EF4-FFF2-40B4-BE49-F238E27FC236}">
                <a16:creationId xmlns:a16="http://schemas.microsoft.com/office/drawing/2014/main" id="{A17FD162-7FBA-4073-9DCC-98A59807E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788564" name="AutoShape 84">
            <a:extLst>
              <a:ext uri="{FF2B5EF4-FFF2-40B4-BE49-F238E27FC236}">
                <a16:creationId xmlns:a16="http://schemas.microsoft.com/office/drawing/2014/main" id="{8013F560-07DB-4022-A863-AD0D9D80B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941888"/>
            <a:ext cx="3671887" cy="1081087"/>
          </a:xfrm>
          <a:prstGeom prst="wedgeRoundRectCallout">
            <a:avLst>
              <a:gd name="adj1" fmla="val -62667"/>
              <a:gd name="adj2" fmla="val -112407"/>
              <a:gd name="adj3" fmla="val 16667"/>
            </a:avLst>
          </a:prstGeom>
          <a:gradFill rotWithShape="1">
            <a:gsLst>
              <a:gs pos="0">
                <a:schemeClr val="accent1">
                  <a:gamma/>
                  <a:shade val="69804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sq">
            <a:solidFill>
              <a:srgbClr val="006600"/>
            </a:solidFill>
            <a:miter lim="800000"/>
            <a:headEnd type="none" w="sm" len="sm"/>
            <a:tailEnd type="none" w="sm" len="sm"/>
          </a:ln>
          <a:effectLst/>
        </p:spPr>
        <p:txBody>
          <a:bodyPr lIns="54000" rIns="54000" anchor="ctr"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en-US" sz="24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①计算π</a:t>
            </a:r>
            <a:r>
              <a:rPr lang="en-US" altLang="en-US" sz="2400" b="1" baseline="-2500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1,2,</a:t>
            </a:r>
            <a:r>
              <a:rPr lang="en-US" altLang="en-US" sz="2400" b="1" baseline="-25000">
                <a:solidFill>
                  <a:srgbClr val="003366"/>
                </a:solidFill>
                <a:ea typeface="楷体_GB2312" pitchFamily="49" charset="-122"/>
              </a:rPr>
              <a:t>…</a:t>
            </a:r>
            <a:r>
              <a:rPr lang="en-US" altLang="en-US" sz="2400" b="1" baseline="-2500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,r-s</a:t>
            </a:r>
            <a:r>
              <a:rPr lang="en-US" altLang="en-US" sz="24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(R)；</a:t>
            </a:r>
          </a:p>
          <a:p>
            <a:pPr eaLnBrk="1" hangingPunct="1">
              <a:lnSpc>
                <a:spcPct val="140000"/>
              </a:lnSpc>
              <a:defRPr/>
            </a:pPr>
            <a:endParaRPr lang="zh-CN" altLang="en-US" sz="2400" b="1">
              <a:solidFill>
                <a:srgbClr val="0033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88565" name="Group 85">
            <a:extLst>
              <a:ext uri="{FF2B5EF4-FFF2-40B4-BE49-F238E27FC236}">
                <a16:creationId xmlns:a16="http://schemas.microsoft.com/office/drawing/2014/main" id="{632B2B12-834E-4A30-98C9-55C0B376954C}"/>
              </a:ext>
            </a:extLst>
          </p:cNvPr>
          <p:cNvGraphicFramePr>
            <a:graphicFrameLocks noGrp="1"/>
          </p:cNvGraphicFramePr>
          <p:nvPr/>
        </p:nvGraphicFramePr>
        <p:xfrm>
          <a:off x="7334250" y="2276475"/>
          <a:ext cx="1270000" cy="143827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8611" name="Text Box 131">
            <a:extLst>
              <a:ext uri="{FF2B5EF4-FFF2-40B4-BE49-F238E27FC236}">
                <a16:creationId xmlns:a16="http://schemas.microsoft.com/office/drawing/2014/main" id="{E6EA2C63-7581-4DCD-B793-F5F24D80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4179888"/>
            <a:ext cx="112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en-US" sz="2400" b="1"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baseline="-25000"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en-US" altLang="en-US" sz="2400" b="1">
                <a:latin typeface="楷体_GB2312" pitchFamily="49" charset="-122"/>
                <a:ea typeface="楷体_GB2312" pitchFamily="49" charset="-122"/>
              </a:rPr>
              <a:t>(R)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612" name="Line 132">
            <a:extLst>
              <a:ext uri="{FF2B5EF4-FFF2-40B4-BE49-F238E27FC236}">
                <a16:creationId xmlns:a16="http://schemas.microsoft.com/office/drawing/2014/main" id="{B3266E92-1BDC-4A25-8537-0267C3134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3165475"/>
            <a:ext cx="122396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88615" name="Group 135">
            <a:extLst>
              <a:ext uri="{FF2B5EF4-FFF2-40B4-BE49-F238E27FC236}">
                <a16:creationId xmlns:a16="http://schemas.microsoft.com/office/drawing/2014/main" id="{BB6E511E-251D-4C69-A9E2-766242179F7F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997200"/>
            <a:ext cx="503238" cy="503238"/>
            <a:chOff x="3198" y="1888"/>
            <a:chExt cx="317" cy="317"/>
          </a:xfrm>
        </p:grpSpPr>
        <p:sp>
          <p:nvSpPr>
            <p:cNvPr id="65644" name="Line 133">
              <a:extLst>
                <a:ext uri="{FF2B5EF4-FFF2-40B4-BE49-F238E27FC236}">
                  <a16:creationId xmlns:a16="http://schemas.microsoft.com/office/drawing/2014/main" id="{4A3B15EA-8B5F-4A6E-8AA5-19BCC1DA1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8" y="1888"/>
              <a:ext cx="317" cy="91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645" name="Line 134">
              <a:extLst>
                <a:ext uri="{FF2B5EF4-FFF2-40B4-BE49-F238E27FC236}">
                  <a16:creationId xmlns:a16="http://schemas.microsoft.com/office/drawing/2014/main" id="{ACBA9ADF-A5A5-41BD-B935-9726DD90C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8" y="2024"/>
              <a:ext cx="317" cy="181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8616" name="Line 136">
            <a:extLst>
              <a:ext uri="{FF2B5EF4-FFF2-40B4-BE49-F238E27FC236}">
                <a16:creationId xmlns:a16="http://schemas.microsoft.com/office/drawing/2014/main" id="{56929AC5-8605-468D-BC13-1C46F9B6D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4017963"/>
            <a:ext cx="1223962" cy="0"/>
          </a:xfrm>
          <a:prstGeom prst="line">
            <a:avLst/>
          </a:prstGeom>
          <a:noFill/>
          <a:ln w="28575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8617" name="Line 137">
            <a:extLst>
              <a:ext uri="{FF2B5EF4-FFF2-40B4-BE49-F238E27FC236}">
                <a16:creationId xmlns:a16="http://schemas.microsoft.com/office/drawing/2014/main" id="{30E8631E-6629-4231-A66A-18C88CC49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213100"/>
            <a:ext cx="2592387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8618" name="Line 138">
            <a:extLst>
              <a:ext uri="{FF2B5EF4-FFF2-40B4-BE49-F238E27FC236}">
                <a16:creationId xmlns:a16="http://schemas.microsoft.com/office/drawing/2014/main" id="{FE5D7344-51CE-4FFB-98B2-9C01CD065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716338"/>
            <a:ext cx="2592387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88624" name="Group 144">
            <a:extLst>
              <a:ext uri="{FF2B5EF4-FFF2-40B4-BE49-F238E27FC236}">
                <a16:creationId xmlns:a16="http://schemas.microsoft.com/office/drawing/2014/main" id="{1C47D15D-A8EC-4504-B73F-C4AD6A877050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3068638"/>
            <a:ext cx="503238" cy="936625"/>
            <a:chOff x="3198" y="1933"/>
            <a:chExt cx="317" cy="590"/>
          </a:xfrm>
        </p:grpSpPr>
        <p:sp>
          <p:nvSpPr>
            <p:cNvPr id="65642" name="Line 139">
              <a:extLst>
                <a:ext uri="{FF2B5EF4-FFF2-40B4-BE49-F238E27FC236}">
                  <a16:creationId xmlns:a16="http://schemas.microsoft.com/office/drawing/2014/main" id="{96301EDB-9B5E-4507-AC79-63897182E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8" y="1933"/>
              <a:ext cx="317" cy="590"/>
            </a:xfrm>
            <a:prstGeom prst="line">
              <a:avLst/>
            </a:prstGeom>
            <a:noFill/>
            <a:ln w="19050" cap="sq">
              <a:solidFill>
                <a:srgbClr val="008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643" name="Line 140">
              <a:extLst>
                <a:ext uri="{FF2B5EF4-FFF2-40B4-BE49-F238E27FC236}">
                  <a16:creationId xmlns:a16="http://schemas.microsoft.com/office/drawing/2014/main" id="{A7109EBA-13BF-4F84-A777-06692F220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8" y="2296"/>
              <a:ext cx="317" cy="227"/>
            </a:xfrm>
            <a:prstGeom prst="line">
              <a:avLst/>
            </a:prstGeom>
            <a:noFill/>
            <a:ln w="19050" cap="sq">
              <a:solidFill>
                <a:srgbClr val="008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8621" name="Line 141">
            <a:extLst>
              <a:ext uri="{FF2B5EF4-FFF2-40B4-BE49-F238E27FC236}">
                <a16:creationId xmlns:a16="http://schemas.microsoft.com/office/drawing/2014/main" id="{507D3ECE-1E40-4727-A4EC-22E453C21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3" y="4524375"/>
            <a:ext cx="2592387" cy="0"/>
          </a:xfrm>
          <a:prstGeom prst="line">
            <a:avLst/>
          </a:prstGeom>
          <a:noFill/>
          <a:ln w="28575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8622" name="Line 142">
            <a:extLst>
              <a:ext uri="{FF2B5EF4-FFF2-40B4-BE49-F238E27FC236}">
                <a16:creationId xmlns:a16="http://schemas.microsoft.com/office/drawing/2014/main" id="{F213601B-7E64-4473-9D51-EBC34C547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3" y="4941888"/>
            <a:ext cx="2592387" cy="0"/>
          </a:xfrm>
          <a:prstGeom prst="line">
            <a:avLst/>
          </a:prstGeom>
          <a:noFill/>
          <a:ln w="28575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88623" name="Text Box 143">
            <a:extLst>
              <a:ext uri="{FF2B5EF4-FFF2-40B4-BE49-F238E27FC236}">
                <a16:creationId xmlns:a16="http://schemas.microsoft.com/office/drawing/2014/main" id="{07AB28EE-CA10-4C6A-AF5F-A3677969F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5580063"/>
            <a:ext cx="3703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chemeClr val="hlink"/>
                </a:solidFill>
              </a:rPr>
              <a:t>②</a:t>
            </a:r>
            <a:r>
              <a:rPr lang="zh-CN" altLang="en-US" sz="2400" b="1">
                <a:solidFill>
                  <a:schemeClr val="hlink"/>
                </a:solidFill>
              </a:rPr>
              <a:t>验证</a:t>
            </a:r>
            <a:r>
              <a:rPr lang="en-US" altLang="en-US" sz="2400" b="1">
                <a:solidFill>
                  <a:schemeClr val="hlink"/>
                </a:solidFill>
              </a:rPr>
              <a:t>&lt;t</a:t>
            </a:r>
            <a:r>
              <a:rPr lang="en-US" altLang="en-US" sz="2400" b="1" baseline="30000">
                <a:solidFill>
                  <a:schemeClr val="hlink"/>
                </a:solidFill>
              </a:rPr>
              <a:t>r</a:t>
            </a:r>
            <a:r>
              <a:rPr lang="en-US" altLang="en-US" sz="2400" b="1">
                <a:solidFill>
                  <a:schemeClr val="hlink"/>
                </a:solidFill>
              </a:rPr>
              <a:t>-s,u</a:t>
            </a:r>
            <a:r>
              <a:rPr lang="en-US" altLang="en-US" sz="2400" b="1" baseline="30000">
                <a:solidFill>
                  <a:schemeClr val="hlink"/>
                </a:solidFill>
              </a:rPr>
              <a:t>s</a:t>
            </a:r>
            <a:r>
              <a:rPr lang="en-US" altLang="en-US" sz="2400" b="1">
                <a:solidFill>
                  <a:schemeClr val="hlink"/>
                </a:solidFill>
              </a:rPr>
              <a:t>&gt;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400" b="1">
                <a:solidFill>
                  <a:schemeClr val="hlink"/>
                </a:solidFill>
              </a:rPr>
              <a:t>R成立</a:t>
            </a:r>
            <a:r>
              <a:rPr lang="en-US" altLang="zh-CN" sz="2400" b="1">
                <a:solidFill>
                  <a:schemeClr val="hlink"/>
                </a:solidFill>
              </a:rPr>
              <a:t>。</a:t>
            </a:r>
            <a:endParaRPr lang="zh-CN" altLang="en-US" sz="2400" b="1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1146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8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78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78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8856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88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8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8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8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8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8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8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78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8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78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8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8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5" grpId="0"/>
      <p:bldP spid="788540" grpId="0"/>
      <p:bldP spid="788555" grpId="0"/>
      <p:bldP spid="788564" grpId="0" build="allAtOnce" animBg="1"/>
      <p:bldP spid="788611" grpId="0"/>
      <p:bldP spid="7886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8D39C-1845-43D8-B10B-2E199876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A01724-92F5-431D-8545-BF44E1C60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※</a:t>
            </a: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3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zh-CN" altLang="en-US" dirty="0"/>
              <a:t>象集</a:t>
            </a:r>
            <a:r>
              <a:rPr lang="en-US" altLang="zh-CN" i="1" dirty="0"/>
              <a:t>Z</a:t>
            </a:r>
            <a:r>
              <a:rPr lang="en-US" altLang="zh-CN" dirty="0"/>
              <a:t>  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为属性组。当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 </a:t>
            </a:r>
            <a:r>
              <a:rPr lang="zh-CN" altLang="en-US" dirty="0"/>
              <a:t>在</a:t>
            </a:r>
            <a:r>
              <a:rPr lang="en-US" altLang="zh-CN" i="1" dirty="0"/>
              <a:t>R 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chemeClr val="hlink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）为：</a:t>
            </a: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/>
              <a:t>	           </a:t>
            </a:r>
            <a:r>
              <a:rPr lang="en-US" altLang="zh-CN" i="1" dirty="0" err="1">
                <a:solidFill>
                  <a:srgbClr val="E02920"/>
                </a:solidFill>
              </a:rPr>
              <a:t>Z</a:t>
            </a:r>
            <a:r>
              <a:rPr lang="en-US" altLang="zh-CN" baseline="-30000" dirty="0" err="1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上分量的集合。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903"/>
    </mc:Choice>
    <mc:Fallback xmlns="">
      <p:transition spd="slow" advTm="1179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标题 406529">
            <a:extLst>
              <a:ext uri="{FF2B5EF4-FFF2-40B4-BE49-F238E27FC236}">
                <a16:creationId xmlns:a16="http://schemas.microsoft.com/office/drawing/2014/main" id="{08A121B6-73F5-4DDC-9125-604100CF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  <a:endParaRPr lang="en-US" altLang="zh-CN" i="1" dirty="0"/>
          </a:p>
        </p:txBody>
      </p:sp>
      <p:grpSp>
        <p:nvGrpSpPr>
          <p:cNvPr id="67587" name="组合 406530">
            <a:extLst>
              <a:ext uri="{FF2B5EF4-FFF2-40B4-BE49-F238E27FC236}">
                <a16:creationId xmlns:a16="http://schemas.microsoft.com/office/drawing/2014/main" id="{F9E5A046-CAE2-496F-ABC2-284A600DCC5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828800"/>
            <a:ext cx="3124200" cy="4419600"/>
            <a:chOff x="0" y="0"/>
            <a:chExt cx="1026" cy="5475"/>
          </a:xfrm>
        </p:grpSpPr>
        <p:grpSp>
          <p:nvGrpSpPr>
            <p:cNvPr id="67642" name="组合 406531">
              <a:extLst>
                <a:ext uri="{FF2B5EF4-FFF2-40B4-BE49-F238E27FC236}">
                  <a16:creationId xmlns:a16="http://schemas.microsoft.com/office/drawing/2014/main" id="{B84C8A14-5F50-4F3C-BBC9-99ACE2824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1020" cy="5469"/>
              <a:chOff x="0" y="0"/>
              <a:chExt cx="1020" cy="5469"/>
            </a:xfrm>
          </p:grpSpPr>
          <p:grpSp>
            <p:nvGrpSpPr>
              <p:cNvPr id="67644" name="组合 406532">
                <a:extLst>
                  <a:ext uri="{FF2B5EF4-FFF2-40B4-BE49-F238E27FC236}">
                    <a16:creationId xmlns:a16="http://schemas.microsoft.com/office/drawing/2014/main" id="{A508B73E-FB9F-4F87-91D3-EE60D5D0F6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00" cy="499"/>
                <a:chOff x="0" y="0"/>
                <a:chExt cx="300" cy="499"/>
              </a:xfrm>
            </p:grpSpPr>
            <p:sp>
              <p:nvSpPr>
                <p:cNvPr id="67714" name="矩形 406533">
                  <a:extLst>
                    <a:ext uri="{FF2B5EF4-FFF2-40B4-BE49-F238E27FC236}">
                      <a16:creationId xmlns:a16="http://schemas.microsoft.com/office/drawing/2014/main" id="{13676DBA-06B9-4F29-B080-09FF346040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15" name="矩形 406534">
                  <a:extLst>
                    <a:ext uri="{FF2B5EF4-FFF2-40B4-BE49-F238E27FC236}">
                      <a16:creationId xmlns:a16="http://schemas.microsoft.com/office/drawing/2014/main" id="{F96D32D5-C226-4AC1-B91F-1C94B2E7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45" name="组合 406535">
                <a:extLst>
                  <a:ext uri="{FF2B5EF4-FFF2-40B4-BE49-F238E27FC236}">
                    <a16:creationId xmlns:a16="http://schemas.microsoft.com/office/drawing/2014/main" id="{6A22D30C-376F-4CBD-B4E4-A7059AF896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0"/>
                <a:ext cx="360" cy="499"/>
                <a:chOff x="0" y="0"/>
                <a:chExt cx="360" cy="499"/>
              </a:xfrm>
            </p:grpSpPr>
            <p:sp>
              <p:nvSpPr>
                <p:cNvPr id="67712" name="矩形 406536">
                  <a:extLst>
                    <a:ext uri="{FF2B5EF4-FFF2-40B4-BE49-F238E27FC236}">
                      <a16:creationId xmlns:a16="http://schemas.microsoft.com/office/drawing/2014/main" id="{FD7EA66A-7A34-4780-B2B4-FC440EA85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13" name="矩形 406537">
                  <a:extLst>
                    <a:ext uri="{FF2B5EF4-FFF2-40B4-BE49-F238E27FC236}">
                      <a16:creationId xmlns:a16="http://schemas.microsoft.com/office/drawing/2014/main" id="{6AF44EC9-340D-481A-90DB-19337F8240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46" name="组合 406538">
                <a:extLst>
                  <a:ext uri="{FF2B5EF4-FFF2-40B4-BE49-F238E27FC236}">
                    <a16:creationId xmlns:a16="http://schemas.microsoft.com/office/drawing/2014/main" id="{540DD87A-50D4-46B1-835D-1702BE0052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0"/>
                <a:ext cx="360" cy="499"/>
                <a:chOff x="0" y="0"/>
                <a:chExt cx="360" cy="499"/>
              </a:xfrm>
            </p:grpSpPr>
            <p:sp>
              <p:nvSpPr>
                <p:cNvPr id="67710" name="矩形 406539">
                  <a:extLst>
                    <a:ext uri="{FF2B5EF4-FFF2-40B4-BE49-F238E27FC236}">
                      <a16:creationId xmlns:a16="http://schemas.microsoft.com/office/drawing/2014/main" id="{9F48DEFD-A962-4CC6-854D-84EE07CC7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11" name="矩形 406540">
                  <a:extLst>
                    <a:ext uri="{FF2B5EF4-FFF2-40B4-BE49-F238E27FC236}">
                      <a16:creationId xmlns:a16="http://schemas.microsoft.com/office/drawing/2014/main" id="{0E88CFBF-CB70-4993-8FD7-202CF5279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47" name="组合 406541">
                <a:extLst>
                  <a:ext uri="{FF2B5EF4-FFF2-40B4-BE49-F238E27FC236}">
                    <a16:creationId xmlns:a16="http://schemas.microsoft.com/office/drawing/2014/main" id="{54B315B6-03CC-48E3-A17C-E4765938FA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00" cy="710"/>
                <a:chOff x="0" y="0"/>
                <a:chExt cx="300" cy="710"/>
              </a:xfrm>
            </p:grpSpPr>
            <p:sp>
              <p:nvSpPr>
                <p:cNvPr id="67708" name="矩形 406542">
                  <a:extLst>
                    <a:ext uri="{FF2B5EF4-FFF2-40B4-BE49-F238E27FC236}">
                      <a16:creationId xmlns:a16="http://schemas.microsoft.com/office/drawing/2014/main" id="{B163A1CA-605B-44E8-807D-B5CB33F71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09" name="矩形 406543">
                  <a:extLst>
                    <a:ext uri="{FF2B5EF4-FFF2-40B4-BE49-F238E27FC236}">
                      <a16:creationId xmlns:a16="http://schemas.microsoft.com/office/drawing/2014/main" id="{6B531BF9-A726-4F91-9642-6C7E0C80B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48" name="组合 406544">
                <a:extLst>
                  <a:ext uri="{FF2B5EF4-FFF2-40B4-BE49-F238E27FC236}">
                    <a16:creationId xmlns:a16="http://schemas.microsoft.com/office/drawing/2014/main" id="{2B367670-4F22-4310-9A63-6A07154391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99"/>
                <a:ext cx="360" cy="710"/>
                <a:chOff x="0" y="0"/>
                <a:chExt cx="360" cy="710"/>
              </a:xfrm>
            </p:grpSpPr>
            <p:sp>
              <p:nvSpPr>
                <p:cNvPr id="67706" name="矩形 406545">
                  <a:extLst>
                    <a:ext uri="{FF2B5EF4-FFF2-40B4-BE49-F238E27FC236}">
                      <a16:creationId xmlns:a16="http://schemas.microsoft.com/office/drawing/2014/main" id="{DB41116E-5F1B-426F-8219-5C5DAB24B2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07" name="矩形 406546">
                  <a:extLst>
                    <a:ext uri="{FF2B5EF4-FFF2-40B4-BE49-F238E27FC236}">
                      <a16:creationId xmlns:a16="http://schemas.microsoft.com/office/drawing/2014/main" id="{1E6A6021-5E58-4DFD-AA94-53A980749F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49" name="组合 406547">
                <a:extLst>
                  <a:ext uri="{FF2B5EF4-FFF2-40B4-BE49-F238E27FC236}">
                    <a16:creationId xmlns:a16="http://schemas.microsoft.com/office/drawing/2014/main" id="{C54D3D22-6BA4-48B6-9375-B4EFF9DEF0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99"/>
                <a:ext cx="360" cy="710"/>
                <a:chOff x="0" y="0"/>
                <a:chExt cx="360" cy="710"/>
              </a:xfrm>
            </p:grpSpPr>
            <p:sp>
              <p:nvSpPr>
                <p:cNvPr id="67704" name="矩形 406548">
                  <a:extLst>
                    <a:ext uri="{FF2B5EF4-FFF2-40B4-BE49-F238E27FC236}">
                      <a16:creationId xmlns:a16="http://schemas.microsoft.com/office/drawing/2014/main" id="{40097D35-9020-4B04-A24F-773D75B4A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05" name="矩形 406549">
                  <a:extLst>
                    <a:ext uri="{FF2B5EF4-FFF2-40B4-BE49-F238E27FC236}">
                      <a16:creationId xmlns:a16="http://schemas.microsoft.com/office/drawing/2014/main" id="{588BE208-30E2-4897-93A1-018F2DBFE8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0" name="组合 406550">
                <a:extLst>
                  <a:ext uri="{FF2B5EF4-FFF2-40B4-BE49-F238E27FC236}">
                    <a16:creationId xmlns:a16="http://schemas.microsoft.com/office/drawing/2014/main" id="{A5EE9C5A-24F8-4F40-B30D-569B32FA24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300" cy="710"/>
                <a:chOff x="0" y="0"/>
                <a:chExt cx="300" cy="710"/>
              </a:xfrm>
            </p:grpSpPr>
            <p:sp>
              <p:nvSpPr>
                <p:cNvPr id="67702" name="矩形 406551">
                  <a:extLst>
                    <a:ext uri="{FF2B5EF4-FFF2-40B4-BE49-F238E27FC236}">
                      <a16:creationId xmlns:a16="http://schemas.microsoft.com/office/drawing/2014/main" id="{A16BCCC3-DF24-461E-9719-699AAE1C5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03" name="矩形 406552">
                  <a:extLst>
                    <a:ext uri="{FF2B5EF4-FFF2-40B4-BE49-F238E27FC236}">
                      <a16:creationId xmlns:a16="http://schemas.microsoft.com/office/drawing/2014/main" id="{309F14A7-73BF-4394-949D-AACF5E3D91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1" name="组合 406553">
                <a:extLst>
                  <a:ext uri="{FF2B5EF4-FFF2-40B4-BE49-F238E27FC236}">
                    <a16:creationId xmlns:a16="http://schemas.microsoft.com/office/drawing/2014/main" id="{12642264-5D74-4B36-8E4B-9EC2040B13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209"/>
                <a:ext cx="360" cy="710"/>
                <a:chOff x="0" y="0"/>
                <a:chExt cx="360" cy="710"/>
              </a:xfrm>
            </p:grpSpPr>
            <p:sp>
              <p:nvSpPr>
                <p:cNvPr id="67700" name="矩形 406554">
                  <a:extLst>
                    <a:ext uri="{FF2B5EF4-FFF2-40B4-BE49-F238E27FC236}">
                      <a16:creationId xmlns:a16="http://schemas.microsoft.com/office/drawing/2014/main" id="{FFA05047-B2E7-47FF-8A8D-CDF007AEF1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701" name="矩形 406555">
                  <a:extLst>
                    <a:ext uri="{FF2B5EF4-FFF2-40B4-BE49-F238E27FC236}">
                      <a16:creationId xmlns:a16="http://schemas.microsoft.com/office/drawing/2014/main" id="{1308850A-B85F-4B60-97FC-1291CF143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2" name="组合 406556">
                <a:extLst>
                  <a:ext uri="{FF2B5EF4-FFF2-40B4-BE49-F238E27FC236}">
                    <a16:creationId xmlns:a16="http://schemas.microsoft.com/office/drawing/2014/main" id="{8E4B5361-C958-4B23-9015-88CFB70BC3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209"/>
                <a:ext cx="360" cy="710"/>
                <a:chOff x="0" y="0"/>
                <a:chExt cx="360" cy="710"/>
              </a:xfrm>
            </p:grpSpPr>
            <p:sp>
              <p:nvSpPr>
                <p:cNvPr id="67698" name="矩形 406557">
                  <a:extLst>
                    <a:ext uri="{FF2B5EF4-FFF2-40B4-BE49-F238E27FC236}">
                      <a16:creationId xmlns:a16="http://schemas.microsoft.com/office/drawing/2014/main" id="{E940FB54-0990-4116-A7FD-5D984751A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7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99" name="矩形 406558">
                  <a:extLst>
                    <a:ext uri="{FF2B5EF4-FFF2-40B4-BE49-F238E27FC236}">
                      <a16:creationId xmlns:a16="http://schemas.microsoft.com/office/drawing/2014/main" id="{04CEE7AE-95F8-490A-8F49-2261ACA55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3" name="组合 406559">
                <a:extLst>
                  <a:ext uri="{FF2B5EF4-FFF2-40B4-BE49-F238E27FC236}">
                    <a16:creationId xmlns:a16="http://schemas.microsoft.com/office/drawing/2014/main" id="{8C764C25-DB2D-49F7-9DC1-3A7105452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19"/>
                <a:ext cx="300" cy="710"/>
                <a:chOff x="0" y="0"/>
                <a:chExt cx="300" cy="710"/>
              </a:xfrm>
            </p:grpSpPr>
            <p:sp>
              <p:nvSpPr>
                <p:cNvPr id="67696" name="矩形 406560">
                  <a:extLst>
                    <a:ext uri="{FF2B5EF4-FFF2-40B4-BE49-F238E27FC236}">
                      <a16:creationId xmlns:a16="http://schemas.microsoft.com/office/drawing/2014/main" id="{019EA400-8F8E-4974-8A57-1FCC0A6C02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97" name="矩形 406561">
                  <a:extLst>
                    <a:ext uri="{FF2B5EF4-FFF2-40B4-BE49-F238E27FC236}">
                      <a16:creationId xmlns:a16="http://schemas.microsoft.com/office/drawing/2014/main" id="{F5A29C9A-FBA3-461E-812C-093DFD27F0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4" name="组合 406562">
                <a:extLst>
                  <a:ext uri="{FF2B5EF4-FFF2-40B4-BE49-F238E27FC236}">
                    <a16:creationId xmlns:a16="http://schemas.microsoft.com/office/drawing/2014/main" id="{2AA0E436-88DE-4D9A-9999-7025D7F859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919"/>
                <a:ext cx="360" cy="710"/>
                <a:chOff x="0" y="0"/>
                <a:chExt cx="360" cy="710"/>
              </a:xfrm>
            </p:grpSpPr>
            <p:sp>
              <p:nvSpPr>
                <p:cNvPr id="67694" name="矩形 406563">
                  <a:extLst>
                    <a:ext uri="{FF2B5EF4-FFF2-40B4-BE49-F238E27FC236}">
                      <a16:creationId xmlns:a16="http://schemas.microsoft.com/office/drawing/2014/main" id="{D9FCC327-CE8A-410F-86FA-7B8AFD1E4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95" name="矩形 406564">
                  <a:extLst>
                    <a:ext uri="{FF2B5EF4-FFF2-40B4-BE49-F238E27FC236}">
                      <a16:creationId xmlns:a16="http://schemas.microsoft.com/office/drawing/2014/main" id="{EBF62E42-0E78-411B-91B4-9704AB2A7D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5" name="组合 406565">
                <a:extLst>
                  <a:ext uri="{FF2B5EF4-FFF2-40B4-BE49-F238E27FC236}">
                    <a16:creationId xmlns:a16="http://schemas.microsoft.com/office/drawing/2014/main" id="{444E8D04-E328-4CF9-B7B8-28DAADCFCC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919"/>
                <a:ext cx="360" cy="710"/>
                <a:chOff x="0" y="0"/>
                <a:chExt cx="360" cy="710"/>
              </a:xfrm>
            </p:grpSpPr>
            <p:sp>
              <p:nvSpPr>
                <p:cNvPr id="67692" name="矩形 406566">
                  <a:extLst>
                    <a:ext uri="{FF2B5EF4-FFF2-40B4-BE49-F238E27FC236}">
                      <a16:creationId xmlns:a16="http://schemas.microsoft.com/office/drawing/2014/main" id="{D2255B70-F50F-4E23-9183-FA8232BC4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93" name="矩形 406567">
                  <a:extLst>
                    <a:ext uri="{FF2B5EF4-FFF2-40B4-BE49-F238E27FC236}">
                      <a16:creationId xmlns:a16="http://schemas.microsoft.com/office/drawing/2014/main" id="{7E048A3E-A4F3-4999-8C35-693597C24C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6" name="组合 406568">
                <a:extLst>
                  <a:ext uri="{FF2B5EF4-FFF2-40B4-BE49-F238E27FC236}">
                    <a16:creationId xmlns:a16="http://schemas.microsoft.com/office/drawing/2014/main" id="{05131F56-0378-416A-9D43-0F3549A5D4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29"/>
                <a:ext cx="300" cy="710"/>
                <a:chOff x="0" y="0"/>
                <a:chExt cx="300" cy="710"/>
              </a:xfrm>
            </p:grpSpPr>
            <p:sp>
              <p:nvSpPr>
                <p:cNvPr id="67690" name="矩形 406569">
                  <a:extLst>
                    <a:ext uri="{FF2B5EF4-FFF2-40B4-BE49-F238E27FC236}">
                      <a16:creationId xmlns:a16="http://schemas.microsoft.com/office/drawing/2014/main" id="{42F20FF6-C505-4251-B88D-49003B488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91" name="矩形 406570">
                  <a:extLst>
                    <a:ext uri="{FF2B5EF4-FFF2-40B4-BE49-F238E27FC236}">
                      <a16:creationId xmlns:a16="http://schemas.microsoft.com/office/drawing/2014/main" id="{60A8B4E6-47D3-41FA-A093-8E32239AD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7" name="组合 406571">
                <a:extLst>
                  <a:ext uri="{FF2B5EF4-FFF2-40B4-BE49-F238E27FC236}">
                    <a16:creationId xmlns:a16="http://schemas.microsoft.com/office/drawing/2014/main" id="{CC2BB4AF-CB5C-4DA3-9AED-551198E8B7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2629"/>
                <a:ext cx="360" cy="710"/>
                <a:chOff x="0" y="0"/>
                <a:chExt cx="360" cy="710"/>
              </a:xfrm>
            </p:grpSpPr>
            <p:sp>
              <p:nvSpPr>
                <p:cNvPr id="67688" name="矩形 406572">
                  <a:extLst>
                    <a:ext uri="{FF2B5EF4-FFF2-40B4-BE49-F238E27FC236}">
                      <a16:creationId xmlns:a16="http://schemas.microsoft.com/office/drawing/2014/main" id="{86F1CEC0-3DFD-47C7-9E07-0040BEDA61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89" name="矩形 406573">
                  <a:extLst>
                    <a:ext uri="{FF2B5EF4-FFF2-40B4-BE49-F238E27FC236}">
                      <a16:creationId xmlns:a16="http://schemas.microsoft.com/office/drawing/2014/main" id="{97D9DB13-D007-497F-9D04-65965F386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8" name="组合 406574">
                <a:extLst>
                  <a:ext uri="{FF2B5EF4-FFF2-40B4-BE49-F238E27FC236}">
                    <a16:creationId xmlns:a16="http://schemas.microsoft.com/office/drawing/2014/main" id="{55A3E961-94DE-4E57-A2A9-BD3EAB7FDF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2629"/>
                <a:ext cx="360" cy="710"/>
                <a:chOff x="0" y="0"/>
                <a:chExt cx="360" cy="710"/>
              </a:xfrm>
            </p:grpSpPr>
            <p:sp>
              <p:nvSpPr>
                <p:cNvPr id="67686" name="矩形 406575">
                  <a:extLst>
                    <a:ext uri="{FF2B5EF4-FFF2-40B4-BE49-F238E27FC236}">
                      <a16:creationId xmlns:a16="http://schemas.microsoft.com/office/drawing/2014/main" id="{9972CC5C-97BF-460D-8F13-C9DA443F3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87" name="矩形 406576">
                  <a:extLst>
                    <a:ext uri="{FF2B5EF4-FFF2-40B4-BE49-F238E27FC236}">
                      <a16:creationId xmlns:a16="http://schemas.microsoft.com/office/drawing/2014/main" id="{0FECE836-D437-46A8-8ABB-715AF0FD37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59" name="组合 406577">
                <a:extLst>
                  <a:ext uri="{FF2B5EF4-FFF2-40B4-BE49-F238E27FC236}">
                    <a16:creationId xmlns:a16="http://schemas.microsoft.com/office/drawing/2014/main" id="{82268AD8-2D52-4E4C-B285-793F6F119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339"/>
                <a:ext cx="300" cy="710"/>
                <a:chOff x="0" y="0"/>
                <a:chExt cx="300" cy="710"/>
              </a:xfrm>
            </p:grpSpPr>
            <p:sp>
              <p:nvSpPr>
                <p:cNvPr id="67684" name="矩形 406578">
                  <a:extLst>
                    <a:ext uri="{FF2B5EF4-FFF2-40B4-BE49-F238E27FC236}">
                      <a16:creationId xmlns:a16="http://schemas.microsoft.com/office/drawing/2014/main" id="{D8508293-1ED4-48E6-9550-300F2B247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85" name="矩形 406579">
                  <a:extLst>
                    <a:ext uri="{FF2B5EF4-FFF2-40B4-BE49-F238E27FC236}">
                      <a16:creationId xmlns:a16="http://schemas.microsoft.com/office/drawing/2014/main" id="{5354FE88-8802-483F-B59E-BE81DE97A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0" name="组合 406580">
                <a:extLst>
                  <a:ext uri="{FF2B5EF4-FFF2-40B4-BE49-F238E27FC236}">
                    <a16:creationId xmlns:a16="http://schemas.microsoft.com/office/drawing/2014/main" id="{FF471A82-0025-4D05-AD94-FDCFA3994E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3339"/>
                <a:ext cx="360" cy="710"/>
                <a:chOff x="0" y="0"/>
                <a:chExt cx="360" cy="710"/>
              </a:xfrm>
            </p:grpSpPr>
            <p:sp>
              <p:nvSpPr>
                <p:cNvPr id="67682" name="矩形 406581">
                  <a:extLst>
                    <a:ext uri="{FF2B5EF4-FFF2-40B4-BE49-F238E27FC236}">
                      <a16:creationId xmlns:a16="http://schemas.microsoft.com/office/drawing/2014/main" id="{FF2BC8A4-36DE-4DDB-8D6C-C27020F438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83" name="矩形 406582">
                  <a:extLst>
                    <a:ext uri="{FF2B5EF4-FFF2-40B4-BE49-F238E27FC236}">
                      <a16:creationId xmlns:a16="http://schemas.microsoft.com/office/drawing/2014/main" id="{E88BB78F-0335-4109-BF63-10B99FEE27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1" name="组合 406583">
                <a:extLst>
                  <a:ext uri="{FF2B5EF4-FFF2-40B4-BE49-F238E27FC236}">
                    <a16:creationId xmlns:a16="http://schemas.microsoft.com/office/drawing/2014/main" id="{B420439F-B1B1-4A2E-BB5C-0E64A5C1B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3339"/>
                <a:ext cx="360" cy="710"/>
                <a:chOff x="0" y="0"/>
                <a:chExt cx="360" cy="710"/>
              </a:xfrm>
            </p:grpSpPr>
            <p:sp>
              <p:nvSpPr>
                <p:cNvPr id="67680" name="矩形 406584">
                  <a:extLst>
                    <a:ext uri="{FF2B5EF4-FFF2-40B4-BE49-F238E27FC236}">
                      <a16:creationId xmlns:a16="http://schemas.microsoft.com/office/drawing/2014/main" id="{9EE8F57C-39E9-4C78-AC4F-932F1D239A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81" name="矩形 406585">
                  <a:extLst>
                    <a:ext uri="{FF2B5EF4-FFF2-40B4-BE49-F238E27FC236}">
                      <a16:creationId xmlns:a16="http://schemas.microsoft.com/office/drawing/2014/main" id="{BE5DEDA6-DEB6-46C0-9443-BDAFD086D2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2" name="组合 406586">
                <a:extLst>
                  <a:ext uri="{FF2B5EF4-FFF2-40B4-BE49-F238E27FC236}">
                    <a16:creationId xmlns:a16="http://schemas.microsoft.com/office/drawing/2014/main" id="{2C94C41E-4D67-46A3-9AF1-AEA9FC7C27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49"/>
                <a:ext cx="300" cy="710"/>
                <a:chOff x="0" y="0"/>
                <a:chExt cx="300" cy="710"/>
              </a:xfrm>
            </p:grpSpPr>
            <p:sp>
              <p:nvSpPr>
                <p:cNvPr id="67678" name="矩形 406587">
                  <a:extLst>
                    <a:ext uri="{FF2B5EF4-FFF2-40B4-BE49-F238E27FC236}">
                      <a16:creationId xmlns:a16="http://schemas.microsoft.com/office/drawing/2014/main" id="{6B74EDE8-35AC-4C4A-B817-42BAB9E7D9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79" name="矩形 406588">
                  <a:extLst>
                    <a:ext uri="{FF2B5EF4-FFF2-40B4-BE49-F238E27FC236}">
                      <a16:creationId xmlns:a16="http://schemas.microsoft.com/office/drawing/2014/main" id="{B1F5ADFE-5CCE-4742-90FF-986B842892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3" name="组合 406589">
                <a:extLst>
                  <a:ext uri="{FF2B5EF4-FFF2-40B4-BE49-F238E27FC236}">
                    <a16:creationId xmlns:a16="http://schemas.microsoft.com/office/drawing/2014/main" id="{83FDEDAF-1E83-4AF3-9052-8DA8E3E5C4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049"/>
                <a:ext cx="360" cy="710"/>
                <a:chOff x="0" y="0"/>
                <a:chExt cx="360" cy="710"/>
              </a:xfrm>
            </p:grpSpPr>
            <p:sp>
              <p:nvSpPr>
                <p:cNvPr id="67676" name="矩形 406590">
                  <a:extLst>
                    <a:ext uri="{FF2B5EF4-FFF2-40B4-BE49-F238E27FC236}">
                      <a16:creationId xmlns:a16="http://schemas.microsoft.com/office/drawing/2014/main" id="{7A1FF6A7-1985-488B-B5B8-D5559B0D97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77" name="矩形 406591">
                  <a:extLst>
                    <a:ext uri="{FF2B5EF4-FFF2-40B4-BE49-F238E27FC236}">
                      <a16:creationId xmlns:a16="http://schemas.microsoft.com/office/drawing/2014/main" id="{7B841BED-855C-4F0D-AED1-D8D071D8F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4" name="组合 406592">
                <a:extLst>
                  <a:ext uri="{FF2B5EF4-FFF2-40B4-BE49-F238E27FC236}">
                    <a16:creationId xmlns:a16="http://schemas.microsoft.com/office/drawing/2014/main" id="{46A1AE31-7DA7-4630-9A5D-011F93AFFA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049"/>
                <a:ext cx="360" cy="710"/>
                <a:chOff x="0" y="0"/>
                <a:chExt cx="360" cy="710"/>
              </a:xfrm>
            </p:grpSpPr>
            <p:sp>
              <p:nvSpPr>
                <p:cNvPr id="67674" name="矩形 406593">
                  <a:extLst>
                    <a:ext uri="{FF2B5EF4-FFF2-40B4-BE49-F238E27FC236}">
                      <a16:creationId xmlns:a16="http://schemas.microsoft.com/office/drawing/2014/main" id="{5FB9D314-5C67-4AFC-958D-B15661758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75" name="矩形 406594">
                  <a:extLst>
                    <a:ext uri="{FF2B5EF4-FFF2-40B4-BE49-F238E27FC236}">
                      <a16:creationId xmlns:a16="http://schemas.microsoft.com/office/drawing/2014/main" id="{FA9B00BB-A733-4AE1-BC13-F37E55F1B1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5" name="组合 406595">
                <a:extLst>
                  <a:ext uri="{FF2B5EF4-FFF2-40B4-BE49-F238E27FC236}">
                    <a16:creationId xmlns:a16="http://schemas.microsoft.com/office/drawing/2014/main" id="{F23A9E88-5EF4-48EF-A439-05C978F1D1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759"/>
                <a:ext cx="300" cy="710"/>
                <a:chOff x="0" y="0"/>
                <a:chExt cx="300" cy="710"/>
              </a:xfrm>
            </p:grpSpPr>
            <p:sp>
              <p:nvSpPr>
                <p:cNvPr id="67672" name="矩形 406596">
                  <a:extLst>
                    <a:ext uri="{FF2B5EF4-FFF2-40B4-BE49-F238E27FC236}">
                      <a16:creationId xmlns:a16="http://schemas.microsoft.com/office/drawing/2014/main" id="{18BA893D-DFA4-479E-95F3-1AF2546669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73" name="矩形 406597">
                  <a:extLst>
                    <a:ext uri="{FF2B5EF4-FFF2-40B4-BE49-F238E27FC236}">
                      <a16:creationId xmlns:a16="http://schemas.microsoft.com/office/drawing/2014/main" id="{90221E9A-FA8A-4ED2-BB34-CCDB2F2E0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6" name="组合 406598">
                <a:extLst>
                  <a:ext uri="{FF2B5EF4-FFF2-40B4-BE49-F238E27FC236}">
                    <a16:creationId xmlns:a16="http://schemas.microsoft.com/office/drawing/2014/main" id="{3F6144C0-8BD7-44A1-B667-E78EB084B5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759"/>
                <a:ext cx="360" cy="710"/>
                <a:chOff x="0" y="0"/>
                <a:chExt cx="360" cy="710"/>
              </a:xfrm>
            </p:grpSpPr>
            <p:sp>
              <p:nvSpPr>
                <p:cNvPr id="67670" name="矩形 406599">
                  <a:extLst>
                    <a:ext uri="{FF2B5EF4-FFF2-40B4-BE49-F238E27FC236}">
                      <a16:creationId xmlns:a16="http://schemas.microsoft.com/office/drawing/2014/main" id="{6A906297-786D-4842-8184-27B009F521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71" name="矩形 406600">
                  <a:extLst>
                    <a:ext uri="{FF2B5EF4-FFF2-40B4-BE49-F238E27FC236}">
                      <a16:creationId xmlns:a16="http://schemas.microsoft.com/office/drawing/2014/main" id="{52CCF0E5-4366-431E-A849-A1D04AEB65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67" name="组合 406601">
                <a:extLst>
                  <a:ext uri="{FF2B5EF4-FFF2-40B4-BE49-F238E27FC236}">
                    <a16:creationId xmlns:a16="http://schemas.microsoft.com/office/drawing/2014/main" id="{7996B96A-FA95-406B-9E8C-076FBFDBF0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759"/>
                <a:ext cx="360" cy="710"/>
                <a:chOff x="0" y="0"/>
                <a:chExt cx="360" cy="710"/>
              </a:xfrm>
            </p:grpSpPr>
            <p:sp>
              <p:nvSpPr>
                <p:cNvPr id="67668" name="矩形 406602">
                  <a:extLst>
                    <a:ext uri="{FF2B5EF4-FFF2-40B4-BE49-F238E27FC236}">
                      <a16:creationId xmlns:a16="http://schemas.microsoft.com/office/drawing/2014/main" id="{633F28C8-D52F-4AA3-A1EE-C038F2942A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69" name="矩形 406603">
                  <a:extLst>
                    <a:ext uri="{FF2B5EF4-FFF2-40B4-BE49-F238E27FC236}">
                      <a16:creationId xmlns:a16="http://schemas.microsoft.com/office/drawing/2014/main" id="{F19FB374-4117-42BA-85A0-9157EE37A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67643" name="矩形 406604">
              <a:extLst>
                <a:ext uri="{FF2B5EF4-FFF2-40B4-BE49-F238E27FC236}">
                  <a16:creationId xmlns:a16="http://schemas.microsoft.com/office/drawing/2014/main" id="{2E8558AB-C767-4AFF-9B81-137B3E422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26" cy="547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7588" name="组合 406605">
            <a:extLst>
              <a:ext uri="{FF2B5EF4-FFF2-40B4-BE49-F238E27FC236}">
                <a16:creationId xmlns:a16="http://schemas.microsoft.com/office/drawing/2014/main" id="{320A0637-21E0-4410-A36E-5EDD719A5BA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828800"/>
            <a:ext cx="2286000" cy="2286000"/>
            <a:chOff x="0" y="0"/>
            <a:chExt cx="1068" cy="2635"/>
          </a:xfrm>
        </p:grpSpPr>
        <p:grpSp>
          <p:nvGrpSpPr>
            <p:cNvPr id="67604" name="组合 406606">
              <a:extLst>
                <a:ext uri="{FF2B5EF4-FFF2-40B4-BE49-F238E27FC236}">
                  <a16:creationId xmlns:a16="http://schemas.microsoft.com/office/drawing/2014/main" id="{B9899353-98A4-4D5B-8A69-784F38DBE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1062" cy="2629"/>
              <a:chOff x="0" y="0"/>
              <a:chExt cx="1062" cy="2629"/>
            </a:xfrm>
          </p:grpSpPr>
          <p:grpSp>
            <p:nvGrpSpPr>
              <p:cNvPr id="67606" name="组合 406607">
                <a:extLst>
                  <a:ext uri="{FF2B5EF4-FFF2-40B4-BE49-F238E27FC236}">
                    <a16:creationId xmlns:a16="http://schemas.microsoft.com/office/drawing/2014/main" id="{EFCB280B-AACD-4974-81F8-B629E5A85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42" cy="499"/>
                <a:chOff x="0" y="0"/>
                <a:chExt cx="342" cy="499"/>
              </a:xfrm>
            </p:grpSpPr>
            <p:sp>
              <p:nvSpPr>
                <p:cNvPr id="67640" name="矩形 406608">
                  <a:extLst>
                    <a:ext uri="{FF2B5EF4-FFF2-40B4-BE49-F238E27FC236}">
                      <a16:creationId xmlns:a16="http://schemas.microsoft.com/office/drawing/2014/main" id="{B231982B-9AD5-485A-883C-3E583B08E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41" name="矩形 406609">
                  <a:extLst>
                    <a:ext uri="{FF2B5EF4-FFF2-40B4-BE49-F238E27FC236}">
                      <a16:creationId xmlns:a16="http://schemas.microsoft.com/office/drawing/2014/main" id="{51D14454-4050-4D04-8653-6FE3BE25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07" name="组合 406610">
                <a:extLst>
                  <a:ext uri="{FF2B5EF4-FFF2-40B4-BE49-F238E27FC236}">
                    <a16:creationId xmlns:a16="http://schemas.microsoft.com/office/drawing/2014/main" id="{4A925DF6-F6C6-47C1-85CA-A34BF6100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0"/>
                <a:ext cx="360" cy="499"/>
                <a:chOff x="0" y="0"/>
                <a:chExt cx="360" cy="499"/>
              </a:xfrm>
            </p:grpSpPr>
            <p:sp>
              <p:nvSpPr>
                <p:cNvPr id="67638" name="矩形 406611">
                  <a:extLst>
                    <a:ext uri="{FF2B5EF4-FFF2-40B4-BE49-F238E27FC236}">
                      <a16:creationId xmlns:a16="http://schemas.microsoft.com/office/drawing/2014/main" id="{5F960962-F8B5-4211-A00B-6FB221066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39" name="矩形 406612">
                  <a:extLst>
                    <a:ext uri="{FF2B5EF4-FFF2-40B4-BE49-F238E27FC236}">
                      <a16:creationId xmlns:a16="http://schemas.microsoft.com/office/drawing/2014/main" id="{87497B96-CD35-4226-8C1B-0B5D602C2A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08" name="组合 406613">
                <a:extLst>
                  <a:ext uri="{FF2B5EF4-FFF2-40B4-BE49-F238E27FC236}">
                    <a16:creationId xmlns:a16="http://schemas.microsoft.com/office/drawing/2014/main" id="{B7947674-F641-4FCE-AAC3-9583DDB8B1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0"/>
                <a:ext cx="360" cy="499"/>
                <a:chOff x="0" y="0"/>
                <a:chExt cx="360" cy="499"/>
              </a:xfrm>
            </p:grpSpPr>
            <p:sp>
              <p:nvSpPr>
                <p:cNvPr id="67636" name="矩形 406614">
                  <a:extLst>
                    <a:ext uri="{FF2B5EF4-FFF2-40B4-BE49-F238E27FC236}">
                      <a16:creationId xmlns:a16="http://schemas.microsoft.com/office/drawing/2014/main" id="{19D81990-63B3-4941-BF28-CFB84E02C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37" name="矩形 406615">
                  <a:extLst>
                    <a:ext uri="{FF2B5EF4-FFF2-40B4-BE49-F238E27FC236}">
                      <a16:creationId xmlns:a16="http://schemas.microsoft.com/office/drawing/2014/main" id="{43D8353C-AB5F-413A-8B6D-7A37D23F9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09" name="组合 406616">
                <a:extLst>
                  <a:ext uri="{FF2B5EF4-FFF2-40B4-BE49-F238E27FC236}">
                    <a16:creationId xmlns:a16="http://schemas.microsoft.com/office/drawing/2014/main" id="{CF5709BB-43D6-467B-AA06-C98D3739D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42" cy="710"/>
                <a:chOff x="0" y="0"/>
                <a:chExt cx="342" cy="710"/>
              </a:xfrm>
            </p:grpSpPr>
            <p:sp>
              <p:nvSpPr>
                <p:cNvPr id="67634" name="矩形 406617">
                  <a:extLst>
                    <a:ext uri="{FF2B5EF4-FFF2-40B4-BE49-F238E27FC236}">
                      <a16:creationId xmlns:a16="http://schemas.microsoft.com/office/drawing/2014/main" id="{5F168FF3-E58C-45B3-BFBB-9C1D893E5C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35" name="矩形 406618">
                  <a:extLst>
                    <a:ext uri="{FF2B5EF4-FFF2-40B4-BE49-F238E27FC236}">
                      <a16:creationId xmlns:a16="http://schemas.microsoft.com/office/drawing/2014/main" id="{62DF7730-FF9E-4A67-9CE2-BE20025F4F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0" name="组合 406619">
                <a:extLst>
                  <a:ext uri="{FF2B5EF4-FFF2-40B4-BE49-F238E27FC236}">
                    <a16:creationId xmlns:a16="http://schemas.microsoft.com/office/drawing/2014/main" id="{DC9B9DE6-37FD-46CE-82BE-EE92D0D27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499"/>
                <a:ext cx="360" cy="710"/>
                <a:chOff x="0" y="0"/>
                <a:chExt cx="360" cy="710"/>
              </a:xfrm>
            </p:grpSpPr>
            <p:sp>
              <p:nvSpPr>
                <p:cNvPr id="67632" name="矩形 406620">
                  <a:extLst>
                    <a:ext uri="{FF2B5EF4-FFF2-40B4-BE49-F238E27FC236}">
                      <a16:creationId xmlns:a16="http://schemas.microsoft.com/office/drawing/2014/main" id="{1727E71E-0F33-421B-87F6-01AEC788C7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33" name="矩形 406621">
                  <a:extLst>
                    <a:ext uri="{FF2B5EF4-FFF2-40B4-BE49-F238E27FC236}">
                      <a16:creationId xmlns:a16="http://schemas.microsoft.com/office/drawing/2014/main" id="{11E01246-E11B-4FA9-8DD3-1525E95F84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1" name="组合 406622">
                <a:extLst>
                  <a:ext uri="{FF2B5EF4-FFF2-40B4-BE49-F238E27FC236}">
                    <a16:creationId xmlns:a16="http://schemas.microsoft.com/office/drawing/2014/main" id="{BABAA282-9340-4CAD-BA95-303F6ED526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499"/>
                <a:ext cx="360" cy="710"/>
                <a:chOff x="0" y="0"/>
                <a:chExt cx="360" cy="710"/>
              </a:xfrm>
            </p:grpSpPr>
            <p:sp>
              <p:nvSpPr>
                <p:cNvPr id="67630" name="矩形 406623">
                  <a:extLst>
                    <a:ext uri="{FF2B5EF4-FFF2-40B4-BE49-F238E27FC236}">
                      <a16:creationId xmlns:a16="http://schemas.microsoft.com/office/drawing/2014/main" id="{315BBF36-1ED2-4AEC-963E-690AB10A1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31" name="矩形 406624">
                  <a:extLst>
                    <a:ext uri="{FF2B5EF4-FFF2-40B4-BE49-F238E27FC236}">
                      <a16:creationId xmlns:a16="http://schemas.microsoft.com/office/drawing/2014/main" id="{A489459F-6FA6-4C8B-BC61-A110F73123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2" name="组合 406625">
                <a:extLst>
                  <a:ext uri="{FF2B5EF4-FFF2-40B4-BE49-F238E27FC236}">
                    <a16:creationId xmlns:a16="http://schemas.microsoft.com/office/drawing/2014/main" id="{C79F93C2-D6FB-4A2F-9090-EA2BE5A395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342" cy="710"/>
                <a:chOff x="0" y="0"/>
                <a:chExt cx="342" cy="710"/>
              </a:xfrm>
            </p:grpSpPr>
            <p:sp>
              <p:nvSpPr>
                <p:cNvPr id="67628" name="矩形 406626">
                  <a:extLst>
                    <a:ext uri="{FF2B5EF4-FFF2-40B4-BE49-F238E27FC236}">
                      <a16:creationId xmlns:a16="http://schemas.microsoft.com/office/drawing/2014/main" id="{F24A1B0B-765A-49DF-BD54-0F8EF16168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29" name="矩形 406627">
                  <a:extLst>
                    <a:ext uri="{FF2B5EF4-FFF2-40B4-BE49-F238E27FC236}">
                      <a16:creationId xmlns:a16="http://schemas.microsoft.com/office/drawing/2014/main" id="{F9AD883E-3867-4025-9D22-AD1536D7AB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3" name="组合 406628">
                <a:extLst>
                  <a:ext uri="{FF2B5EF4-FFF2-40B4-BE49-F238E27FC236}">
                    <a16:creationId xmlns:a16="http://schemas.microsoft.com/office/drawing/2014/main" id="{91FD067F-22CB-4573-BF0A-95F18AE06C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1209"/>
                <a:ext cx="360" cy="710"/>
                <a:chOff x="0" y="0"/>
                <a:chExt cx="360" cy="710"/>
              </a:xfrm>
            </p:grpSpPr>
            <p:sp>
              <p:nvSpPr>
                <p:cNvPr id="67626" name="矩形 406629">
                  <a:extLst>
                    <a:ext uri="{FF2B5EF4-FFF2-40B4-BE49-F238E27FC236}">
                      <a16:creationId xmlns:a16="http://schemas.microsoft.com/office/drawing/2014/main" id="{0CE30BCC-52C3-465B-AD20-134D2F1FF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27" name="矩形 406630">
                  <a:extLst>
                    <a:ext uri="{FF2B5EF4-FFF2-40B4-BE49-F238E27FC236}">
                      <a16:creationId xmlns:a16="http://schemas.microsoft.com/office/drawing/2014/main" id="{992BD6D5-F7D8-4DF6-95BB-10683E3BC4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4" name="组合 406631">
                <a:extLst>
                  <a:ext uri="{FF2B5EF4-FFF2-40B4-BE49-F238E27FC236}">
                    <a16:creationId xmlns:a16="http://schemas.microsoft.com/office/drawing/2014/main" id="{1FAA9447-8B3D-4CB9-9462-1DEBB75EB5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1209"/>
                <a:ext cx="360" cy="710"/>
                <a:chOff x="0" y="0"/>
                <a:chExt cx="360" cy="710"/>
              </a:xfrm>
            </p:grpSpPr>
            <p:sp>
              <p:nvSpPr>
                <p:cNvPr id="67624" name="矩形 406632">
                  <a:extLst>
                    <a:ext uri="{FF2B5EF4-FFF2-40B4-BE49-F238E27FC236}">
                      <a16:creationId xmlns:a16="http://schemas.microsoft.com/office/drawing/2014/main" id="{8F54E827-235E-445C-A1CB-DE8C140BF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25" name="矩形 406633">
                  <a:extLst>
                    <a:ext uri="{FF2B5EF4-FFF2-40B4-BE49-F238E27FC236}">
                      <a16:creationId xmlns:a16="http://schemas.microsoft.com/office/drawing/2014/main" id="{6CDC2627-0540-401D-9CDA-2BB63C495D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5" name="组合 406634">
                <a:extLst>
                  <a:ext uri="{FF2B5EF4-FFF2-40B4-BE49-F238E27FC236}">
                    <a16:creationId xmlns:a16="http://schemas.microsoft.com/office/drawing/2014/main" id="{D2FFD90A-4A2F-45A4-AF1A-83CC34C97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19"/>
                <a:ext cx="342" cy="710"/>
                <a:chOff x="0" y="0"/>
                <a:chExt cx="342" cy="710"/>
              </a:xfrm>
            </p:grpSpPr>
            <p:sp>
              <p:nvSpPr>
                <p:cNvPr id="67622" name="矩形 406635">
                  <a:extLst>
                    <a:ext uri="{FF2B5EF4-FFF2-40B4-BE49-F238E27FC236}">
                      <a16:creationId xmlns:a16="http://schemas.microsoft.com/office/drawing/2014/main" id="{044BB90F-E089-458E-BEFF-795DEFDBD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700" i="1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23" name="矩形 406636">
                  <a:extLst>
                    <a:ext uri="{FF2B5EF4-FFF2-40B4-BE49-F238E27FC236}">
                      <a16:creationId xmlns:a16="http://schemas.microsoft.com/office/drawing/2014/main" id="{5ED7A947-1D63-42A7-BA0E-8D318650A5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6" name="组合 406637">
                <a:extLst>
                  <a:ext uri="{FF2B5EF4-FFF2-40B4-BE49-F238E27FC236}">
                    <a16:creationId xmlns:a16="http://schemas.microsoft.com/office/drawing/2014/main" id="{AACF871F-6F82-46D7-9D79-6C45CA6E45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1919"/>
                <a:ext cx="360" cy="710"/>
                <a:chOff x="0" y="0"/>
                <a:chExt cx="360" cy="710"/>
              </a:xfrm>
            </p:grpSpPr>
            <p:sp>
              <p:nvSpPr>
                <p:cNvPr id="67620" name="矩形 406638">
                  <a:extLst>
                    <a:ext uri="{FF2B5EF4-FFF2-40B4-BE49-F238E27FC236}">
                      <a16:creationId xmlns:a16="http://schemas.microsoft.com/office/drawing/2014/main" id="{EDF9CD4A-5E6D-4CD1-9147-FA150D41E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21" name="矩形 406639">
                  <a:extLst>
                    <a:ext uri="{FF2B5EF4-FFF2-40B4-BE49-F238E27FC236}">
                      <a16:creationId xmlns:a16="http://schemas.microsoft.com/office/drawing/2014/main" id="{D7B9B1F0-5A6D-4D54-9801-05FDFFCC8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617" name="组合 406640">
                <a:extLst>
                  <a:ext uri="{FF2B5EF4-FFF2-40B4-BE49-F238E27FC236}">
                    <a16:creationId xmlns:a16="http://schemas.microsoft.com/office/drawing/2014/main" id="{DF9D7334-518D-4A86-879F-EDF0BB504E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1919"/>
                <a:ext cx="360" cy="710"/>
                <a:chOff x="0" y="0"/>
                <a:chExt cx="360" cy="710"/>
              </a:xfrm>
            </p:grpSpPr>
            <p:sp>
              <p:nvSpPr>
                <p:cNvPr id="67618" name="矩形 406641">
                  <a:extLst>
                    <a:ext uri="{FF2B5EF4-FFF2-40B4-BE49-F238E27FC236}">
                      <a16:creationId xmlns:a16="http://schemas.microsoft.com/office/drawing/2014/main" id="{23E0B12D-C178-4EE5-AA83-6CCA24FC8E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19" name="矩形 406642">
                  <a:extLst>
                    <a:ext uri="{FF2B5EF4-FFF2-40B4-BE49-F238E27FC236}">
                      <a16:creationId xmlns:a16="http://schemas.microsoft.com/office/drawing/2014/main" id="{D2042C41-DDE0-4C52-898D-47090A1B6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67605" name="矩形 406643">
              <a:extLst>
                <a:ext uri="{FF2B5EF4-FFF2-40B4-BE49-F238E27FC236}">
                  <a16:creationId xmlns:a16="http://schemas.microsoft.com/office/drawing/2014/main" id="{9EC6EFB2-CF9D-479D-AEAF-A17EC0F3A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68" cy="263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7589" name="组合 406644">
            <a:extLst>
              <a:ext uri="{FF2B5EF4-FFF2-40B4-BE49-F238E27FC236}">
                <a16:creationId xmlns:a16="http://schemas.microsoft.com/office/drawing/2014/main" id="{83585BF3-52F5-4090-82D7-281565BADCBD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572000"/>
            <a:ext cx="1181100" cy="1524000"/>
            <a:chOff x="0" y="0"/>
            <a:chExt cx="744" cy="1503"/>
          </a:xfrm>
        </p:grpSpPr>
        <p:grpSp>
          <p:nvGrpSpPr>
            <p:cNvPr id="67593" name="组合 406645">
              <a:extLst>
                <a:ext uri="{FF2B5EF4-FFF2-40B4-BE49-F238E27FC236}">
                  <a16:creationId xmlns:a16="http://schemas.microsoft.com/office/drawing/2014/main" id="{A3DEE96D-1EE9-47BF-8EE8-03D2798A8C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738" cy="1497"/>
              <a:chOff x="0" y="0"/>
              <a:chExt cx="738" cy="1497"/>
            </a:xfrm>
          </p:grpSpPr>
          <p:grpSp>
            <p:nvGrpSpPr>
              <p:cNvPr id="67595" name="组合 406646">
                <a:extLst>
                  <a:ext uri="{FF2B5EF4-FFF2-40B4-BE49-F238E27FC236}">
                    <a16:creationId xmlns:a16="http://schemas.microsoft.com/office/drawing/2014/main" id="{CF2174FE-E6F1-462C-A0F2-8550D25360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38" cy="499"/>
                <a:chOff x="0" y="0"/>
                <a:chExt cx="738" cy="499"/>
              </a:xfrm>
            </p:grpSpPr>
            <p:sp>
              <p:nvSpPr>
                <p:cNvPr id="67602" name="矩形 406647">
                  <a:extLst>
                    <a:ext uri="{FF2B5EF4-FFF2-40B4-BE49-F238E27FC236}">
                      <a16:creationId xmlns:a16="http://schemas.microsoft.com/office/drawing/2014/main" id="{FAC2F30B-B325-4082-B5DA-362F10F042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200" b="1">
                      <a:latin typeface="Times New Roman" panose="02020603050405020304" pitchFamily="18" charset="0"/>
                    </a:rPr>
                    <a:t>÷</a:t>
                  </a:r>
                  <a:r>
                    <a:rPr lang="en-US" altLang="zh-CN" sz="2200" b="1" i="1">
                      <a:latin typeface="Times New Roman" panose="02020603050405020304" pitchFamily="18" charset="0"/>
                    </a:rPr>
                    <a:t>S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03" name="矩形 406648">
                  <a:extLst>
                    <a:ext uri="{FF2B5EF4-FFF2-40B4-BE49-F238E27FC236}">
                      <a16:creationId xmlns:a16="http://schemas.microsoft.com/office/drawing/2014/main" id="{A3E0C8FA-8806-4107-8A38-8BB182DD9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596" name="组合 406649">
                <a:extLst>
                  <a:ext uri="{FF2B5EF4-FFF2-40B4-BE49-F238E27FC236}">
                    <a16:creationId xmlns:a16="http://schemas.microsoft.com/office/drawing/2014/main" id="{3F9DD4CC-209F-44ED-8402-D4A8CDDE05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738" cy="499"/>
                <a:chOff x="0" y="0"/>
                <a:chExt cx="738" cy="499"/>
              </a:xfrm>
            </p:grpSpPr>
            <p:sp>
              <p:nvSpPr>
                <p:cNvPr id="67600" name="矩形 406650">
                  <a:extLst>
                    <a:ext uri="{FF2B5EF4-FFF2-40B4-BE49-F238E27FC236}">
                      <a16:creationId xmlns:a16="http://schemas.microsoft.com/office/drawing/2014/main" id="{464BB8D6-531A-49F6-96B7-8FA3D58711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601" name="矩形 406651">
                  <a:extLst>
                    <a:ext uri="{FF2B5EF4-FFF2-40B4-BE49-F238E27FC236}">
                      <a16:creationId xmlns:a16="http://schemas.microsoft.com/office/drawing/2014/main" id="{5EDB409E-2FA9-4EDE-907A-68782455B2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67597" name="组合 406652">
                <a:extLst>
                  <a:ext uri="{FF2B5EF4-FFF2-40B4-BE49-F238E27FC236}">
                    <a16:creationId xmlns:a16="http://schemas.microsoft.com/office/drawing/2014/main" id="{A480B32A-DE9E-4C91-8744-BDE700D5CA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738" cy="499"/>
                <a:chOff x="0" y="0"/>
                <a:chExt cx="738" cy="499"/>
              </a:xfrm>
            </p:grpSpPr>
            <p:sp>
              <p:nvSpPr>
                <p:cNvPr id="67598" name="矩形 406653">
                  <a:extLst>
                    <a:ext uri="{FF2B5EF4-FFF2-40B4-BE49-F238E27FC236}">
                      <a16:creationId xmlns:a16="http://schemas.microsoft.com/office/drawing/2014/main" id="{E154C536-8522-41CF-AD00-DF6CF66E0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599" name="矩形 406654">
                  <a:extLst>
                    <a:ext uri="{FF2B5EF4-FFF2-40B4-BE49-F238E27FC236}">
                      <a16:creationId xmlns:a16="http://schemas.microsoft.com/office/drawing/2014/main" id="{BA7C43C4-91E3-4B5F-AFEA-F9CC73EF35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67594" name="矩形 406655">
              <a:extLst>
                <a:ext uri="{FF2B5EF4-FFF2-40B4-BE49-F238E27FC236}">
                  <a16:creationId xmlns:a16="http://schemas.microsoft.com/office/drawing/2014/main" id="{60055E56-72AF-4F43-A910-12A138661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44" cy="1503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7590" name="矩形 406656">
            <a:extLst>
              <a:ext uri="{FF2B5EF4-FFF2-40B4-BE49-F238E27FC236}">
                <a16:creationId xmlns:a16="http://schemas.microsoft.com/office/drawing/2014/main" id="{D419B708-974C-4BFD-A8FC-9F3BE2E2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3528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67591" name="矩形 406657">
            <a:extLst>
              <a:ext uri="{FF2B5EF4-FFF2-40B4-BE49-F238E27FC236}">
                <a16:creationId xmlns:a16="http://schemas.microsoft.com/office/drawing/2014/main" id="{E96DB035-2164-4C64-A642-51F9D1CF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6670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DB647F-99D5-4E64-89E4-5E56E9BCE8E1}"/>
              </a:ext>
            </a:extLst>
          </p:cNvPr>
          <p:cNvSpPr/>
          <p:nvPr/>
        </p:nvSpPr>
        <p:spPr>
          <a:xfrm>
            <a:off x="1060449" y="1147763"/>
            <a:ext cx="78835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的商操作，和象集的关系？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94"/>
    </mc:Choice>
    <mc:Fallback xmlns="">
      <p:transition spd="slow" advTm="2229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49237-7AAE-436B-8DAF-DBF5C0F1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354EA-8F51-41BB-A7D9-CF0066F9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※</a:t>
            </a:r>
            <a:r>
              <a:rPr lang="en-US" altLang="zh-CN" sz="2400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3</a:t>
            </a:r>
            <a:r>
              <a:rPr lang="en-US" altLang="zh-CN" sz="2400" dirty="0">
                <a:solidFill>
                  <a:srgbClr val="FF0000"/>
                </a:solidFill>
              </a:rPr>
              <a:t>+ </a:t>
            </a:r>
            <a:r>
              <a:rPr lang="zh-CN" altLang="en-US" sz="2400" dirty="0"/>
              <a:t>除（</a:t>
            </a:r>
            <a:r>
              <a:rPr lang="en-US" altLang="zh-CN" sz="2400" dirty="0"/>
              <a:t>Division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sz="2400" dirty="0"/>
              <a:t>给定关系</a:t>
            </a:r>
            <a:r>
              <a:rPr lang="en-US" altLang="zh-CN" sz="2400" i="1" dirty="0"/>
              <a:t>R </a:t>
            </a:r>
            <a:r>
              <a:rPr lang="en-US" altLang="zh-CN" sz="2400" dirty="0"/>
              <a:t>(</a:t>
            </a:r>
            <a:r>
              <a:rPr lang="en-US" altLang="zh-CN" sz="2400" i="1" dirty="0">
                <a:solidFill>
                  <a:schemeClr val="hlink"/>
                </a:solidFill>
              </a:rPr>
              <a:t>X</a:t>
            </a:r>
            <a:r>
              <a:rPr lang="zh-CN" altLang="en-US" sz="2400" dirty="0"/>
              <a:t>，</a:t>
            </a:r>
            <a:r>
              <a:rPr lang="en-US" altLang="zh-CN" sz="2400" i="1" dirty="0">
                <a:solidFill>
                  <a:srgbClr val="0033CC"/>
                </a:solidFill>
              </a:rPr>
              <a:t>Y</a:t>
            </a:r>
            <a:r>
              <a:rPr lang="en-US" altLang="zh-CN" sz="2400" i="1" dirty="0"/>
              <a:t>)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S </a:t>
            </a:r>
            <a:r>
              <a:rPr lang="en-US" altLang="zh-CN" sz="2400" dirty="0"/>
              <a:t>(</a:t>
            </a:r>
            <a:r>
              <a:rPr lang="en-US" altLang="zh-CN" sz="2400" i="1" dirty="0">
                <a:solidFill>
                  <a:srgbClr val="0033CC"/>
                </a:solidFill>
              </a:rPr>
              <a:t>Y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i="1" dirty="0"/>
              <a:t>X</a:t>
            </a:r>
            <a:r>
              <a:rPr lang="zh-CN" altLang="en-US" sz="2400" dirty="0"/>
              <a:t>，</a:t>
            </a:r>
            <a:r>
              <a:rPr lang="en-US" altLang="zh-CN" sz="2400" i="1" dirty="0"/>
              <a:t>Y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zh-CN" altLang="en-US" sz="2400" dirty="0"/>
              <a:t>为属性组。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en-US" altLang="zh-CN" sz="2400" i="1" dirty="0"/>
              <a:t>R</a:t>
            </a:r>
            <a:r>
              <a:rPr lang="zh-CN" altLang="en-US" sz="2400" dirty="0"/>
              <a:t>中的</a:t>
            </a:r>
            <a:r>
              <a:rPr lang="en-US" altLang="zh-CN" sz="2400" i="1" dirty="0"/>
              <a:t>Y</a:t>
            </a:r>
            <a:r>
              <a:rPr lang="zh-CN" altLang="en-US" sz="2400" dirty="0"/>
              <a:t>与</a:t>
            </a:r>
            <a:r>
              <a:rPr lang="en-US" altLang="zh-CN" sz="2400" i="1" dirty="0"/>
              <a:t>S</a:t>
            </a:r>
            <a:r>
              <a:rPr lang="zh-CN" altLang="en-US" sz="2400" dirty="0"/>
              <a:t>中的</a:t>
            </a:r>
            <a:r>
              <a:rPr lang="en-US" altLang="zh-CN" sz="2400" i="1" dirty="0"/>
              <a:t>Y</a:t>
            </a:r>
            <a:r>
              <a:rPr lang="zh-CN" altLang="en-US" sz="2400" dirty="0"/>
              <a:t>可以有不同的属性名，但必须出自相同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sz="2400" dirty="0"/>
              <a:t>的域集。</a:t>
            </a:r>
            <a:r>
              <a:rPr lang="en-US" altLang="zh-CN" sz="2400" i="1" dirty="0"/>
              <a:t>R</a:t>
            </a:r>
            <a:r>
              <a:rPr lang="zh-CN" altLang="en-US" sz="2400" dirty="0"/>
              <a:t>与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的除运算得到一个新的关系</a:t>
            </a:r>
            <a:r>
              <a:rPr lang="en-US" altLang="zh-CN" sz="2400" i="1" dirty="0">
                <a:solidFill>
                  <a:schemeClr val="hlink"/>
                </a:solidFill>
              </a:rPr>
              <a:t>P(X)</a:t>
            </a:r>
            <a:r>
              <a:rPr lang="zh-CN" altLang="en-US" sz="2400" i="1" dirty="0">
                <a:solidFill>
                  <a:schemeClr val="hlink"/>
                </a:solidFill>
              </a:rPr>
              <a:t>，</a:t>
            </a:r>
            <a:r>
              <a:rPr lang="en-US" altLang="zh-CN" sz="2400" i="1" dirty="0"/>
              <a:t>P</a:t>
            </a:r>
            <a:r>
              <a:rPr lang="zh-CN" altLang="en-US" sz="2400" dirty="0"/>
              <a:t>是</a:t>
            </a:r>
            <a:r>
              <a:rPr lang="en-US" altLang="zh-CN" sz="2400" i="1" dirty="0">
                <a:solidFill>
                  <a:schemeClr val="hlink"/>
                </a:solidFill>
              </a:rPr>
              <a:t>R</a:t>
            </a:r>
            <a:r>
              <a:rPr lang="zh-CN" altLang="en-US" sz="2400" i="1" dirty="0">
                <a:solidFill>
                  <a:schemeClr val="hlink"/>
                </a:solidFill>
              </a:rPr>
              <a:t>中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sz="2400" i="1" dirty="0">
                <a:solidFill>
                  <a:schemeClr val="hlink"/>
                </a:solidFill>
              </a:rPr>
              <a:t>满足下列条件的元组在</a:t>
            </a:r>
            <a:r>
              <a:rPr lang="en-US" altLang="zh-CN" sz="2400" i="1" dirty="0"/>
              <a:t>X</a:t>
            </a:r>
            <a:r>
              <a:rPr lang="zh-CN" altLang="en-US" sz="2400" dirty="0"/>
              <a:t>属性列上的投影：元组在</a:t>
            </a:r>
            <a:r>
              <a:rPr lang="en-US" altLang="zh-CN" sz="2400" i="1" dirty="0"/>
              <a:t>X</a:t>
            </a:r>
            <a:r>
              <a:rPr lang="zh-CN" altLang="en-US" sz="2400" dirty="0"/>
              <a:t>上分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sz="2400" dirty="0"/>
              <a:t>量值</a:t>
            </a:r>
            <a:r>
              <a:rPr lang="en-US" altLang="zh-CN" sz="2400" i="1" dirty="0"/>
              <a:t>x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chemeClr val="hlink"/>
                </a:solidFill>
              </a:rPr>
              <a:t>象集</a:t>
            </a:r>
            <a:r>
              <a:rPr lang="en-US" altLang="zh-CN" sz="2400" i="1" dirty="0" err="1">
                <a:solidFill>
                  <a:schemeClr val="hlink"/>
                </a:solidFill>
              </a:rPr>
              <a:t>Y</a:t>
            </a:r>
            <a:r>
              <a:rPr lang="en-US" altLang="zh-CN" sz="2400" i="1" baseline="-30000" dirty="0" err="1">
                <a:solidFill>
                  <a:schemeClr val="hlink"/>
                </a:solidFill>
              </a:rPr>
              <a:t>x</a:t>
            </a:r>
            <a:r>
              <a:rPr lang="zh-CN" altLang="en-US" sz="2400" dirty="0"/>
              <a:t>包含</a:t>
            </a:r>
            <a:r>
              <a:rPr lang="en-US" altLang="zh-CN" sz="2400" i="1" dirty="0">
                <a:solidFill>
                  <a:schemeClr val="hlink"/>
                </a:solidFill>
              </a:rPr>
              <a:t>S</a:t>
            </a:r>
            <a:r>
              <a:rPr lang="zh-CN" altLang="en-US" sz="2400" dirty="0">
                <a:solidFill>
                  <a:schemeClr val="hlink"/>
                </a:solidFill>
              </a:rPr>
              <a:t>在</a:t>
            </a:r>
            <a:r>
              <a:rPr lang="en-US" altLang="zh-CN" sz="2400" i="1" dirty="0">
                <a:solidFill>
                  <a:schemeClr val="hlink"/>
                </a:solidFill>
              </a:rPr>
              <a:t>Y</a:t>
            </a:r>
            <a:r>
              <a:rPr lang="zh-CN" altLang="en-US" sz="2400" dirty="0">
                <a:solidFill>
                  <a:schemeClr val="hlink"/>
                </a:solidFill>
              </a:rPr>
              <a:t>上投影</a:t>
            </a:r>
            <a:r>
              <a:rPr lang="zh-CN" altLang="en-US" sz="2400" dirty="0"/>
              <a:t>的集合。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</a:t>
            </a:r>
            <a:r>
              <a:rPr lang="en-US" altLang="zh-CN" i="1" dirty="0"/>
              <a:t>R</a:t>
            </a:r>
            <a:r>
              <a:rPr lang="en-US" altLang="zh-CN" dirty="0"/>
              <a:t>÷</a:t>
            </a:r>
            <a:r>
              <a:rPr lang="en-US" altLang="zh-CN" i="1" dirty="0"/>
              <a:t>S</a:t>
            </a:r>
            <a:r>
              <a:rPr lang="en-US" altLang="zh-CN" dirty="0"/>
              <a:t> = {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 |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∧π</a:t>
            </a:r>
            <a:r>
              <a:rPr lang="en-US" altLang="zh-CN" baseline="-30000" dirty="0"/>
              <a:t>Y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 err="1"/>
              <a:t>Y</a:t>
            </a:r>
            <a:r>
              <a:rPr lang="en-US" altLang="zh-CN" i="1" baseline="-30000" dirty="0" err="1"/>
              <a:t>x</a:t>
            </a:r>
            <a:r>
              <a:rPr lang="en-US" altLang="zh-CN" dirty="0"/>
              <a:t> }</a:t>
            </a:r>
            <a:endParaRPr lang="en-US" altLang="zh-CN" sz="2400" dirty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/>
              <a:t>	</a:t>
            </a:r>
            <a:r>
              <a:rPr lang="en-US" altLang="zh-CN" i="1" dirty="0" err="1"/>
              <a:t>Y</a:t>
            </a:r>
            <a:r>
              <a:rPr lang="en-US" altLang="zh-CN" i="1" baseline="-30000" dirty="0" err="1"/>
              <a:t>x</a:t>
            </a:r>
            <a:r>
              <a:rPr lang="zh-CN" altLang="en-US" dirty="0"/>
              <a:t>：</a:t>
            </a:r>
            <a:r>
              <a:rPr lang="en-US" altLang="zh-CN" i="1" dirty="0"/>
              <a:t>x </a:t>
            </a:r>
            <a:r>
              <a:rPr lang="zh-CN" altLang="en-US" dirty="0"/>
              <a:t>在</a:t>
            </a:r>
            <a:r>
              <a:rPr lang="en-US" altLang="zh-CN" i="1" dirty="0"/>
              <a:t>R </a:t>
            </a:r>
            <a:r>
              <a:rPr lang="zh-CN" altLang="en-US" dirty="0"/>
              <a:t>中的象集，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t</a:t>
            </a:r>
            <a:r>
              <a:rPr lang="en-US" altLang="zh-CN" baseline="-30000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462"/>
    </mc:Choice>
    <mc:Fallback xmlns="">
      <p:transition spd="slow" advTm="18046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18310-5DB8-45CE-B45C-A9074AE2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F94ABD-5299-4106-96A5-BA80432C8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）除运算分析：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1</a:t>
            </a:r>
            <a:r>
              <a:rPr lang="zh-CN" altLang="en-US" dirty="0"/>
              <a:t>、前提：两个关系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）和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）应该有公共属性列。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2</a:t>
            </a:r>
            <a:r>
              <a:rPr lang="zh-CN" altLang="en-US" dirty="0"/>
              <a:t>、运算的结果：为</a:t>
            </a:r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X</a:t>
            </a:r>
            <a:r>
              <a:rPr lang="zh-CN" altLang="en-US" dirty="0"/>
              <a:t>），元组来自于</a:t>
            </a:r>
            <a:r>
              <a:rPr lang="en-US" altLang="zh-CN" dirty="0"/>
              <a:t>R</a:t>
            </a:r>
            <a:r>
              <a:rPr lang="zh-CN" altLang="en-US" dirty="0"/>
              <a:t>关系，只包含</a:t>
            </a:r>
            <a:r>
              <a:rPr lang="en-US" altLang="zh-CN" dirty="0"/>
              <a:t>X</a:t>
            </a:r>
            <a:r>
              <a:rPr lang="zh-CN" altLang="en-US" dirty="0"/>
              <a:t>属性列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关系中的哪些元组呢？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t[X]</a:t>
            </a:r>
            <a:r>
              <a:rPr lang="zh-CN" altLang="en-US" dirty="0"/>
              <a:t>的象集</a:t>
            </a:r>
            <a:r>
              <a:rPr lang="zh-CN" altLang="en-US" dirty="0">
                <a:solidFill>
                  <a:schemeClr val="hlink"/>
                </a:solidFill>
              </a:rPr>
              <a:t>包含</a:t>
            </a:r>
            <a:r>
              <a:rPr lang="en-US" altLang="zh-CN" sz="3600" dirty="0"/>
              <a:t>π</a:t>
            </a:r>
            <a:r>
              <a:rPr lang="en-US" altLang="zh-CN" sz="3600" baseline="-30000" dirty="0"/>
              <a:t>Y</a:t>
            </a:r>
            <a:r>
              <a:rPr lang="en-US" altLang="zh-CN" sz="3600" dirty="0"/>
              <a:t> (</a:t>
            </a:r>
            <a:r>
              <a:rPr lang="en-US" altLang="zh-CN" sz="3600" i="1" dirty="0"/>
              <a:t>S</a:t>
            </a:r>
            <a:r>
              <a:rPr lang="en-US" altLang="zh-CN" sz="3600" dirty="0"/>
              <a:t>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40"/>
    </mc:Choice>
    <mc:Fallback xmlns="">
      <p:transition spd="slow" advTm="5904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797C7-50F9-4361-AFC3-E21ABC1B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C61A28-429F-42C4-A6D0-809F91244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）除操作是同时从行和列角度进行运算</a:t>
            </a:r>
          </a:p>
          <a:p>
            <a:pPr algn="just" eaLnBrk="1" hangingPunct="1">
              <a:defRPr/>
            </a:pPr>
            <a:r>
              <a:rPr lang="en-US" altLang="zh-CN" dirty="0"/>
              <a:t> </a:t>
            </a:r>
          </a:p>
          <a:p>
            <a:pPr algn="just" eaLnBrk="1" hangingPunct="1">
              <a:defRPr/>
            </a:pPr>
            <a:endParaRPr lang="en-US" altLang="zh-CN" dirty="0"/>
          </a:p>
          <a:p>
            <a:pPr algn="just" eaLnBrk="1" hangingPunct="1">
              <a:defRPr/>
            </a:pPr>
            <a:endParaRPr lang="en-US" altLang="zh-CN" dirty="0"/>
          </a:p>
          <a:p>
            <a:pPr algn="just" eaLnBrk="1" hangingPunct="1">
              <a:defRPr/>
            </a:pPr>
            <a:endParaRPr lang="en-US" altLang="zh-CN" dirty="0"/>
          </a:p>
          <a:p>
            <a:pPr lvl="2" algn="just" eaLnBrk="1" hangingPunct="1">
              <a:defRPr/>
            </a:pPr>
            <a:endParaRPr lang="en-US" altLang="zh-CN" dirty="0"/>
          </a:p>
          <a:p>
            <a:pPr algn="just" eaLnBrk="1" hangingPunct="1">
              <a:defRPr/>
            </a:pPr>
            <a:r>
              <a:rPr lang="en-US" altLang="zh-CN" dirty="0"/>
              <a:t> 		</a:t>
            </a:r>
            <a:endParaRPr lang="zh-CN" altLang="en-US" dirty="0"/>
          </a:p>
        </p:txBody>
      </p:sp>
      <p:grpSp>
        <p:nvGrpSpPr>
          <p:cNvPr id="70660" name="组合 3">
            <a:extLst>
              <a:ext uri="{FF2B5EF4-FFF2-40B4-BE49-F238E27FC236}">
                <a16:creationId xmlns:a16="http://schemas.microsoft.com/office/drawing/2014/main" id="{7C92F4C0-9699-40C2-B20E-BA08A2169112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205038"/>
            <a:ext cx="3810000" cy="2209800"/>
            <a:chOff x="0" y="0"/>
            <a:chExt cx="2400" cy="1392"/>
          </a:xfrm>
        </p:grpSpPr>
        <p:grpSp>
          <p:nvGrpSpPr>
            <p:cNvPr id="70661" name="组合 4">
              <a:extLst>
                <a:ext uri="{FF2B5EF4-FFF2-40B4-BE49-F238E27FC236}">
                  <a16:creationId xmlns:a16="http://schemas.microsoft.com/office/drawing/2014/main" id="{903B49B0-15FB-40DD-8B5F-F1FC9D92C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96"/>
              <a:ext cx="912" cy="768"/>
              <a:chOff x="0" y="0"/>
              <a:chExt cx="912" cy="768"/>
            </a:xfrm>
          </p:grpSpPr>
          <p:sp>
            <p:nvSpPr>
              <p:cNvPr id="70676" name="矩形 19">
                <a:extLst>
                  <a:ext uri="{FF2B5EF4-FFF2-40B4-BE49-F238E27FC236}">
                    <a16:creationId xmlns:a16="http://schemas.microsoft.com/office/drawing/2014/main" id="{848BAF9A-3268-4238-9C4A-A0AEF7118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77" name="矩形 20">
                <a:extLst>
                  <a:ext uri="{FF2B5EF4-FFF2-40B4-BE49-F238E27FC236}">
                    <a16:creationId xmlns:a16="http://schemas.microsoft.com/office/drawing/2014/main" id="{F516AF97-2162-4000-92FD-FE1425230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6"/>
                <a:ext cx="912" cy="9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78" name="矩形 21">
                <a:extLst>
                  <a:ext uri="{FF2B5EF4-FFF2-40B4-BE49-F238E27FC236}">
                    <a16:creationId xmlns:a16="http://schemas.microsoft.com/office/drawing/2014/main" id="{B82319D6-1DDE-499E-B7E0-47C4311A3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79" name="矩形 22">
                <a:extLst>
                  <a:ext uri="{FF2B5EF4-FFF2-40B4-BE49-F238E27FC236}">
                    <a16:creationId xmlns:a16="http://schemas.microsoft.com/office/drawing/2014/main" id="{1B9A1A26-1FCE-4BDE-8AD0-297634B96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7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80" name="矩形 23">
                <a:extLst>
                  <a:ext uri="{FF2B5EF4-FFF2-40B4-BE49-F238E27FC236}">
                    <a16:creationId xmlns:a16="http://schemas.microsoft.com/office/drawing/2014/main" id="{05901762-C23B-48CD-8679-856387DDE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88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81" name="矩形 24">
                <a:extLst>
                  <a:ext uri="{FF2B5EF4-FFF2-40B4-BE49-F238E27FC236}">
                    <a16:creationId xmlns:a16="http://schemas.microsoft.com/office/drawing/2014/main" id="{81819306-B670-4616-8B0D-F6E0DB01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84"/>
                <a:ext cx="912" cy="9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82" name="矩形 25">
                <a:extLst>
                  <a:ext uri="{FF2B5EF4-FFF2-40B4-BE49-F238E27FC236}">
                    <a16:creationId xmlns:a16="http://schemas.microsoft.com/office/drawing/2014/main" id="{DEB79D6C-12E3-477B-B2E7-90221BE25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8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683" name="矩形 26">
                <a:extLst>
                  <a:ext uri="{FF2B5EF4-FFF2-40B4-BE49-F238E27FC236}">
                    <a16:creationId xmlns:a16="http://schemas.microsoft.com/office/drawing/2014/main" id="{D229C041-3A2E-4D5C-B7BC-21DD40E61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912" cy="9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0662" name="右箭头 409613">
              <a:extLst>
                <a:ext uri="{FF2B5EF4-FFF2-40B4-BE49-F238E27FC236}">
                  <a16:creationId xmlns:a16="http://schemas.microsoft.com/office/drawing/2014/main" id="{F71CFB6D-BD53-43D0-A0FD-23FD4BED85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35391">
              <a:off x="1344" y="76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3" name="矩形 6">
              <a:extLst>
                <a:ext uri="{FF2B5EF4-FFF2-40B4-BE49-F238E27FC236}">
                  <a16:creationId xmlns:a16="http://schemas.microsoft.com/office/drawing/2014/main" id="{25F61553-924D-43FF-A080-375FBDCEC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528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4" name="矩形 7">
              <a:extLst>
                <a:ext uri="{FF2B5EF4-FFF2-40B4-BE49-F238E27FC236}">
                  <a16:creationId xmlns:a16="http://schemas.microsoft.com/office/drawing/2014/main" id="{F0E2BC5A-4845-4228-8739-27B1322B2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96"/>
              <a:ext cx="528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5" name="矩形 8">
              <a:extLst>
                <a:ext uri="{FF2B5EF4-FFF2-40B4-BE49-F238E27FC236}">
                  <a16:creationId xmlns:a16="http://schemas.microsoft.com/office/drawing/2014/main" id="{E5EB04A5-6630-4F06-AB16-4BF61957E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528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6" name="矩形 9">
              <a:extLst>
                <a:ext uri="{FF2B5EF4-FFF2-40B4-BE49-F238E27FC236}">
                  <a16:creationId xmlns:a16="http://schemas.microsoft.com/office/drawing/2014/main" id="{6673A4DC-A2FE-4608-814E-8CD2DCD1B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768"/>
              <a:ext cx="576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000">
                  <a:latin typeface="Times New Roman" panose="02020603050405020304" pitchFamily="18" charset="0"/>
                </a:rPr>
                <a:t>÷</a:t>
              </a:r>
            </a:p>
          </p:txBody>
        </p:sp>
        <p:sp>
          <p:nvSpPr>
            <p:cNvPr id="70667" name="右箭头 409618">
              <a:extLst>
                <a:ext uri="{FF2B5EF4-FFF2-40B4-BE49-F238E27FC236}">
                  <a16:creationId xmlns:a16="http://schemas.microsoft.com/office/drawing/2014/main" id="{8AF6437E-8C45-4EA3-93B3-A16E9B2A55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32436">
              <a:off x="1404" y="1148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8" name="矩形 11">
              <a:extLst>
                <a:ext uri="{FF2B5EF4-FFF2-40B4-BE49-F238E27FC236}">
                  <a16:creationId xmlns:a16="http://schemas.microsoft.com/office/drawing/2014/main" id="{027850BE-F7BF-49A0-9806-C3EFD2972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08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69" name="矩形 12">
              <a:extLst>
                <a:ext uri="{FF2B5EF4-FFF2-40B4-BE49-F238E27FC236}">
                  <a16:creationId xmlns:a16="http://schemas.microsoft.com/office/drawing/2014/main" id="{7FC77B1C-D2C9-4D91-B6EE-20D7A0B15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12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70" name="矩形 13">
              <a:extLst>
                <a:ext uri="{FF2B5EF4-FFF2-40B4-BE49-F238E27FC236}">
                  <a16:creationId xmlns:a16="http://schemas.microsoft.com/office/drawing/2014/main" id="{1515AE83-61E9-4325-8165-CA1990568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0"/>
              <a:ext cx="912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0671" name="文本框 14">
              <a:extLst>
                <a:ext uri="{FF2B5EF4-FFF2-40B4-BE49-F238E27FC236}">
                  <a16:creationId xmlns:a16="http://schemas.microsoft.com/office/drawing/2014/main" id="{EFEE098A-E1A6-43C0-98B9-E88BB5C03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bg1"/>
                </a:buClr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0672" name="文本框 15">
              <a:extLst>
                <a:ext uri="{FF2B5EF4-FFF2-40B4-BE49-F238E27FC236}">
                  <a16:creationId xmlns:a16="http://schemas.microsoft.com/office/drawing/2014/main" id="{392B0FFF-05F9-47D0-B295-459E944E9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1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bg1"/>
                </a:buClr>
              </a:pPr>
              <a:r>
                <a:rPr lang="en-US" altLang="zh-CN" sz="2400" b="1">
                  <a:latin typeface="Times New Roman" panose="02020603050405020304" pitchFamily="18" charset="0"/>
                </a:rPr>
                <a:t>S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0673" name="直接连接符 16">
              <a:extLst>
                <a:ext uri="{FF2B5EF4-FFF2-40B4-BE49-F238E27FC236}">
                  <a16:creationId xmlns:a16="http://schemas.microsoft.com/office/drawing/2014/main" id="{E4DE6533-61B8-4808-AB1D-F9B3FBB6F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0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直接连接符 17">
              <a:extLst>
                <a:ext uri="{FF2B5EF4-FFF2-40B4-BE49-F238E27FC236}">
                  <a16:creationId xmlns:a16="http://schemas.microsoft.com/office/drawing/2014/main" id="{0CA053D2-708E-4847-BDB9-A5212979E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10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直接连接符 18">
              <a:extLst>
                <a:ext uri="{FF2B5EF4-FFF2-40B4-BE49-F238E27FC236}">
                  <a16:creationId xmlns:a16="http://schemas.microsoft.com/office/drawing/2014/main" id="{A9935312-C923-4956-9BC6-4B89D4145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0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91"/>
    </mc:Choice>
    <mc:Fallback xmlns="">
      <p:transition spd="slow" advTm="3469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1F850-1D48-4A5A-8A29-9D9C23BD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41BD4-61A6-4ADB-8A87-86470B46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）除运算举例，商的结果</a:t>
            </a:r>
            <a:r>
              <a:rPr lang="en-US" altLang="zh-CN" dirty="0">
                <a:solidFill>
                  <a:srgbClr val="FF0000"/>
                </a:solidFill>
              </a:rPr>
              <a:t>a1</a:t>
            </a:r>
            <a:r>
              <a:rPr lang="zh-CN" altLang="en-US" dirty="0">
                <a:solidFill>
                  <a:srgbClr val="FF0000"/>
                </a:solidFill>
              </a:rPr>
              <a:t>如何使用象集描述？</a:t>
            </a:r>
          </a:p>
          <a:p>
            <a:pPr eaLnBrk="1" hangingPunct="1">
              <a:defRPr/>
            </a:pPr>
            <a:endParaRPr lang="zh-CN" altLang="en-US" dirty="0"/>
          </a:p>
        </p:txBody>
      </p:sp>
      <p:grpSp>
        <p:nvGrpSpPr>
          <p:cNvPr id="71684" name="组合 3">
            <a:extLst>
              <a:ext uri="{FF2B5EF4-FFF2-40B4-BE49-F238E27FC236}">
                <a16:creationId xmlns:a16="http://schemas.microsoft.com/office/drawing/2014/main" id="{2955AE27-4666-4D44-9E61-410EA3EB8D61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1916113"/>
            <a:ext cx="3124200" cy="4419600"/>
            <a:chOff x="0" y="0"/>
            <a:chExt cx="1026" cy="5475"/>
          </a:xfrm>
        </p:grpSpPr>
        <p:grpSp>
          <p:nvGrpSpPr>
            <p:cNvPr id="71738" name="组合 4">
              <a:extLst>
                <a:ext uri="{FF2B5EF4-FFF2-40B4-BE49-F238E27FC236}">
                  <a16:creationId xmlns:a16="http://schemas.microsoft.com/office/drawing/2014/main" id="{145FC7D1-0E87-4F8A-8D60-ECB9A30B5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1020" cy="5469"/>
              <a:chOff x="0" y="0"/>
              <a:chExt cx="1020" cy="5469"/>
            </a:xfrm>
          </p:grpSpPr>
          <p:grpSp>
            <p:nvGrpSpPr>
              <p:cNvPr id="71740" name="组合 6">
                <a:extLst>
                  <a:ext uri="{FF2B5EF4-FFF2-40B4-BE49-F238E27FC236}">
                    <a16:creationId xmlns:a16="http://schemas.microsoft.com/office/drawing/2014/main" id="{6D841199-F780-4B5A-A98E-C13EC92705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00" cy="499"/>
                <a:chOff x="0" y="0"/>
                <a:chExt cx="300" cy="499"/>
              </a:xfrm>
            </p:grpSpPr>
            <p:sp>
              <p:nvSpPr>
                <p:cNvPr id="71810" name="矩形 76">
                  <a:extLst>
                    <a:ext uri="{FF2B5EF4-FFF2-40B4-BE49-F238E27FC236}">
                      <a16:creationId xmlns:a16="http://schemas.microsoft.com/office/drawing/2014/main" id="{B82DC3CD-7B6A-4885-8372-CF063E0C8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11" name="矩形 77">
                  <a:extLst>
                    <a:ext uri="{FF2B5EF4-FFF2-40B4-BE49-F238E27FC236}">
                      <a16:creationId xmlns:a16="http://schemas.microsoft.com/office/drawing/2014/main" id="{8826256C-8B31-43F8-AA1A-9029E93052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1" name="组合 7">
                <a:extLst>
                  <a:ext uri="{FF2B5EF4-FFF2-40B4-BE49-F238E27FC236}">
                    <a16:creationId xmlns:a16="http://schemas.microsoft.com/office/drawing/2014/main" id="{C44B2405-48CE-45ED-87BC-484E165CF5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0"/>
                <a:ext cx="360" cy="499"/>
                <a:chOff x="0" y="0"/>
                <a:chExt cx="360" cy="499"/>
              </a:xfrm>
            </p:grpSpPr>
            <p:sp>
              <p:nvSpPr>
                <p:cNvPr id="71808" name="矩形 74">
                  <a:extLst>
                    <a:ext uri="{FF2B5EF4-FFF2-40B4-BE49-F238E27FC236}">
                      <a16:creationId xmlns:a16="http://schemas.microsoft.com/office/drawing/2014/main" id="{49082D2B-918C-49F0-BAFA-F837EEA21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09" name="矩形 75">
                  <a:extLst>
                    <a:ext uri="{FF2B5EF4-FFF2-40B4-BE49-F238E27FC236}">
                      <a16:creationId xmlns:a16="http://schemas.microsoft.com/office/drawing/2014/main" id="{67EF7D54-EEBB-4762-946F-E122C064C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2" name="组合 8">
                <a:extLst>
                  <a:ext uri="{FF2B5EF4-FFF2-40B4-BE49-F238E27FC236}">
                    <a16:creationId xmlns:a16="http://schemas.microsoft.com/office/drawing/2014/main" id="{47A44A52-439C-4291-8D0D-693C4A13CF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0"/>
                <a:ext cx="360" cy="499"/>
                <a:chOff x="0" y="0"/>
                <a:chExt cx="360" cy="499"/>
              </a:xfrm>
            </p:grpSpPr>
            <p:sp>
              <p:nvSpPr>
                <p:cNvPr id="71806" name="矩形 72">
                  <a:extLst>
                    <a:ext uri="{FF2B5EF4-FFF2-40B4-BE49-F238E27FC236}">
                      <a16:creationId xmlns:a16="http://schemas.microsoft.com/office/drawing/2014/main" id="{DDA710A9-6F05-4123-B257-2CC89C271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07" name="矩形 73">
                  <a:extLst>
                    <a:ext uri="{FF2B5EF4-FFF2-40B4-BE49-F238E27FC236}">
                      <a16:creationId xmlns:a16="http://schemas.microsoft.com/office/drawing/2014/main" id="{D2148DDC-A48E-424C-BBD9-1D4C4F97B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3" name="组合 9">
                <a:extLst>
                  <a:ext uri="{FF2B5EF4-FFF2-40B4-BE49-F238E27FC236}">
                    <a16:creationId xmlns:a16="http://schemas.microsoft.com/office/drawing/2014/main" id="{B229EE4A-16B7-4FD9-ADC1-0903D1D605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00" cy="710"/>
                <a:chOff x="0" y="0"/>
                <a:chExt cx="300" cy="710"/>
              </a:xfrm>
            </p:grpSpPr>
            <p:sp>
              <p:nvSpPr>
                <p:cNvPr id="71804" name="矩形 70">
                  <a:extLst>
                    <a:ext uri="{FF2B5EF4-FFF2-40B4-BE49-F238E27FC236}">
                      <a16:creationId xmlns:a16="http://schemas.microsoft.com/office/drawing/2014/main" id="{0503127C-1F0E-476A-ACD2-CB6F65CA18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05" name="矩形 71">
                  <a:extLst>
                    <a:ext uri="{FF2B5EF4-FFF2-40B4-BE49-F238E27FC236}">
                      <a16:creationId xmlns:a16="http://schemas.microsoft.com/office/drawing/2014/main" id="{4E638F37-00BC-48AF-900E-F141B8C8A3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4" name="组合 10">
                <a:extLst>
                  <a:ext uri="{FF2B5EF4-FFF2-40B4-BE49-F238E27FC236}">
                    <a16:creationId xmlns:a16="http://schemas.microsoft.com/office/drawing/2014/main" id="{D77B14FF-D1CD-4CEC-84B6-284B93B61E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99"/>
                <a:ext cx="360" cy="710"/>
                <a:chOff x="0" y="0"/>
                <a:chExt cx="360" cy="710"/>
              </a:xfrm>
            </p:grpSpPr>
            <p:sp>
              <p:nvSpPr>
                <p:cNvPr id="71802" name="矩形 68">
                  <a:extLst>
                    <a:ext uri="{FF2B5EF4-FFF2-40B4-BE49-F238E27FC236}">
                      <a16:creationId xmlns:a16="http://schemas.microsoft.com/office/drawing/2014/main" id="{4E10A081-B08D-4DC8-A619-6BD44C0B9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03" name="矩形 69">
                  <a:extLst>
                    <a:ext uri="{FF2B5EF4-FFF2-40B4-BE49-F238E27FC236}">
                      <a16:creationId xmlns:a16="http://schemas.microsoft.com/office/drawing/2014/main" id="{7CBE999E-297E-4BB4-BED6-D11E0F067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5" name="组合 11">
                <a:extLst>
                  <a:ext uri="{FF2B5EF4-FFF2-40B4-BE49-F238E27FC236}">
                    <a16:creationId xmlns:a16="http://schemas.microsoft.com/office/drawing/2014/main" id="{37B83041-8643-4713-A51F-F4A1C773C1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99"/>
                <a:ext cx="360" cy="710"/>
                <a:chOff x="0" y="0"/>
                <a:chExt cx="360" cy="710"/>
              </a:xfrm>
            </p:grpSpPr>
            <p:sp>
              <p:nvSpPr>
                <p:cNvPr id="71800" name="矩形 66">
                  <a:extLst>
                    <a:ext uri="{FF2B5EF4-FFF2-40B4-BE49-F238E27FC236}">
                      <a16:creationId xmlns:a16="http://schemas.microsoft.com/office/drawing/2014/main" id="{047F7A24-A8F2-4CBD-A943-B04DDD025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801" name="矩形 67">
                  <a:extLst>
                    <a:ext uri="{FF2B5EF4-FFF2-40B4-BE49-F238E27FC236}">
                      <a16:creationId xmlns:a16="http://schemas.microsoft.com/office/drawing/2014/main" id="{7A55B129-39BE-47D0-BDE0-2D5BC12344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6" name="组合 12">
                <a:extLst>
                  <a:ext uri="{FF2B5EF4-FFF2-40B4-BE49-F238E27FC236}">
                    <a16:creationId xmlns:a16="http://schemas.microsoft.com/office/drawing/2014/main" id="{F3F8DA3F-6365-4E07-B55C-DD5E6B7261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300" cy="710"/>
                <a:chOff x="0" y="0"/>
                <a:chExt cx="300" cy="710"/>
              </a:xfrm>
            </p:grpSpPr>
            <p:sp>
              <p:nvSpPr>
                <p:cNvPr id="71798" name="矩形 64">
                  <a:extLst>
                    <a:ext uri="{FF2B5EF4-FFF2-40B4-BE49-F238E27FC236}">
                      <a16:creationId xmlns:a16="http://schemas.microsoft.com/office/drawing/2014/main" id="{82E1BCC2-9BB2-44C0-9EE7-5F942A316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99" name="矩形 65">
                  <a:extLst>
                    <a:ext uri="{FF2B5EF4-FFF2-40B4-BE49-F238E27FC236}">
                      <a16:creationId xmlns:a16="http://schemas.microsoft.com/office/drawing/2014/main" id="{6613BC54-4A08-4FAB-B866-7A1907358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7" name="组合 13">
                <a:extLst>
                  <a:ext uri="{FF2B5EF4-FFF2-40B4-BE49-F238E27FC236}">
                    <a16:creationId xmlns:a16="http://schemas.microsoft.com/office/drawing/2014/main" id="{A250F2DD-88A9-47BF-BE13-00F4A6B067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209"/>
                <a:ext cx="360" cy="710"/>
                <a:chOff x="0" y="0"/>
                <a:chExt cx="360" cy="710"/>
              </a:xfrm>
            </p:grpSpPr>
            <p:sp>
              <p:nvSpPr>
                <p:cNvPr id="71796" name="矩形 62">
                  <a:extLst>
                    <a:ext uri="{FF2B5EF4-FFF2-40B4-BE49-F238E27FC236}">
                      <a16:creationId xmlns:a16="http://schemas.microsoft.com/office/drawing/2014/main" id="{3CD632DB-67D5-4C02-B9D9-D11C21D2E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97" name="矩形 63">
                  <a:extLst>
                    <a:ext uri="{FF2B5EF4-FFF2-40B4-BE49-F238E27FC236}">
                      <a16:creationId xmlns:a16="http://schemas.microsoft.com/office/drawing/2014/main" id="{A02A48E1-A671-4AEA-9FA4-41BA5F8887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8" name="组合 14">
                <a:extLst>
                  <a:ext uri="{FF2B5EF4-FFF2-40B4-BE49-F238E27FC236}">
                    <a16:creationId xmlns:a16="http://schemas.microsoft.com/office/drawing/2014/main" id="{C7B3F1EE-44AA-4402-BB49-D01D841F5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209"/>
                <a:ext cx="360" cy="710"/>
                <a:chOff x="0" y="0"/>
                <a:chExt cx="360" cy="710"/>
              </a:xfrm>
            </p:grpSpPr>
            <p:sp>
              <p:nvSpPr>
                <p:cNvPr id="71794" name="矩形 60">
                  <a:extLst>
                    <a:ext uri="{FF2B5EF4-FFF2-40B4-BE49-F238E27FC236}">
                      <a16:creationId xmlns:a16="http://schemas.microsoft.com/office/drawing/2014/main" id="{22F50516-B5DD-402B-8689-B0D3D0212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7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95" name="矩形 61">
                  <a:extLst>
                    <a:ext uri="{FF2B5EF4-FFF2-40B4-BE49-F238E27FC236}">
                      <a16:creationId xmlns:a16="http://schemas.microsoft.com/office/drawing/2014/main" id="{E2D22568-1557-410B-9791-918F86D64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49" name="组合 15">
                <a:extLst>
                  <a:ext uri="{FF2B5EF4-FFF2-40B4-BE49-F238E27FC236}">
                    <a16:creationId xmlns:a16="http://schemas.microsoft.com/office/drawing/2014/main" id="{3DD1150F-662B-4446-86A5-6B43520CF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19"/>
                <a:ext cx="300" cy="710"/>
                <a:chOff x="0" y="0"/>
                <a:chExt cx="300" cy="710"/>
              </a:xfrm>
            </p:grpSpPr>
            <p:sp>
              <p:nvSpPr>
                <p:cNvPr id="71792" name="矩形 58">
                  <a:extLst>
                    <a:ext uri="{FF2B5EF4-FFF2-40B4-BE49-F238E27FC236}">
                      <a16:creationId xmlns:a16="http://schemas.microsoft.com/office/drawing/2014/main" id="{DA3D11F5-2945-4325-ABF3-4A5A80577F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93" name="矩形 59">
                  <a:extLst>
                    <a:ext uri="{FF2B5EF4-FFF2-40B4-BE49-F238E27FC236}">
                      <a16:creationId xmlns:a16="http://schemas.microsoft.com/office/drawing/2014/main" id="{058442E4-DC1C-46A9-B641-8038AAA479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0" name="组合 16">
                <a:extLst>
                  <a:ext uri="{FF2B5EF4-FFF2-40B4-BE49-F238E27FC236}">
                    <a16:creationId xmlns:a16="http://schemas.microsoft.com/office/drawing/2014/main" id="{0D26B223-3BE1-48D0-B272-DAAC87E50A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919"/>
                <a:ext cx="360" cy="710"/>
                <a:chOff x="0" y="0"/>
                <a:chExt cx="360" cy="710"/>
              </a:xfrm>
            </p:grpSpPr>
            <p:sp>
              <p:nvSpPr>
                <p:cNvPr id="71790" name="矩形 56">
                  <a:extLst>
                    <a:ext uri="{FF2B5EF4-FFF2-40B4-BE49-F238E27FC236}">
                      <a16:creationId xmlns:a16="http://schemas.microsoft.com/office/drawing/2014/main" id="{E64D2333-4F8F-48CC-8B37-FB4332F915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91" name="矩形 57">
                  <a:extLst>
                    <a:ext uri="{FF2B5EF4-FFF2-40B4-BE49-F238E27FC236}">
                      <a16:creationId xmlns:a16="http://schemas.microsoft.com/office/drawing/2014/main" id="{3C7C0CC1-6098-4ED8-895E-0B97153BCB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1" name="组合 17">
                <a:extLst>
                  <a:ext uri="{FF2B5EF4-FFF2-40B4-BE49-F238E27FC236}">
                    <a16:creationId xmlns:a16="http://schemas.microsoft.com/office/drawing/2014/main" id="{8832C60B-F57B-472C-9E4F-65FEE0379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919"/>
                <a:ext cx="360" cy="710"/>
                <a:chOff x="0" y="0"/>
                <a:chExt cx="360" cy="710"/>
              </a:xfrm>
            </p:grpSpPr>
            <p:sp>
              <p:nvSpPr>
                <p:cNvPr id="71788" name="矩形 54">
                  <a:extLst>
                    <a:ext uri="{FF2B5EF4-FFF2-40B4-BE49-F238E27FC236}">
                      <a16:creationId xmlns:a16="http://schemas.microsoft.com/office/drawing/2014/main" id="{449AA928-4913-41E2-AB4A-7C3D07C24E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89" name="矩形 55">
                  <a:extLst>
                    <a:ext uri="{FF2B5EF4-FFF2-40B4-BE49-F238E27FC236}">
                      <a16:creationId xmlns:a16="http://schemas.microsoft.com/office/drawing/2014/main" id="{339B213B-2657-46B6-949F-B231D27AF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2" name="组合 18">
                <a:extLst>
                  <a:ext uri="{FF2B5EF4-FFF2-40B4-BE49-F238E27FC236}">
                    <a16:creationId xmlns:a16="http://schemas.microsoft.com/office/drawing/2014/main" id="{28219E1C-3FFA-4394-B1AA-276EA7D57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29"/>
                <a:ext cx="300" cy="710"/>
                <a:chOff x="0" y="0"/>
                <a:chExt cx="300" cy="710"/>
              </a:xfrm>
            </p:grpSpPr>
            <p:sp>
              <p:nvSpPr>
                <p:cNvPr id="71786" name="矩形 52">
                  <a:extLst>
                    <a:ext uri="{FF2B5EF4-FFF2-40B4-BE49-F238E27FC236}">
                      <a16:creationId xmlns:a16="http://schemas.microsoft.com/office/drawing/2014/main" id="{479010F8-64AA-41B7-A8DD-684252FFAF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87" name="矩形 53">
                  <a:extLst>
                    <a:ext uri="{FF2B5EF4-FFF2-40B4-BE49-F238E27FC236}">
                      <a16:creationId xmlns:a16="http://schemas.microsoft.com/office/drawing/2014/main" id="{B873E55D-5A64-4219-99EC-BBCDF03ED9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3" name="组合 19">
                <a:extLst>
                  <a:ext uri="{FF2B5EF4-FFF2-40B4-BE49-F238E27FC236}">
                    <a16:creationId xmlns:a16="http://schemas.microsoft.com/office/drawing/2014/main" id="{9383C4DE-1877-4B3E-A44A-A345C6B3C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2629"/>
                <a:ext cx="360" cy="710"/>
                <a:chOff x="0" y="0"/>
                <a:chExt cx="360" cy="710"/>
              </a:xfrm>
            </p:grpSpPr>
            <p:sp>
              <p:nvSpPr>
                <p:cNvPr id="71784" name="矩形 50">
                  <a:extLst>
                    <a:ext uri="{FF2B5EF4-FFF2-40B4-BE49-F238E27FC236}">
                      <a16:creationId xmlns:a16="http://schemas.microsoft.com/office/drawing/2014/main" id="{E79C1A41-8C7A-43E5-9B71-05A75CC3DF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85" name="矩形 51">
                  <a:extLst>
                    <a:ext uri="{FF2B5EF4-FFF2-40B4-BE49-F238E27FC236}">
                      <a16:creationId xmlns:a16="http://schemas.microsoft.com/office/drawing/2014/main" id="{E6DF41E5-C508-42E3-90AE-340BF7943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4" name="组合 20">
                <a:extLst>
                  <a:ext uri="{FF2B5EF4-FFF2-40B4-BE49-F238E27FC236}">
                    <a16:creationId xmlns:a16="http://schemas.microsoft.com/office/drawing/2014/main" id="{D45B7179-2FAE-46A5-A72B-0506C8FC6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2629"/>
                <a:ext cx="360" cy="710"/>
                <a:chOff x="0" y="0"/>
                <a:chExt cx="360" cy="710"/>
              </a:xfrm>
            </p:grpSpPr>
            <p:sp>
              <p:nvSpPr>
                <p:cNvPr id="71782" name="矩形 48">
                  <a:extLst>
                    <a:ext uri="{FF2B5EF4-FFF2-40B4-BE49-F238E27FC236}">
                      <a16:creationId xmlns:a16="http://schemas.microsoft.com/office/drawing/2014/main" id="{52D937D3-D5F0-4DD2-A5D9-E3599ADB8A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83" name="矩形 49">
                  <a:extLst>
                    <a:ext uri="{FF2B5EF4-FFF2-40B4-BE49-F238E27FC236}">
                      <a16:creationId xmlns:a16="http://schemas.microsoft.com/office/drawing/2014/main" id="{A4EDD005-D7E5-443E-B711-A402F5B83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5" name="组合 21">
                <a:extLst>
                  <a:ext uri="{FF2B5EF4-FFF2-40B4-BE49-F238E27FC236}">
                    <a16:creationId xmlns:a16="http://schemas.microsoft.com/office/drawing/2014/main" id="{A91FE8D8-E5EB-44FA-8935-A54455CC1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339"/>
                <a:ext cx="300" cy="710"/>
                <a:chOff x="0" y="0"/>
                <a:chExt cx="300" cy="710"/>
              </a:xfrm>
            </p:grpSpPr>
            <p:sp>
              <p:nvSpPr>
                <p:cNvPr id="71780" name="矩形 46">
                  <a:extLst>
                    <a:ext uri="{FF2B5EF4-FFF2-40B4-BE49-F238E27FC236}">
                      <a16:creationId xmlns:a16="http://schemas.microsoft.com/office/drawing/2014/main" id="{A91BB662-D30E-4E60-AFF3-CFCC5D09A9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81" name="矩形 47">
                  <a:extLst>
                    <a:ext uri="{FF2B5EF4-FFF2-40B4-BE49-F238E27FC236}">
                      <a16:creationId xmlns:a16="http://schemas.microsoft.com/office/drawing/2014/main" id="{63622D4C-E42B-468A-B1B5-D2ABCCC17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6" name="组合 22">
                <a:extLst>
                  <a:ext uri="{FF2B5EF4-FFF2-40B4-BE49-F238E27FC236}">
                    <a16:creationId xmlns:a16="http://schemas.microsoft.com/office/drawing/2014/main" id="{96FA4760-FF40-42B6-8880-8B5F37F653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3339"/>
                <a:ext cx="360" cy="710"/>
                <a:chOff x="0" y="0"/>
                <a:chExt cx="360" cy="710"/>
              </a:xfrm>
            </p:grpSpPr>
            <p:sp>
              <p:nvSpPr>
                <p:cNvPr id="71778" name="矩形 44">
                  <a:extLst>
                    <a:ext uri="{FF2B5EF4-FFF2-40B4-BE49-F238E27FC236}">
                      <a16:creationId xmlns:a16="http://schemas.microsoft.com/office/drawing/2014/main" id="{F1DACFAB-A754-41A4-B28B-42B1088A6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79" name="矩形 45">
                  <a:extLst>
                    <a:ext uri="{FF2B5EF4-FFF2-40B4-BE49-F238E27FC236}">
                      <a16:creationId xmlns:a16="http://schemas.microsoft.com/office/drawing/2014/main" id="{F49722E7-EB1E-4D1E-AB46-9D1B62474B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7" name="组合 23">
                <a:extLst>
                  <a:ext uri="{FF2B5EF4-FFF2-40B4-BE49-F238E27FC236}">
                    <a16:creationId xmlns:a16="http://schemas.microsoft.com/office/drawing/2014/main" id="{D1BDE634-17DC-4256-968A-7724C6DA3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3339"/>
                <a:ext cx="360" cy="710"/>
                <a:chOff x="0" y="0"/>
                <a:chExt cx="360" cy="710"/>
              </a:xfrm>
            </p:grpSpPr>
            <p:sp>
              <p:nvSpPr>
                <p:cNvPr id="71776" name="矩形 42">
                  <a:extLst>
                    <a:ext uri="{FF2B5EF4-FFF2-40B4-BE49-F238E27FC236}">
                      <a16:creationId xmlns:a16="http://schemas.microsoft.com/office/drawing/2014/main" id="{D234F8A7-FB5A-4AEA-BB71-F375AFE47D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77" name="矩形 43">
                  <a:extLst>
                    <a:ext uri="{FF2B5EF4-FFF2-40B4-BE49-F238E27FC236}">
                      <a16:creationId xmlns:a16="http://schemas.microsoft.com/office/drawing/2014/main" id="{218825DB-11BD-4B0A-9515-8F1508071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8" name="组合 24">
                <a:extLst>
                  <a:ext uri="{FF2B5EF4-FFF2-40B4-BE49-F238E27FC236}">
                    <a16:creationId xmlns:a16="http://schemas.microsoft.com/office/drawing/2014/main" id="{18753799-7957-4107-9F32-388BC97B90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49"/>
                <a:ext cx="300" cy="710"/>
                <a:chOff x="0" y="0"/>
                <a:chExt cx="300" cy="710"/>
              </a:xfrm>
            </p:grpSpPr>
            <p:sp>
              <p:nvSpPr>
                <p:cNvPr id="71774" name="矩形 40">
                  <a:extLst>
                    <a:ext uri="{FF2B5EF4-FFF2-40B4-BE49-F238E27FC236}">
                      <a16:creationId xmlns:a16="http://schemas.microsoft.com/office/drawing/2014/main" id="{A3FA83AA-3EB5-4754-B9B8-D366829BA5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75" name="矩形 41">
                  <a:extLst>
                    <a:ext uri="{FF2B5EF4-FFF2-40B4-BE49-F238E27FC236}">
                      <a16:creationId xmlns:a16="http://schemas.microsoft.com/office/drawing/2014/main" id="{654C7DB4-BDC0-48B8-BE49-D2BBF01D41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59" name="组合 25">
                <a:extLst>
                  <a:ext uri="{FF2B5EF4-FFF2-40B4-BE49-F238E27FC236}">
                    <a16:creationId xmlns:a16="http://schemas.microsoft.com/office/drawing/2014/main" id="{359F20ED-B33A-44A2-9DB0-6AC867868E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049"/>
                <a:ext cx="360" cy="710"/>
                <a:chOff x="0" y="0"/>
                <a:chExt cx="360" cy="710"/>
              </a:xfrm>
            </p:grpSpPr>
            <p:sp>
              <p:nvSpPr>
                <p:cNvPr id="71772" name="矩形 38">
                  <a:extLst>
                    <a:ext uri="{FF2B5EF4-FFF2-40B4-BE49-F238E27FC236}">
                      <a16:creationId xmlns:a16="http://schemas.microsoft.com/office/drawing/2014/main" id="{298664ED-94FE-4297-A576-18737D6E88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73" name="矩形 39">
                  <a:extLst>
                    <a:ext uri="{FF2B5EF4-FFF2-40B4-BE49-F238E27FC236}">
                      <a16:creationId xmlns:a16="http://schemas.microsoft.com/office/drawing/2014/main" id="{A1FF0979-D2DA-40A7-BE4D-7E104AA6A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60" name="组合 26">
                <a:extLst>
                  <a:ext uri="{FF2B5EF4-FFF2-40B4-BE49-F238E27FC236}">
                    <a16:creationId xmlns:a16="http://schemas.microsoft.com/office/drawing/2014/main" id="{F2E9C7DA-4883-401C-9962-F398927BAB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049"/>
                <a:ext cx="360" cy="710"/>
                <a:chOff x="0" y="0"/>
                <a:chExt cx="360" cy="710"/>
              </a:xfrm>
            </p:grpSpPr>
            <p:sp>
              <p:nvSpPr>
                <p:cNvPr id="71770" name="矩形 36">
                  <a:extLst>
                    <a:ext uri="{FF2B5EF4-FFF2-40B4-BE49-F238E27FC236}">
                      <a16:creationId xmlns:a16="http://schemas.microsoft.com/office/drawing/2014/main" id="{03F6FA70-4A02-4FF0-8E5E-10D966D0C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71" name="矩形 37">
                  <a:extLst>
                    <a:ext uri="{FF2B5EF4-FFF2-40B4-BE49-F238E27FC236}">
                      <a16:creationId xmlns:a16="http://schemas.microsoft.com/office/drawing/2014/main" id="{653BD215-9C40-44EC-AB98-1BB02A365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61" name="组合 27">
                <a:extLst>
                  <a:ext uri="{FF2B5EF4-FFF2-40B4-BE49-F238E27FC236}">
                    <a16:creationId xmlns:a16="http://schemas.microsoft.com/office/drawing/2014/main" id="{7167AA83-67CF-42C2-B8F3-16BD8D2DC9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759"/>
                <a:ext cx="300" cy="710"/>
                <a:chOff x="0" y="0"/>
                <a:chExt cx="300" cy="710"/>
              </a:xfrm>
            </p:grpSpPr>
            <p:sp>
              <p:nvSpPr>
                <p:cNvPr id="71768" name="矩形 34">
                  <a:extLst>
                    <a:ext uri="{FF2B5EF4-FFF2-40B4-BE49-F238E27FC236}">
                      <a16:creationId xmlns:a16="http://schemas.microsoft.com/office/drawing/2014/main" id="{834DDEFF-0616-4C55-84D3-E4480F697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69" name="矩形 35">
                  <a:extLst>
                    <a:ext uri="{FF2B5EF4-FFF2-40B4-BE49-F238E27FC236}">
                      <a16:creationId xmlns:a16="http://schemas.microsoft.com/office/drawing/2014/main" id="{DAFC21AB-611D-4962-88FF-C0E6EAE67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62" name="组合 28">
                <a:extLst>
                  <a:ext uri="{FF2B5EF4-FFF2-40B4-BE49-F238E27FC236}">
                    <a16:creationId xmlns:a16="http://schemas.microsoft.com/office/drawing/2014/main" id="{A5035018-FCB8-43BC-B381-41D1AA148E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759"/>
                <a:ext cx="360" cy="710"/>
                <a:chOff x="0" y="0"/>
                <a:chExt cx="360" cy="710"/>
              </a:xfrm>
            </p:grpSpPr>
            <p:sp>
              <p:nvSpPr>
                <p:cNvPr id="71766" name="矩形 32">
                  <a:extLst>
                    <a:ext uri="{FF2B5EF4-FFF2-40B4-BE49-F238E27FC236}">
                      <a16:creationId xmlns:a16="http://schemas.microsoft.com/office/drawing/2014/main" id="{7BA5F8D7-A3F6-4FC3-A388-E2F85C63CC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67" name="矩形 33">
                  <a:extLst>
                    <a:ext uri="{FF2B5EF4-FFF2-40B4-BE49-F238E27FC236}">
                      <a16:creationId xmlns:a16="http://schemas.microsoft.com/office/drawing/2014/main" id="{A897D8BB-3C77-4DA5-A2A0-1ECB21527E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63" name="组合 29">
                <a:extLst>
                  <a:ext uri="{FF2B5EF4-FFF2-40B4-BE49-F238E27FC236}">
                    <a16:creationId xmlns:a16="http://schemas.microsoft.com/office/drawing/2014/main" id="{A7ACF404-C7F1-4A74-9050-F9F6E94CBB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759"/>
                <a:ext cx="360" cy="710"/>
                <a:chOff x="0" y="0"/>
                <a:chExt cx="360" cy="710"/>
              </a:xfrm>
            </p:grpSpPr>
            <p:sp>
              <p:nvSpPr>
                <p:cNvPr id="71764" name="矩形 30">
                  <a:extLst>
                    <a:ext uri="{FF2B5EF4-FFF2-40B4-BE49-F238E27FC236}">
                      <a16:creationId xmlns:a16="http://schemas.microsoft.com/office/drawing/2014/main" id="{6F7CF8E2-1C92-4C94-9D98-8ACD57F536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65" name="矩形 31">
                  <a:extLst>
                    <a:ext uri="{FF2B5EF4-FFF2-40B4-BE49-F238E27FC236}">
                      <a16:creationId xmlns:a16="http://schemas.microsoft.com/office/drawing/2014/main" id="{3CD25DA9-EE3C-436E-86A4-A3F0D45E63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71739" name="矩形 5">
              <a:extLst>
                <a:ext uri="{FF2B5EF4-FFF2-40B4-BE49-F238E27FC236}">
                  <a16:creationId xmlns:a16="http://schemas.microsoft.com/office/drawing/2014/main" id="{D0D18230-EFEF-4C23-B77B-DFC6786BA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26" cy="547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1685" name="组合 78">
            <a:extLst>
              <a:ext uri="{FF2B5EF4-FFF2-40B4-BE49-F238E27FC236}">
                <a16:creationId xmlns:a16="http://schemas.microsoft.com/office/drawing/2014/main" id="{3FFD2959-5AF4-46AA-9C02-D364E59EB66C}"/>
              </a:ext>
            </a:extLst>
          </p:cNvPr>
          <p:cNvGrpSpPr>
            <a:grpSpLocks/>
          </p:cNvGrpSpPr>
          <p:nvPr/>
        </p:nvGrpSpPr>
        <p:grpSpPr bwMode="auto">
          <a:xfrm>
            <a:off x="5653088" y="1987550"/>
            <a:ext cx="2286000" cy="2286000"/>
            <a:chOff x="0" y="0"/>
            <a:chExt cx="1068" cy="2635"/>
          </a:xfrm>
        </p:grpSpPr>
        <p:grpSp>
          <p:nvGrpSpPr>
            <p:cNvPr id="71700" name="组合 79">
              <a:extLst>
                <a:ext uri="{FF2B5EF4-FFF2-40B4-BE49-F238E27FC236}">
                  <a16:creationId xmlns:a16="http://schemas.microsoft.com/office/drawing/2014/main" id="{D9F2E789-AE3F-4BF3-9462-5FD7E7277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1062" cy="2629"/>
              <a:chOff x="0" y="0"/>
              <a:chExt cx="1062" cy="2629"/>
            </a:xfrm>
          </p:grpSpPr>
          <p:grpSp>
            <p:nvGrpSpPr>
              <p:cNvPr id="71702" name="组合 81">
                <a:extLst>
                  <a:ext uri="{FF2B5EF4-FFF2-40B4-BE49-F238E27FC236}">
                    <a16:creationId xmlns:a16="http://schemas.microsoft.com/office/drawing/2014/main" id="{17D0ACA7-B467-4E05-8772-2DBDAF5C80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42" cy="499"/>
                <a:chOff x="0" y="0"/>
                <a:chExt cx="342" cy="499"/>
              </a:xfrm>
            </p:grpSpPr>
            <p:sp>
              <p:nvSpPr>
                <p:cNvPr id="71736" name="矩形 115">
                  <a:extLst>
                    <a:ext uri="{FF2B5EF4-FFF2-40B4-BE49-F238E27FC236}">
                      <a16:creationId xmlns:a16="http://schemas.microsoft.com/office/drawing/2014/main" id="{692B833C-F190-46B5-9AC4-817FA7016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37" name="矩形 116">
                  <a:extLst>
                    <a:ext uri="{FF2B5EF4-FFF2-40B4-BE49-F238E27FC236}">
                      <a16:creationId xmlns:a16="http://schemas.microsoft.com/office/drawing/2014/main" id="{0E14B175-80B2-407D-9AA6-EDA0537ECE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3" name="组合 82">
                <a:extLst>
                  <a:ext uri="{FF2B5EF4-FFF2-40B4-BE49-F238E27FC236}">
                    <a16:creationId xmlns:a16="http://schemas.microsoft.com/office/drawing/2014/main" id="{6C7523DA-8294-4577-9EAD-143DDF1413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0"/>
                <a:ext cx="360" cy="499"/>
                <a:chOff x="0" y="0"/>
                <a:chExt cx="360" cy="499"/>
              </a:xfrm>
            </p:grpSpPr>
            <p:sp>
              <p:nvSpPr>
                <p:cNvPr id="71734" name="矩形 113">
                  <a:extLst>
                    <a:ext uri="{FF2B5EF4-FFF2-40B4-BE49-F238E27FC236}">
                      <a16:creationId xmlns:a16="http://schemas.microsoft.com/office/drawing/2014/main" id="{F25B8A8C-5D74-4568-A1D1-F3B8A5A78E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35" name="矩形 114">
                  <a:extLst>
                    <a:ext uri="{FF2B5EF4-FFF2-40B4-BE49-F238E27FC236}">
                      <a16:creationId xmlns:a16="http://schemas.microsoft.com/office/drawing/2014/main" id="{12C83C7F-8DBC-4D60-858B-1C84D9F0F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4" name="组合 83">
                <a:extLst>
                  <a:ext uri="{FF2B5EF4-FFF2-40B4-BE49-F238E27FC236}">
                    <a16:creationId xmlns:a16="http://schemas.microsoft.com/office/drawing/2014/main" id="{9FBAEF56-6A66-465D-8E73-057F6D4D9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0"/>
                <a:ext cx="360" cy="499"/>
                <a:chOff x="0" y="0"/>
                <a:chExt cx="360" cy="499"/>
              </a:xfrm>
            </p:grpSpPr>
            <p:sp>
              <p:nvSpPr>
                <p:cNvPr id="71732" name="矩形 111">
                  <a:extLst>
                    <a:ext uri="{FF2B5EF4-FFF2-40B4-BE49-F238E27FC236}">
                      <a16:creationId xmlns:a16="http://schemas.microsoft.com/office/drawing/2014/main" id="{29479C43-50C3-43EF-AD30-9F37739407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33" name="矩形 112">
                  <a:extLst>
                    <a:ext uri="{FF2B5EF4-FFF2-40B4-BE49-F238E27FC236}">
                      <a16:creationId xmlns:a16="http://schemas.microsoft.com/office/drawing/2014/main" id="{D6017FEB-351B-40DF-8EB0-4E208A228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5" name="组合 84">
                <a:extLst>
                  <a:ext uri="{FF2B5EF4-FFF2-40B4-BE49-F238E27FC236}">
                    <a16:creationId xmlns:a16="http://schemas.microsoft.com/office/drawing/2014/main" id="{09F31EF8-10E1-47A0-B515-BAC960899D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42" cy="710"/>
                <a:chOff x="0" y="0"/>
                <a:chExt cx="342" cy="710"/>
              </a:xfrm>
            </p:grpSpPr>
            <p:sp>
              <p:nvSpPr>
                <p:cNvPr id="71730" name="矩形 109">
                  <a:extLst>
                    <a:ext uri="{FF2B5EF4-FFF2-40B4-BE49-F238E27FC236}">
                      <a16:creationId xmlns:a16="http://schemas.microsoft.com/office/drawing/2014/main" id="{E6ACB3D9-2F4B-42E6-9269-C84BCD8F7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31" name="矩形 110">
                  <a:extLst>
                    <a:ext uri="{FF2B5EF4-FFF2-40B4-BE49-F238E27FC236}">
                      <a16:creationId xmlns:a16="http://schemas.microsoft.com/office/drawing/2014/main" id="{6D1AF91F-CEDC-4923-8F95-2A03D4475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6" name="组合 85">
                <a:extLst>
                  <a:ext uri="{FF2B5EF4-FFF2-40B4-BE49-F238E27FC236}">
                    <a16:creationId xmlns:a16="http://schemas.microsoft.com/office/drawing/2014/main" id="{0A9984B7-CB4C-4432-B0B8-EC4B6F4E8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499"/>
                <a:ext cx="360" cy="710"/>
                <a:chOff x="0" y="0"/>
                <a:chExt cx="360" cy="710"/>
              </a:xfrm>
            </p:grpSpPr>
            <p:sp>
              <p:nvSpPr>
                <p:cNvPr id="71728" name="矩形 107">
                  <a:extLst>
                    <a:ext uri="{FF2B5EF4-FFF2-40B4-BE49-F238E27FC236}">
                      <a16:creationId xmlns:a16="http://schemas.microsoft.com/office/drawing/2014/main" id="{BAFCAF3E-ECA2-4557-A993-2D88385A98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29" name="矩形 108">
                  <a:extLst>
                    <a:ext uri="{FF2B5EF4-FFF2-40B4-BE49-F238E27FC236}">
                      <a16:creationId xmlns:a16="http://schemas.microsoft.com/office/drawing/2014/main" id="{83DFF70E-BABD-4456-96C1-0122097EF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7" name="组合 86">
                <a:extLst>
                  <a:ext uri="{FF2B5EF4-FFF2-40B4-BE49-F238E27FC236}">
                    <a16:creationId xmlns:a16="http://schemas.microsoft.com/office/drawing/2014/main" id="{EB29EB08-9FC1-4625-8659-F806E3105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499"/>
                <a:ext cx="360" cy="710"/>
                <a:chOff x="0" y="0"/>
                <a:chExt cx="360" cy="710"/>
              </a:xfrm>
            </p:grpSpPr>
            <p:sp>
              <p:nvSpPr>
                <p:cNvPr id="71726" name="矩形 105">
                  <a:extLst>
                    <a:ext uri="{FF2B5EF4-FFF2-40B4-BE49-F238E27FC236}">
                      <a16:creationId xmlns:a16="http://schemas.microsoft.com/office/drawing/2014/main" id="{C0C0BBEA-E341-48B9-8F73-6A3038A9F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27" name="矩形 106">
                  <a:extLst>
                    <a:ext uri="{FF2B5EF4-FFF2-40B4-BE49-F238E27FC236}">
                      <a16:creationId xmlns:a16="http://schemas.microsoft.com/office/drawing/2014/main" id="{A506988E-CE46-409B-951E-3A4B1871B8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8" name="组合 87">
                <a:extLst>
                  <a:ext uri="{FF2B5EF4-FFF2-40B4-BE49-F238E27FC236}">
                    <a16:creationId xmlns:a16="http://schemas.microsoft.com/office/drawing/2014/main" id="{70F6B90F-2959-43CD-9E3D-1F5F1361F2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342" cy="710"/>
                <a:chOff x="0" y="0"/>
                <a:chExt cx="342" cy="710"/>
              </a:xfrm>
            </p:grpSpPr>
            <p:sp>
              <p:nvSpPr>
                <p:cNvPr id="71724" name="矩形 103">
                  <a:extLst>
                    <a:ext uri="{FF2B5EF4-FFF2-40B4-BE49-F238E27FC236}">
                      <a16:creationId xmlns:a16="http://schemas.microsoft.com/office/drawing/2014/main" id="{9E14CE36-75F4-4A2B-9AEA-980D04343C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25" name="矩形 104">
                  <a:extLst>
                    <a:ext uri="{FF2B5EF4-FFF2-40B4-BE49-F238E27FC236}">
                      <a16:creationId xmlns:a16="http://schemas.microsoft.com/office/drawing/2014/main" id="{E211E929-42E3-4788-84E2-D82044188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09" name="组合 88">
                <a:extLst>
                  <a:ext uri="{FF2B5EF4-FFF2-40B4-BE49-F238E27FC236}">
                    <a16:creationId xmlns:a16="http://schemas.microsoft.com/office/drawing/2014/main" id="{5F356CE7-2EA0-434A-9C18-3F15864C57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1209"/>
                <a:ext cx="360" cy="710"/>
                <a:chOff x="0" y="0"/>
                <a:chExt cx="360" cy="710"/>
              </a:xfrm>
            </p:grpSpPr>
            <p:sp>
              <p:nvSpPr>
                <p:cNvPr id="71722" name="矩形 101">
                  <a:extLst>
                    <a:ext uri="{FF2B5EF4-FFF2-40B4-BE49-F238E27FC236}">
                      <a16:creationId xmlns:a16="http://schemas.microsoft.com/office/drawing/2014/main" id="{2CAF590B-90F9-47AF-AE45-4BF60DAF7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23" name="矩形 102">
                  <a:extLst>
                    <a:ext uri="{FF2B5EF4-FFF2-40B4-BE49-F238E27FC236}">
                      <a16:creationId xmlns:a16="http://schemas.microsoft.com/office/drawing/2014/main" id="{5EECA7D8-92F3-414E-8728-F93A6D00E6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10" name="组合 89">
                <a:extLst>
                  <a:ext uri="{FF2B5EF4-FFF2-40B4-BE49-F238E27FC236}">
                    <a16:creationId xmlns:a16="http://schemas.microsoft.com/office/drawing/2014/main" id="{F2D62D6A-D9A9-4092-A7B0-FEFD227B9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1209"/>
                <a:ext cx="360" cy="710"/>
                <a:chOff x="0" y="0"/>
                <a:chExt cx="360" cy="710"/>
              </a:xfrm>
            </p:grpSpPr>
            <p:sp>
              <p:nvSpPr>
                <p:cNvPr id="71720" name="矩形 99">
                  <a:extLst>
                    <a:ext uri="{FF2B5EF4-FFF2-40B4-BE49-F238E27FC236}">
                      <a16:creationId xmlns:a16="http://schemas.microsoft.com/office/drawing/2014/main" id="{01FA153D-A80C-446A-9D2D-93FDFCB0F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21" name="矩形 100">
                  <a:extLst>
                    <a:ext uri="{FF2B5EF4-FFF2-40B4-BE49-F238E27FC236}">
                      <a16:creationId xmlns:a16="http://schemas.microsoft.com/office/drawing/2014/main" id="{49765BE6-8BC5-4CDC-90DE-BFFEEE6D6C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11" name="组合 90">
                <a:extLst>
                  <a:ext uri="{FF2B5EF4-FFF2-40B4-BE49-F238E27FC236}">
                    <a16:creationId xmlns:a16="http://schemas.microsoft.com/office/drawing/2014/main" id="{E1AD8371-FB73-4D1D-9913-AF69A21CE3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19"/>
                <a:ext cx="342" cy="710"/>
                <a:chOff x="0" y="0"/>
                <a:chExt cx="342" cy="710"/>
              </a:xfrm>
            </p:grpSpPr>
            <p:sp>
              <p:nvSpPr>
                <p:cNvPr id="71718" name="矩形 97">
                  <a:extLst>
                    <a:ext uri="{FF2B5EF4-FFF2-40B4-BE49-F238E27FC236}">
                      <a16:creationId xmlns:a16="http://schemas.microsoft.com/office/drawing/2014/main" id="{A04ECB4F-FCB5-4D14-AF61-9D730F7E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56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700" i="1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19" name="矩形 98">
                  <a:extLst>
                    <a:ext uri="{FF2B5EF4-FFF2-40B4-BE49-F238E27FC236}">
                      <a16:creationId xmlns:a16="http://schemas.microsoft.com/office/drawing/2014/main" id="{FA372322-7985-4A77-B75B-5F4B32DB2F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2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12" name="组合 91">
                <a:extLst>
                  <a:ext uri="{FF2B5EF4-FFF2-40B4-BE49-F238E27FC236}">
                    <a16:creationId xmlns:a16="http://schemas.microsoft.com/office/drawing/2014/main" id="{658BB5CA-678A-4D4F-BCAE-F196A7A185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" y="1919"/>
                <a:ext cx="360" cy="710"/>
                <a:chOff x="0" y="0"/>
                <a:chExt cx="360" cy="710"/>
              </a:xfrm>
            </p:grpSpPr>
            <p:sp>
              <p:nvSpPr>
                <p:cNvPr id="71716" name="矩形 95">
                  <a:extLst>
                    <a:ext uri="{FF2B5EF4-FFF2-40B4-BE49-F238E27FC236}">
                      <a16:creationId xmlns:a16="http://schemas.microsoft.com/office/drawing/2014/main" id="{C56442D7-B83E-4634-93EA-36785A9AA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17" name="矩形 96">
                  <a:extLst>
                    <a:ext uri="{FF2B5EF4-FFF2-40B4-BE49-F238E27FC236}">
                      <a16:creationId xmlns:a16="http://schemas.microsoft.com/office/drawing/2014/main" id="{42F6DBF4-A39E-4C3D-A5D7-64C15EC16D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713" name="组合 92">
                <a:extLst>
                  <a:ext uri="{FF2B5EF4-FFF2-40B4-BE49-F238E27FC236}">
                    <a16:creationId xmlns:a16="http://schemas.microsoft.com/office/drawing/2014/main" id="{E4CC0E59-19EA-4E15-A148-1CFD03C6D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2" y="1919"/>
                <a:ext cx="360" cy="710"/>
                <a:chOff x="0" y="0"/>
                <a:chExt cx="360" cy="710"/>
              </a:xfrm>
            </p:grpSpPr>
            <p:sp>
              <p:nvSpPr>
                <p:cNvPr id="71714" name="矩形 93">
                  <a:extLst>
                    <a:ext uri="{FF2B5EF4-FFF2-40B4-BE49-F238E27FC236}">
                      <a16:creationId xmlns:a16="http://schemas.microsoft.com/office/drawing/2014/main" id="{09B586B4-53C8-47A4-8CD5-162082316B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715" name="矩形 94">
                  <a:extLst>
                    <a:ext uri="{FF2B5EF4-FFF2-40B4-BE49-F238E27FC236}">
                      <a16:creationId xmlns:a16="http://schemas.microsoft.com/office/drawing/2014/main" id="{0F1B5843-270C-405C-8B29-C913A4271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71701" name="矩形 80">
              <a:extLst>
                <a:ext uri="{FF2B5EF4-FFF2-40B4-BE49-F238E27FC236}">
                  <a16:creationId xmlns:a16="http://schemas.microsoft.com/office/drawing/2014/main" id="{ED4CB32F-78FF-4BC8-BE47-F9694A7ED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68" cy="263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1686" name="组合 117">
            <a:extLst>
              <a:ext uri="{FF2B5EF4-FFF2-40B4-BE49-F238E27FC236}">
                <a16:creationId xmlns:a16="http://schemas.microsoft.com/office/drawing/2014/main" id="{2538FB20-55FF-42FB-B31F-855B3CD3AE24}"/>
              </a:ext>
            </a:extLst>
          </p:cNvPr>
          <p:cNvGrpSpPr>
            <a:grpSpLocks/>
          </p:cNvGrpSpPr>
          <p:nvPr/>
        </p:nvGrpSpPr>
        <p:grpSpPr bwMode="auto">
          <a:xfrm>
            <a:off x="5876925" y="4714875"/>
            <a:ext cx="1181100" cy="1524000"/>
            <a:chOff x="0" y="0"/>
            <a:chExt cx="744" cy="1503"/>
          </a:xfrm>
        </p:grpSpPr>
        <p:grpSp>
          <p:nvGrpSpPr>
            <p:cNvPr id="71689" name="组合 118">
              <a:extLst>
                <a:ext uri="{FF2B5EF4-FFF2-40B4-BE49-F238E27FC236}">
                  <a16:creationId xmlns:a16="http://schemas.microsoft.com/office/drawing/2014/main" id="{0ECDE6A4-4035-4274-936C-5D4C83C15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738" cy="1497"/>
              <a:chOff x="0" y="0"/>
              <a:chExt cx="738" cy="1497"/>
            </a:xfrm>
          </p:grpSpPr>
          <p:grpSp>
            <p:nvGrpSpPr>
              <p:cNvPr id="71691" name="组合 120">
                <a:extLst>
                  <a:ext uri="{FF2B5EF4-FFF2-40B4-BE49-F238E27FC236}">
                    <a16:creationId xmlns:a16="http://schemas.microsoft.com/office/drawing/2014/main" id="{10A96C2A-5A86-4A97-9EEA-5ABD703BC6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38" cy="499"/>
                <a:chOff x="0" y="0"/>
                <a:chExt cx="738" cy="499"/>
              </a:xfrm>
            </p:grpSpPr>
            <p:sp>
              <p:nvSpPr>
                <p:cNvPr id="71698" name="矩形 127">
                  <a:extLst>
                    <a:ext uri="{FF2B5EF4-FFF2-40B4-BE49-F238E27FC236}">
                      <a16:creationId xmlns:a16="http://schemas.microsoft.com/office/drawing/2014/main" id="{BDE14273-8236-457F-ADE5-ECBB75978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200" b="1">
                      <a:latin typeface="Times New Roman" panose="02020603050405020304" pitchFamily="18" charset="0"/>
                    </a:rPr>
                    <a:t>÷</a:t>
                  </a:r>
                  <a:r>
                    <a:rPr lang="en-US" altLang="zh-CN" sz="2200" b="1" i="1">
                      <a:latin typeface="Times New Roman" panose="02020603050405020304" pitchFamily="18" charset="0"/>
                    </a:rPr>
                    <a:t>S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699" name="矩形 128">
                  <a:extLst>
                    <a:ext uri="{FF2B5EF4-FFF2-40B4-BE49-F238E27FC236}">
                      <a16:creationId xmlns:a16="http://schemas.microsoft.com/office/drawing/2014/main" id="{6D0AE8D5-3710-4733-A69F-4F598DC36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692" name="组合 121">
                <a:extLst>
                  <a:ext uri="{FF2B5EF4-FFF2-40B4-BE49-F238E27FC236}">
                    <a16:creationId xmlns:a16="http://schemas.microsoft.com/office/drawing/2014/main" id="{655B378D-5347-41D6-8369-8FBEC94376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738" cy="499"/>
                <a:chOff x="0" y="0"/>
                <a:chExt cx="738" cy="499"/>
              </a:xfrm>
            </p:grpSpPr>
            <p:sp>
              <p:nvSpPr>
                <p:cNvPr id="71696" name="矩形 125">
                  <a:extLst>
                    <a:ext uri="{FF2B5EF4-FFF2-40B4-BE49-F238E27FC236}">
                      <a16:creationId xmlns:a16="http://schemas.microsoft.com/office/drawing/2014/main" id="{12690B48-C582-4CA5-8B77-A6EC8DD6B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697" name="矩形 126">
                  <a:extLst>
                    <a:ext uri="{FF2B5EF4-FFF2-40B4-BE49-F238E27FC236}">
                      <a16:creationId xmlns:a16="http://schemas.microsoft.com/office/drawing/2014/main" id="{618DF93F-A228-427C-941E-64D1B59B89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1693" name="组合 122">
                <a:extLst>
                  <a:ext uri="{FF2B5EF4-FFF2-40B4-BE49-F238E27FC236}">
                    <a16:creationId xmlns:a16="http://schemas.microsoft.com/office/drawing/2014/main" id="{265B0861-2886-4927-9D48-6A7D998FC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738" cy="499"/>
                <a:chOff x="0" y="0"/>
                <a:chExt cx="738" cy="499"/>
              </a:xfrm>
            </p:grpSpPr>
            <p:sp>
              <p:nvSpPr>
                <p:cNvPr id="71694" name="矩形 123">
                  <a:extLst>
                    <a:ext uri="{FF2B5EF4-FFF2-40B4-BE49-F238E27FC236}">
                      <a16:creationId xmlns:a16="http://schemas.microsoft.com/office/drawing/2014/main" id="{5959DE30-821D-4142-805C-0611D87F5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695" name="矩形 124">
                  <a:extLst>
                    <a:ext uri="{FF2B5EF4-FFF2-40B4-BE49-F238E27FC236}">
                      <a16:creationId xmlns:a16="http://schemas.microsoft.com/office/drawing/2014/main" id="{FCEE74D2-8971-49F5-BD83-6E0AF70B77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71690" name="矩形 119">
              <a:extLst>
                <a:ext uri="{FF2B5EF4-FFF2-40B4-BE49-F238E27FC236}">
                  <a16:creationId xmlns:a16="http://schemas.microsoft.com/office/drawing/2014/main" id="{0879F7B9-CEC3-4720-AB5F-51612485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44" cy="1503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1687" name="矩形 129">
            <a:extLst>
              <a:ext uri="{FF2B5EF4-FFF2-40B4-BE49-F238E27FC236}">
                <a16:creationId xmlns:a16="http://schemas.microsoft.com/office/drawing/2014/main" id="{CABDE9B5-7461-4516-8978-4C3BC2F9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34956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1688" name="矩形 130">
            <a:extLst>
              <a:ext uri="{FF2B5EF4-FFF2-40B4-BE49-F238E27FC236}">
                <a16:creationId xmlns:a16="http://schemas.microsoft.com/office/drawing/2014/main" id="{B717340C-7552-4A17-8A0A-4D6078468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28098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96"/>
    </mc:Choice>
    <mc:Fallback xmlns="">
      <p:transition spd="slow" advTm="125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3E509-077C-48C5-8BCE-9C604BB7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5B7BA-D58C-4409-B4CC-2EC6D13F5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）分析</a:t>
            </a:r>
            <a:endParaRPr lang="en-US" altLang="zh-CN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dirty="0"/>
              <a:t>在关系</a:t>
            </a:r>
            <a:r>
              <a:rPr lang="en-US" altLang="zh-CN" dirty="0"/>
              <a:t>R</a:t>
            </a:r>
            <a:r>
              <a:rPr lang="zh-CN" altLang="en-US" dirty="0"/>
              <a:t>中，</a:t>
            </a:r>
            <a:r>
              <a:rPr lang="en-US" altLang="zh-CN" dirty="0"/>
              <a:t>A</a:t>
            </a:r>
            <a:r>
              <a:rPr lang="zh-CN" altLang="en-US" dirty="0"/>
              <a:t>可以取四个值</a:t>
            </a:r>
            <a:r>
              <a:rPr lang="en-US" altLang="zh-CN" dirty="0"/>
              <a:t>{a1</a:t>
            </a:r>
            <a:r>
              <a:rPr lang="zh-CN" altLang="en-US" dirty="0"/>
              <a:t>，</a:t>
            </a:r>
            <a:r>
              <a:rPr lang="en-US" altLang="zh-CN" dirty="0"/>
              <a:t>a2</a:t>
            </a:r>
            <a:r>
              <a:rPr lang="zh-CN" altLang="en-US" dirty="0"/>
              <a:t>，</a:t>
            </a:r>
            <a:r>
              <a:rPr lang="en-US" altLang="zh-CN" dirty="0"/>
              <a:t>a3</a:t>
            </a:r>
            <a:r>
              <a:rPr lang="zh-CN" altLang="en-US" dirty="0"/>
              <a:t>，</a:t>
            </a:r>
            <a:r>
              <a:rPr lang="en-US" altLang="zh-CN" dirty="0"/>
              <a:t>a4}</a:t>
            </a:r>
          </a:p>
          <a:p>
            <a:pPr lvl="1" indent="-209550"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/>
              <a:t>    a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的象集为 </a:t>
            </a:r>
            <a:r>
              <a:rPr lang="en-US" altLang="zh-CN" sz="2400" dirty="0"/>
              <a:t>{(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3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1</a:t>
            </a:r>
            <a:r>
              <a:rPr lang="en-US" altLang="zh-CN" sz="2400" dirty="0"/>
              <a:t>)}</a:t>
            </a:r>
          </a:p>
          <a:p>
            <a:pPr lvl="1" indent="-209550"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　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的象集为 </a:t>
            </a:r>
            <a:r>
              <a:rPr lang="en-US" altLang="zh-CN" sz="2400" dirty="0"/>
              <a:t>{(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3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7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3</a:t>
            </a:r>
            <a:r>
              <a:rPr lang="en-US" altLang="zh-CN" sz="2400" dirty="0"/>
              <a:t>)}</a:t>
            </a:r>
          </a:p>
          <a:p>
            <a:pPr lvl="1" indent="-209550"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　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3</a:t>
            </a:r>
            <a:r>
              <a:rPr lang="zh-CN" altLang="en-US" sz="2400" dirty="0"/>
              <a:t>的象集为 </a:t>
            </a:r>
            <a:r>
              <a:rPr lang="en-US" altLang="zh-CN" sz="2400" dirty="0"/>
              <a:t>{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4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6</a:t>
            </a:r>
            <a:r>
              <a:rPr lang="en-US" altLang="zh-CN" sz="2400" dirty="0"/>
              <a:t>)}</a:t>
            </a:r>
          </a:p>
          <a:p>
            <a:pPr lvl="1" indent="-209550" algn="just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　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4</a:t>
            </a:r>
            <a:r>
              <a:rPr lang="zh-CN" altLang="en-US" sz="2400" dirty="0"/>
              <a:t>的象集为 </a:t>
            </a:r>
            <a:r>
              <a:rPr lang="en-US" altLang="zh-CN" sz="2400" dirty="0"/>
              <a:t>{(</a:t>
            </a:r>
            <a:r>
              <a:rPr lang="en-US" altLang="zh-CN" sz="2400" i="1" dirty="0"/>
              <a:t>b</a:t>
            </a:r>
            <a:r>
              <a:rPr lang="en-US" altLang="zh-CN" sz="2400" baseline="-30000" dirty="0"/>
              <a:t>6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6</a:t>
            </a:r>
            <a:r>
              <a:rPr lang="en-US" altLang="zh-CN" sz="2400" dirty="0"/>
              <a:t>)}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zh-CN" i="1" dirty="0"/>
              <a:t>S</a:t>
            </a:r>
            <a:r>
              <a:rPr lang="zh-CN" altLang="en-US" dirty="0"/>
              <a:t>在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zh-CN" altLang="en-US" dirty="0"/>
              <a:t>上的投影为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 i="1" dirty="0"/>
              <a:t>        </a:t>
            </a:r>
            <a:r>
              <a:rPr lang="en-US" altLang="zh-CN" sz="2400" i="1" dirty="0"/>
              <a:t>{(b1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c2)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(b2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c1)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(b2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c3) }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只有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的象集包含了</a:t>
            </a:r>
            <a:r>
              <a:rPr lang="en-US" altLang="zh-CN" i="1" dirty="0"/>
              <a:t>S</a:t>
            </a:r>
            <a:r>
              <a:rPr lang="zh-CN" altLang="en-US" dirty="0"/>
              <a:t>在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zh-CN" altLang="en-US" dirty="0"/>
              <a:t>属性组上的投影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所以     </a:t>
            </a:r>
            <a:r>
              <a:rPr lang="en-US" altLang="zh-CN" i="1" dirty="0"/>
              <a:t>R</a:t>
            </a:r>
            <a:r>
              <a:rPr lang="en-US" altLang="zh-CN" dirty="0"/>
              <a:t>÷</a:t>
            </a:r>
            <a:r>
              <a:rPr lang="en-US" altLang="zh-CN" i="1" dirty="0"/>
              <a:t>S</a:t>
            </a:r>
            <a:r>
              <a:rPr lang="en-US" altLang="zh-CN" dirty="0"/>
              <a:t> ={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en-US" altLang="zh-CN" dirty="0"/>
              <a:t>} 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773"/>
    </mc:Choice>
    <mc:Fallback xmlns="">
      <p:transition spd="slow" advTm="10377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0EA1F-5485-43E8-BED3-48AA340A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9D834-C055-4BCB-A7F5-0E23029AC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>
                <a:solidFill>
                  <a:srgbClr val="C00000"/>
                </a:solidFill>
              </a:rPr>
              <a:t>）运算结果</a:t>
            </a:r>
          </a:p>
        </p:txBody>
      </p:sp>
      <p:grpSp>
        <p:nvGrpSpPr>
          <p:cNvPr id="73732" name="组合 3">
            <a:extLst>
              <a:ext uri="{FF2B5EF4-FFF2-40B4-BE49-F238E27FC236}">
                <a16:creationId xmlns:a16="http://schemas.microsoft.com/office/drawing/2014/main" id="{AC579884-9A1F-4200-AD78-75CBD089499D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1773238"/>
            <a:ext cx="3124200" cy="4419600"/>
            <a:chOff x="0" y="0"/>
            <a:chExt cx="1026" cy="5475"/>
          </a:xfrm>
        </p:grpSpPr>
        <p:grpSp>
          <p:nvGrpSpPr>
            <p:cNvPr id="73772" name="组合 4">
              <a:extLst>
                <a:ext uri="{FF2B5EF4-FFF2-40B4-BE49-F238E27FC236}">
                  <a16:creationId xmlns:a16="http://schemas.microsoft.com/office/drawing/2014/main" id="{B8928F01-C453-43AD-9A21-0CB557377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1020" cy="5469"/>
              <a:chOff x="0" y="0"/>
              <a:chExt cx="1020" cy="5469"/>
            </a:xfrm>
          </p:grpSpPr>
          <p:grpSp>
            <p:nvGrpSpPr>
              <p:cNvPr id="73774" name="组合 6">
                <a:extLst>
                  <a:ext uri="{FF2B5EF4-FFF2-40B4-BE49-F238E27FC236}">
                    <a16:creationId xmlns:a16="http://schemas.microsoft.com/office/drawing/2014/main" id="{66DB245A-8D20-4E52-8DBF-BD477CB5C0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00" cy="499"/>
                <a:chOff x="0" y="0"/>
                <a:chExt cx="300" cy="499"/>
              </a:xfrm>
            </p:grpSpPr>
            <p:sp>
              <p:nvSpPr>
                <p:cNvPr id="73844" name="矩形 76">
                  <a:extLst>
                    <a:ext uri="{FF2B5EF4-FFF2-40B4-BE49-F238E27FC236}">
                      <a16:creationId xmlns:a16="http://schemas.microsoft.com/office/drawing/2014/main" id="{0DD36363-59B1-4A6F-8758-B333E1D321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45" name="矩形 77">
                  <a:extLst>
                    <a:ext uri="{FF2B5EF4-FFF2-40B4-BE49-F238E27FC236}">
                      <a16:creationId xmlns:a16="http://schemas.microsoft.com/office/drawing/2014/main" id="{704A4214-8C4C-49A4-8790-5B0CFAC90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75" name="组合 7">
                <a:extLst>
                  <a:ext uri="{FF2B5EF4-FFF2-40B4-BE49-F238E27FC236}">
                    <a16:creationId xmlns:a16="http://schemas.microsoft.com/office/drawing/2014/main" id="{710CD464-542C-4914-936F-18FB4DCFA3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0"/>
                <a:ext cx="360" cy="499"/>
                <a:chOff x="0" y="0"/>
                <a:chExt cx="360" cy="499"/>
              </a:xfrm>
            </p:grpSpPr>
            <p:sp>
              <p:nvSpPr>
                <p:cNvPr id="73842" name="矩形 74">
                  <a:extLst>
                    <a:ext uri="{FF2B5EF4-FFF2-40B4-BE49-F238E27FC236}">
                      <a16:creationId xmlns:a16="http://schemas.microsoft.com/office/drawing/2014/main" id="{ACA3DEA7-43F5-4C4D-87E2-71B80B1B4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43" name="矩形 75">
                  <a:extLst>
                    <a:ext uri="{FF2B5EF4-FFF2-40B4-BE49-F238E27FC236}">
                      <a16:creationId xmlns:a16="http://schemas.microsoft.com/office/drawing/2014/main" id="{E55BED5B-8A8C-4F6E-B736-C8E980E44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76" name="组合 8">
                <a:extLst>
                  <a:ext uri="{FF2B5EF4-FFF2-40B4-BE49-F238E27FC236}">
                    <a16:creationId xmlns:a16="http://schemas.microsoft.com/office/drawing/2014/main" id="{439FDA30-6B05-428F-95B4-D88985201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0"/>
                <a:ext cx="360" cy="499"/>
                <a:chOff x="0" y="0"/>
                <a:chExt cx="360" cy="499"/>
              </a:xfrm>
            </p:grpSpPr>
            <p:sp>
              <p:nvSpPr>
                <p:cNvPr id="73840" name="矩形 72">
                  <a:extLst>
                    <a:ext uri="{FF2B5EF4-FFF2-40B4-BE49-F238E27FC236}">
                      <a16:creationId xmlns:a16="http://schemas.microsoft.com/office/drawing/2014/main" id="{D5B38EBB-B4D3-4295-81BF-9B11ABF2A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41" name="矩形 73">
                  <a:extLst>
                    <a:ext uri="{FF2B5EF4-FFF2-40B4-BE49-F238E27FC236}">
                      <a16:creationId xmlns:a16="http://schemas.microsoft.com/office/drawing/2014/main" id="{90FEE0BD-F8F6-4DD8-8A1D-05C84F906D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77" name="组合 9">
                <a:extLst>
                  <a:ext uri="{FF2B5EF4-FFF2-40B4-BE49-F238E27FC236}">
                    <a16:creationId xmlns:a16="http://schemas.microsoft.com/office/drawing/2014/main" id="{AAA1632F-68A7-4497-8191-7A77FBD53F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00" cy="710"/>
                <a:chOff x="0" y="0"/>
                <a:chExt cx="300" cy="710"/>
              </a:xfrm>
            </p:grpSpPr>
            <p:sp>
              <p:nvSpPr>
                <p:cNvPr id="73838" name="矩形 70">
                  <a:extLst>
                    <a:ext uri="{FF2B5EF4-FFF2-40B4-BE49-F238E27FC236}">
                      <a16:creationId xmlns:a16="http://schemas.microsoft.com/office/drawing/2014/main" id="{BDFE4252-4C36-4CE6-AE6D-5B706A66C1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39" name="矩形 71">
                  <a:extLst>
                    <a:ext uri="{FF2B5EF4-FFF2-40B4-BE49-F238E27FC236}">
                      <a16:creationId xmlns:a16="http://schemas.microsoft.com/office/drawing/2014/main" id="{2DEC23B7-FF7D-4890-8EC3-CEB620195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78" name="组合 10">
                <a:extLst>
                  <a:ext uri="{FF2B5EF4-FFF2-40B4-BE49-F238E27FC236}">
                    <a16:creationId xmlns:a16="http://schemas.microsoft.com/office/drawing/2014/main" id="{CDB244C2-DD37-4741-9231-E5F12C9EFF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99"/>
                <a:ext cx="360" cy="710"/>
                <a:chOff x="0" y="0"/>
                <a:chExt cx="360" cy="710"/>
              </a:xfrm>
            </p:grpSpPr>
            <p:sp>
              <p:nvSpPr>
                <p:cNvPr id="73836" name="矩形 68">
                  <a:extLst>
                    <a:ext uri="{FF2B5EF4-FFF2-40B4-BE49-F238E27FC236}">
                      <a16:creationId xmlns:a16="http://schemas.microsoft.com/office/drawing/2014/main" id="{5BDFCA3D-7C19-43D5-8BCE-B67DEECC7B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37" name="矩形 69">
                  <a:extLst>
                    <a:ext uri="{FF2B5EF4-FFF2-40B4-BE49-F238E27FC236}">
                      <a16:creationId xmlns:a16="http://schemas.microsoft.com/office/drawing/2014/main" id="{0C3E2AD2-D356-483E-B6B3-8D30746FD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79" name="组合 11">
                <a:extLst>
                  <a:ext uri="{FF2B5EF4-FFF2-40B4-BE49-F238E27FC236}">
                    <a16:creationId xmlns:a16="http://schemas.microsoft.com/office/drawing/2014/main" id="{6387C9B4-684B-475E-B570-E56736D288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99"/>
                <a:ext cx="360" cy="710"/>
                <a:chOff x="0" y="0"/>
                <a:chExt cx="360" cy="710"/>
              </a:xfrm>
            </p:grpSpPr>
            <p:sp>
              <p:nvSpPr>
                <p:cNvPr id="73834" name="矩形 66">
                  <a:extLst>
                    <a:ext uri="{FF2B5EF4-FFF2-40B4-BE49-F238E27FC236}">
                      <a16:creationId xmlns:a16="http://schemas.microsoft.com/office/drawing/2014/main" id="{6330279E-AAEE-4660-8C17-B06EFACA25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35" name="矩形 67">
                  <a:extLst>
                    <a:ext uri="{FF2B5EF4-FFF2-40B4-BE49-F238E27FC236}">
                      <a16:creationId xmlns:a16="http://schemas.microsoft.com/office/drawing/2014/main" id="{A6F4869A-4311-4390-BAF8-2ED8295A4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0" name="组合 12">
                <a:extLst>
                  <a:ext uri="{FF2B5EF4-FFF2-40B4-BE49-F238E27FC236}">
                    <a16:creationId xmlns:a16="http://schemas.microsoft.com/office/drawing/2014/main" id="{4FE08633-A24B-4531-A778-8F9E2BCB69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300" cy="710"/>
                <a:chOff x="0" y="0"/>
                <a:chExt cx="300" cy="710"/>
              </a:xfrm>
            </p:grpSpPr>
            <p:sp>
              <p:nvSpPr>
                <p:cNvPr id="73832" name="矩形 64">
                  <a:extLst>
                    <a:ext uri="{FF2B5EF4-FFF2-40B4-BE49-F238E27FC236}">
                      <a16:creationId xmlns:a16="http://schemas.microsoft.com/office/drawing/2014/main" id="{6ACDC502-1FD9-4578-9DB3-FD9689CEC2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33" name="矩形 65">
                  <a:extLst>
                    <a:ext uri="{FF2B5EF4-FFF2-40B4-BE49-F238E27FC236}">
                      <a16:creationId xmlns:a16="http://schemas.microsoft.com/office/drawing/2014/main" id="{0318C5BE-01D5-4C90-8450-609C77DFB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1" name="组合 13">
                <a:extLst>
                  <a:ext uri="{FF2B5EF4-FFF2-40B4-BE49-F238E27FC236}">
                    <a16:creationId xmlns:a16="http://schemas.microsoft.com/office/drawing/2014/main" id="{420217C7-39E3-4645-8374-6A5ACE035B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209"/>
                <a:ext cx="360" cy="710"/>
                <a:chOff x="0" y="0"/>
                <a:chExt cx="360" cy="710"/>
              </a:xfrm>
            </p:grpSpPr>
            <p:sp>
              <p:nvSpPr>
                <p:cNvPr id="73830" name="矩形 62">
                  <a:extLst>
                    <a:ext uri="{FF2B5EF4-FFF2-40B4-BE49-F238E27FC236}">
                      <a16:creationId xmlns:a16="http://schemas.microsoft.com/office/drawing/2014/main" id="{83F51BE2-068C-4873-AAD8-AB9FCA027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31" name="矩形 63">
                  <a:extLst>
                    <a:ext uri="{FF2B5EF4-FFF2-40B4-BE49-F238E27FC236}">
                      <a16:creationId xmlns:a16="http://schemas.microsoft.com/office/drawing/2014/main" id="{20652FD7-B47A-4BEB-8C09-50929CEEC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2" name="组合 14">
                <a:extLst>
                  <a:ext uri="{FF2B5EF4-FFF2-40B4-BE49-F238E27FC236}">
                    <a16:creationId xmlns:a16="http://schemas.microsoft.com/office/drawing/2014/main" id="{F2C92ECA-3CB8-40DE-A709-5F2FF1A896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209"/>
                <a:ext cx="360" cy="710"/>
                <a:chOff x="0" y="0"/>
                <a:chExt cx="360" cy="710"/>
              </a:xfrm>
            </p:grpSpPr>
            <p:sp>
              <p:nvSpPr>
                <p:cNvPr id="73828" name="矩形 60">
                  <a:extLst>
                    <a:ext uri="{FF2B5EF4-FFF2-40B4-BE49-F238E27FC236}">
                      <a16:creationId xmlns:a16="http://schemas.microsoft.com/office/drawing/2014/main" id="{29696DC9-D027-4F8C-9AE4-6848C4827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7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29" name="矩形 61">
                  <a:extLst>
                    <a:ext uri="{FF2B5EF4-FFF2-40B4-BE49-F238E27FC236}">
                      <a16:creationId xmlns:a16="http://schemas.microsoft.com/office/drawing/2014/main" id="{CAE94C30-9F0E-4225-80AC-A6513EBB44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3" name="组合 15">
                <a:extLst>
                  <a:ext uri="{FF2B5EF4-FFF2-40B4-BE49-F238E27FC236}">
                    <a16:creationId xmlns:a16="http://schemas.microsoft.com/office/drawing/2014/main" id="{032218ED-2DD5-44E6-BF7F-487CFDB067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19"/>
                <a:ext cx="300" cy="710"/>
                <a:chOff x="0" y="0"/>
                <a:chExt cx="300" cy="710"/>
              </a:xfrm>
            </p:grpSpPr>
            <p:sp>
              <p:nvSpPr>
                <p:cNvPr id="73826" name="矩形 58">
                  <a:extLst>
                    <a:ext uri="{FF2B5EF4-FFF2-40B4-BE49-F238E27FC236}">
                      <a16:creationId xmlns:a16="http://schemas.microsoft.com/office/drawing/2014/main" id="{901F5B87-6325-4F0B-AB52-30BF43F2E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27" name="矩形 59">
                  <a:extLst>
                    <a:ext uri="{FF2B5EF4-FFF2-40B4-BE49-F238E27FC236}">
                      <a16:creationId xmlns:a16="http://schemas.microsoft.com/office/drawing/2014/main" id="{5CE8A069-0DA3-467D-9F71-DCFEBC820D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4" name="组合 16">
                <a:extLst>
                  <a:ext uri="{FF2B5EF4-FFF2-40B4-BE49-F238E27FC236}">
                    <a16:creationId xmlns:a16="http://schemas.microsoft.com/office/drawing/2014/main" id="{4E77D972-D4FE-469D-9E5F-90A4816658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1919"/>
                <a:ext cx="360" cy="710"/>
                <a:chOff x="0" y="0"/>
                <a:chExt cx="360" cy="710"/>
              </a:xfrm>
            </p:grpSpPr>
            <p:sp>
              <p:nvSpPr>
                <p:cNvPr id="73824" name="矩形 56">
                  <a:extLst>
                    <a:ext uri="{FF2B5EF4-FFF2-40B4-BE49-F238E27FC236}">
                      <a16:creationId xmlns:a16="http://schemas.microsoft.com/office/drawing/2014/main" id="{AC5FA2A8-EA0A-49BE-8203-AFECF04EB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25" name="矩形 57">
                  <a:extLst>
                    <a:ext uri="{FF2B5EF4-FFF2-40B4-BE49-F238E27FC236}">
                      <a16:creationId xmlns:a16="http://schemas.microsoft.com/office/drawing/2014/main" id="{D4B270BD-5DAE-4EDB-B5FC-EB9AF8DD58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5" name="组合 17">
                <a:extLst>
                  <a:ext uri="{FF2B5EF4-FFF2-40B4-BE49-F238E27FC236}">
                    <a16:creationId xmlns:a16="http://schemas.microsoft.com/office/drawing/2014/main" id="{7D327EA7-59E3-4CA9-B45A-EC4415DC7C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1919"/>
                <a:ext cx="360" cy="710"/>
                <a:chOff x="0" y="0"/>
                <a:chExt cx="360" cy="710"/>
              </a:xfrm>
            </p:grpSpPr>
            <p:sp>
              <p:nvSpPr>
                <p:cNvPr id="73822" name="矩形 54">
                  <a:extLst>
                    <a:ext uri="{FF2B5EF4-FFF2-40B4-BE49-F238E27FC236}">
                      <a16:creationId xmlns:a16="http://schemas.microsoft.com/office/drawing/2014/main" id="{2E978DDB-4AFA-465F-B30B-D011AFA1A8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23" name="矩形 55">
                  <a:extLst>
                    <a:ext uri="{FF2B5EF4-FFF2-40B4-BE49-F238E27FC236}">
                      <a16:creationId xmlns:a16="http://schemas.microsoft.com/office/drawing/2014/main" id="{FD6ACB06-1DD9-4FE1-9CF5-2F8CC766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6" name="组合 18">
                <a:extLst>
                  <a:ext uri="{FF2B5EF4-FFF2-40B4-BE49-F238E27FC236}">
                    <a16:creationId xmlns:a16="http://schemas.microsoft.com/office/drawing/2014/main" id="{03822283-F7AB-4B7F-A9BB-9640898649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29"/>
                <a:ext cx="300" cy="710"/>
                <a:chOff x="0" y="0"/>
                <a:chExt cx="300" cy="710"/>
              </a:xfrm>
            </p:grpSpPr>
            <p:sp>
              <p:nvSpPr>
                <p:cNvPr id="73820" name="矩形 52">
                  <a:extLst>
                    <a:ext uri="{FF2B5EF4-FFF2-40B4-BE49-F238E27FC236}">
                      <a16:creationId xmlns:a16="http://schemas.microsoft.com/office/drawing/2014/main" id="{8CD8724B-9995-46BC-9245-D1C63BC33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21" name="矩形 53">
                  <a:extLst>
                    <a:ext uri="{FF2B5EF4-FFF2-40B4-BE49-F238E27FC236}">
                      <a16:creationId xmlns:a16="http://schemas.microsoft.com/office/drawing/2014/main" id="{D8882ED0-1D3E-4CE7-A86F-F0433738B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7" name="组合 19">
                <a:extLst>
                  <a:ext uri="{FF2B5EF4-FFF2-40B4-BE49-F238E27FC236}">
                    <a16:creationId xmlns:a16="http://schemas.microsoft.com/office/drawing/2014/main" id="{B8BBE6F6-6F19-45B4-825C-09C8F6A483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2629"/>
                <a:ext cx="360" cy="710"/>
                <a:chOff x="0" y="0"/>
                <a:chExt cx="360" cy="710"/>
              </a:xfrm>
            </p:grpSpPr>
            <p:sp>
              <p:nvSpPr>
                <p:cNvPr id="73818" name="矩形 50">
                  <a:extLst>
                    <a:ext uri="{FF2B5EF4-FFF2-40B4-BE49-F238E27FC236}">
                      <a16:creationId xmlns:a16="http://schemas.microsoft.com/office/drawing/2014/main" id="{638AF0E4-8204-424E-A130-DFCAE68120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19" name="矩形 51">
                  <a:extLst>
                    <a:ext uri="{FF2B5EF4-FFF2-40B4-BE49-F238E27FC236}">
                      <a16:creationId xmlns:a16="http://schemas.microsoft.com/office/drawing/2014/main" id="{E4127E6E-0DB9-46C3-9CEA-036574FBD1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8" name="组合 20">
                <a:extLst>
                  <a:ext uri="{FF2B5EF4-FFF2-40B4-BE49-F238E27FC236}">
                    <a16:creationId xmlns:a16="http://schemas.microsoft.com/office/drawing/2014/main" id="{7A4C7065-8F86-4EE3-ACA1-2EEED01984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2629"/>
                <a:ext cx="360" cy="710"/>
                <a:chOff x="0" y="0"/>
                <a:chExt cx="360" cy="710"/>
              </a:xfrm>
            </p:grpSpPr>
            <p:sp>
              <p:nvSpPr>
                <p:cNvPr id="73816" name="矩形 48">
                  <a:extLst>
                    <a:ext uri="{FF2B5EF4-FFF2-40B4-BE49-F238E27FC236}">
                      <a16:creationId xmlns:a16="http://schemas.microsoft.com/office/drawing/2014/main" id="{CE848A78-921C-48EC-9427-AD32C69EC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17" name="矩形 49">
                  <a:extLst>
                    <a:ext uri="{FF2B5EF4-FFF2-40B4-BE49-F238E27FC236}">
                      <a16:creationId xmlns:a16="http://schemas.microsoft.com/office/drawing/2014/main" id="{B1824189-090E-4227-B7EC-8906DBE16B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89" name="组合 21">
                <a:extLst>
                  <a:ext uri="{FF2B5EF4-FFF2-40B4-BE49-F238E27FC236}">
                    <a16:creationId xmlns:a16="http://schemas.microsoft.com/office/drawing/2014/main" id="{AECC988C-9EFA-4D70-A96E-5AC30145CD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339"/>
                <a:ext cx="300" cy="710"/>
                <a:chOff x="0" y="0"/>
                <a:chExt cx="300" cy="710"/>
              </a:xfrm>
            </p:grpSpPr>
            <p:sp>
              <p:nvSpPr>
                <p:cNvPr id="73814" name="矩形 46">
                  <a:extLst>
                    <a:ext uri="{FF2B5EF4-FFF2-40B4-BE49-F238E27FC236}">
                      <a16:creationId xmlns:a16="http://schemas.microsoft.com/office/drawing/2014/main" id="{9C294ADB-5A7B-4565-B6A8-ABABD12144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15" name="矩形 47">
                  <a:extLst>
                    <a:ext uri="{FF2B5EF4-FFF2-40B4-BE49-F238E27FC236}">
                      <a16:creationId xmlns:a16="http://schemas.microsoft.com/office/drawing/2014/main" id="{41CA7D82-A0FD-407D-8E39-04D0E4A2B7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0" name="组合 22">
                <a:extLst>
                  <a:ext uri="{FF2B5EF4-FFF2-40B4-BE49-F238E27FC236}">
                    <a16:creationId xmlns:a16="http://schemas.microsoft.com/office/drawing/2014/main" id="{09262625-F7E1-460E-985C-A7BF66D4CA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3339"/>
                <a:ext cx="360" cy="710"/>
                <a:chOff x="0" y="0"/>
                <a:chExt cx="360" cy="710"/>
              </a:xfrm>
            </p:grpSpPr>
            <p:sp>
              <p:nvSpPr>
                <p:cNvPr id="73812" name="矩形 44">
                  <a:extLst>
                    <a:ext uri="{FF2B5EF4-FFF2-40B4-BE49-F238E27FC236}">
                      <a16:creationId xmlns:a16="http://schemas.microsoft.com/office/drawing/2014/main" id="{64B97ECD-F2D7-4D78-A379-6DF5323825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13" name="矩形 45">
                  <a:extLst>
                    <a:ext uri="{FF2B5EF4-FFF2-40B4-BE49-F238E27FC236}">
                      <a16:creationId xmlns:a16="http://schemas.microsoft.com/office/drawing/2014/main" id="{AA938122-4820-4A1A-AACA-212EC7BD6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1" name="组合 23">
                <a:extLst>
                  <a:ext uri="{FF2B5EF4-FFF2-40B4-BE49-F238E27FC236}">
                    <a16:creationId xmlns:a16="http://schemas.microsoft.com/office/drawing/2014/main" id="{6A55D035-E78F-4517-B653-A1EE465EB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3339"/>
                <a:ext cx="360" cy="710"/>
                <a:chOff x="0" y="0"/>
                <a:chExt cx="360" cy="710"/>
              </a:xfrm>
            </p:grpSpPr>
            <p:sp>
              <p:nvSpPr>
                <p:cNvPr id="73810" name="矩形 42">
                  <a:extLst>
                    <a:ext uri="{FF2B5EF4-FFF2-40B4-BE49-F238E27FC236}">
                      <a16:creationId xmlns:a16="http://schemas.microsoft.com/office/drawing/2014/main" id="{3A9B3DEA-359A-4E22-906B-BA10CF2C1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6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11" name="矩形 43">
                  <a:extLst>
                    <a:ext uri="{FF2B5EF4-FFF2-40B4-BE49-F238E27FC236}">
                      <a16:creationId xmlns:a16="http://schemas.microsoft.com/office/drawing/2014/main" id="{DF0BBB9E-5F5B-45FC-95B2-DB44B64A51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2" name="组合 24">
                <a:extLst>
                  <a:ext uri="{FF2B5EF4-FFF2-40B4-BE49-F238E27FC236}">
                    <a16:creationId xmlns:a16="http://schemas.microsoft.com/office/drawing/2014/main" id="{EBF271CF-D0A3-47ED-A0E6-8F93422EE0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49"/>
                <a:ext cx="300" cy="710"/>
                <a:chOff x="0" y="0"/>
                <a:chExt cx="300" cy="710"/>
              </a:xfrm>
            </p:grpSpPr>
            <p:sp>
              <p:nvSpPr>
                <p:cNvPr id="73808" name="矩形 40">
                  <a:extLst>
                    <a:ext uri="{FF2B5EF4-FFF2-40B4-BE49-F238E27FC236}">
                      <a16:creationId xmlns:a16="http://schemas.microsoft.com/office/drawing/2014/main" id="{37F97211-D290-4BA0-8B0C-1942CDBAD6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09" name="矩形 41">
                  <a:extLst>
                    <a:ext uri="{FF2B5EF4-FFF2-40B4-BE49-F238E27FC236}">
                      <a16:creationId xmlns:a16="http://schemas.microsoft.com/office/drawing/2014/main" id="{FDF91A91-1C45-419E-B06D-DE847C2F45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3" name="组合 25">
                <a:extLst>
                  <a:ext uri="{FF2B5EF4-FFF2-40B4-BE49-F238E27FC236}">
                    <a16:creationId xmlns:a16="http://schemas.microsoft.com/office/drawing/2014/main" id="{F122B975-CB5B-48FC-8407-0A2BA5B0EA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049"/>
                <a:ext cx="360" cy="710"/>
                <a:chOff x="0" y="0"/>
                <a:chExt cx="360" cy="710"/>
              </a:xfrm>
            </p:grpSpPr>
            <p:sp>
              <p:nvSpPr>
                <p:cNvPr id="73806" name="矩形 38">
                  <a:extLst>
                    <a:ext uri="{FF2B5EF4-FFF2-40B4-BE49-F238E27FC236}">
                      <a16:creationId xmlns:a16="http://schemas.microsoft.com/office/drawing/2014/main" id="{E2E563B8-EF73-4B54-8CD7-3BC14BE370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07" name="矩形 39">
                  <a:extLst>
                    <a:ext uri="{FF2B5EF4-FFF2-40B4-BE49-F238E27FC236}">
                      <a16:creationId xmlns:a16="http://schemas.microsoft.com/office/drawing/2014/main" id="{4EF96937-A6DB-44E2-9A48-DFD4D7ACF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4" name="组合 26">
                <a:extLst>
                  <a:ext uri="{FF2B5EF4-FFF2-40B4-BE49-F238E27FC236}">
                    <a16:creationId xmlns:a16="http://schemas.microsoft.com/office/drawing/2014/main" id="{0A27A9AA-0E22-4A81-AB73-F4E6189762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049"/>
                <a:ext cx="360" cy="710"/>
                <a:chOff x="0" y="0"/>
                <a:chExt cx="360" cy="710"/>
              </a:xfrm>
            </p:grpSpPr>
            <p:sp>
              <p:nvSpPr>
                <p:cNvPr id="73804" name="矩形 36">
                  <a:extLst>
                    <a:ext uri="{FF2B5EF4-FFF2-40B4-BE49-F238E27FC236}">
                      <a16:creationId xmlns:a16="http://schemas.microsoft.com/office/drawing/2014/main" id="{727C0DD3-6F9D-4F66-9C01-825C375327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05" name="矩形 37">
                  <a:extLst>
                    <a:ext uri="{FF2B5EF4-FFF2-40B4-BE49-F238E27FC236}">
                      <a16:creationId xmlns:a16="http://schemas.microsoft.com/office/drawing/2014/main" id="{3615A24D-7CD0-45E1-A40A-698079BA4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5" name="组合 27">
                <a:extLst>
                  <a:ext uri="{FF2B5EF4-FFF2-40B4-BE49-F238E27FC236}">
                    <a16:creationId xmlns:a16="http://schemas.microsoft.com/office/drawing/2014/main" id="{B923454B-9228-47D9-BA22-94C5F8F20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759"/>
                <a:ext cx="300" cy="710"/>
                <a:chOff x="0" y="0"/>
                <a:chExt cx="300" cy="710"/>
              </a:xfrm>
            </p:grpSpPr>
            <p:sp>
              <p:nvSpPr>
                <p:cNvPr id="73802" name="矩形 34">
                  <a:extLst>
                    <a:ext uri="{FF2B5EF4-FFF2-40B4-BE49-F238E27FC236}">
                      <a16:creationId xmlns:a16="http://schemas.microsoft.com/office/drawing/2014/main" id="{65A8A80B-4C80-41A9-A8DA-B62DDFE19E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03" name="矩形 35">
                  <a:extLst>
                    <a:ext uri="{FF2B5EF4-FFF2-40B4-BE49-F238E27FC236}">
                      <a16:creationId xmlns:a16="http://schemas.microsoft.com/office/drawing/2014/main" id="{28F9AD3B-07FA-4EFD-8413-A1235BA2A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6" name="组合 28">
                <a:extLst>
                  <a:ext uri="{FF2B5EF4-FFF2-40B4-BE49-F238E27FC236}">
                    <a16:creationId xmlns:a16="http://schemas.microsoft.com/office/drawing/2014/main" id="{B96FD1BD-4DA4-45F6-86AA-93B55297CD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" y="4759"/>
                <a:ext cx="360" cy="710"/>
                <a:chOff x="0" y="0"/>
                <a:chExt cx="360" cy="710"/>
              </a:xfrm>
            </p:grpSpPr>
            <p:sp>
              <p:nvSpPr>
                <p:cNvPr id="73800" name="矩形 32">
                  <a:extLst>
                    <a:ext uri="{FF2B5EF4-FFF2-40B4-BE49-F238E27FC236}">
                      <a16:creationId xmlns:a16="http://schemas.microsoft.com/office/drawing/2014/main" id="{5C9E1F80-6552-4CA9-B004-8B7D25D71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801" name="矩形 33">
                  <a:extLst>
                    <a:ext uri="{FF2B5EF4-FFF2-40B4-BE49-F238E27FC236}">
                      <a16:creationId xmlns:a16="http://schemas.microsoft.com/office/drawing/2014/main" id="{C0A425D0-5E76-4DBE-82AB-C5B6CBC4F2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97" name="组合 29">
                <a:extLst>
                  <a:ext uri="{FF2B5EF4-FFF2-40B4-BE49-F238E27FC236}">
                    <a16:creationId xmlns:a16="http://schemas.microsoft.com/office/drawing/2014/main" id="{5251E8FA-34F8-4AE6-9F9A-0DB4B466F1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0" y="4759"/>
                <a:ext cx="360" cy="710"/>
                <a:chOff x="0" y="0"/>
                <a:chExt cx="360" cy="710"/>
              </a:xfrm>
            </p:grpSpPr>
            <p:sp>
              <p:nvSpPr>
                <p:cNvPr id="73798" name="矩形 30">
                  <a:extLst>
                    <a:ext uri="{FF2B5EF4-FFF2-40B4-BE49-F238E27FC236}">
                      <a16:creationId xmlns:a16="http://schemas.microsoft.com/office/drawing/2014/main" id="{C8FED7D6-272B-4B8E-8E46-704028F2A5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99" name="矩形 31">
                  <a:extLst>
                    <a:ext uri="{FF2B5EF4-FFF2-40B4-BE49-F238E27FC236}">
                      <a16:creationId xmlns:a16="http://schemas.microsoft.com/office/drawing/2014/main" id="{0722B851-2D54-4567-BFB3-127E41A6A1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73773" name="矩形 5">
              <a:extLst>
                <a:ext uri="{FF2B5EF4-FFF2-40B4-BE49-F238E27FC236}">
                  <a16:creationId xmlns:a16="http://schemas.microsoft.com/office/drawing/2014/main" id="{B1004279-F5B4-4124-9AB5-B0AFA816E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26" cy="547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3" name="组合 78">
            <a:extLst>
              <a:ext uri="{FF2B5EF4-FFF2-40B4-BE49-F238E27FC236}">
                <a16:creationId xmlns:a16="http://schemas.microsoft.com/office/drawing/2014/main" id="{0F6D9BC4-4965-4E4A-B231-E68075BB29D8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1847850"/>
            <a:ext cx="731837" cy="433388"/>
            <a:chOff x="0" y="0"/>
            <a:chExt cx="342" cy="499"/>
          </a:xfrm>
        </p:grpSpPr>
        <p:sp>
          <p:nvSpPr>
            <p:cNvPr id="73770" name="矩形 79">
              <a:extLst>
                <a:ext uri="{FF2B5EF4-FFF2-40B4-BE49-F238E27FC236}">
                  <a16:creationId xmlns:a16="http://schemas.microsoft.com/office/drawing/2014/main" id="{EEF98A14-B119-43A7-AEDF-87AA811C3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56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B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71" name="矩形 80">
              <a:extLst>
                <a:ext uri="{FF2B5EF4-FFF2-40B4-BE49-F238E27FC236}">
                  <a16:creationId xmlns:a16="http://schemas.microsoft.com/office/drawing/2014/main" id="{D07C7C48-7BDD-41A6-AEDE-CC1E32394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2" cy="499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4" name="组合 81">
            <a:extLst>
              <a:ext uri="{FF2B5EF4-FFF2-40B4-BE49-F238E27FC236}">
                <a16:creationId xmlns:a16="http://schemas.microsoft.com/office/drawing/2014/main" id="{AC09F1C5-EEBB-4B39-88F0-78B2B5AEA7F7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1847850"/>
            <a:ext cx="771525" cy="433388"/>
            <a:chOff x="0" y="0"/>
            <a:chExt cx="360" cy="499"/>
          </a:xfrm>
        </p:grpSpPr>
        <p:sp>
          <p:nvSpPr>
            <p:cNvPr id="73768" name="矩形 82">
              <a:extLst>
                <a:ext uri="{FF2B5EF4-FFF2-40B4-BE49-F238E27FC236}">
                  <a16:creationId xmlns:a16="http://schemas.microsoft.com/office/drawing/2014/main" id="{D66E4F5A-0332-4515-BB57-205265114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74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C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69" name="矩形 83">
              <a:extLst>
                <a:ext uri="{FF2B5EF4-FFF2-40B4-BE49-F238E27FC236}">
                  <a16:creationId xmlns:a16="http://schemas.microsoft.com/office/drawing/2014/main" id="{1D1746C6-9579-4B12-947E-DC514EC31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0" cy="499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5" name="组合 84">
            <a:extLst>
              <a:ext uri="{FF2B5EF4-FFF2-40B4-BE49-F238E27FC236}">
                <a16:creationId xmlns:a16="http://schemas.microsoft.com/office/drawing/2014/main" id="{C6FFC2EF-5419-4C03-8857-52E28CB78EC0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2281238"/>
            <a:ext cx="731837" cy="614362"/>
            <a:chOff x="0" y="0"/>
            <a:chExt cx="342" cy="710"/>
          </a:xfrm>
        </p:grpSpPr>
        <p:sp>
          <p:nvSpPr>
            <p:cNvPr id="73766" name="矩形 85">
              <a:extLst>
                <a:ext uri="{FF2B5EF4-FFF2-40B4-BE49-F238E27FC236}">
                  <a16:creationId xmlns:a16="http://schemas.microsoft.com/office/drawing/2014/main" id="{084C9544-AE3B-4E2F-A414-2BF09F213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5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1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67" name="矩形 86">
              <a:extLst>
                <a:ext uri="{FF2B5EF4-FFF2-40B4-BE49-F238E27FC236}">
                  <a16:creationId xmlns:a16="http://schemas.microsoft.com/office/drawing/2014/main" id="{AAB67359-A47D-4AFE-B28A-A514B5FF3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2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6" name="组合 87">
            <a:extLst>
              <a:ext uri="{FF2B5EF4-FFF2-40B4-BE49-F238E27FC236}">
                <a16:creationId xmlns:a16="http://schemas.microsoft.com/office/drawing/2014/main" id="{B8693BF5-CA5C-4E55-928C-4DABC0A965AF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2281238"/>
            <a:ext cx="771525" cy="614362"/>
            <a:chOff x="0" y="0"/>
            <a:chExt cx="360" cy="710"/>
          </a:xfrm>
        </p:grpSpPr>
        <p:sp>
          <p:nvSpPr>
            <p:cNvPr id="73764" name="矩形 88">
              <a:extLst>
                <a:ext uri="{FF2B5EF4-FFF2-40B4-BE49-F238E27FC236}">
                  <a16:creationId xmlns:a16="http://schemas.microsoft.com/office/drawing/2014/main" id="{F603ACF3-9226-40C8-9A83-20582CA3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74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2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65" name="矩形 89">
              <a:extLst>
                <a:ext uri="{FF2B5EF4-FFF2-40B4-BE49-F238E27FC236}">
                  <a16:creationId xmlns:a16="http://schemas.microsoft.com/office/drawing/2014/main" id="{1AB86C2B-755D-4CE9-B3AB-1624161C8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0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7" name="组合 90">
            <a:extLst>
              <a:ext uri="{FF2B5EF4-FFF2-40B4-BE49-F238E27FC236}">
                <a16:creationId xmlns:a16="http://schemas.microsoft.com/office/drawing/2014/main" id="{AB41EA85-F3A1-497B-A6F6-B8B95576429F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2895600"/>
            <a:ext cx="731837" cy="615950"/>
            <a:chOff x="0" y="0"/>
            <a:chExt cx="342" cy="710"/>
          </a:xfrm>
        </p:grpSpPr>
        <p:sp>
          <p:nvSpPr>
            <p:cNvPr id="73762" name="矩形 91">
              <a:extLst>
                <a:ext uri="{FF2B5EF4-FFF2-40B4-BE49-F238E27FC236}">
                  <a16:creationId xmlns:a16="http://schemas.microsoft.com/office/drawing/2014/main" id="{025E76BF-70E3-4518-BB5F-3D0066EDB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5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2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63" name="矩形 92">
              <a:extLst>
                <a:ext uri="{FF2B5EF4-FFF2-40B4-BE49-F238E27FC236}">
                  <a16:creationId xmlns:a16="http://schemas.microsoft.com/office/drawing/2014/main" id="{CBBE4E87-00F6-49E7-9735-59358F89D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2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8" name="组合 93">
            <a:extLst>
              <a:ext uri="{FF2B5EF4-FFF2-40B4-BE49-F238E27FC236}">
                <a16:creationId xmlns:a16="http://schemas.microsoft.com/office/drawing/2014/main" id="{F0E6C861-FE2F-4849-8D6B-DED9F7401815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2895600"/>
            <a:ext cx="771525" cy="615950"/>
            <a:chOff x="0" y="0"/>
            <a:chExt cx="360" cy="710"/>
          </a:xfrm>
        </p:grpSpPr>
        <p:sp>
          <p:nvSpPr>
            <p:cNvPr id="73760" name="矩形 94">
              <a:extLst>
                <a:ext uri="{FF2B5EF4-FFF2-40B4-BE49-F238E27FC236}">
                  <a16:creationId xmlns:a16="http://schemas.microsoft.com/office/drawing/2014/main" id="{5905A4B1-079B-4A2B-95E1-EE4D23A3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74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1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61" name="矩形 95">
              <a:extLst>
                <a:ext uri="{FF2B5EF4-FFF2-40B4-BE49-F238E27FC236}">
                  <a16:creationId xmlns:a16="http://schemas.microsoft.com/office/drawing/2014/main" id="{93A820D8-3499-4CE6-9CD1-549952CC8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0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39" name="组合 96">
            <a:extLst>
              <a:ext uri="{FF2B5EF4-FFF2-40B4-BE49-F238E27FC236}">
                <a16:creationId xmlns:a16="http://schemas.microsoft.com/office/drawing/2014/main" id="{E8EF4FE8-A207-447C-BA8A-265B86A9B9CD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3511550"/>
            <a:ext cx="731837" cy="615950"/>
            <a:chOff x="0" y="0"/>
            <a:chExt cx="342" cy="710"/>
          </a:xfrm>
        </p:grpSpPr>
        <p:sp>
          <p:nvSpPr>
            <p:cNvPr id="73758" name="矩形 97">
              <a:extLst>
                <a:ext uri="{FF2B5EF4-FFF2-40B4-BE49-F238E27FC236}">
                  <a16:creationId xmlns:a16="http://schemas.microsoft.com/office/drawing/2014/main" id="{1A7A819E-AC06-4B9D-B7AE-F871109E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5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2</a:t>
              </a:r>
              <a:endParaRPr lang="en-US" altLang="zh-CN" sz="700" i="1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59" name="矩形 98">
              <a:extLst>
                <a:ext uri="{FF2B5EF4-FFF2-40B4-BE49-F238E27FC236}">
                  <a16:creationId xmlns:a16="http://schemas.microsoft.com/office/drawing/2014/main" id="{0492B10A-B278-4C8F-A6BC-A12F5B195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2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740" name="组合 99">
            <a:extLst>
              <a:ext uri="{FF2B5EF4-FFF2-40B4-BE49-F238E27FC236}">
                <a16:creationId xmlns:a16="http://schemas.microsoft.com/office/drawing/2014/main" id="{9F105F1E-0833-466D-A271-5A90F27BC54A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3511550"/>
            <a:ext cx="771525" cy="615950"/>
            <a:chOff x="0" y="0"/>
            <a:chExt cx="360" cy="710"/>
          </a:xfrm>
        </p:grpSpPr>
        <p:sp>
          <p:nvSpPr>
            <p:cNvPr id="73756" name="矩形 100">
              <a:extLst>
                <a:ext uri="{FF2B5EF4-FFF2-40B4-BE49-F238E27FC236}">
                  <a16:creationId xmlns:a16="http://schemas.microsoft.com/office/drawing/2014/main" id="{B542C774-797E-4F7B-91BD-CFCDA9A9C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274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bg1"/>
                </a:buClr>
              </a:pPr>
              <a:r>
                <a:rPr lang="en-US" altLang="zh-CN" sz="22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30000">
                  <a:latin typeface="Times New Roman" panose="02020603050405020304" pitchFamily="18" charset="0"/>
                </a:rPr>
                <a:t>3</a:t>
              </a:r>
              <a:endParaRPr lang="en-US" altLang="zh-CN" sz="1000">
                <a:latin typeface="Times New Roman" panose="02020603050405020304" pitchFamily="18" charset="0"/>
              </a:endParaRPr>
            </a:p>
            <a:p>
              <a:pPr algn="ctr">
                <a:buClr>
                  <a:schemeClr val="bg1"/>
                </a:buClr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57" name="矩形 101">
              <a:extLst>
                <a:ext uri="{FF2B5EF4-FFF2-40B4-BE49-F238E27FC236}">
                  <a16:creationId xmlns:a16="http://schemas.microsoft.com/office/drawing/2014/main" id="{0DA78EEB-752E-4165-925B-6E650E70A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0" cy="710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3741" name="矩形 102">
            <a:extLst>
              <a:ext uri="{FF2B5EF4-FFF2-40B4-BE49-F238E27FC236}">
                <a16:creationId xmlns:a16="http://schemas.microsoft.com/office/drawing/2014/main" id="{8FA21DC4-851D-4BEF-8348-8ECD8CEFF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844675"/>
            <a:ext cx="1512887" cy="2286000"/>
          </a:xfrm>
          <a:prstGeom prst="rect">
            <a:avLst/>
          </a:prstGeom>
          <a:noFill/>
          <a:ln w="11112">
            <a:solidFill>
              <a:srgbClr val="A0A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3742" name="组合 103">
            <a:extLst>
              <a:ext uri="{FF2B5EF4-FFF2-40B4-BE49-F238E27FC236}">
                <a16:creationId xmlns:a16="http://schemas.microsoft.com/office/drawing/2014/main" id="{D35CD48D-6DB4-4C63-BA8B-87AD1B31FBCB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572000"/>
            <a:ext cx="1181100" cy="1524000"/>
            <a:chOff x="0" y="0"/>
            <a:chExt cx="744" cy="1503"/>
          </a:xfrm>
        </p:grpSpPr>
        <p:grpSp>
          <p:nvGrpSpPr>
            <p:cNvPr id="73745" name="组合 104">
              <a:extLst>
                <a:ext uri="{FF2B5EF4-FFF2-40B4-BE49-F238E27FC236}">
                  <a16:creationId xmlns:a16="http://schemas.microsoft.com/office/drawing/2014/main" id="{5FEB5FB0-0E2A-4733-B319-07A887AFE0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3"/>
              <a:ext cx="738" cy="1497"/>
              <a:chOff x="0" y="0"/>
              <a:chExt cx="738" cy="1497"/>
            </a:xfrm>
          </p:grpSpPr>
          <p:grpSp>
            <p:nvGrpSpPr>
              <p:cNvPr id="73747" name="组合 106">
                <a:extLst>
                  <a:ext uri="{FF2B5EF4-FFF2-40B4-BE49-F238E27FC236}">
                    <a16:creationId xmlns:a16="http://schemas.microsoft.com/office/drawing/2014/main" id="{FED27E2A-45DA-443A-A7FE-CEE516BFF1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38" cy="499"/>
                <a:chOff x="0" y="0"/>
                <a:chExt cx="738" cy="499"/>
              </a:xfrm>
            </p:grpSpPr>
            <p:sp>
              <p:nvSpPr>
                <p:cNvPr id="73754" name="矩形 113">
                  <a:extLst>
                    <a:ext uri="{FF2B5EF4-FFF2-40B4-BE49-F238E27FC236}">
                      <a16:creationId xmlns:a16="http://schemas.microsoft.com/office/drawing/2014/main" id="{585BC796-60F7-4507-A3D6-706255093B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200" b="1">
                      <a:latin typeface="Times New Roman" panose="02020603050405020304" pitchFamily="18" charset="0"/>
                    </a:rPr>
                    <a:t>÷</a:t>
                  </a:r>
                  <a:r>
                    <a:rPr lang="en-US" altLang="zh-CN" sz="2200" b="1" i="1">
                      <a:latin typeface="Times New Roman" panose="02020603050405020304" pitchFamily="18" charset="0"/>
                    </a:rPr>
                    <a:t>S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5" name="矩形 114">
                  <a:extLst>
                    <a:ext uri="{FF2B5EF4-FFF2-40B4-BE49-F238E27FC236}">
                      <a16:creationId xmlns:a16="http://schemas.microsoft.com/office/drawing/2014/main" id="{4507CCAF-EAF2-42F5-AD98-C1CC72CF5A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48" name="组合 107">
                <a:extLst>
                  <a:ext uri="{FF2B5EF4-FFF2-40B4-BE49-F238E27FC236}">
                    <a16:creationId xmlns:a16="http://schemas.microsoft.com/office/drawing/2014/main" id="{2074B56A-86D2-41A4-9948-9859E9A9F9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738" cy="499"/>
                <a:chOff x="0" y="0"/>
                <a:chExt cx="738" cy="499"/>
              </a:xfrm>
            </p:grpSpPr>
            <p:sp>
              <p:nvSpPr>
                <p:cNvPr id="73752" name="矩形 111">
                  <a:extLst>
                    <a:ext uri="{FF2B5EF4-FFF2-40B4-BE49-F238E27FC236}">
                      <a16:creationId xmlns:a16="http://schemas.microsoft.com/office/drawing/2014/main" id="{F2C50B98-49F5-4272-9ADE-41845A1BD7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3" name="矩形 112">
                  <a:extLst>
                    <a:ext uri="{FF2B5EF4-FFF2-40B4-BE49-F238E27FC236}">
                      <a16:creationId xmlns:a16="http://schemas.microsoft.com/office/drawing/2014/main" id="{3C617B84-E134-4FB4-8572-2FE527BCB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3749" name="组合 108">
                <a:extLst>
                  <a:ext uri="{FF2B5EF4-FFF2-40B4-BE49-F238E27FC236}">
                    <a16:creationId xmlns:a16="http://schemas.microsoft.com/office/drawing/2014/main" id="{8DBA400C-2A41-40B5-BC04-2472E21D9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738" cy="499"/>
                <a:chOff x="0" y="0"/>
                <a:chExt cx="738" cy="499"/>
              </a:xfrm>
            </p:grpSpPr>
            <p:sp>
              <p:nvSpPr>
                <p:cNvPr id="73750" name="矩形 109">
                  <a:extLst>
                    <a:ext uri="{FF2B5EF4-FFF2-40B4-BE49-F238E27FC236}">
                      <a16:creationId xmlns:a16="http://schemas.microsoft.com/office/drawing/2014/main" id="{86186599-CB64-45DD-9219-929789A8F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2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Clr>
                      <a:schemeClr val="bg1"/>
                    </a:buClr>
                  </a:pPr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>
                    <a:buClr>
                      <a:schemeClr val="bg1"/>
                    </a:buClr>
                  </a:pP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1" name="矩形 110">
                  <a:extLst>
                    <a:ext uri="{FF2B5EF4-FFF2-40B4-BE49-F238E27FC236}">
                      <a16:creationId xmlns:a16="http://schemas.microsoft.com/office/drawing/2014/main" id="{BB79FC37-F714-434A-A7A3-03AC5EF2F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73746" name="矩形 105">
              <a:extLst>
                <a:ext uri="{FF2B5EF4-FFF2-40B4-BE49-F238E27FC236}">
                  <a16:creationId xmlns:a16="http://schemas.microsoft.com/office/drawing/2014/main" id="{36A7E02B-87E0-4540-BE5E-040A3D9E7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44" cy="1503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3743" name="矩形 115">
            <a:extLst>
              <a:ext uri="{FF2B5EF4-FFF2-40B4-BE49-F238E27FC236}">
                <a16:creationId xmlns:a16="http://schemas.microsoft.com/office/drawing/2014/main" id="{B591D1D4-A9E2-4C39-BD14-60E451B07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3528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3744" name="矩形 116">
            <a:extLst>
              <a:ext uri="{FF2B5EF4-FFF2-40B4-BE49-F238E27FC236}">
                <a16:creationId xmlns:a16="http://schemas.microsoft.com/office/drawing/2014/main" id="{C18522ED-C922-4CCA-AA58-DB1C1FA59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6670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bg1"/>
              </a:buClr>
            </a:pP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5"/>
    </mc:Choice>
    <mc:Fallback xmlns="">
      <p:transition spd="slow" advTm="2265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A7CE6-00B2-4737-82CA-8E3B5554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5DCBD-0189-4296-BE81-EFB5B015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）实用示例</a:t>
            </a:r>
          </a:p>
        </p:txBody>
      </p:sp>
      <p:graphicFrame>
        <p:nvGraphicFramePr>
          <p:cNvPr id="4" name="内容占位符 414721">
            <a:extLst>
              <a:ext uri="{FF2B5EF4-FFF2-40B4-BE49-F238E27FC236}">
                <a16:creationId xmlns:a16="http://schemas.microsoft.com/office/drawing/2014/main" id="{FED486FA-2142-46AD-BF0A-B1EEA83146CD}"/>
              </a:ext>
            </a:extLst>
          </p:cNvPr>
          <p:cNvGraphicFramePr>
            <a:graphicFrameLocks/>
          </p:cNvGraphicFramePr>
          <p:nvPr/>
        </p:nvGraphicFramePr>
        <p:xfrm>
          <a:off x="323850" y="2160588"/>
          <a:ext cx="3810000" cy="4143375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SNO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SNAME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accent2"/>
                          </a:solidFill>
                        </a:rPr>
                        <a:t>CNO</a:t>
                      </a:r>
                      <a:endParaRPr lang="zh-CN" altLang="en-US" sz="16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accent2"/>
                          </a:solidFill>
                        </a:rPr>
                        <a:t>CNAME</a:t>
                      </a:r>
                      <a:endParaRPr lang="zh-CN" altLang="en-US" sz="16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C1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DB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C3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DS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C4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MIS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S2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GU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C1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DB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S2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GU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S3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AN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S4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LI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S4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LI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C4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MIS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内容占位符 414778">
            <a:extLst>
              <a:ext uri="{FF2B5EF4-FFF2-40B4-BE49-F238E27FC236}">
                <a16:creationId xmlns:a16="http://schemas.microsoft.com/office/drawing/2014/main" id="{3BA368F8-0DE5-42C2-AFFA-D344598E91E8}"/>
              </a:ext>
            </a:extLst>
          </p:cNvPr>
          <p:cNvGraphicFramePr>
            <a:graphicFrameLocks/>
          </p:cNvGraphicFramePr>
          <p:nvPr/>
        </p:nvGraphicFramePr>
        <p:xfrm>
          <a:off x="4535488" y="2305050"/>
          <a:ext cx="1944687" cy="670388"/>
        </p:xfrm>
        <a:graphic>
          <a:graphicData uri="http://schemas.openxmlformats.org/drawingml/2006/table">
            <a:tbl>
              <a:tblPr/>
              <a:tblGrid>
                <a:gridCol w="97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hlink"/>
                          </a:solidFill>
                        </a:rPr>
                        <a:t>CNO</a:t>
                      </a:r>
                      <a:endParaRPr lang="zh-CN" altLang="en-US" sz="1600">
                        <a:solidFill>
                          <a:schemeClr val="hlink"/>
                        </a:solidFill>
                      </a:endParaRPr>
                    </a:p>
                  </a:txBody>
                  <a:tcPr marT="45677" marB="4567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chemeClr val="hlink"/>
                          </a:solidFill>
                        </a:rPr>
                        <a:t>CNAME</a:t>
                      </a:r>
                      <a:endParaRPr lang="zh-CN" altLang="en-US" sz="1600">
                        <a:solidFill>
                          <a:schemeClr val="hlink"/>
                        </a:solidFill>
                      </a:endParaRPr>
                    </a:p>
                  </a:txBody>
                  <a:tcPr marT="45677" marB="4567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 marT="45677" marB="4567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 marT="45677" marB="4567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591C006-36F7-4ECE-AB6F-DE2320F56783}"/>
              </a:ext>
            </a:extLst>
          </p:cNvPr>
          <p:cNvGraphicFramePr/>
          <p:nvPr/>
        </p:nvGraphicFramePr>
        <p:xfrm>
          <a:off x="4464050" y="3600450"/>
          <a:ext cx="1944688" cy="1006476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CNO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CNAME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C4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MIS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FF4D64-52D5-4B12-A7E0-998C11F59CB2}"/>
              </a:ext>
            </a:extLst>
          </p:cNvPr>
          <p:cNvGraphicFramePr/>
          <p:nvPr/>
        </p:nvGraphicFramePr>
        <p:xfrm>
          <a:off x="4391025" y="5256213"/>
          <a:ext cx="1944688" cy="1341436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CNO</a:t>
                      </a:r>
                      <a:endParaRPr lang="zh-CN" altLang="en-US" sz="1600"/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CNAME</a:t>
                      </a:r>
                      <a:endParaRPr lang="zh-CN" altLang="en-US" sz="1600"/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C1</a:t>
                      </a:r>
                      <a:endParaRPr lang="zh-CN" altLang="en-US" sz="1600"/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DB</a:t>
                      </a:r>
                      <a:endParaRPr lang="zh-CN" altLang="en-US" sz="1600"/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C2</a:t>
                      </a:r>
                      <a:endParaRPr lang="zh-CN" altLang="en-US" sz="1600"/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OS</a:t>
                      </a:r>
                      <a:endParaRPr lang="zh-CN" altLang="en-US" sz="1600"/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C4</a:t>
                      </a:r>
                      <a:endParaRPr lang="zh-CN" altLang="en-US" sz="1600"/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MIS</a:t>
                      </a:r>
                      <a:endParaRPr lang="zh-CN" altLang="en-US" sz="1600"/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855" name="矩形 7">
            <a:extLst>
              <a:ext uri="{FF2B5EF4-FFF2-40B4-BE49-F238E27FC236}">
                <a16:creationId xmlns:a16="http://schemas.microsoft.com/office/drawing/2014/main" id="{33CA1FEB-4090-474B-B864-EA58F57A4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18859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S1</a:t>
            </a:r>
          </a:p>
        </p:txBody>
      </p:sp>
      <p:sp>
        <p:nvSpPr>
          <p:cNvPr id="74856" name="矩形 8">
            <a:extLst>
              <a:ext uri="{FF2B5EF4-FFF2-40B4-BE49-F238E27FC236}">
                <a16:creationId xmlns:a16="http://schemas.microsoft.com/office/drawing/2014/main" id="{5F4DF2E8-4766-4EF5-8337-9BCB7F622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0956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S2</a:t>
            </a:r>
          </a:p>
        </p:txBody>
      </p:sp>
      <p:sp>
        <p:nvSpPr>
          <p:cNvPr id="74857" name="矩形 9">
            <a:extLst>
              <a:ext uri="{FF2B5EF4-FFF2-40B4-BE49-F238E27FC236}">
                <a16:creationId xmlns:a16="http://schemas.microsoft.com/office/drawing/2014/main" id="{7774E814-7F08-4CAB-80A0-61469131B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475297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S3</a:t>
            </a:r>
          </a:p>
        </p:txBody>
      </p:sp>
      <p:sp>
        <p:nvSpPr>
          <p:cNvPr id="74858" name="矩形 10">
            <a:extLst>
              <a:ext uri="{FF2B5EF4-FFF2-40B4-BE49-F238E27FC236}">
                <a16:creationId xmlns:a16="http://schemas.microsoft.com/office/drawing/2014/main" id="{31011BF0-46D8-4F3A-8467-ABC7E206D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81163"/>
            <a:ext cx="173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</a:t>
            </a:r>
            <a:r>
              <a:rPr lang="zh-CN" altLang="en-US"/>
              <a:t>表示选修课程</a:t>
            </a:r>
            <a:endParaRPr lang="en-US" altLang="zh-CN"/>
          </a:p>
        </p:txBody>
      </p:sp>
      <p:sp>
        <p:nvSpPr>
          <p:cNvPr id="74859" name="矩形 11">
            <a:extLst>
              <a:ext uri="{FF2B5EF4-FFF2-40B4-BE49-F238E27FC236}">
                <a16:creationId xmlns:a16="http://schemas.microsoft.com/office/drawing/2014/main" id="{707F8099-8EB1-494C-9F85-D4789466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15843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R÷S 1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419C85E-5C2A-40F2-879E-D9D1025766E6}"/>
              </a:ext>
            </a:extLst>
          </p:cNvPr>
          <p:cNvGraphicFramePr/>
          <p:nvPr/>
        </p:nvGraphicFramePr>
        <p:xfrm>
          <a:off x="7056438" y="2087563"/>
          <a:ext cx="1944687" cy="1676400"/>
        </p:xfrm>
        <a:graphic>
          <a:graphicData uri="http://schemas.openxmlformats.org/drawingml/2006/table">
            <a:tbl>
              <a:tblPr/>
              <a:tblGrid>
                <a:gridCol w="97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SNO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SNAME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S2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GU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S3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AN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S4</a:t>
                      </a:r>
                      <a:endParaRPr lang="zh-CN" altLang="en-US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LI</a:t>
                      </a:r>
                      <a:endParaRPr lang="zh-CN" altLang="en-US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53D97BC-0799-4468-A80E-123DEAC46DFC}"/>
              </a:ext>
            </a:extLst>
          </p:cNvPr>
          <p:cNvGraphicFramePr/>
          <p:nvPr/>
        </p:nvGraphicFramePr>
        <p:xfrm>
          <a:off x="6983413" y="4105275"/>
          <a:ext cx="1944687" cy="1006476"/>
        </p:xfrm>
        <a:graphic>
          <a:graphicData uri="http://schemas.openxmlformats.org/drawingml/2006/table">
            <a:tbl>
              <a:tblPr/>
              <a:tblGrid>
                <a:gridCol w="97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SNO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SNAME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S4</a:t>
                      </a:r>
                      <a:endParaRPr lang="zh-CN" altLang="en-US" sz="1600"/>
                    </a:p>
                  </a:txBody>
                  <a:tcPr marT="45749" marB="4574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LI</a:t>
                      </a:r>
                      <a:endParaRPr lang="zh-CN" altLang="en-US" sz="1600"/>
                    </a:p>
                  </a:txBody>
                  <a:tcPr marT="45749" marB="4574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E7748E0-650C-45DA-A64C-B4E4B0CAD481}"/>
              </a:ext>
            </a:extLst>
          </p:cNvPr>
          <p:cNvGraphicFramePr/>
          <p:nvPr/>
        </p:nvGraphicFramePr>
        <p:xfrm>
          <a:off x="6911975" y="5761038"/>
          <a:ext cx="1944688" cy="670388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SNO</a:t>
                      </a:r>
                      <a:endParaRPr lang="zh-CN" altLang="en-US" sz="1600"/>
                    </a:p>
                  </a:txBody>
                  <a:tcPr marT="45677" marB="4567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SNAME</a:t>
                      </a:r>
                      <a:endParaRPr lang="zh-CN" altLang="en-US" sz="1600"/>
                    </a:p>
                  </a:txBody>
                  <a:tcPr marT="45677" marB="4567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S1</a:t>
                      </a:r>
                      <a:endParaRPr lang="zh-CN" altLang="en-US" sz="1600"/>
                    </a:p>
                  </a:txBody>
                  <a:tcPr marT="45677" marB="4567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/>
                        <a:t>BAO</a:t>
                      </a:r>
                      <a:endParaRPr lang="zh-CN" altLang="en-US" sz="1600"/>
                    </a:p>
                  </a:txBody>
                  <a:tcPr marT="45677" marB="4567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905" name="矩形 15">
            <a:extLst>
              <a:ext uri="{FF2B5EF4-FFF2-40B4-BE49-F238E27FC236}">
                <a16:creationId xmlns:a16="http://schemas.microsoft.com/office/drawing/2014/main" id="{C5DF2A1F-2695-46D9-A469-AED933FED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0" y="3744913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R÷S 2</a:t>
            </a:r>
          </a:p>
        </p:txBody>
      </p:sp>
      <p:sp>
        <p:nvSpPr>
          <p:cNvPr id="74906" name="矩形 16">
            <a:extLst>
              <a:ext uri="{FF2B5EF4-FFF2-40B4-BE49-F238E27FC236}">
                <a16:creationId xmlns:a16="http://schemas.microsoft.com/office/drawing/2014/main" id="{0F05AA28-DCB4-4C1E-A3FD-4C48EF866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0" y="5256213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R÷S 3</a:t>
            </a:r>
          </a:p>
        </p:txBody>
      </p:sp>
      <p:sp>
        <p:nvSpPr>
          <p:cNvPr id="74907" name="矩形 17">
            <a:extLst>
              <a:ext uri="{FF2B5EF4-FFF2-40B4-BE49-F238E27FC236}">
                <a16:creationId xmlns:a16="http://schemas.microsoft.com/office/drawing/2014/main" id="{3E504714-CCB0-4D11-866D-9A8D5C9D6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1381125"/>
            <a:ext cx="285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S1</a:t>
            </a:r>
            <a:r>
              <a:rPr lang="zh-CN" altLang="en-US"/>
              <a:t>、</a:t>
            </a:r>
            <a:r>
              <a:rPr lang="en-US" altLang="zh-CN"/>
              <a:t>S2</a:t>
            </a:r>
            <a:r>
              <a:rPr lang="zh-CN" altLang="en-US"/>
              <a:t>、</a:t>
            </a:r>
            <a:r>
              <a:rPr lang="en-US" altLang="zh-CN"/>
              <a:t>S3</a:t>
            </a:r>
            <a:r>
              <a:rPr lang="zh-CN" altLang="en-US"/>
              <a:t>表示课程情况</a:t>
            </a:r>
          </a:p>
        </p:txBody>
      </p:sp>
      <p:sp>
        <p:nvSpPr>
          <p:cNvPr id="74908" name="矩形 19">
            <a:extLst>
              <a:ext uri="{FF2B5EF4-FFF2-40B4-BE49-F238E27FC236}">
                <a16:creationId xmlns:a16="http://schemas.microsoft.com/office/drawing/2014/main" id="{3CF9E553-BD9B-4C10-B7D7-6A656F1AD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573" y="1156257"/>
            <a:ext cx="1548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什么含义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48"/>
    </mc:Choice>
    <mc:Fallback xmlns="">
      <p:transition spd="slow" advTm="421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9CD74-CA30-42AC-B576-B0E004FD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56C21-6CE5-4E5D-9C2E-7A785F5FD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实用示例中除运算的含义： 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R÷S 1</a:t>
            </a:r>
            <a:r>
              <a:rPr lang="zh-CN" altLang="en-US" dirty="0"/>
              <a:t>表示至少选修</a:t>
            </a:r>
            <a:r>
              <a:rPr lang="en-US" altLang="zh-CN" dirty="0"/>
              <a:t>S1</a:t>
            </a:r>
            <a:r>
              <a:rPr lang="zh-CN" altLang="en-US" dirty="0"/>
              <a:t>关系中列出课程的学生的学号和姓名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=R÷S 2</a:t>
            </a:r>
            <a:r>
              <a:rPr lang="zh-CN" altLang="en-US" dirty="0"/>
              <a:t>表示至少选修</a:t>
            </a:r>
            <a:r>
              <a:rPr lang="en-US" altLang="zh-CN" dirty="0"/>
              <a:t>S2</a:t>
            </a:r>
            <a:r>
              <a:rPr lang="zh-CN" altLang="en-US" dirty="0"/>
              <a:t>关系中列出课程的学生的学号和姓名</a:t>
            </a:r>
          </a:p>
          <a:p>
            <a:pPr eaLnBrk="1" hangingPunct="1">
              <a:defRPr/>
            </a:pPr>
            <a:r>
              <a:rPr lang="en-US" altLang="zh-CN" dirty="0"/>
              <a:t>R÷S 3 </a:t>
            </a:r>
            <a:r>
              <a:rPr lang="zh-CN" altLang="en-US" dirty="0"/>
              <a:t>表示的含义？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52"/>
    </mc:Choice>
    <mc:Fallback xmlns="">
      <p:transition spd="slow" advTm="5435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标题 417793">
            <a:extLst>
              <a:ext uri="{FF2B5EF4-FFF2-40B4-BE49-F238E27FC236}">
                <a16:creationId xmlns:a16="http://schemas.microsoft.com/office/drawing/2014/main" id="{C7D4721C-8ECA-4424-BC3F-04757689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  <a:endParaRPr dirty="0"/>
          </a:p>
        </p:txBody>
      </p:sp>
      <p:graphicFrame>
        <p:nvGraphicFramePr>
          <p:cNvPr id="417795" name="内容占位符 417794">
            <a:extLst>
              <a:ext uri="{FF2B5EF4-FFF2-40B4-BE49-F238E27FC236}">
                <a16:creationId xmlns:a16="http://schemas.microsoft.com/office/drawing/2014/main" id="{27D75F68-C397-4A76-8077-821E0834B9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68538" y="2055813"/>
          <a:ext cx="2668588" cy="36576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6850" name="矩形 417851">
            <a:extLst>
              <a:ext uri="{FF2B5EF4-FFF2-40B4-BE49-F238E27FC236}">
                <a16:creationId xmlns:a16="http://schemas.microsoft.com/office/drawing/2014/main" id="{D3716295-F3F6-4ECC-A01D-D89CBDCCE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5848350"/>
            <a:ext cx="4079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417853" name="表格 417852">
            <a:extLst>
              <a:ext uri="{FF2B5EF4-FFF2-40B4-BE49-F238E27FC236}">
                <a16:creationId xmlns:a16="http://schemas.microsoft.com/office/drawing/2014/main" id="{91DBED37-F3E3-4522-869F-0DCA3764B0EF}"/>
              </a:ext>
            </a:extLst>
          </p:cNvPr>
          <p:cNvGraphicFramePr/>
          <p:nvPr/>
        </p:nvGraphicFramePr>
        <p:xfrm>
          <a:off x="5713413" y="3760788"/>
          <a:ext cx="1333500" cy="13716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altLang="en-US" sz="24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865" name="矩形 417887">
            <a:extLst>
              <a:ext uri="{FF2B5EF4-FFF2-40B4-BE49-F238E27FC236}">
                <a16:creationId xmlns:a16="http://schemas.microsoft.com/office/drawing/2014/main" id="{F9B99102-8DF8-47CF-B3AE-9D5B722F8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541496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76866" name="Rectangle 264">
            <a:extLst>
              <a:ext uri="{FF2B5EF4-FFF2-40B4-BE49-F238E27FC236}">
                <a16:creationId xmlns:a16="http://schemas.microsoft.com/office/drawing/2014/main" id="{A7A096A1-2149-4801-AAFF-376BA33FD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885950"/>
            <a:ext cx="1296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计算：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67" name="矩形 10">
            <a:extLst>
              <a:ext uri="{FF2B5EF4-FFF2-40B4-BE49-F238E27FC236}">
                <a16:creationId xmlns:a16="http://schemas.microsoft.com/office/drawing/2014/main" id="{98E93320-587F-4EE5-8034-274E7F1AA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1914525"/>
            <a:ext cx="1296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R÷S</a:t>
            </a:r>
          </a:p>
        </p:txBody>
      </p:sp>
      <p:sp>
        <p:nvSpPr>
          <p:cNvPr id="76868" name="AutoShape 47">
            <a:extLst>
              <a:ext uri="{FF2B5EF4-FFF2-40B4-BE49-F238E27FC236}">
                <a16:creationId xmlns:a16="http://schemas.microsoft.com/office/drawing/2014/main" id="{3F0B179B-012D-426A-BB08-866726AB4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8413"/>
            <a:ext cx="1657350" cy="720725"/>
          </a:xfrm>
          <a:prstGeom prst="horizontalScroll">
            <a:avLst>
              <a:gd name="adj" fmla="val 12500"/>
            </a:avLst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663300"/>
                </a:solidFill>
                <a:ea typeface="隶书" panose="02010509060101010101" pitchFamily="49" charset="-122"/>
              </a:rPr>
              <a:t>自练习题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73"/>
    </mc:Choice>
    <mc:Fallback xmlns="">
      <p:transition spd="slow" advTm="1387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8" name="Rectangle 4">
            <a:extLst>
              <a:ext uri="{FF2B5EF4-FFF2-40B4-BE49-F238E27FC236}">
                <a16:creationId xmlns:a16="http://schemas.microsoft.com/office/drawing/2014/main" id="{7E877D38-75E2-43CC-95F0-D5A67D8DD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二、关系代数特有的关系运算</a:t>
            </a:r>
          </a:p>
        </p:txBody>
      </p:sp>
      <p:sp>
        <p:nvSpPr>
          <p:cNvPr id="77827" name="Text Box 45">
            <a:extLst>
              <a:ext uri="{FF2B5EF4-FFF2-40B4-BE49-F238E27FC236}">
                <a16:creationId xmlns:a16="http://schemas.microsoft.com/office/drawing/2014/main" id="{7BAC2F2C-EF72-4F13-84F6-365154725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4051300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sp>
        <p:nvSpPr>
          <p:cNvPr id="77828" name="AutoShape 47">
            <a:extLst>
              <a:ext uri="{FF2B5EF4-FFF2-40B4-BE49-F238E27FC236}">
                <a16:creationId xmlns:a16="http://schemas.microsoft.com/office/drawing/2014/main" id="{F0581EA9-BB11-49F5-AB64-0B970DCC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8413"/>
            <a:ext cx="1657350" cy="720725"/>
          </a:xfrm>
          <a:prstGeom prst="horizontalScroll">
            <a:avLst>
              <a:gd name="adj" fmla="val 12500"/>
            </a:avLst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663300"/>
                </a:solidFill>
                <a:ea typeface="隶书" panose="02010509060101010101" pitchFamily="49" charset="-122"/>
              </a:rPr>
              <a:t>自练习题</a:t>
            </a:r>
          </a:p>
        </p:txBody>
      </p:sp>
      <p:graphicFrame>
        <p:nvGraphicFramePr>
          <p:cNvPr id="866571" name="Group 267">
            <a:extLst>
              <a:ext uri="{FF2B5EF4-FFF2-40B4-BE49-F238E27FC236}">
                <a16:creationId xmlns:a16="http://schemas.microsoft.com/office/drawing/2014/main" id="{397842A9-60FE-4718-BB7D-B16D7149D53A}"/>
              </a:ext>
            </a:extLst>
          </p:cNvPr>
          <p:cNvGraphicFramePr>
            <a:graphicFrameLocks noGrp="1"/>
          </p:cNvGraphicFramePr>
          <p:nvPr/>
        </p:nvGraphicFramePr>
        <p:xfrm>
          <a:off x="2395538" y="1341438"/>
          <a:ext cx="2536825" cy="32004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66564" name="Group 260">
            <a:extLst>
              <a:ext uri="{FF2B5EF4-FFF2-40B4-BE49-F238E27FC236}">
                <a16:creationId xmlns:a16="http://schemas.microsoft.com/office/drawing/2014/main" id="{3680F2D1-2FBE-4C43-AFE1-BFD3B644C461}"/>
              </a:ext>
            </a:extLst>
          </p:cNvPr>
          <p:cNvGraphicFramePr>
            <a:graphicFrameLocks noGrp="1"/>
          </p:cNvGraphicFramePr>
          <p:nvPr/>
        </p:nvGraphicFramePr>
        <p:xfrm>
          <a:off x="6156325" y="1773238"/>
          <a:ext cx="1223963" cy="1371600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885" name="Text Box 261">
            <a:extLst>
              <a:ext uri="{FF2B5EF4-FFF2-40B4-BE49-F238E27FC236}">
                <a16:creationId xmlns:a16="http://schemas.microsoft.com/office/drawing/2014/main" id="{C36A9DBD-21EE-488E-9BF6-3175731F7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708275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sp>
        <p:nvSpPr>
          <p:cNvPr id="77886" name="Rectangle 264">
            <a:extLst>
              <a:ext uri="{FF2B5EF4-FFF2-40B4-BE49-F238E27FC236}">
                <a16:creationId xmlns:a16="http://schemas.microsoft.com/office/drawing/2014/main" id="{A7B6E468-B9EF-4B44-96DC-A0723350C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5067300"/>
            <a:ext cx="1296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计算：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87" name="矩形 65">
            <a:extLst>
              <a:ext uri="{FF2B5EF4-FFF2-40B4-BE49-F238E27FC236}">
                <a16:creationId xmlns:a16="http://schemas.microsoft.com/office/drawing/2014/main" id="{DFC1F6B3-B1FB-4E52-AE05-FE74EFA69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5046663"/>
            <a:ext cx="1296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R÷S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73"/>
    </mc:Choice>
    <mc:Fallback xmlns="">
      <p:transition spd="slow" advTm="877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11302</TotalTime>
  <Words>1297</Words>
  <Application>Microsoft Office PowerPoint</Application>
  <PresentationFormat>全屏显示(4:3)</PresentationFormat>
  <Paragraphs>414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黑体</vt:lpstr>
      <vt:lpstr>楷体_GB2312</vt:lpstr>
      <vt:lpstr>Arial</vt:lpstr>
      <vt:lpstr>Tahoma</vt:lpstr>
      <vt:lpstr>Times New Roman</vt:lpstr>
      <vt:lpstr>Wingdings</vt:lpstr>
      <vt:lpstr>Blends</vt:lpstr>
      <vt:lpstr>公式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746</cp:revision>
  <cp:lastPrinted>2000-08-23T09:10:16Z</cp:lastPrinted>
  <dcterms:created xsi:type="dcterms:W3CDTF">1601-01-01T00:00:00Z</dcterms:created>
  <dcterms:modified xsi:type="dcterms:W3CDTF">2021-03-07T11:18:44Z</dcterms:modified>
</cp:coreProperties>
</file>