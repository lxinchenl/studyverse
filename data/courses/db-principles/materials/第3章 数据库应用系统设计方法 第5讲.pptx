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89"/>
  </p:notesMasterIdLst>
  <p:handoutMasterIdLst>
    <p:handoutMasterId r:id="rId90"/>
  </p:handoutMasterIdLst>
  <p:sldIdLst>
    <p:sldId id="498" r:id="rId2"/>
    <p:sldId id="796" r:id="rId3"/>
    <p:sldId id="611" r:id="rId4"/>
    <p:sldId id="604" r:id="rId5"/>
    <p:sldId id="605" r:id="rId6"/>
    <p:sldId id="780" r:id="rId7"/>
    <p:sldId id="781" r:id="rId8"/>
    <p:sldId id="491" r:id="rId9"/>
    <p:sldId id="782" r:id="rId10"/>
    <p:sldId id="783" r:id="rId11"/>
    <p:sldId id="784" r:id="rId12"/>
    <p:sldId id="785" r:id="rId13"/>
    <p:sldId id="786" r:id="rId14"/>
    <p:sldId id="612" r:id="rId15"/>
    <p:sldId id="613" r:id="rId16"/>
    <p:sldId id="690" r:id="rId17"/>
    <p:sldId id="614" r:id="rId18"/>
    <p:sldId id="615" r:id="rId19"/>
    <p:sldId id="616" r:id="rId20"/>
    <p:sldId id="617" r:id="rId21"/>
    <p:sldId id="618" r:id="rId22"/>
    <p:sldId id="619" r:id="rId23"/>
    <p:sldId id="620" r:id="rId24"/>
    <p:sldId id="621" r:id="rId25"/>
    <p:sldId id="715" r:id="rId26"/>
    <p:sldId id="708" r:id="rId27"/>
    <p:sldId id="707" r:id="rId28"/>
    <p:sldId id="625" r:id="rId29"/>
    <p:sldId id="711" r:id="rId30"/>
    <p:sldId id="710" r:id="rId31"/>
    <p:sldId id="712" r:id="rId32"/>
    <p:sldId id="713" r:id="rId33"/>
    <p:sldId id="714" r:id="rId34"/>
    <p:sldId id="626" r:id="rId35"/>
    <p:sldId id="627" r:id="rId36"/>
    <p:sldId id="628" r:id="rId37"/>
    <p:sldId id="629" r:id="rId38"/>
    <p:sldId id="630" r:id="rId39"/>
    <p:sldId id="631" r:id="rId40"/>
    <p:sldId id="691" r:id="rId41"/>
    <p:sldId id="632" r:id="rId42"/>
    <p:sldId id="633" r:id="rId43"/>
    <p:sldId id="634" r:id="rId44"/>
    <p:sldId id="717" r:id="rId45"/>
    <p:sldId id="718" r:id="rId46"/>
    <p:sldId id="635" r:id="rId47"/>
    <p:sldId id="719" r:id="rId48"/>
    <p:sldId id="636" r:id="rId49"/>
    <p:sldId id="720" r:id="rId50"/>
    <p:sldId id="637" r:id="rId51"/>
    <p:sldId id="638" r:id="rId52"/>
    <p:sldId id="639" r:id="rId53"/>
    <p:sldId id="680" r:id="rId54"/>
    <p:sldId id="797" r:id="rId55"/>
    <p:sldId id="681" r:id="rId56"/>
    <p:sldId id="682" r:id="rId57"/>
    <p:sldId id="683" r:id="rId58"/>
    <p:sldId id="684" r:id="rId59"/>
    <p:sldId id="722" r:id="rId60"/>
    <p:sldId id="724" r:id="rId61"/>
    <p:sldId id="725" r:id="rId62"/>
    <p:sldId id="723" r:id="rId63"/>
    <p:sldId id="640" r:id="rId64"/>
    <p:sldId id="641" r:id="rId65"/>
    <p:sldId id="642" r:id="rId66"/>
    <p:sldId id="644" r:id="rId67"/>
    <p:sldId id="645" r:id="rId68"/>
    <p:sldId id="643" r:id="rId69"/>
    <p:sldId id="646" r:id="rId70"/>
    <p:sldId id="787" r:id="rId71"/>
    <p:sldId id="789" r:id="rId72"/>
    <p:sldId id="622" r:id="rId73"/>
    <p:sldId id="790" r:id="rId74"/>
    <p:sldId id="696" r:id="rId75"/>
    <p:sldId id="798" r:id="rId76"/>
    <p:sldId id="791" r:id="rId77"/>
    <p:sldId id="793" r:id="rId78"/>
    <p:sldId id="792" r:id="rId79"/>
    <p:sldId id="623" r:id="rId80"/>
    <p:sldId id="656" r:id="rId81"/>
    <p:sldId id="492" r:id="rId82"/>
    <p:sldId id="799" r:id="rId83"/>
    <p:sldId id="794" r:id="rId84"/>
    <p:sldId id="795" r:id="rId85"/>
    <p:sldId id="800" r:id="rId86"/>
    <p:sldId id="801" r:id="rId87"/>
    <p:sldId id="671" r:id="rId88"/>
  </p:sldIdLst>
  <p:sldSz cx="9144000" cy="6858000" type="screen4x3"/>
  <p:notesSz cx="6662738" cy="983297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00"/>
    <a:srgbClr val="003366"/>
    <a:srgbClr val="99FFCC"/>
    <a:srgbClr val="FFFF66"/>
    <a:srgbClr val="006666"/>
    <a:srgbClr val="CC0000"/>
    <a:srgbClr val="80808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75" autoAdjust="0"/>
    <p:restoredTop sz="94152" autoAdjust="0"/>
  </p:normalViewPr>
  <p:slideViewPr>
    <p:cSldViewPr>
      <p:cViewPr varScale="1">
        <p:scale>
          <a:sx n="120" d="100"/>
          <a:sy n="120" d="100"/>
        </p:scale>
        <p:origin x="1360" y="84"/>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12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image" Target="../media/image5.wmf"/><Relationship Id="rId1" Type="http://schemas.openxmlformats.org/officeDocument/2006/relationships/image" Target="../media/image4.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C3DEBD8D-F737-49B6-A9C0-81178D096416}"/>
              </a:ext>
            </a:extLst>
          </p:cNvPr>
          <p:cNvSpPr>
            <a:spLocks noGrp="1" noChangeArrowheads="1"/>
          </p:cNvSpPr>
          <p:nvPr>
            <p:ph type="hdr" sz="quarter"/>
          </p:nvPr>
        </p:nvSpPr>
        <p:spPr bwMode="auto">
          <a:xfrm>
            <a:off x="0" y="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defRPr kumimoji="1" sz="1200">
                <a:solidFill>
                  <a:schemeClr val="tx2"/>
                </a:solidFill>
                <a:latin typeface="Times New Roman" panose="02020603050405020304" pitchFamily="18" charset="0"/>
              </a:defRPr>
            </a:lvl1pPr>
          </a:lstStyle>
          <a:p>
            <a:endParaRPr lang="zh-CN" altLang="en-US"/>
          </a:p>
        </p:txBody>
      </p:sp>
      <p:sp>
        <p:nvSpPr>
          <p:cNvPr id="107523" name="Rectangle 3">
            <a:extLst>
              <a:ext uri="{FF2B5EF4-FFF2-40B4-BE49-F238E27FC236}">
                <a16:creationId xmlns:a16="http://schemas.microsoft.com/office/drawing/2014/main" id="{090E7A2B-5F34-4D3E-A234-FA196513CE12}"/>
              </a:ext>
            </a:extLst>
          </p:cNvPr>
          <p:cNvSpPr>
            <a:spLocks noGrp="1" noChangeArrowheads="1"/>
          </p:cNvSpPr>
          <p:nvPr>
            <p:ph type="dt" sz="quarter" idx="1"/>
          </p:nvPr>
        </p:nvSpPr>
        <p:spPr bwMode="auto">
          <a:xfrm>
            <a:off x="3810000" y="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lgn="r">
              <a:defRPr kumimoji="1" sz="1200">
                <a:solidFill>
                  <a:schemeClr val="tx2"/>
                </a:solidFill>
                <a:latin typeface="Times New Roman" panose="02020603050405020304" pitchFamily="18" charset="0"/>
              </a:defRPr>
            </a:lvl1pPr>
          </a:lstStyle>
          <a:p>
            <a:endParaRPr lang="en-US" altLang="zh-CN"/>
          </a:p>
        </p:txBody>
      </p:sp>
      <p:sp>
        <p:nvSpPr>
          <p:cNvPr id="107524" name="Rectangle 4">
            <a:extLst>
              <a:ext uri="{FF2B5EF4-FFF2-40B4-BE49-F238E27FC236}">
                <a16:creationId xmlns:a16="http://schemas.microsoft.com/office/drawing/2014/main" id="{9D2F0487-3E8C-4A84-81D9-08639423820F}"/>
              </a:ext>
            </a:extLst>
          </p:cNvPr>
          <p:cNvSpPr>
            <a:spLocks noGrp="1" noChangeArrowheads="1"/>
          </p:cNvSpPr>
          <p:nvPr>
            <p:ph type="ftr" sz="quarter" idx="2"/>
          </p:nvPr>
        </p:nvSpPr>
        <p:spPr bwMode="auto">
          <a:xfrm>
            <a:off x="0" y="9372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defRPr kumimoji="1" sz="1200">
                <a:solidFill>
                  <a:schemeClr val="tx2"/>
                </a:solidFill>
                <a:latin typeface="Times New Roman" panose="02020603050405020304" pitchFamily="18" charset="0"/>
              </a:defRPr>
            </a:lvl1pPr>
          </a:lstStyle>
          <a:p>
            <a:endParaRPr lang="en-US" altLang="zh-CN"/>
          </a:p>
        </p:txBody>
      </p:sp>
      <p:sp>
        <p:nvSpPr>
          <p:cNvPr id="107525" name="Rectangle 5">
            <a:extLst>
              <a:ext uri="{FF2B5EF4-FFF2-40B4-BE49-F238E27FC236}">
                <a16:creationId xmlns:a16="http://schemas.microsoft.com/office/drawing/2014/main" id="{CCAD86B6-FF2C-4F46-A225-958E2F35F8AE}"/>
              </a:ext>
            </a:extLst>
          </p:cNvPr>
          <p:cNvSpPr>
            <a:spLocks noGrp="1" noChangeArrowheads="1"/>
          </p:cNvSpPr>
          <p:nvPr>
            <p:ph type="sldNum" sz="quarter" idx="3"/>
          </p:nvPr>
        </p:nvSpPr>
        <p:spPr bwMode="auto">
          <a:xfrm>
            <a:off x="3810000" y="937260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lgn="r">
              <a:defRPr kumimoji="1" sz="1200">
                <a:solidFill>
                  <a:schemeClr val="tx2"/>
                </a:solidFill>
                <a:latin typeface="Times New Roman" panose="02020603050405020304" pitchFamily="18" charset="0"/>
              </a:defRPr>
            </a:lvl1pPr>
          </a:lstStyle>
          <a:p>
            <a:fld id="{47681548-04DB-44DA-A515-E4DF2036A157}"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2562" name="Rectangle 2">
            <a:extLst>
              <a:ext uri="{FF2B5EF4-FFF2-40B4-BE49-F238E27FC236}">
                <a16:creationId xmlns:a16="http://schemas.microsoft.com/office/drawing/2014/main" id="{2EBA2649-3401-4EF3-9924-66980C6D7272}"/>
              </a:ext>
            </a:extLst>
          </p:cNvPr>
          <p:cNvSpPr>
            <a:spLocks noGrp="1" noChangeArrowheads="1"/>
          </p:cNvSpPr>
          <p:nvPr>
            <p:ph type="hdr" sz="quarter"/>
          </p:nvPr>
        </p:nvSpPr>
        <p:spPr bwMode="auto">
          <a:xfrm>
            <a:off x="0" y="0"/>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1" sz="1200">
                <a:latin typeface="Times New Roman" panose="02020603050405020304" pitchFamily="18" charset="0"/>
              </a:defRPr>
            </a:lvl1pPr>
          </a:lstStyle>
          <a:p>
            <a:endParaRPr lang="zh-CN" altLang="en-US"/>
          </a:p>
        </p:txBody>
      </p:sp>
      <p:sp>
        <p:nvSpPr>
          <p:cNvPr id="322563" name="Rectangle 3">
            <a:extLst>
              <a:ext uri="{FF2B5EF4-FFF2-40B4-BE49-F238E27FC236}">
                <a16:creationId xmlns:a16="http://schemas.microsoft.com/office/drawing/2014/main" id="{C4339C3F-CEDE-4BC2-A121-54BC0431254C}"/>
              </a:ext>
            </a:extLst>
          </p:cNvPr>
          <p:cNvSpPr>
            <a:spLocks noGrp="1" noChangeArrowheads="1"/>
          </p:cNvSpPr>
          <p:nvPr>
            <p:ph type="dt" idx="1"/>
          </p:nvPr>
        </p:nvSpPr>
        <p:spPr bwMode="auto">
          <a:xfrm>
            <a:off x="3773488" y="0"/>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a:latin typeface="Times New Roman" panose="02020603050405020304" pitchFamily="18" charset="0"/>
              </a:defRPr>
            </a:lvl1pPr>
          </a:lstStyle>
          <a:p>
            <a:endParaRPr lang="en-US" altLang="zh-CN"/>
          </a:p>
        </p:txBody>
      </p:sp>
      <p:sp>
        <p:nvSpPr>
          <p:cNvPr id="322564" name="Rectangle 4">
            <a:extLst>
              <a:ext uri="{FF2B5EF4-FFF2-40B4-BE49-F238E27FC236}">
                <a16:creationId xmlns:a16="http://schemas.microsoft.com/office/drawing/2014/main" id="{690E9E03-5B5E-438A-B881-401B24DD1156}"/>
              </a:ext>
            </a:extLst>
          </p:cNvPr>
          <p:cNvSpPr>
            <a:spLocks noRot="1" noChangeArrowheads="1" noTextEdit="1"/>
          </p:cNvSpPr>
          <p:nvPr>
            <p:ph type="sldImg" idx="2"/>
          </p:nvPr>
        </p:nvSpPr>
        <p:spPr bwMode="auto">
          <a:xfrm>
            <a:off x="874713" y="738188"/>
            <a:ext cx="4914900" cy="3686175"/>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2565" name="Rectangle 5">
            <a:extLst>
              <a:ext uri="{FF2B5EF4-FFF2-40B4-BE49-F238E27FC236}">
                <a16:creationId xmlns:a16="http://schemas.microsoft.com/office/drawing/2014/main" id="{84F1287D-55CA-436F-B345-3E27BE1FA160}"/>
              </a:ext>
            </a:extLst>
          </p:cNvPr>
          <p:cNvSpPr>
            <a:spLocks noGrp="1" noChangeArrowheads="1"/>
          </p:cNvSpPr>
          <p:nvPr>
            <p:ph type="body" sz="quarter" idx="3"/>
          </p:nvPr>
        </p:nvSpPr>
        <p:spPr bwMode="auto">
          <a:xfrm>
            <a:off x="666750" y="4670425"/>
            <a:ext cx="5329238" cy="442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22566" name="Rectangle 6">
            <a:extLst>
              <a:ext uri="{FF2B5EF4-FFF2-40B4-BE49-F238E27FC236}">
                <a16:creationId xmlns:a16="http://schemas.microsoft.com/office/drawing/2014/main" id="{857B0D6B-4DD3-4FBC-98D0-D6BC7CE83EFB}"/>
              </a:ext>
            </a:extLst>
          </p:cNvPr>
          <p:cNvSpPr>
            <a:spLocks noGrp="1" noChangeArrowheads="1"/>
          </p:cNvSpPr>
          <p:nvPr>
            <p:ph type="ftr" sz="quarter" idx="4"/>
          </p:nvPr>
        </p:nvSpPr>
        <p:spPr bwMode="auto">
          <a:xfrm>
            <a:off x="0" y="9339263"/>
            <a:ext cx="28876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1" sz="1200">
                <a:latin typeface="Times New Roman" panose="02020603050405020304" pitchFamily="18" charset="0"/>
              </a:defRPr>
            </a:lvl1pPr>
          </a:lstStyle>
          <a:p>
            <a:endParaRPr lang="en-US" altLang="zh-CN"/>
          </a:p>
        </p:txBody>
      </p:sp>
      <p:sp>
        <p:nvSpPr>
          <p:cNvPr id="322567" name="Rectangle 7">
            <a:extLst>
              <a:ext uri="{FF2B5EF4-FFF2-40B4-BE49-F238E27FC236}">
                <a16:creationId xmlns:a16="http://schemas.microsoft.com/office/drawing/2014/main" id="{F9A53093-54B2-4491-855E-3FC504C6D599}"/>
              </a:ext>
            </a:extLst>
          </p:cNvPr>
          <p:cNvSpPr>
            <a:spLocks noGrp="1" noChangeArrowheads="1"/>
          </p:cNvSpPr>
          <p:nvPr>
            <p:ph type="sldNum" sz="quarter" idx="5"/>
          </p:nvPr>
        </p:nvSpPr>
        <p:spPr bwMode="auto">
          <a:xfrm>
            <a:off x="3773488" y="9339263"/>
            <a:ext cx="28876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a:latin typeface="Times New Roman" panose="02020603050405020304" pitchFamily="18" charset="0"/>
              </a:defRPr>
            </a:lvl1pPr>
          </a:lstStyle>
          <a:p>
            <a:fld id="{E2BB6B09-557B-4063-A071-3FC69381611A}"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89F0D2D-4624-478E-8A18-1B9520687E18}"/>
              </a:ext>
            </a:extLst>
          </p:cNvPr>
          <p:cNvSpPr>
            <a:spLocks noGrp="1" noChangeArrowheads="1"/>
          </p:cNvSpPr>
          <p:nvPr>
            <p:ph type="sldNum" sz="quarter" idx="5"/>
          </p:nvPr>
        </p:nvSpPr>
        <p:spPr>
          <a:ln/>
        </p:spPr>
        <p:txBody>
          <a:bodyPr/>
          <a:lstStyle/>
          <a:p>
            <a:fld id="{DE65E3A7-688F-4BA9-9115-9F9ECC777221}" type="slidenum">
              <a:rPr lang="zh-CN" altLang="en-US"/>
              <a:pPr/>
              <a:t>1</a:t>
            </a:fld>
            <a:endParaRPr lang="en-US" altLang="zh-CN"/>
          </a:p>
        </p:txBody>
      </p:sp>
      <p:sp>
        <p:nvSpPr>
          <p:cNvPr id="329730" name="Rectangle 2">
            <a:extLst>
              <a:ext uri="{FF2B5EF4-FFF2-40B4-BE49-F238E27FC236}">
                <a16:creationId xmlns:a16="http://schemas.microsoft.com/office/drawing/2014/main" id="{EEE0FAC2-FFF4-4F3D-A53D-ED2CD0ED0E26}"/>
              </a:ext>
            </a:extLst>
          </p:cNvPr>
          <p:cNvSpPr>
            <a:spLocks noRot="1" noChangeArrowheads="1" noTextEdit="1"/>
          </p:cNvSpPr>
          <p:nvPr>
            <p:ph type="sldImg"/>
          </p:nvPr>
        </p:nvSpPr>
        <p:spPr>
          <a:ln/>
        </p:spPr>
      </p:sp>
      <p:sp>
        <p:nvSpPr>
          <p:cNvPr id="329731" name="Rectangle 3">
            <a:extLst>
              <a:ext uri="{FF2B5EF4-FFF2-40B4-BE49-F238E27FC236}">
                <a16:creationId xmlns:a16="http://schemas.microsoft.com/office/drawing/2014/main" id="{F67F343F-5283-44E7-9D4B-AE86603D58B8}"/>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C32A0F6-F349-4258-A4AC-0E1F1BB2860B}"/>
              </a:ext>
            </a:extLst>
          </p:cNvPr>
          <p:cNvSpPr>
            <a:spLocks noGrp="1" noChangeArrowheads="1"/>
          </p:cNvSpPr>
          <p:nvPr>
            <p:ph type="sldNum" sz="quarter" idx="5"/>
          </p:nvPr>
        </p:nvSpPr>
        <p:spPr>
          <a:ln/>
        </p:spPr>
        <p:txBody>
          <a:bodyPr/>
          <a:lstStyle/>
          <a:p>
            <a:fld id="{6AE02AAD-3148-4F00-8818-639791A380D7}" type="slidenum">
              <a:rPr lang="zh-CN" altLang="en-US"/>
              <a:pPr/>
              <a:t>3</a:t>
            </a:fld>
            <a:endParaRPr lang="en-US" altLang="zh-CN"/>
          </a:p>
        </p:txBody>
      </p:sp>
      <p:sp>
        <p:nvSpPr>
          <p:cNvPr id="475138" name="Rectangle 2">
            <a:extLst>
              <a:ext uri="{FF2B5EF4-FFF2-40B4-BE49-F238E27FC236}">
                <a16:creationId xmlns:a16="http://schemas.microsoft.com/office/drawing/2014/main" id="{56039560-F7F2-48BB-B82D-38CBB5E58D04}"/>
              </a:ext>
            </a:extLst>
          </p:cNvPr>
          <p:cNvSpPr>
            <a:spLocks noRot="1" noChangeArrowheads="1" noTextEdit="1"/>
          </p:cNvSpPr>
          <p:nvPr>
            <p:ph type="sldImg"/>
          </p:nvPr>
        </p:nvSpPr>
        <p:spPr>
          <a:ln/>
        </p:spPr>
      </p:sp>
      <p:sp>
        <p:nvSpPr>
          <p:cNvPr id="475139" name="Rectangle 3">
            <a:extLst>
              <a:ext uri="{FF2B5EF4-FFF2-40B4-BE49-F238E27FC236}">
                <a16:creationId xmlns:a16="http://schemas.microsoft.com/office/drawing/2014/main" id="{A32CCB7B-2237-487B-9D2D-EE05458BDD76}"/>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767F68F-EB03-4C23-BC5E-F6618FB7DEBC}"/>
              </a:ext>
            </a:extLst>
          </p:cNvPr>
          <p:cNvSpPr>
            <a:spLocks noGrp="1" noChangeArrowheads="1"/>
          </p:cNvSpPr>
          <p:nvPr>
            <p:ph type="sldNum" sz="quarter" idx="5"/>
          </p:nvPr>
        </p:nvSpPr>
        <p:spPr>
          <a:ln/>
        </p:spPr>
        <p:txBody>
          <a:bodyPr/>
          <a:lstStyle/>
          <a:p>
            <a:fld id="{032B8958-B032-437F-A1FF-E826211CD70C}" type="slidenum">
              <a:rPr lang="zh-CN" altLang="en-US"/>
              <a:pPr/>
              <a:t>72</a:t>
            </a:fld>
            <a:endParaRPr lang="en-US" altLang="zh-CN"/>
          </a:p>
        </p:txBody>
      </p:sp>
      <p:sp>
        <p:nvSpPr>
          <p:cNvPr id="487426" name="Rectangle 2">
            <a:extLst>
              <a:ext uri="{FF2B5EF4-FFF2-40B4-BE49-F238E27FC236}">
                <a16:creationId xmlns:a16="http://schemas.microsoft.com/office/drawing/2014/main" id="{44FA1043-1DAC-49F6-9EAA-B2A46117993C}"/>
              </a:ext>
            </a:extLst>
          </p:cNvPr>
          <p:cNvSpPr>
            <a:spLocks noRot="1" noChangeArrowheads="1" noTextEdit="1"/>
          </p:cNvSpPr>
          <p:nvPr>
            <p:ph type="sldImg"/>
          </p:nvPr>
        </p:nvSpPr>
        <p:spPr>
          <a:ln/>
        </p:spPr>
      </p:sp>
      <p:sp>
        <p:nvSpPr>
          <p:cNvPr id="487427" name="Rectangle 3">
            <a:extLst>
              <a:ext uri="{FF2B5EF4-FFF2-40B4-BE49-F238E27FC236}">
                <a16:creationId xmlns:a16="http://schemas.microsoft.com/office/drawing/2014/main" id="{19FB2359-2B06-4E3A-B86A-9EA43C8B9E77}"/>
              </a:ext>
            </a:extLst>
          </p:cNvPr>
          <p:cNvSpPr>
            <a:spLocks noGrp="1" noChangeArrowheads="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641A9B9-157F-42EE-B173-67A2F5972DD2}"/>
              </a:ext>
            </a:extLst>
          </p:cNvPr>
          <p:cNvSpPr>
            <a:spLocks noGrp="1" noChangeArrowheads="1"/>
          </p:cNvSpPr>
          <p:nvPr>
            <p:ph type="sldNum" sz="quarter" idx="5"/>
          </p:nvPr>
        </p:nvSpPr>
        <p:spPr>
          <a:ln/>
        </p:spPr>
        <p:txBody>
          <a:bodyPr/>
          <a:lstStyle/>
          <a:p>
            <a:fld id="{7652B878-F3D3-4B46-A614-74E701A57627}" type="slidenum">
              <a:rPr lang="zh-CN" altLang="en-US"/>
              <a:pPr/>
              <a:t>79</a:t>
            </a:fld>
            <a:endParaRPr lang="en-US" altLang="zh-CN"/>
          </a:p>
        </p:txBody>
      </p:sp>
      <p:sp>
        <p:nvSpPr>
          <p:cNvPr id="489474" name="Rectangle 2">
            <a:extLst>
              <a:ext uri="{FF2B5EF4-FFF2-40B4-BE49-F238E27FC236}">
                <a16:creationId xmlns:a16="http://schemas.microsoft.com/office/drawing/2014/main" id="{DEDAC146-17D8-458D-BF11-03C31594C47A}"/>
              </a:ext>
            </a:extLst>
          </p:cNvPr>
          <p:cNvSpPr>
            <a:spLocks noRot="1" noChangeArrowheads="1" noTextEdit="1"/>
          </p:cNvSpPr>
          <p:nvPr>
            <p:ph type="sldImg"/>
          </p:nvPr>
        </p:nvSpPr>
        <p:spPr>
          <a:ln/>
        </p:spPr>
      </p:sp>
      <p:sp>
        <p:nvSpPr>
          <p:cNvPr id="489475" name="Rectangle 3">
            <a:extLst>
              <a:ext uri="{FF2B5EF4-FFF2-40B4-BE49-F238E27FC236}">
                <a16:creationId xmlns:a16="http://schemas.microsoft.com/office/drawing/2014/main" id="{0291A504-A126-4654-895C-A9F8F4166BE2}"/>
              </a:ext>
            </a:extLst>
          </p:cNvPr>
          <p:cNvSpPr>
            <a:spLocks noGrp="1" noChangeArrowheads="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grpSp>
        <p:nvGrpSpPr>
          <p:cNvPr id="368642" name="Group 2">
            <a:extLst>
              <a:ext uri="{FF2B5EF4-FFF2-40B4-BE49-F238E27FC236}">
                <a16:creationId xmlns:a16="http://schemas.microsoft.com/office/drawing/2014/main" id="{1B5D66C6-74D5-421F-AE36-25E2C41EB55A}"/>
              </a:ext>
            </a:extLst>
          </p:cNvPr>
          <p:cNvGrpSpPr>
            <a:grpSpLocks/>
          </p:cNvGrpSpPr>
          <p:nvPr/>
        </p:nvGrpSpPr>
        <p:grpSpPr bwMode="auto">
          <a:xfrm>
            <a:off x="0" y="1822450"/>
            <a:ext cx="9009063" cy="1052513"/>
            <a:chOff x="0" y="1536"/>
            <a:chExt cx="5675" cy="663"/>
          </a:xfrm>
        </p:grpSpPr>
        <p:grpSp>
          <p:nvGrpSpPr>
            <p:cNvPr id="368643" name="Group 3">
              <a:extLst>
                <a:ext uri="{FF2B5EF4-FFF2-40B4-BE49-F238E27FC236}">
                  <a16:creationId xmlns:a16="http://schemas.microsoft.com/office/drawing/2014/main" id="{0E91ED11-5AEE-413F-910A-C07C1C18124E}"/>
                </a:ext>
              </a:extLst>
            </p:cNvPr>
            <p:cNvGrpSpPr>
              <a:grpSpLocks/>
            </p:cNvGrpSpPr>
            <p:nvPr/>
          </p:nvGrpSpPr>
          <p:grpSpPr bwMode="auto">
            <a:xfrm>
              <a:off x="183" y="1604"/>
              <a:ext cx="448" cy="299"/>
              <a:chOff x="720" y="336"/>
              <a:chExt cx="624" cy="432"/>
            </a:xfrm>
          </p:grpSpPr>
          <p:sp>
            <p:nvSpPr>
              <p:cNvPr id="368644" name="Rectangle 4">
                <a:extLst>
                  <a:ext uri="{FF2B5EF4-FFF2-40B4-BE49-F238E27FC236}">
                    <a16:creationId xmlns:a16="http://schemas.microsoft.com/office/drawing/2014/main" id="{72BA3572-7917-4907-A735-1D49AC0AA5BD}"/>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45" name="Rectangle 5">
                <a:extLst>
                  <a:ext uri="{FF2B5EF4-FFF2-40B4-BE49-F238E27FC236}">
                    <a16:creationId xmlns:a16="http://schemas.microsoft.com/office/drawing/2014/main" id="{3807D5C7-4904-4308-A19D-0CA0907EA200}"/>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8646" name="Group 6">
              <a:extLst>
                <a:ext uri="{FF2B5EF4-FFF2-40B4-BE49-F238E27FC236}">
                  <a16:creationId xmlns:a16="http://schemas.microsoft.com/office/drawing/2014/main" id="{C803BE70-E09B-4D8E-9798-BE554A6E66FE}"/>
                </a:ext>
              </a:extLst>
            </p:cNvPr>
            <p:cNvGrpSpPr>
              <a:grpSpLocks/>
            </p:cNvGrpSpPr>
            <p:nvPr/>
          </p:nvGrpSpPr>
          <p:grpSpPr bwMode="auto">
            <a:xfrm>
              <a:off x="261" y="1870"/>
              <a:ext cx="465" cy="299"/>
              <a:chOff x="912" y="2640"/>
              <a:chExt cx="672" cy="432"/>
            </a:xfrm>
          </p:grpSpPr>
          <p:sp>
            <p:nvSpPr>
              <p:cNvPr id="368647" name="Rectangle 7">
                <a:extLst>
                  <a:ext uri="{FF2B5EF4-FFF2-40B4-BE49-F238E27FC236}">
                    <a16:creationId xmlns:a16="http://schemas.microsoft.com/office/drawing/2014/main" id="{8FAFF891-C825-44C5-86B4-F1FE53EC0BAE}"/>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48" name="Rectangle 8">
                <a:extLst>
                  <a:ext uri="{FF2B5EF4-FFF2-40B4-BE49-F238E27FC236}">
                    <a16:creationId xmlns:a16="http://schemas.microsoft.com/office/drawing/2014/main" id="{356B3C09-4BCC-45FB-9C4F-4EC10B224538}"/>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68649" name="Rectangle 9">
              <a:extLst>
                <a:ext uri="{FF2B5EF4-FFF2-40B4-BE49-F238E27FC236}">
                  <a16:creationId xmlns:a16="http://schemas.microsoft.com/office/drawing/2014/main" id="{064F6235-AB92-4B6D-9BB7-DCB5C0498E2B}"/>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50" name="Rectangle 10">
              <a:extLst>
                <a:ext uri="{FF2B5EF4-FFF2-40B4-BE49-F238E27FC236}">
                  <a16:creationId xmlns:a16="http://schemas.microsoft.com/office/drawing/2014/main" id="{2C9917D7-7035-474C-A5A3-005C78ECA4B3}"/>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51" name="Rectangle 11">
              <a:extLst>
                <a:ext uri="{FF2B5EF4-FFF2-40B4-BE49-F238E27FC236}">
                  <a16:creationId xmlns:a16="http://schemas.microsoft.com/office/drawing/2014/main" id="{D7987C3D-BD81-49D5-ABEF-876DA8194362}"/>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68652" name="Rectangle 12">
            <a:extLst>
              <a:ext uri="{FF2B5EF4-FFF2-40B4-BE49-F238E27FC236}">
                <a16:creationId xmlns:a16="http://schemas.microsoft.com/office/drawing/2014/main" id="{AE598094-1761-4160-AA14-66C288562A6E}"/>
              </a:ext>
            </a:extLst>
          </p:cNvPr>
          <p:cNvSpPr>
            <a:spLocks noGrp="1" noChangeArrowheads="1"/>
          </p:cNvSpPr>
          <p:nvPr>
            <p:ph type="ctrTitle"/>
          </p:nvPr>
        </p:nvSpPr>
        <p:spPr>
          <a:xfrm>
            <a:off x="827088" y="1676400"/>
            <a:ext cx="8137525" cy="1462088"/>
          </a:xfrm>
        </p:spPr>
        <p:txBody>
          <a:bodyPr/>
          <a:lstStyle>
            <a:lvl1pPr algn="ctr">
              <a:defRPr sz="4800">
                <a:ea typeface="隶书" panose="02010509060101010101" pitchFamily="49" charset="-122"/>
              </a:defRPr>
            </a:lvl1pPr>
          </a:lstStyle>
          <a:p>
            <a:pPr lvl="0"/>
            <a:r>
              <a:rPr lang="zh-CN" altLang="en-US" noProof="0"/>
              <a:t>单击此处编辑母版标题样式</a:t>
            </a:r>
          </a:p>
        </p:txBody>
      </p:sp>
      <p:sp>
        <p:nvSpPr>
          <p:cNvPr id="368653" name="Rectangle 13">
            <a:extLst>
              <a:ext uri="{FF2B5EF4-FFF2-40B4-BE49-F238E27FC236}">
                <a16:creationId xmlns:a16="http://schemas.microsoft.com/office/drawing/2014/main" id="{01F5A12D-2DA0-4E3C-998A-2EFEDA1C41E4}"/>
              </a:ext>
            </a:extLst>
          </p:cNvPr>
          <p:cNvSpPr>
            <a:spLocks noGrp="1" noChangeArrowheads="1"/>
          </p:cNvSpPr>
          <p:nvPr>
            <p:ph type="subTitle" idx="1"/>
          </p:nvPr>
        </p:nvSpPr>
        <p:spPr>
          <a:xfrm>
            <a:off x="1371600" y="3886200"/>
            <a:ext cx="6400800" cy="1752600"/>
          </a:xfrm>
        </p:spPr>
        <p:txBody>
          <a:bodyPr/>
          <a:lstStyle>
            <a:lvl1pPr marL="0" indent="0" algn="ctr">
              <a:defRPr/>
            </a:lvl1pPr>
          </a:lstStyle>
          <a:p>
            <a:pPr lvl="0"/>
            <a:r>
              <a:rPr lang="zh-CN" altLang="en-US" noProof="0"/>
              <a:t>单击此处编辑母版副标题样式</a:t>
            </a:r>
          </a:p>
        </p:txBody>
      </p:sp>
      <p:sp>
        <p:nvSpPr>
          <p:cNvPr id="368654" name="Rectangle 14">
            <a:extLst>
              <a:ext uri="{FF2B5EF4-FFF2-40B4-BE49-F238E27FC236}">
                <a16:creationId xmlns:a16="http://schemas.microsoft.com/office/drawing/2014/main" id="{5039EECA-293F-4BAC-B5FF-802F104A5A58}"/>
              </a:ext>
            </a:extLst>
          </p:cNvPr>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endParaRPr lang="en-US" altLang="zh-CN"/>
          </a:p>
        </p:txBody>
      </p:sp>
      <p:sp>
        <p:nvSpPr>
          <p:cNvPr id="368655" name="Rectangle 15">
            <a:extLst>
              <a:ext uri="{FF2B5EF4-FFF2-40B4-BE49-F238E27FC236}">
                <a16:creationId xmlns:a16="http://schemas.microsoft.com/office/drawing/2014/main" id="{A49F134D-9A5A-4947-BBBC-11871D2F7BAD}"/>
              </a:ext>
            </a:extLst>
          </p:cNvPr>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zh-CN"/>
          </a:p>
        </p:txBody>
      </p:sp>
      <p:sp>
        <p:nvSpPr>
          <p:cNvPr id="368656" name="Rectangle 16">
            <a:extLst>
              <a:ext uri="{FF2B5EF4-FFF2-40B4-BE49-F238E27FC236}">
                <a16:creationId xmlns:a16="http://schemas.microsoft.com/office/drawing/2014/main" id="{B4A2A2D3-C5BB-4B2B-9690-C84075917830}"/>
              </a:ext>
            </a:extLst>
          </p:cNvPr>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EEC3B6D7-1902-4B4C-B38D-17CA7BA2B538}" type="slidenum">
              <a:rPr lang="zh-CN" altLang="en-US"/>
              <a:pPr/>
              <a:t>‹#›</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368652"/>
                                        </p:tgtEl>
                                        <p:attrNameLst>
                                          <p:attrName>style.visibility</p:attrName>
                                        </p:attrNameLst>
                                      </p:cBhvr>
                                      <p:to>
                                        <p:strVal val="visible"/>
                                      </p:to>
                                    </p:set>
                                    <p:animEffect transition="in" filter="plus(in)">
                                      <p:cBhvr>
                                        <p:cTn id="7" dur="1000"/>
                                        <p:tgtEl>
                                          <p:spTgt spid="368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52"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628720-55DA-45B6-87D9-B0F3D107785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D65FF76-0149-4CD2-9EFF-41DEAF2274C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116EB34-7FB3-4AE7-BA80-2C9C6F966DD9}"/>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2403E137-C960-4CC9-BA34-96BBB8486B80}"/>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E0B08402-4A90-435D-891B-21F4023D1E60}"/>
              </a:ext>
            </a:extLst>
          </p:cNvPr>
          <p:cNvSpPr>
            <a:spLocks noGrp="1"/>
          </p:cNvSpPr>
          <p:nvPr>
            <p:ph type="sldNum" sz="quarter" idx="12"/>
          </p:nvPr>
        </p:nvSpPr>
        <p:spPr/>
        <p:txBody>
          <a:bodyPr/>
          <a:lstStyle>
            <a:lvl1pPr>
              <a:defRPr/>
            </a:lvl1pPr>
          </a:lstStyle>
          <a:p>
            <a:fld id="{F804830A-20CA-4B83-B9D2-0F1B329FBEBF}" type="slidenum">
              <a:rPr lang="zh-CN" altLang="en-US"/>
              <a:pPr/>
              <a:t>‹#›</a:t>
            </a:fld>
            <a:endParaRPr lang="en-US" altLang="zh-CN"/>
          </a:p>
        </p:txBody>
      </p:sp>
    </p:spTree>
    <p:extLst>
      <p:ext uri="{BB962C8B-B14F-4D97-AF65-F5344CB8AC3E}">
        <p14:creationId xmlns:p14="http://schemas.microsoft.com/office/powerpoint/2010/main" val="2408386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3F9A94-1972-4750-9A3E-CCD31D3F6794}"/>
              </a:ext>
            </a:extLst>
          </p:cNvPr>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4DC20A4-A410-4FE0-AAEC-623201DC720A}"/>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8A8D5F0-0B62-489E-98CD-14FF7E35DDEC}"/>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662C7AD4-5F1F-435D-8457-D8D06EBB1E52}"/>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4703784D-318E-4DC8-AE80-8EA5A77900CB}"/>
              </a:ext>
            </a:extLst>
          </p:cNvPr>
          <p:cNvSpPr>
            <a:spLocks noGrp="1"/>
          </p:cNvSpPr>
          <p:nvPr>
            <p:ph type="sldNum" sz="quarter" idx="12"/>
          </p:nvPr>
        </p:nvSpPr>
        <p:spPr/>
        <p:txBody>
          <a:bodyPr/>
          <a:lstStyle>
            <a:lvl1pPr>
              <a:defRPr/>
            </a:lvl1pPr>
          </a:lstStyle>
          <a:p>
            <a:fld id="{406BCD99-22B8-4342-87F7-FC0AD4BF346F}" type="slidenum">
              <a:rPr lang="zh-CN" altLang="en-US"/>
              <a:pPr/>
              <a:t>‹#›</a:t>
            </a:fld>
            <a:endParaRPr lang="en-US" altLang="zh-CN"/>
          </a:p>
        </p:txBody>
      </p:sp>
    </p:spTree>
    <p:extLst>
      <p:ext uri="{BB962C8B-B14F-4D97-AF65-F5344CB8AC3E}">
        <p14:creationId xmlns:p14="http://schemas.microsoft.com/office/powerpoint/2010/main" val="2795659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50F8C-2A55-4733-A95E-8328129A252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AD9891D-CCF2-4D21-9497-78E054EAF536}"/>
              </a:ext>
            </a:extLst>
          </p:cNvPr>
          <p:cNvSpPr>
            <a:spLocks noGrp="1"/>
          </p:cNvSpPr>
          <p:nvPr>
            <p:ph sz="half" idx="1"/>
          </p:nvPr>
        </p:nvSpPr>
        <p:spPr>
          <a:xfrm>
            <a:off x="611188" y="1258888"/>
            <a:ext cx="3919537"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51D6640-AD1F-4A72-8CA3-C76C52777998}"/>
              </a:ext>
            </a:extLst>
          </p:cNvPr>
          <p:cNvSpPr>
            <a:spLocks noGrp="1"/>
          </p:cNvSpPr>
          <p:nvPr>
            <p:ph sz="half" idx="2"/>
          </p:nvPr>
        </p:nvSpPr>
        <p:spPr>
          <a:xfrm>
            <a:off x="4683125" y="1258888"/>
            <a:ext cx="3921125"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4C87EBA-3A10-49FF-9690-2D4B2B04028E}"/>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56C8CB0D-01C7-4175-BDA9-DE3639D5486D}"/>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6E273317-68A0-4DAC-9768-31F309C4A085}"/>
              </a:ext>
            </a:extLst>
          </p:cNvPr>
          <p:cNvSpPr>
            <a:spLocks noGrp="1"/>
          </p:cNvSpPr>
          <p:nvPr>
            <p:ph type="sldNum" sz="quarter" idx="12"/>
          </p:nvPr>
        </p:nvSpPr>
        <p:spPr/>
        <p:txBody>
          <a:bodyPr/>
          <a:lstStyle>
            <a:lvl1pPr>
              <a:defRPr/>
            </a:lvl1pPr>
          </a:lstStyle>
          <a:p>
            <a:fld id="{2C81262E-B5A6-4035-8384-6DA6C40EE409}" type="slidenum">
              <a:rPr lang="zh-CN" altLang="en-US"/>
              <a:pPr/>
              <a:t>‹#›</a:t>
            </a:fld>
            <a:endParaRPr lang="en-US" altLang="zh-CN"/>
          </a:p>
        </p:txBody>
      </p:sp>
    </p:spTree>
    <p:extLst>
      <p:ext uri="{BB962C8B-B14F-4D97-AF65-F5344CB8AC3E}">
        <p14:creationId xmlns:p14="http://schemas.microsoft.com/office/powerpoint/2010/main" val="3198589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A07035-4739-4F2F-AE0C-36314BBB5F97}"/>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B11596F-E7DD-47A3-95D5-E616F38B186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17EF6A9-9BAD-49C9-858D-BB158CB99768}"/>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5A8F16E-08FD-432C-8ABF-401321426C50}"/>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923508B-6D84-4B78-878F-3AB87FEC86D2}"/>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9A4B260-520D-4AED-A2DC-0930AED33450}"/>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97273E99-3401-40EA-A3A9-1F3B6D91513D}"/>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2661C7E6-5F03-422B-8F5B-0E581E2C8B42}"/>
              </a:ext>
            </a:extLst>
          </p:cNvPr>
          <p:cNvSpPr>
            <a:spLocks noGrp="1"/>
          </p:cNvSpPr>
          <p:nvPr>
            <p:ph type="sldNum" sz="quarter" idx="12"/>
          </p:nvPr>
        </p:nvSpPr>
        <p:spPr/>
        <p:txBody>
          <a:bodyPr/>
          <a:lstStyle>
            <a:lvl1pPr>
              <a:defRPr/>
            </a:lvl1pPr>
          </a:lstStyle>
          <a:p>
            <a:fld id="{4FCAC8BC-A2D8-41CA-85F5-78BE42D01746}" type="slidenum">
              <a:rPr lang="zh-CN" altLang="en-US"/>
              <a:pPr/>
              <a:t>‹#›</a:t>
            </a:fld>
            <a:endParaRPr lang="en-US" altLang="zh-CN"/>
          </a:p>
        </p:txBody>
      </p:sp>
    </p:spTree>
    <p:extLst>
      <p:ext uri="{BB962C8B-B14F-4D97-AF65-F5344CB8AC3E}">
        <p14:creationId xmlns:p14="http://schemas.microsoft.com/office/powerpoint/2010/main" val="2077470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808305-079D-4C04-B5A7-212AC6D0D97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FF1D475-6AE7-49B4-8B72-F7B69C6B860A}"/>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DE4A547C-2AB5-4A8C-84C7-9C3D56A5DFCF}"/>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2A14327D-C7B6-4101-9573-06EA498E8061}"/>
              </a:ext>
            </a:extLst>
          </p:cNvPr>
          <p:cNvSpPr>
            <a:spLocks noGrp="1"/>
          </p:cNvSpPr>
          <p:nvPr>
            <p:ph type="sldNum" sz="quarter" idx="12"/>
          </p:nvPr>
        </p:nvSpPr>
        <p:spPr/>
        <p:txBody>
          <a:bodyPr/>
          <a:lstStyle>
            <a:lvl1pPr>
              <a:defRPr/>
            </a:lvl1pPr>
          </a:lstStyle>
          <a:p>
            <a:fld id="{F9EC3652-6A89-4F2F-9F9B-DA22A30ED433}" type="slidenum">
              <a:rPr lang="zh-CN" altLang="en-US"/>
              <a:pPr/>
              <a:t>‹#›</a:t>
            </a:fld>
            <a:endParaRPr lang="en-US" altLang="zh-CN"/>
          </a:p>
        </p:txBody>
      </p:sp>
    </p:spTree>
    <p:extLst>
      <p:ext uri="{BB962C8B-B14F-4D97-AF65-F5344CB8AC3E}">
        <p14:creationId xmlns:p14="http://schemas.microsoft.com/office/powerpoint/2010/main" val="2077374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C414F30-431D-418D-945E-4665C37A1A1B}"/>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1361E6B5-C70C-4178-B9D4-3C1102C37E55}"/>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C69101E2-09E9-4218-9A0D-5CEF823ABCB8}"/>
              </a:ext>
            </a:extLst>
          </p:cNvPr>
          <p:cNvSpPr>
            <a:spLocks noGrp="1"/>
          </p:cNvSpPr>
          <p:nvPr>
            <p:ph type="sldNum" sz="quarter" idx="12"/>
          </p:nvPr>
        </p:nvSpPr>
        <p:spPr/>
        <p:txBody>
          <a:bodyPr/>
          <a:lstStyle>
            <a:lvl1pPr>
              <a:defRPr/>
            </a:lvl1pPr>
          </a:lstStyle>
          <a:p>
            <a:fld id="{F2656390-A6F0-4461-8965-B799D7B53022}" type="slidenum">
              <a:rPr lang="zh-CN" altLang="en-US"/>
              <a:pPr/>
              <a:t>‹#›</a:t>
            </a:fld>
            <a:endParaRPr lang="en-US" altLang="zh-CN"/>
          </a:p>
        </p:txBody>
      </p:sp>
    </p:spTree>
    <p:extLst>
      <p:ext uri="{BB962C8B-B14F-4D97-AF65-F5344CB8AC3E}">
        <p14:creationId xmlns:p14="http://schemas.microsoft.com/office/powerpoint/2010/main" val="3595897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1D62BB-B55D-4FAB-B7EE-8CDEA762BBDD}"/>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60429C3-96AE-453E-9002-A1E5B586BB16}"/>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5997EA3-6C25-4FCE-8F01-AC72CF4188B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CA3136A-AAB7-4005-B3A3-3B5FC84E2685}"/>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4C9496CB-93AC-41BC-B521-7090E4A660AD}"/>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D82BB5CE-111B-43EE-BA56-E6B2C592BF3C}"/>
              </a:ext>
            </a:extLst>
          </p:cNvPr>
          <p:cNvSpPr>
            <a:spLocks noGrp="1"/>
          </p:cNvSpPr>
          <p:nvPr>
            <p:ph type="sldNum" sz="quarter" idx="12"/>
          </p:nvPr>
        </p:nvSpPr>
        <p:spPr/>
        <p:txBody>
          <a:bodyPr/>
          <a:lstStyle>
            <a:lvl1pPr>
              <a:defRPr/>
            </a:lvl1pPr>
          </a:lstStyle>
          <a:p>
            <a:fld id="{033C4F21-D3D5-4703-881A-FFFA79F7FB3D}" type="slidenum">
              <a:rPr lang="zh-CN" altLang="en-US"/>
              <a:pPr/>
              <a:t>‹#›</a:t>
            </a:fld>
            <a:endParaRPr lang="en-US" altLang="zh-CN"/>
          </a:p>
        </p:txBody>
      </p:sp>
    </p:spTree>
    <p:extLst>
      <p:ext uri="{BB962C8B-B14F-4D97-AF65-F5344CB8AC3E}">
        <p14:creationId xmlns:p14="http://schemas.microsoft.com/office/powerpoint/2010/main" val="3595697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A8BB79-A83A-4BB5-B522-2D37444ABFC9}"/>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D7F2CAE-4698-4F04-89FF-CEE3B595F0F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4F98661-6393-4B3C-A9E5-2C24D264D30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23765D8-12B7-49FD-B0F0-9E883B13595E}"/>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CDB7FF2A-E96A-4196-A16C-3777B104CD5A}"/>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A3E7F2A6-989B-4A57-9672-7950B71CC702}"/>
              </a:ext>
            </a:extLst>
          </p:cNvPr>
          <p:cNvSpPr>
            <a:spLocks noGrp="1"/>
          </p:cNvSpPr>
          <p:nvPr>
            <p:ph type="sldNum" sz="quarter" idx="12"/>
          </p:nvPr>
        </p:nvSpPr>
        <p:spPr/>
        <p:txBody>
          <a:bodyPr/>
          <a:lstStyle>
            <a:lvl1pPr>
              <a:defRPr/>
            </a:lvl1pPr>
          </a:lstStyle>
          <a:p>
            <a:fld id="{B75705A6-928A-4D7E-B5C5-4229A024BB0C}" type="slidenum">
              <a:rPr lang="zh-CN" altLang="en-US"/>
              <a:pPr/>
              <a:t>‹#›</a:t>
            </a:fld>
            <a:endParaRPr lang="en-US" altLang="zh-CN"/>
          </a:p>
        </p:txBody>
      </p:sp>
    </p:spTree>
    <p:extLst>
      <p:ext uri="{BB962C8B-B14F-4D97-AF65-F5344CB8AC3E}">
        <p14:creationId xmlns:p14="http://schemas.microsoft.com/office/powerpoint/2010/main" val="2397762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5B3529-F419-499C-A88A-CC5B64750F6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85360D6-4D16-4A08-AB4F-B7942A83B9D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5D986EE-01B7-4128-88AA-55C64864772B}"/>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5DF7835F-4068-4A19-8B73-B91979315B40}"/>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88DC771A-D430-4481-B97F-EF31A0FF11DE}"/>
              </a:ext>
            </a:extLst>
          </p:cNvPr>
          <p:cNvSpPr>
            <a:spLocks noGrp="1"/>
          </p:cNvSpPr>
          <p:nvPr>
            <p:ph type="sldNum" sz="quarter" idx="12"/>
          </p:nvPr>
        </p:nvSpPr>
        <p:spPr/>
        <p:txBody>
          <a:bodyPr/>
          <a:lstStyle>
            <a:lvl1pPr>
              <a:defRPr/>
            </a:lvl1pPr>
          </a:lstStyle>
          <a:p>
            <a:fld id="{F6EAD42C-4459-423C-93E5-AFC180BE6A8E}" type="slidenum">
              <a:rPr lang="zh-CN" altLang="en-US"/>
              <a:pPr/>
              <a:t>‹#›</a:t>
            </a:fld>
            <a:endParaRPr lang="en-US" altLang="zh-CN"/>
          </a:p>
        </p:txBody>
      </p:sp>
    </p:spTree>
    <p:extLst>
      <p:ext uri="{BB962C8B-B14F-4D97-AF65-F5344CB8AC3E}">
        <p14:creationId xmlns:p14="http://schemas.microsoft.com/office/powerpoint/2010/main" val="3009132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3A41FF2-513A-4244-AAD2-544C361B24EA}"/>
              </a:ext>
            </a:extLst>
          </p:cNvPr>
          <p:cNvSpPr>
            <a:spLocks noGrp="1"/>
          </p:cNvSpPr>
          <p:nvPr>
            <p:ph type="title" orient="vert"/>
          </p:nvPr>
        </p:nvSpPr>
        <p:spPr>
          <a:xfrm>
            <a:off x="6861175" y="71438"/>
            <a:ext cx="2082800" cy="6526212"/>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EF09AF4-2E94-411D-B176-C9EB9341A0C1}"/>
              </a:ext>
            </a:extLst>
          </p:cNvPr>
          <p:cNvSpPr>
            <a:spLocks noGrp="1"/>
          </p:cNvSpPr>
          <p:nvPr>
            <p:ph type="body" orient="vert" idx="1"/>
          </p:nvPr>
        </p:nvSpPr>
        <p:spPr>
          <a:xfrm>
            <a:off x="611188" y="71438"/>
            <a:ext cx="6097587" cy="6526212"/>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BE8C999-F0CA-42E0-9D79-04B90C87F22A}"/>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DAAC2703-9BB5-4251-AE29-4F3CA9EF2C4D}"/>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7626541E-7463-46A9-BE64-797D8F559010}"/>
              </a:ext>
            </a:extLst>
          </p:cNvPr>
          <p:cNvSpPr>
            <a:spLocks noGrp="1"/>
          </p:cNvSpPr>
          <p:nvPr>
            <p:ph type="sldNum" sz="quarter" idx="12"/>
          </p:nvPr>
        </p:nvSpPr>
        <p:spPr/>
        <p:txBody>
          <a:bodyPr/>
          <a:lstStyle>
            <a:lvl1pPr>
              <a:defRPr/>
            </a:lvl1pPr>
          </a:lstStyle>
          <a:p>
            <a:fld id="{A0535D99-15DB-414E-B0B2-140B569690C4}" type="slidenum">
              <a:rPr lang="zh-CN" altLang="en-US"/>
              <a:pPr/>
              <a:t>‹#›</a:t>
            </a:fld>
            <a:endParaRPr lang="en-US" altLang="zh-CN"/>
          </a:p>
        </p:txBody>
      </p:sp>
    </p:spTree>
    <p:extLst>
      <p:ext uri="{BB962C8B-B14F-4D97-AF65-F5344CB8AC3E}">
        <p14:creationId xmlns:p14="http://schemas.microsoft.com/office/powerpoint/2010/main" val="3753812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D9B568E9-662F-49D5-AD2C-355CD3260779}"/>
              </a:ext>
            </a:extLst>
          </p:cNvPr>
          <p:cNvSpPr>
            <a:spLocks noChangeArrowheads="1"/>
          </p:cNvSpPr>
          <p:nvPr/>
        </p:nvSpPr>
        <p:spPr bwMode="ltGray">
          <a:xfrm>
            <a:off x="417513" y="252413"/>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367619" name="Rectangle 3">
            <a:extLst>
              <a:ext uri="{FF2B5EF4-FFF2-40B4-BE49-F238E27FC236}">
                <a16:creationId xmlns:a16="http://schemas.microsoft.com/office/drawing/2014/main" id="{5893B520-AAE0-4AAE-BFFA-9040EB58BC52}"/>
              </a:ext>
            </a:extLst>
          </p:cNvPr>
          <p:cNvSpPr>
            <a:spLocks noChangeArrowheads="1"/>
          </p:cNvSpPr>
          <p:nvPr/>
        </p:nvSpPr>
        <p:spPr bwMode="ltGray">
          <a:xfrm>
            <a:off x="800100" y="252413"/>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367620" name="Rectangle 4">
            <a:extLst>
              <a:ext uri="{FF2B5EF4-FFF2-40B4-BE49-F238E27FC236}">
                <a16:creationId xmlns:a16="http://schemas.microsoft.com/office/drawing/2014/main" id="{1A985D86-FEA8-4F51-9C8D-629D71B83BEC}"/>
              </a:ext>
            </a:extLst>
          </p:cNvPr>
          <p:cNvSpPr>
            <a:spLocks noChangeArrowheads="1"/>
          </p:cNvSpPr>
          <p:nvPr/>
        </p:nvSpPr>
        <p:spPr bwMode="ltGray">
          <a:xfrm>
            <a:off x="541338" y="674688"/>
            <a:ext cx="422275" cy="4746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367621" name="Rectangle 5">
            <a:extLst>
              <a:ext uri="{FF2B5EF4-FFF2-40B4-BE49-F238E27FC236}">
                <a16:creationId xmlns:a16="http://schemas.microsoft.com/office/drawing/2014/main" id="{E4AC177E-5A71-4969-821F-3249C726FB94}"/>
              </a:ext>
            </a:extLst>
          </p:cNvPr>
          <p:cNvSpPr>
            <a:spLocks noChangeArrowheads="1"/>
          </p:cNvSpPr>
          <p:nvPr/>
        </p:nvSpPr>
        <p:spPr bwMode="ltGray">
          <a:xfrm>
            <a:off x="911225" y="674688"/>
            <a:ext cx="368300" cy="47466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367622" name="Rectangle 6">
            <a:extLst>
              <a:ext uri="{FF2B5EF4-FFF2-40B4-BE49-F238E27FC236}">
                <a16:creationId xmlns:a16="http://schemas.microsoft.com/office/drawing/2014/main" id="{86F9D93C-EE43-4C34-923C-2E58163095BB}"/>
              </a:ext>
            </a:extLst>
          </p:cNvPr>
          <p:cNvSpPr>
            <a:spLocks noChangeArrowheads="1"/>
          </p:cNvSpPr>
          <p:nvPr/>
        </p:nvSpPr>
        <p:spPr bwMode="ltGray">
          <a:xfrm>
            <a:off x="127000" y="601663"/>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367623" name="Rectangle 7">
            <a:extLst>
              <a:ext uri="{FF2B5EF4-FFF2-40B4-BE49-F238E27FC236}">
                <a16:creationId xmlns:a16="http://schemas.microsoft.com/office/drawing/2014/main" id="{0BB769AE-1858-415D-9602-3E40E90EAAEF}"/>
              </a:ext>
            </a:extLst>
          </p:cNvPr>
          <p:cNvSpPr>
            <a:spLocks noChangeArrowheads="1"/>
          </p:cNvSpPr>
          <p:nvPr/>
        </p:nvSpPr>
        <p:spPr bwMode="gray">
          <a:xfrm>
            <a:off x="762000" y="144463"/>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367624" name="Rectangle 8">
            <a:extLst>
              <a:ext uri="{FF2B5EF4-FFF2-40B4-BE49-F238E27FC236}">
                <a16:creationId xmlns:a16="http://schemas.microsoft.com/office/drawing/2014/main" id="{AD796133-59EA-4A57-8E50-6F9638B5964A}"/>
              </a:ext>
            </a:extLst>
          </p:cNvPr>
          <p:cNvSpPr>
            <a:spLocks noChangeArrowheads="1"/>
          </p:cNvSpPr>
          <p:nvPr/>
        </p:nvSpPr>
        <p:spPr bwMode="gray">
          <a:xfrm>
            <a:off x="442913" y="935038"/>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ahoma" panose="020B0604030504040204" pitchFamily="34" charset="0"/>
            </a:endParaRPr>
          </a:p>
        </p:txBody>
      </p:sp>
      <p:sp>
        <p:nvSpPr>
          <p:cNvPr id="367625" name="Rectangle 9">
            <a:extLst>
              <a:ext uri="{FF2B5EF4-FFF2-40B4-BE49-F238E27FC236}">
                <a16:creationId xmlns:a16="http://schemas.microsoft.com/office/drawing/2014/main" id="{E89F8692-2A53-49D9-A951-E6A55DEABA6B}"/>
              </a:ext>
            </a:extLst>
          </p:cNvPr>
          <p:cNvSpPr>
            <a:spLocks noGrp="1" noChangeArrowheads="1"/>
          </p:cNvSpPr>
          <p:nvPr>
            <p:ph type="title"/>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367626" name="Rectangle 10">
            <a:extLst>
              <a:ext uri="{FF2B5EF4-FFF2-40B4-BE49-F238E27FC236}">
                <a16:creationId xmlns:a16="http://schemas.microsoft.com/office/drawing/2014/main" id="{2E1F1C52-214F-486A-BB0B-6F40769915DE}"/>
              </a:ext>
            </a:extLst>
          </p:cNvPr>
          <p:cNvSpPr>
            <a:spLocks noGrp="1" noChangeArrowheads="1"/>
          </p:cNvSpPr>
          <p:nvPr>
            <p:ph type="body" idx="1"/>
          </p:nvPr>
        </p:nvSpPr>
        <p:spPr bwMode="auto">
          <a:xfrm>
            <a:off x="611188" y="1258888"/>
            <a:ext cx="7993062" cy="533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67627" name="Rectangle 11">
            <a:extLst>
              <a:ext uri="{FF2B5EF4-FFF2-40B4-BE49-F238E27FC236}">
                <a16:creationId xmlns:a16="http://schemas.microsoft.com/office/drawing/2014/main" id="{9D970314-A3DD-45BA-851F-1DD59390E30C}"/>
              </a:ext>
            </a:extLst>
          </p:cNvPr>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latin typeface="+mn-lt"/>
              </a:defRPr>
            </a:lvl1pPr>
          </a:lstStyle>
          <a:p>
            <a:endParaRPr lang="en-US" altLang="zh-CN"/>
          </a:p>
        </p:txBody>
      </p:sp>
      <p:sp>
        <p:nvSpPr>
          <p:cNvPr id="367628" name="Rectangle 12">
            <a:extLst>
              <a:ext uri="{FF2B5EF4-FFF2-40B4-BE49-F238E27FC236}">
                <a16:creationId xmlns:a16="http://schemas.microsoft.com/office/drawing/2014/main" id="{1B528E20-13FB-4D10-99ED-727AA445726B}"/>
              </a:ext>
            </a:extLst>
          </p:cNvPr>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a:latin typeface="+mn-lt"/>
              </a:defRPr>
            </a:lvl1pPr>
          </a:lstStyle>
          <a:p>
            <a:endParaRPr lang="en-US" altLang="zh-CN"/>
          </a:p>
        </p:txBody>
      </p:sp>
      <p:sp>
        <p:nvSpPr>
          <p:cNvPr id="367629" name="Rectangle 13">
            <a:extLst>
              <a:ext uri="{FF2B5EF4-FFF2-40B4-BE49-F238E27FC236}">
                <a16:creationId xmlns:a16="http://schemas.microsoft.com/office/drawing/2014/main" id="{DBDCB549-0752-4F57-B33C-8BE34B97A3ED}"/>
              </a:ext>
            </a:extLst>
          </p:cNvPr>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latin typeface="+mn-lt"/>
              </a:defRPr>
            </a:lvl1pPr>
          </a:lstStyle>
          <a:p>
            <a:fld id="{693D07B2-7CCD-4F2D-B074-5246F69D2E7D}"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7626">
                                            <p:txEl>
                                              <p:pRg st="0" end="0"/>
                                            </p:txEl>
                                          </p:spTgt>
                                        </p:tgtEl>
                                        <p:attrNameLst>
                                          <p:attrName>style.visibility</p:attrName>
                                        </p:attrNameLst>
                                      </p:cBhvr>
                                      <p:to>
                                        <p:strVal val="visible"/>
                                      </p:to>
                                    </p:set>
                                    <p:animEffect transition="in" filter="wipe(left)">
                                      <p:cBhvr>
                                        <p:cTn id="7" dur="1000"/>
                                        <p:tgtEl>
                                          <p:spTgt spid="36762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7626">
                                            <p:txEl>
                                              <p:pRg st="1" end="1"/>
                                            </p:txEl>
                                          </p:spTgt>
                                        </p:tgtEl>
                                        <p:attrNameLst>
                                          <p:attrName>style.visibility</p:attrName>
                                        </p:attrNameLst>
                                      </p:cBhvr>
                                      <p:to>
                                        <p:strVal val="visible"/>
                                      </p:to>
                                    </p:set>
                                    <p:animEffect transition="in" filter="wipe(left)">
                                      <p:cBhvr>
                                        <p:cTn id="12" dur="1000"/>
                                        <p:tgtEl>
                                          <p:spTgt spid="367626">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67626">
                                            <p:txEl>
                                              <p:pRg st="2" end="2"/>
                                            </p:txEl>
                                          </p:spTgt>
                                        </p:tgtEl>
                                        <p:attrNameLst>
                                          <p:attrName>style.visibility</p:attrName>
                                        </p:attrNameLst>
                                      </p:cBhvr>
                                      <p:to>
                                        <p:strVal val="visible"/>
                                      </p:to>
                                    </p:set>
                                    <p:animEffect transition="in" filter="wipe(left)">
                                      <p:cBhvr>
                                        <p:cTn id="15" dur="1000"/>
                                        <p:tgtEl>
                                          <p:spTgt spid="367626">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67626">
                                            <p:txEl>
                                              <p:pRg st="3" end="3"/>
                                            </p:txEl>
                                          </p:spTgt>
                                        </p:tgtEl>
                                        <p:attrNameLst>
                                          <p:attrName>style.visibility</p:attrName>
                                        </p:attrNameLst>
                                      </p:cBhvr>
                                      <p:to>
                                        <p:strVal val="visible"/>
                                      </p:to>
                                    </p:set>
                                    <p:animEffect transition="in" filter="wipe(left)">
                                      <p:cBhvr>
                                        <p:cTn id="18" dur="1000"/>
                                        <p:tgtEl>
                                          <p:spTgt spid="367626">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67626">
                                            <p:txEl>
                                              <p:pRg st="4" end="4"/>
                                            </p:txEl>
                                          </p:spTgt>
                                        </p:tgtEl>
                                        <p:attrNameLst>
                                          <p:attrName>style.visibility</p:attrName>
                                        </p:attrNameLst>
                                      </p:cBhvr>
                                      <p:to>
                                        <p:strVal val="visible"/>
                                      </p:to>
                                    </p:set>
                                    <p:animEffect transition="in" filter="wipe(left)">
                                      <p:cBhvr>
                                        <p:cTn id="21" dur="1000"/>
                                        <p:tgtEl>
                                          <p:spTgt spid="3676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26" grpId="0" build="p">
        <p:tmplLst>
          <p:tmpl lvl="1">
            <p:tnLst>
              <p:par>
                <p:cTn presetID="22" presetClass="entr" presetSubtype="8" fill="hold" nodeType="clickEffect">
                  <p:stCondLst>
                    <p:cond delay="0"/>
                  </p:stCondLst>
                  <p:childTnLst>
                    <p:set>
                      <p:cBhvr>
                        <p:cTn dur="1" fill="hold">
                          <p:stCondLst>
                            <p:cond delay="0"/>
                          </p:stCondLst>
                        </p:cTn>
                        <p:tgtEl>
                          <p:spTgt spid="367626"/>
                        </p:tgtEl>
                        <p:attrNameLst>
                          <p:attrName>style.visibility</p:attrName>
                        </p:attrNameLst>
                      </p:cBhvr>
                      <p:to>
                        <p:strVal val="visible"/>
                      </p:to>
                    </p:set>
                    <p:animEffect transition="in" filter="wipe(left)">
                      <p:cBhvr>
                        <p:cTn dur="1000"/>
                        <p:tgtEl>
                          <p:spTgt spid="367626"/>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367626"/>
                        </p:tgtEl>
                        <p:attrNameLst>
                          <p:attrName>style.visibility</p:attrName>
                        </p:attrNameLst>
                      </p:cBhvr>
                      <p:to>
                        <p:strVal val="visible"/>
                      </p:to>
                    </p:set>
                    <p:animEffect transition="in" filter="wipe(left)">
                      <p:cBhvr>
                        <p:cTn dur="1000"/>
                        <p:tgtEl>
                          <p:spTgt spid="367626"/>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367626"/>
                        </p:tgtEl>
                        <p:attrNameLst>
                          <p:attrName>style.visibility</p:attrName>
                        </p:attrNameLst>
                      </p:cBhvr>
                      <p:to>
                        <p:strVal val="visible"/>
                      </p:to>
                    </p:set>
                    <p:animEffect transition="in" filter="wipe(left)">
                      <p:cBhvr>
                        <p:cTn dur="1000"/>
                        <p:tgtEl>
                          <p:spTgt spid="367626"/>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367626"/>
                        </p:tgtEl>
                        <p:attrNameLst>
                          <p:attrName>style.visibility</p:attrName>
                        </p:attrNameLst>
                      </p:cBhvr>
                      <p:to>
                        <p:strVal val="visible"/>
                      </p:to>
                    </p:set>
                    <p:animEffect transition="in" filter="wipe(left)">
                      <p:cBhvr>
                        <p:cTn dur="1000"/>
                        <p:tgtEl>
                          <p:spTgt spid="367626"/>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367626"/>
                        </p:tgtEl>
                        <p:attrNameLst>
                          <p:attrName>style.visibility</p:attrName>
                        </p:attrNameLst>
                      </p:cBhvr>
                      <p:to>
                        <p:strVal val="visible"/>
                      </p:to>
                    </p:set>
                    <p:animEffect transition="in" filter="wipe(left)">
                      <p:cBhvr>
                        <p:cTn dur="1000"/>
                        <p:tgtEl>
                          <p:spTgt spid="367626"/>
                        </p:tgtEl>
                      </p:cBhvr>
                    </p:animEffect>
                  </p:childTnLst>
                </p:cTn>
              </p:par>
            </p:tnLst>
          </p:tmpl>
        </p:tmplLst>
      </p:bldP>
    </p:bldLst>
  </p:timing>
  <p:txStyles>
    <p:titleStyle>
      <a:lvl1pPr algn="l" rtl="0" fontAlgn="base">
        <a:spcBef>
          <a:spcPct val="0"/>
        </a:spcBef>
        <a:spcAft>
          <a:spcPct val="0"/>
        </a:spcAft>
        <a:defRPr sz="3600" b="1" kern="1200">
          <a:solidFill>
            <a:schemeClr val="tx2"/>
          </a:solidFill>
          <a:effectLst>
            <a:outerShdw blurRad="38100" dist="38100" dir="2700000" algn="tl">
              <a:srgbClr val="C0C0C0"/>
            </a:outerShdw>
          </a:effectLst>
          <a:latin typeface="+mj-lt"/>
          <a:ea typeface="+mj-ea"/>
          <a:cs typeface="+mj-cs"/>
        </a:defRPr>
      </a:lvl1pPr>
      <a:lvl2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p:titleStyle>
    <p:bodyStyle>
      <a:lvl1pPr marL="342900" indent="-342900" algn="l" rtl="0" fontAlgn="base">
        <a:lnSpc>
          <a:spcPct val="120000"/>
        </a:lnSpc>
        <a:spcBef>
          <a:spcPct val="20000"/>
        </a:spcBef>
        <a:spcAft>
          <a:spcPct val="0"/>
        </a:spcAft>
        <a:buClr>
          <a:schemeClr val="folHlink"/>
        </a:buClr>
        <a:buSzPct val="60000"/>
        <a:buFont typeface="Wingdings" panose="05000000000000000000" pitchFamily="2" charset="2"/>
        <a:defRPr sz="2800" b="1"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lnSpc>
          <a:spcPct val="120000"/>
        </a:lnSpc>
        <a:spcBef>
          <a:spcPct val="20000"/>
        </a:spcBef>
        <a:spcAft>
          <a:spcPct val="0"/>
        </a:spcAft>
        <a:buClr>
          <a:schemeClr val="hlink"/>
        </a:buClr>
        <a:buSzPct val="55000"/>
        <a:buFont typeface="Wingdings" panose="05000000000000000000" pitchFamily="2" charset="2"/>
        <a:buChar char="n"/>
        <a:defRPr sz="2800" b="1"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lnSpc>
          <a:spcPct val="120000"/>
        </a:lnSpc>
        <a:spcBef>
          <a:spcPct val="20000"/>
        </a:spcBef>
        <a:spcAft>
          <a:spcPct val="0"/>
        </a:spcAft>
        <a:buClr>
          <a:schemeClr val="folHlink"/>
        </a:buClr>
        <a:buSzPct val="50000"/>
        <a:buFont typeface="Wingdings" panose="05000000000000000000" pitchFamily="2" charset="2"/>
        <a:buChar char="n"/>
        <a:defRPr sz="2400" b="1"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lnSpc>
          <a:spcPct val="120000"/>
        </a:lnSpc>
        <a:spcBef>
          <a:spcPct val="20000"/>
        </a:spcBef>
        <a:spcAft>
          <a:spcPct val="0"/>
        </a:spcAft>
        <a:buClr>
          <a:schemeClr val="accent2"/>
        </a:buClr>
        <a:buSzPct val="55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35.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8.bin"/><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8.wmf"/><Relationship Id="rId2" Type="http://schemas.openxmlformats.org/officeDocument/2006/relationships/slideLayout" Target="../slideLayouts/slideLayout7.xml"/><Relationship Id="rId16" Type="http://schemas.openxmlformats.org/officeDocument/2006/relationships/image" Target="../media/image10.wmf"/><Relationship Id="rId1" Type="http://schemas.openxmlformats.org/officeDocument/2006/relationships/vmlDrawing" Target="../drawings/vmlDrawing2.vml"/><Relationship Id="rId6" Type="http://schemas.openxmlformats.org/officeDocument/2006/relationships/image" Target="../media/image5.wmf"/><Relationship Id="rId11" Type="http://schemas.openxmlformats.org/officeDocument/2006/relationships/oleObject" Target="../embeddings/oleObject7.bin"/><Relationship Id="rId5" Type="http://schemas.openxmlformats.org/officeDocument/2006/relationships/oleObject" Target="../embeddings/oleObject4.bin"/><Relationship Id="rId15" Type="http://schemas.openxmlformats.org/officeDocument/2006/relationships/oleObject" Target="../embeddings/oleObject9.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6.bin"/><Relationship Id="rId14" Type="http://schemas.openxmlformats.org/officeDocument/2006/relationships/image" Target="../media/image9.wmf"/></Relationships>
</file>

<file path=ppt/slides/_rels/slide36.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15.bin"/><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11.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6.w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8.wmf"/><Relationship Id="rId4" Type="http://schemas.openxmlformats.org/officeDocument/2006/relationships/image" Target="../media/image5.wmf"/><Relationship Id="rId9" Type="http://schemas.openxmlformats.org/officeDocument/2006/relationships/oleObject" Target="../embeddings/oleObject13.bin"/><Relationship Id="rId14" Type="http://schemas.openxmlformats.org/officeDocument/2006/relationships/image" Target="../media/image12.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3.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3.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13.w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9" name="Rectangle 5">
            <a:extLst>
              <a:ext uri="{FF2B5EF4-FFF2-40B4-BE49-F238E27FC236}">
                <a16:creationId xmlns:a16="http://schemas.microsoft.com/office/drawing/2014/main" id="{A1F33040-7805-40B0-905F-9BC49ED63494}"/>
              </a:ext>
            </a:extLst>
          </p:cNvPr>
          <p:cNvSpPr>
            <a:spLocks noChangeArrowheads="1"/>
          </p:cNvSpPr>
          <p:nvPr/>
        </p:nvSpPr>
        <p:spPr bwMode="auto">
          <a:xfrm>
            <a:off x="107950" y="80963"/>
            <a:ext cx="4608513" cy="574675"/>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pPr algn="ctr"/>
            <a:r>
              <a:rPr lang="zh-CN" altLang="en-US" sz="2800" b="1">
                <a:solidFill>
                  <a:srgbClr val="993300"/>
                </a:solidFill>
                <a:effectLst>
                  <a:outerShdw blurRad="38100" dist="38100" dir="2700000" algn="tl">
                    <a:srgbClr val="000000"/>
                  </a:outerShdw>
                </a:effectLst>
                <a:ea typeface="隶书" panose="02010509060101010101" pitchFamily="49" charset="-122"/>
              </a:rPr>
              <a:t>数据库系统原理及应用</a:t>
            </a:r>
            <a:endParaRPr kumimoji="1" lang="zh-CN" altLang="en-US" sz="3000" b="1">
              <a:solidFill>
                <a:srgbClr val="000000"/>
              </a:solidFill>
              <a:effectLst>
                <a:outerShdw blurRad="38100" dist="38100" dir="2700000" algn="tl">
                  <a:srgbClr val="FFFFFF"/>
                </a:outerShdw>
              </a:effectLst>
              <a:latin typeface="Times New Roman" panose="02020603050405020304" pitchFamily="18" charset="0"/>
              <a:ea typeface="楷体_GB2312" pitchFamily="49" charset="-122"/>
            </a:endParaRPr>
          </a:p>
        </p:txBody>
      </p:sp>
      <p:sp>
        <p:nvSpPr>
          <p:cNvPr id="328711" name="Rectangle 7">
            <a:extLst>
              <a:ext uri="{FF2B5EF4-FFF2-40B4-BE49-F238E27FC236}">
                <a16:creationId xmlns:a16="http://schemas.microsoft.com/office/drawing/2014/main" id="{92A0CD08-5AD3-48E0-8D05-39F8FB8A05DA}"/>
              </a:ext>
            </a:extLst>
          </p:cNvPr>
          <p:cNvSpPr>
            <a:spLocks noGrp="1" noChangeArrowheads="1"/>
          </p:cNvSpPr>
          <p:nvPr>
            <p:ph type="ctrTitle"/>
          </p:nvPr>
        </p:nvSpPr>
        <p:spPr>
          <a:xfrm>
            <a:off x="684213" y="1230313"/>
            <a:ext cx="8137525" cy="1462087"/>
          </a:xfrm>
          <a:noFill/>
          <a:ln/>
        </p:spPr>
        <p:txBody>
          <a:bodyPr/>
          <a:lstStyle/>
          <a:p>
            <a:r>
              <a:rPr lang="zh-CN" altLang="en-US" sz="4200"/>
              <a:t>第</a:t>
            </a:r>
            <a:r>
              <a:rPr lang="en-US" altLang="zh-CN" sz="4200"/>
              <a:t>3</a:t>
            </a:r>
            <a:r>
              <a:rPr lang="zh-CN" altLang="en-US" sz="4200"/>
              <a:t>章 数据库应用系统设计方法</a:t>
            </a:r>
            <a:r>
              <a:rPr lang="zh-CN" altLang="en-US"/>
              <a:t> </a:t>
            </a:r>
          </a:p>
        </p:txBody>
      </p:sp>
      <p:sp>
        <p:nvSpPr>
          <p:cNvPr id="328715" name="Text Box 11">
            <a:extLst>
              <a:ext uri="{FF2B5EF4-FFF2-40B4-BE49-F238E27FC236}">
                <a16:creationId xmlns:a16="http://schemas.microsoft.com/office/drawing/2014/main" id="{B6FADCC6-9A07-4866-B48B-0CB383FD4176}"/>
              </a:ext>
            </a:extLst>
          </p:cNvPr>
          <p:cNvSpPr txBox="1">
            <a:spLocks noChangeArrowheads="1"/>
          </p:cNvSpPr>
          <p:nvPr/>
        </p:nvSpPr>
        <p:spPr bwMode="auto">
          <a:xfrm>
            <a:off x="2516188" y="3957638"/>
            <a:ext cx="468153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4000" b="1" dirty="0">
                <a:solidFill>
                  <a:srgbClr val="003366"/>
                </a:solidFill>
                <a:effectLst>
                  <a:outerShdw blurRad="38100" dist="38100" dir="2700000" algn="tl">
                    <a:srgbClr val="C0C0C0"/>
                  </a:outerShdw>
                </a:effectLst>
                <a:latin typeface="华文新魏" panose="02010800040101010101" pitchFamily="2" charset="-122"/>
                <a:ea typeface="华文新魏" panose="02010800040101010101" pitchFamily="2" charset="-122"/>
              </a:rPr>
              <a:t>     </a:t>
            </a:r>
            <a:endParaRPr lang="zh-CN" altLang="en-US" sz="4400" b="1" dirty="0">
              <a:solidFill>
                <a:srgbClr val="660033"/>
              </a:solidFill>
              <a:effectLst>
                <a:outerShdw blurRad="38100" dist="38100" dir="2700000" algn="tl">
                  <a:srgbClr val="C0C0C0"/>
                </a:outerShdw>
              </a:effectLst>
              <a:latin typeface="隶书" panose="02010509060101010101" pitchFamily="49" charset="-122"/>
              <a:ea typeface="隶书" panose="02010509060101010101" pitchFamily="49" charset="-122"/>
            </a:endParaRPr>
          </a:p>
        </p:txBody>
      </p:sp>
      <p:pic>
        <p:nvPicPr>
          <p:cNvPr id="328716" name="Picture 12">
            <a:extLst>
              <a:ext uri="{FF2B5EF4-FFF2-40B4-BE49-F238E27FC236}">
                <a16:creationId xmlns:a16="http://schemas.microsoft.com/office/drawing/2014/main" id="{6D830AA8-4C13-4ED4-B342-5DF04A0209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170363"/>
            <a:ext cx="2700338" cy="2687637"/>
          </a:xfrm>
          <a:prstGeom prst="rect">
            <a:avLst/>
          </a:prstGeom>
          <a:noFill/>
          <a:extLst>
            <a:ext uri="{909E8E84-426E-40DD-AFC4-6F175D3DCCD1}">
              <a14:hiddenFill xmlns:a14="http://schemas.microsoft.com/office/drawing/2010/main">
                <a:solidFill>
                  <a:srgbClr val="FFFFFF"/>
                </a:solidFill>
              </a14:hiddenFill>
            </a:ext>
          </a:extLst>
        </p:spPr>
      </p:pic>
      <p:sp>
        <p:nvSpPr>
          <p:cNvPr id="328717" name="Text Box 13">
            <a:extLst>
              <a:ext uri="{FF2B5EF4-FFF2-40B4-BE49-F238E27FC236}">
                <a16:creationId xmlns:a16="http://schemas.microsoft.com/office/drawing/2014/main" id="{D2CB6FB6-C17A-4982-BFA1-F5067E0D2AC7}"/>
              </a:ext>
            </a:extLst>
          </p:cNvPr>
          <p:cNvSpPr txBox="1">
            <a:spLocks noChangeArrowheads="1"/>
          </p:cNvSpPr>
          <p:nvPr/>
        </p:nvSpPr>
        <p:spPr bwMode="auto">
          <a:xfrm>
            <a:off x="2338388" y="2708275"/>
            <a:ext cx="4681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4000" b="1">
                <a:solidFill>
                  <a:srgbClr val="003366"/>
                </a:solidFill>
                <a:effectLst>
                  <a:outerShdw blurRad="38100" dist="38100" dir="2700000" algn="tl">
                    <a:srgbClr val="C0C0C0"/>
                  </a:outerShdw>
                </a:effectLst>
                <a:latin typeface="华文新魏" panose="02010800040101010101" pitchFamily="2" charset="-122"/>
                <a:ea typeface="华文新魏" panose="02010800040101010101" pitchFamily="2" charset="-122"/>
              </a:rPr>
              <a:t>（第五讲）</a:t>
            </a:r>
            <a:endParaRPr lang="zh-CN" altLang="en-US" sz="4400" b="1">
              <a:solidFill>
                <a:srgbClr val="006699"/>
              </a:solidFill>
              <a:effectLst>
                <a:outerShdw blurRad="38100" dist="38100" dir="2700000" algn="tl">
                  <a:srgbClr val="C0C0C0"/>
                </a:outerShdw>
              </a:effectLst>
              <a:latin typeface="隶书" panose="02010509060101010101" pitchFamily="49" charset="-122"/>
              <a:ea typeface="隶书" panose="020105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28709"/>
                                        </p:tgtEl>
                                        <p:attrNameLst>
                                          <p:attrName>style.visibility</p:attrName>
                                        </p:attrNameLst>
                                      </p:cBhvr>
                                      <p:to>
                                        <p:strVal val="visible"/>
                                      </p:to>
                                    </p:set>
                                    <p:animEffect transition="in" filter="wipe(left)">
                                      <p:cBhvr>
                                        <p:cTn id="7" dur="1000"/>
                                        <p:tgtEl>
                                          <p:spTgt spid="328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2" name="Rectangle 4">
            <a:extLst>
              <a:ext uri="{FF2B5EF4-FFF2-40B4-BE49-F238E27FC236}">
                <a16:creationId xmlns:a16="http://schemas.microsoft.com/office/drawing/2014/main" id="{A065248F-69F2-44E0-8F3B-D184D26B72A2}"/>
              </a:ext>
            </a:extLst>
          </p:cNvPr>
          <p:cNvSpPr>
            <a:spLocks noChangeArrowheads="1"/>
          </p:cNvSpPr>
          <p:nvPr/>
        </p:nvSpPr>
        <p:spPr bwMode="gray">
          <a:xfrm>
            <a:off x="755650" y="285750"/>
            <a:ext cx="7793038" cy="622300"/>
          </a:xfrm>
          <a:prstGeom prst="rect">
            <a:avLst/>
          </a:prstGeom>
          <a:noFill/>
          <a:ln>
            <a:noFill/>
          </a:ln>
          <a:effectLst>
            <a:outerShdw dist="17961" dir="2700000" algn="ctr" rotWithShape="0">
              <a:schemeClr val="tx1">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Lst>
        </p:spPr>
        <p:txBody>
          <a:bodyPr anchor="ctr"/>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pPr algn="ctr"/>
            <a:r>
              <a:rPr lang="zh-CN" altLang="en-US" sz="4000">
                <a:latin typeface="华文隶书" panose="02010800040101010101" pitchFamily="2" charset="-122"/>
                <a:ea typeface="华文隶书" panose="02010800040101010101" pitchFamily="2" charset="-122"/>
              </a:rPr>
              <a:t>主要内容</a:t>
            </a:r>
          </a:p>
        </p:txBody>
      </p:sp>
      <p:sp>
        <p:nvSpPr>
          <p:cNvPr id="677893" name="Rectangle 5">
            <a:extLst>
              <a:ext uri="{FF2B5EF4-FFF2-40B4-BE49-F238E27FC236}">
                <a16:creationId xmlns:a16="http://schemas.microsoft.com/office/drawing/2014/main" id="{10E3135A-01F8-4F82-862D-2098271B0D63}"/>
              </a:ext>
            </a:extLst>
          </p:cNvPr>
          <p:cNvSpPr>
            <a:spLocks noChangeArrowheads="1"/>
          </p:cNvSpPr>
          <p:nvPr/>
        </p:nvSpPr>
        <p:spPr bwMode="auto">
          <a:xfrm>
            <a:off x="466725" y="1258888"/>
            <a:ext cx="8208963" cy="533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endParaRPr lang="zh-CN" altLang="en-US" sz="3200">
              <a:solidFill>
                <a:srgbClr val="990033"/>
              </a:solidFill>
              <a:effectLst/>
              <a:ea typeface="黑体" panose="02010609060101010101" pitchFamily="49" charset="-122"/>
            </a:endParaRPr>
          </a:p>
          <a:p>
            <a:pPr>
              <a:lnSpc>
                <a:spcPct val="150000"/>
              </a:lnSpc>
            </a:pPr>
            <a:r>
              <a:rPr lang="zh-CN" altLang="en-US"/>
              <a:t>         </a:t>
            </a:r>
            <a:r>
              <a:rPr lang="en-US" altLang="zh-CN" sz="3200">
                <a:solidFill>
                  <a:srgbClr val="003366"/>
                </a:solidFill>
                <a:effectLst/>
                <a:latin typeface="华文新魏" panose="02010800040101010101" pitchFamily="2" charset="-122"/>
                <a:ea typeface="华文新魏" panose="02010800040101010101" pitchFamily="2" charset="-122"/>
              </a:rPr>
              <a:t>3.5</a:t>
            </a:r>
            <a:r>
              <a:rPr lang="zh-CN" altLang="en-US" sz="3200">
                <a:solidFill>
                  <a:srgbClr val="003366"/>
                </a:solidFill>
                <a:effectLst/>
                <a:latin typeface="华文新魏" panose="02010800040101010101" pitchFamily="2" charset="-122"/>
                <a:ea typeface="华文新魏" panose="02010800040101010101" pitchFamily="2" charset="-122"/>
              </a:rPr>
              <a:t>  数据库物理结构设计</a:t>
            </a:r>
          </a:p>
          <a:p>
            <a:pPr>
              <a:lnSpc>
                <a:spcPct val="150000"/>
              </a:lnSpc>
            </a:pPr>
            <a:r>
              <a:rPr lang="en-US" altLang="zh-CN"/>
              <a:t>         </a:t>
            </a:r>
            <a:r>
              <a:rPr lang="en-US" altLang="zh-CN" sz="3200">
                <a:solidFill>
                  <a:srgbClr val="003366"/>
                </a:solidFill>
                <a:effectLst/>
                <a:latin typeface="华文新魏" panose="02010800040101010101" pitchFamily="2" charset="-122"/>
                <a:ea typeface="华文新魏" panose="02010800040101010101" pitchFamily="2" charset="-122"/>
              </a:rPr>
              <a:t>3.6</a:t>
            </a:r>
            <a:r>
              <a:rPr lang="zh-CN" altLang="en-US" sz="3200">
                <a:solidFill>
                  <a:srgbClr val="003366"/>
                </a:solidFill>
                <a:effectLst/>
                <a:latin typeface="华文新魏" panose="02010800040101010101" pitchFamily="2" charset="-122"/>
                <a:ea typeface="华文新魏" panose="02010800040101010101" pitchFamily="2" charset="-122"/>
              </a:rPr>
              <a:t>  数据库实现技术简介</a:t>
            </a:r>
          </a:p>
          <a:p>
            <a:pPr>
              <a:lnSpc>
                <a:spcPct val="150000"/>
              </a:lnSpc>
            </a:pPr>
            <a:r>
              <a:rPr lang="zh-CN" altLang="en-US"/>
              <a:t>         </a:t>
            </a:r>
            <a:r>
              <a:rPr lang="en-US" altLang="zh-CN" sz="3200">
                <a:solidFill>
                  <a:srgbClr val="003366"/>
                </a:solidFill>
                <a:effectLst/>
                <a:latin typeface="华文新魏" panose="02010800040101010101" pitchFamily="2" charset="-122"/>
                <a:ea typeface="华文新魏" panose="02010800040101010101" pitchFamily="2" charset="-122"/>
              </a:rPr>
              <a:t>3.7  </a:t>
            </a:r>
            <a:r>
              <a:rPr lang="zh-CN" altLang="en-US" sz="3200">
                <a:solidFill>
                  <a:srgbClr val="003366"/>
                </a:solidFill>
                <a:effectLst/>
                <a:latin typeface="华文新魏" panose="02010800040101010101" pitchFamily="2" charset="-122"/>
                <a:ea typeface="华文新魏" panose="02010800040101010101" pitchFamily="2" charset="-122"/>
              </a:rPr>
              <a:t>数据库应用系统运行与维护</a:t>
            </a:r>
            <a:endParaRPr lang="en-US" altLang="zh-CN" sz="3200">
              <a:solidFill>
                <a:srgbClr val="003366"/>
              </a:solidFill>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77893">
                                            <p:txEl>
                                              <p:pRg st="1" end="1"/>
                                            </p:txEl>
                                          </p:spTgt>
                                        </p:tgtEl>
                                        <p:attrNameLst>
                                          <p:attrName>style.visibility</p:attrName>
                                        </p:attrNameLst>
                                      </p:cBhvr>
                                      <p:to>
                                        <p:strVal val="visible"/>
                                      </p:to>
                                    </p:set>
                                    <p:animEffect transition="in" filter="wipe(left)">
                                      <p:cBhvr>
                                        <p:cTn id="7" dur="500"/>
                                        <p:tgtEl>
                                          <p:spTgt spid="677893">
                                            <p:txEl>
                                              <p:pRg st="1" end="1"/>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77893">
                                            <p:txEl>
                                              <p:pRg st="2" end="2"/>
                                            </p:txEl>
                                          </p:spTgt>
                                        </p:tgtEl>
                                        <p:attrNameLst>
                                          <p:attrName>style.visibility</p:attrName>
                                        </p:attrNameLst>
                                      </p:cBhvr>
                                      <p:to>
                                        <p:strVal val="visible"/>
                                      </p:to>
                                    </p:set>
                                    <p:animEffect transition="in" filter="wipe(left)">
                                      <p:cBhvr>
                                        <p:cTn id="11" dur="1000"/>
                                        <p:tgtEl>
                                          <p:spTgt spid="677893">
                                            <p:txEl>
                                              <p:pRg st="2" end="2"/>
                                            </p:txEl>
                                          </p:spTgt>
                                        </p:tgtEl>
                                      </p:cBhvr>
                                    </p:animEffect>
                                  </p:childTnLst>
                                </p:cTn>
                              </p:par>
                            </p:childTnLst>
                          </p:cTn>
                        </p:par>
                        <p:par>
                          <p:cTn id="12" fill="hold" nodeType="afterGroup">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677893">
                                            <p:txEl>
                                              <p:pRg st="3" end="3"/>
                                            </p:txEl>
                                          </p:spTgt>
                                        </p:tgtEl>
                                        <p:attrNameLst>
                                          <p:attrName>style.visibility</p:attrName>
                                        </p:attrNameLst>
                                      </p:cBhvr>
                                      <p:to>
                                        <p:strVal val="visible"/>
                                      </p:to>
                                    </p:set>
                                    <p:animEffect transition="in" filter="wipe(left)">
                                      <p:cBhvr>
                                        <p:cTn id="15" dur="1000"/>
                                        <p:tgtEl>
                                          <p:spTgt spid="67789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89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6" name="Rectangle 4">
            <a:extLst>
              <a:ext uri="{FF2B5EF4-FFF2-40B4-BE49-F238E27FC236}">
                <a16:creationId xmlns:a16="http://schemas.microsoft.com/office/drawing/2014/main" id="{28A71F33-27A2-4895-9C8F-542047C9748E}"/>
              </a:ext>
            </a:extLst>
          </p:cNvPr>
          <p:cNvSpPr>
            <a:spLocks noChangeArrowheads="1"/>
          </p:cNvSpPr>
          <p:nvPr/>
        </p:nvSpPr>
        <p:spPr bwMode="auto">
          <a:xfrm>
            <a:off x="71438" y="95250"/>
            <a:ext cx="4932362" cy="544513"/>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r>
              <a:rPr lang="zh-CN" altLang="en-US" sz="2600" b="1">
                <a:solidFill>
                  <a:srgbClr val="993300"/>
                </a:solidFill>
                <a:effectLst>
                  <a:outerShdw blurRad="38100" dist="38100" dir="2700000" algn="tl">
                    <a:srgbClr val="000000"/>
                  </a:outerShdw>
                </a:effectLst>
                <a:ea typeface="隶书" panose="02010509060101010101" pitchFamily="49" charset="-122"/>
              </a:rPr>
              <a:t>第</a:t>
            </a:r>
            <a:r>
              <a:rPr lang="en-US" altLang="zh-CN" sz="2600" b="1">
                <a:solidFill>
                  <a:srgbClr val="993300"/>
                </a:solidFill>
                <a:effectLst>
                  <a:outerShdw blurRad="38100" dist="38100" dir="2700000" algn="tl">
                    <a:srgbClr val="000000"/>
                  </a:outerShdw>
                </a:effectLst>
                <a:ea typeface="隶书" panose="02010509060101010101" pitchFamily="49" charset="-122"/>
              </a:rPr>
              <a:t>3</a:t>
            </a:r>
            <a:r>
              <a:rPr lang="zh-CN" altLang="en-US" sz="2600" b="1">
                <a:solidFill>
                  <a:srgbClr val="993300"/>
                </a:solidFill>
                <a:effectLst>
                  <a:outerShdw blurRad="38100" dist="38100" dir="2700000" algn="tl">
                    <a:srgbClr val="000000"/>
                  </a:outerShdw>
                </a:effectLst>
                <a:ea typeface="隶书" panose="02010509060101010101" pitchFamily="49" charset="-122"/>
              </a:rPr>
              <a:t>章  数据库应用系统设计方法</a:t>
            </a:r>
          </a:p>
        </p:txBody>
      </p:sp>
      <p:sp>
        <p:nvSpPr>
          <p:cNvPr id="474117" name="Rectangle 5">
            <a:extLst>
              <a:ext uri="{FF2B5EF4-FFF2-40B4-BE49-F238E27FC236}">
                <a16:creationId xmlns:a16="http://schemas.microsoft.com/office/drawing/2014/main" id="{608889BE-0764-4F71-9D88-6947D605A1A6}"/>
              </a:ext>
            </a:extLst>
          </p:cNvPr>
          <p:cNvSpPr>
            <a:spLocks noChangeArrowheads="1"/>
          </p:cNvSpPr>
          <p:nvPr/>
        </p:nvSpPr>
        <p:spPr bwMode="auto">
          <a:xfrm>
            <a:off x="684213" y="1196975"/>
            <a:ext cx="8137525" cy="146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4800" b="1">
                <a:solidFill>
                  <a:schemeClr val="tx2"/>
                </a:solidFill>
                <a:effectLst>
                  <a:outerShdw blurRad="38100" dist="38100" dir="2700000" algn="tl">
                    <a:srgbClr val="C0C0C0"/>
                  </a:outerShdw>
                </a:effectLst>
                <a:latin typeface="Tahoma" panose="020B0604030504040204" pitchFamily="34" charset="0"/>
                <a:ea typeface="隶书" panose="02010509060101010101" pitchFamily="49" charset="-122"/>
              </a:defRPr>
            </a:lvl1pPr>
            <a:lvl2pPr algn="ctr">
              <a:defRPr sz="4800" b="1">
                <a:solidFill>
                  <a:schemeClr val="tx2"/>
                </a:solidFill>
                <a:effectLst>
                  <a:outerShdw blurRad="38100" dist="38100" dir="2700000" algn="tl">
                    <a:srgbClr val="C0C0C0"/>
                  </a:outerShdw>
                </a:effectLst>
                <a:latin typeface="Tahoma" panose="020B0604030504040204" pitchFamily="34" charset="0"/>
                <a:ea typeface="隶书" panose="02010509060101010101" pitchFamily="49" charset="-122"/>
              </a:defRPr>
            </a:lvl2pPr>
            <a:lvl3pPr algn="ctr">
              <a:defRPr sz="4800" b="1">
                <a:solidFill>
                  <a:schemeClr val="tx2"/>
                </a:solidFill>
                <a:effectLst>
                  <a:outerShdw blurRad="38100" dist="38100" dir="2700000" algn="tl">
                    <a:srgbClr val="C0C0C0"/>
                  </a:outerShdw>
                </a:effectLst>
                <a:latin typeface="Tahoma" panose="020B0604030504040204" pitchFamily="34" charset="0"/>
                <a:ea typeface="隶书" panose="02010509060101010101" pitchFamily="49" charset="-122"/>
              </a:defRPr>
            </a:lvl3pPr>
            <a:lvl4pPr algn="ctr">
              <a:defRPr sz="4800" b="1">
                <a:solidFill>
                  <a:schemeClr val="tx2"/>
                </a:solidFill>
                <a:effectLst>
                  <a:outerShdw blurRad="38100" dist="38100" dir="2700000" algn="tl">
                    <a:srgbClr val="C0C0C0"/>
                  </a:outerShdw>
                </a:effectLst>
                <a:latin typeface="Tahoma" panose="020B0604030504040204" pitchFamily="34" charset="0"/>
                <a:ea typeface="隶书" panose="02010509060101010101" pitchFamily="49" charset="-122"/>
              </a:defRPr>
            </a:lvl4pPr>
            <a:lvl5pPr algn="ctr">
              <a:defRPr sz="4800" b="1">
                <a:solidFill>
                  <a:schemeClr val="tx2"/>
                </a:solidFill>
                <a:effectLst>
                  <a:outerShdw blurRad="38100" dist="38100" dir="2700000" algn="tl">
                    <a:srgbClr val="C0C0C0"/>
                  </a:outerShdw>
                </a:effectLst>
                <a:latin typeface="Tahoma" panose="020B0604030504040204" pitchFamily="34" charset="0"/>
                <a:ea typeface="隶书" panose="02010509060101010101" pitchFamily="49" charset="-122"/>
              </a:defRPr>
            </a:lvl5pPr>
            <a:lvl6pPr marL="457200" algn="ctr" fontAlgn="base">
              <a:spcBef>
                <a:spcPct val="0"/>
              </a:spcBef>
              <a:spcAft>
                <a:spcPct val="0"/>
              </a:spcAft>
              <a:defRPr sz="4800" b="1">
                <a:solidFill>
                  <a:schemeClr val="tx2"/>
                </a:solidFill>
                <a:effectLst>
                  <a:outerShdw blurRad="38100" dist="38100" dir="2700000" algn="tl">
                    <a:srgbClr val="C0C0C0"/>
                  </a:outerShdw>
                </a:effectLst>
                <a:latin typeface="Tahoma" panose="020B0604030504040204" pitchFamily="34" charset="0"/>
                <a:ea typeface="隶书" panose="02010509060101010101" pitchFamily="49" charset="-122"/>
              </a:defRPr>
            </a:lvl6pPr>
            <a:lvl7pPr marL="914400" algn="ctr" fontAlgn="base">
              <a:spcBef>
                <a:spcPct val="0"/>
              </a:spcBef>
              <a:spcAft>
                <a:spcPct val="0"/>
              </a:spcAft>
              <a:defRPr sz="4800" b="1">
                <a:solidFill>
                  <a:schemeClr val="tx2"/>
                </a:solidFill>
                <a:effectLst>
                  <a:outerShdw blurRad="38100" dist="38100" dir="2700000" algn="tl">
                    <a:srgbClr val="C0C0C0"/>
                  </a:outerShdw>
                </a:effectLst>
                <a:latin typeface="Tahoma" panose="020B0604030504040204" pitchFamily="34" charset="0"/>
                <a:ea typeface="隶书" panose="02010509060101010101" pitchFamily="49" charset="-122"/>
              </a:defRPr>
            </a:lvl7pPr>
            <a:lvl8pPr marL="1371600" algn="ctr" fontAlgn="base">
              <a:spcBef>
                <a:spcPct val="0"/>
              </a:spcBef>
              <a:spcAft>
                <a:spcPct val="0"/>
              </a:spcAft>
              <a:defRPr sz="4800" b="1">
                <a:solidFill>
                  <a:schemeClr val="tx2"/>
                </a:solidFill>
                <a:effectLst>
                  <a:outerShdw blurRad="38100" dist="38100" dir="2700000" algn="tl">
                    <a:srgbClr val="C0C0C0"/>
                  </a:outerShdw>
                </a:effectLst>
                <a:latin typeface="Tahoma" panose="020B0604030504040204" pitchFamily="34" charset="0"/>
                <a:ea typeface="隶书" panose="02010509060101010101" pitchFamily="49" charset="-122"/>
              </a:defRPr>
            </a:lvl8pPr>
            <a:lvl9pPr marL="1828800" algn="ctr" fontAlgn="base">
              <a:spcBef>
                <a:spcPct val="0"/>
              </a:spcBef>
              <a:spcAft>
                <a:spcPct val="0"/>
              </a:spcAft>
              <a:defRPr sz="4800" b="1">
                <a:solidFill>
                  <a:schemeClr val="tx2"/>
                </a:solidFill>
                <a:effectLst>
                  <a:outerShdw blurRad="38100" dist="38100" dir="2700000" algn="tl">
                    <a:srgbClr val="C0C0C0"/>
                  </a:outerShdw>
                </a:effectLst>
                <a:latin typeface="Tahoma" panose="020B0604030504040204" pitchFamily="34" charset="0"/>
                <a:ea typeface="隶书" panose="02010509060101010101" pitchFamily="49" charset="-122"/>
              </a:defRPr>
            </a:lvl9pPr>
          </a:lstStyle>
          <a:p>
            <a:r>
              <a:rPr lang="en-US" altLang="zh-CN" sz="4600"/>
              <a:t>3.5 </a:t>
            </a:r>
            <a:r>
              <a:rPr lang="zh-CN" altLang="en-US" sz="4600"/>
              <a:t> 数据库物理结构设计</a:t>
            </a:r>
            <a:r>
              <a:rPr lang="zh-CN" altLang="en-US"/>
              <a: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474117"/>
                                        </p:tgtEl>
                                        <p:attrNameLst>
                                          <p:attrName>style.visibility</p:attrName>
                                        </p:attrNameLst>
                                      </p:cBhvr>
                                      <p:to>
                                        <p:strVal val="visible"/>
                                      </p:to>
                                    </p:set>
                                    <p:animEffect transition="in" filter="plus(in)">
                                      <p:cBhvr>
                                        <p:cTn id="7" dur="1000"/>
                                        <p:tgtEl>
                                          <p:spTgt spid="474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9" name="Rectangle 9">
            <a:extLst>
              <a:ext uri="{FF2B5EF4-FFF2-40B4-BE49-F238E27FC236}">
                <a16:creationId xmlns:a16="http://schemas.microsoft.com/office/drawing/2014/main" id="{F0B201AB-EAA4-4E49-834F-7F266C2F657E}"/>
              </a:ext>
            </a:extLst>
          </p:cNvPr>
          <p:cNvSpPr>
            <a:spLocks noChangeArrowheads="1"/>
          </p:cNvSpPr>
          <p:nvPr/>
        </p:nvSpPr>
        <p:spPr bwMode="auto">
          <a:xfrm>
            <a:off x="71438" y="73025"/>
            <a:ext cx="8893175" cy="1700213"/>
          </a:xfrm>
          <a:prstGeom prst="rect">
            <a:avLst/>
          </a:prstGeom>
          <a:solidFill>
            <a:schemeClr val="bg1"/>
          </a:solidFill>
          <a:ln w="952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25" name="Rectangle 5">
            <a:extLst>
              <a:ext uri="{FF2B5EF4-FFF2-40B4-BE49-F238E27FC236}">
                <a16:creationId xmlns:a16="http://schemas.microsoft.com/office/drawing/2014/main" id="{3F8F68E1-4141-46D6-B425-0B17499F5FC4}"/>
              </a:ext>
            </a:extLst>
          </p:cNvPr>
          <p:cNvSpPr>
            <a:spLocks noChangeArrowheads="1"/>
          </p:cNvSpPr>
          <p:nvPr/>
        </p:nvSpPr>
        <p:spPr bwMode="auto">
          <a:xfrm>
            <a:off x="496888" y="1412875"/>
            <a:ext cx="8208962" cy="4105275"/>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b="0">
                <a:effectLst/>
                <a:ea typeface="黑体" panose="02010609060101010101" pitchFamily="49" charset="-122"/>
              </a:rPr>
              <a:t>          </a:t>
            </a:r>
          </a:p>
          <a:p>
            <a:pPr>
              <a:lnSpc>
                <a:spcPct val="170000"/>
              </a:lnSpc>
              <a:spcBef>
                <a:spcPct val="90000"/>
              </a:spcBef>
            </a:pPr>
            <a:r>
              <a:rPr lang="zh-CN" altLang="en-US" b="0">
                <a:effectLst/>
                <a:ea typeface="黑体" panose="02010609060101010101" pitchFamily="49" charset="-122"/>
              </a:rPr>
              <a:t>          数据库的</a:t>
            </a:r>
            <a:r>
              <a:rPr lang="zh-CN" altLang="en-US" sz="3200">
                <a:solidFill>
                  <a:srgbClr val="660033"/>
                </a:solidFill>
                <a:effectLst/>
                <a:ea typeface="华文新魏" panose="02010800040101010101" pitchFamily="2" charset="-122"/>
              </a:rPr>
              <a:t>物理结构</a:t>
            </a:r>
            <a:r>
              <a:rPr lang="zh-CN" altLang="en-US" b="0">
                <a:effectLst/>
                <a:ea typeface="黑体" panose="02010609060101010101" pitchFamily="49" charset="-122"/>
              </a:rPr>
              <a:t>主要是指数据库在物理存储设备上的存储结构和存取方法。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32" fill="hold" grpId="0" nodeType="afterEffect">
                                  <p:stCondLst>
                                    <p:cond delay="0"/>
                                  </p:stCondLst>
                                  <p:childTnLst>
                                    <p:set>
                                      <p:cBhvr>
                                        <p:cTn id="6" dur="1" fill="hold">
                                          <p:stCondLst>
                                            <p:cond delay="0"/>
                                          </p:stCondLst>
                                        </p:cTn>
                                        <p:tgtEl>
                                          <p:spTgt spid="465925"/>
                                        </p:tgtEl>
                                        <p:attrNameLst>
                                          <p:attrName>style.visibility</p:attrName>
                                        </p:attrNameLst>
                                      </p:cBhvr>
                                      <p:to>
                                        <p:strVal val="visible"/>
                                      </p:to>
                                    </p:set>
                                    <p:animEffect transition="in" filter="diamond(out)">
                                      <p:cBhvr>
                                        <p:cTn id="7" dur="1000"/>
                                        <p:tgtEl>
                                          <p:spTgt spid="465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9" name="Rectangle 5">
            <a:extLst>
              <a:ext uri="{FF2B5EF4-FFF2-40B4-BE49-F238E27FC236}">
                <a16:creationId xmlns:a16="http://schemas.microsoft.com/office/drawing/2014/main" id="{BF3A2A4F-D6A2-4A52-B457-D2B5E7EC01E9}"/>
              </a:ext>
            </a:extLst>
          </p:cNvPr>
          <p:cNvSpPr>
            <a:spLocks noChangeArrowheads="1"/>
          </p:cNvSpPr>
          <p:nvPr/>
        </p:nvSpPr>
        <p:spPr bwMode="auto">
          <a:xfrm>
            <a:off x="466725" y="1125538"/>
            <a:ext cx="8208963" cy="533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35000"/>
              </a:lnSpc>
            </a:pPr>
            <a:r>
              <a:rPr lang="zh-CN" altLang="en-US"/>
              <a:t>          </a:t>
            </a:r>
            <a:r>
              <a:rPr lang="en-US" altLang="zh-CN" sz="3000">
                <a:solidFill>
                  <a:srgbClr val="660033"/>
                </a:solidFill>
                <a:ea typeface="华文新魏" panose="02010800040101010101" pitchFamily="2" charset="-122"/>
              </a:rPr>
              <a:t>1</a:t>
            </a:r>
            <a:r>
              <a:rPr lang="zh-CN" altLang="en-US" sz="3000">
                <a:solidFill>
                  <a:srgbClr val="660033"/>
                </a:solidFill>
                <a:ea typeface="华文新魏" panose="02010800040101010101" pitchFamily="2" charset="-122"/>
              </a:rPr>
              <a:t>、数据库物理结构设计的任务</a:t>
            </a:r>
          </a:p>
          <a:p>
            <a:pPr>
              <a:lnSpc>
                <a:spcPct val="135000"/>
              </a:lnSpc>
            </a:pPr>
            <a:r>
              <a:rPr lang="zh-CN" altLang="en-US"/>
              <a:t>          </a:t>
            </a:r>
            <a:r>
              <a:rPr lang="zh-CN" altLang="en-US" sz="2600"/>
              <a:t>根据所选用的关系</a:t>
            </a:r>
            <a:r>
              <a:rPr lang="en-US" altLang="zh-CN" sz="2600"/>
              <a:t>DBMS</a:t>
            </a:r>
            <a:r>
              <a:rPr lang="zh-CN" altLang="en-US" sz="2600"/>
              <a:t>软件的数据库物理结构的设计要求和应用需求，在物理存储设备上为逻辑结构设计阶段设计好的数据库逻辑结构，</a:t>
            </a:r>
            <a:r>
              <a:rPr lang="zh-CN" altLang="en-US" sz="2600">
                <a:solidFill>
                  <a:srgbClr val="003366"/>
                </a:solidFill>
                <a:effectLst/>
                <a:ea typeface="黑体" panose="02010609060101010101" pitchFamily="49" charset="-122"/>
              </a:rPr>
              <a:t>选取和设计一个占用存储空间较少、查询效率尽可能高、维护代价较低的数据库物理结构；并对设计好的物理结构从时间和空间效率方面进行评价，</a:t>
            </a:r>
            <a:r>
              <a:rPr lang="zh-CN" altLang="en-US" sz="2600"/>
              <a:t>以便确定是否对其逻辑结构或物理结构进行进一步的优化设计。</a:t>
            </a:r>
          </a:p>
        </p:txBody>
      </p:sp>
      <p:sp>
        <p:nvSpPr>
          <p:cNvPr id="466950" name="Rectangle 6">
            <a:extLst>
              <a:ext uri="{FF2B5EF4-FFF2-40B4-BE49-F238E27FC236}">
                <a16:creationId xmlns:a16="http://schemas.microsoft.com/office/drawing/2014/main" id="{B19874A9-BF1B-44A0-8CF5-A767A9D0D90B}"/>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en-US" altLang="zh-CN"/>
              <a:t>0</a:t>
            </a:r>
            <a:r>
              <a:rPr lang="zh-CN" altLang="en-US"/>
              <a:t>、数据库物理结构设计的基本问题</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66949">
                                            <p:txEl>
                                              <p:pRg st="0" end="0"/>
                                            </p:txEl>
                                          </p:spTgt>
                                        </p:tgtEl>
                                        <p:attrNameLst>
                                          <p:attrName>style.visibility</p:attrName>
                                        </p:attrNameLst>
                                      </p:cBhvr>
                                      <p:to>
                                        <p:strVal val="visible"/>
                                      </p:to>
                                    </p:set>
                                    <p:animEffect transition="in" filter="wipe(up)">
                                      <p:cBhvr>
                                        <p:cTn id="7" dur="1000"/>
                                        <p:tgtEl>
                                          <p:spTgt spid="466949">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466949">
                                            <p:txEl>
                                              <p:pRg st="1" end="1"/>
                                            </p:txEl>
                                          </p:spTgt>
                                        </p:tgtEl>
                                        <p:attrNameLst>
                                          <p:attrName>style.visibility</p:attrName>
                                        </p:attrNameLst>
                                      </p:cBhvr>
                                      <p:to>
                                        <p:strVal val="visible"/>
                                      </p:to>
                                    </p:set>
                                    <p:animEffect transition="in" filter="wipe(up)">
                                      <p:cBhvr>
                                        <p:cTn id="11" dur="2000"/>
                                        <p:tgtEl>
                                          <p:spTgt spid="46694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64" name="Rectangle 4">
            <a:extLst>
              <a:ext uri="{FF2B5EF4-FFF2-40B4-BE49-F238E27FC236}">
                <a16:creationId xmlns:a16="http://schemas.microsoft.com/office/drawing/2014/main" id="{417C6705-81D2-4EA8-9CF8-EF3BF9837E14}"/>
              </a:ext>
            </a:extLst>
          </p:cNvPr>
          <p:cNvSpPr>
            <a:spLocks noChangeArrowheads="1"/>
          </p:cNvSpPr>
          <p:nvPr/>
        </p:nvSpPr>
        <p:spPr bwMode="auto">
          <a:xfrm>
            <a:off x="466725" y="1125538"/>
            <a:ext cx="8208963" cy="71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35000"/>
              </a:lnSpc>
            </a:pPr>
            <a:r>
              <a:rPr lang="zh-CN" altLang="en-US"/>
              <a:t>          </a:t>
            </a:r>
            <a:r>
              <a:rPr lang="en-US" altLang="zh-CN" sz="3000">
                <a:solidFill>
                  <a:srgbClr val="660033"/>
                </a:solidFill>
                <a:ea typeface="华文新魏" panose="02010800040101010101" pitchFamily="2" charset="-122"/>
              </a:rPr>
              <a:t>2</a:t>
            </a:r>
            <a:r>
              <a:rPr lang="zh-CN" altLang="en-US" sz="3000">
                <a:solidFill>
                  <a:srgbClr val="660033"/>
                </a:solidFill>
                <a:ea typeface="华文新魏" panose="02010800040101010101" pitchFamily="2" charset="-122"/>
              </a:rPr>
              <a:t>、数据库物理结构的设计过程</a:t>
            </a:r>
            <a:endParaRPr lang="zh-CN" altLang="en-US" sz="2600"/>
          </a:p>
        </p:txBody>
      </p:sp>
      <p:sp>
        <p:nvSpPr>
          <p:cNvPr id="655365" name="Rectangle 5">
            <a:extLst>
              <a:ext uri="{FF2B5EF4-FFF2-40B4-BE49-F238E27FC236}">
                <a16:creationId xmlns:a16="http://schemas.microsoft.com/office/drawing/2014/main" id="{F2F8048C-2B70-4F1A-897A-FA3684236CC2}"/>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en-US" altLang="zh-CN"/>
              <a:t>0</a:t>
            </a:r>
            <a:r>
              <a:rPr lang="zh-CN" altLang="en-US"/>
              <a:t>、数据库物理结构设计的基本问题</a:t>
            </a:r>
            <a:endParaRPr lang="en-US" altLang="zh-CN"/>
          </a:p>
        </p:txBody>
      </p:sp>
      <p:grpSp>
        <p:nvGrpSpPr>
          <p:cNvPr id="655400" name="Group 40">
            <a:extLst>
              <a:ext uri="{FF2B5EF4-FFF2-40B4-BE49-F238E27FC236}">
                <a16:creationId xmlns:a16="http://schemas.microsoft.com/office/drawing/2014/main" id="{2A278C40-5939-4975-AD4D-F2106D79816F}"/>
              </a:ext>
            </a:extLst>
          </p:cNvPr>
          <p:cNvGrpSpPr>
            <a:grpSpLocks/>
          </p:cNvGrpSpPr>
          <p:nvPr/>
        </p:nvGrpSpPr>
        <p:grpSpPr bwMode="auto">
          <a:xfrm>
            <a:off x="611188" y="2133600"/>
            <a:ext cx="7777162" cy="3671888"/>
            <a:chOff x="385" y="1344"/>
            <a:chExt cx="4899" cy="2313"/>
          </a:xfrm>
        </p:grpSpPr>
        <p:sp>
          <p:nvSpPr>
            <p:cNvPr id="655367" name="Text Box 7">
              <a:extLst>
                <a:ext uri="{FF2B5EF4-FFF2-40B4-BE49-F238E27FC236}">
                  <a16:creationId xmlns:a16="http://schemas.microsoft.com/office/drawing/2014/main" id="{9C4AD137-90AE-41A8-A4FA-9847011D4A85}"/>
                </a:ext>
              </a:extLst>
            </p:cNvPr>
            <p:cNvSpPr txBox="1">
              <a:spLocks noChangeArrowheads="1"/>
            </p:cNvSpPr>
            <p:nvPr/>
          </p:nvSpPr>
          <p:spPr bwMode="auto">
            <a:xfrm>
              <a:off x="4137" y="1979"/>
              <a:ext cx="439" cy="651"/>
            </a:xfrm>
            <a:prstGeom prst="rect">
              <a:avLst/>
            </a:prstGeom>
            <a:solidFill>
              <a:srgbClr val="FFFFFF"/>
            </a:solidFill>
            <a:ln w="19050">
              <a:solidFill>
                <a:srgbClr val="FFFFFF"/>
              </a:solidFill>
              <a:miter lim="800000"/>
              <a:headEnd/>
              <a:tailEnd/>
            </a:ln>
          </p:spPr>
          <p:txBody>
            <a:bodyPr anchor="ctr"/>
            <a:lstStyle/>
            <a:p>
              <a:pPr algn="just">
                <a:lnSpc>
                  <a:spcPct val="95000"/>
                </a:lnSpc>
              </a:pPr>
              <a:r>
                <a:rPr lang="zh-CN" altLang="en-US" b="1">
                  <a:solidFill>
                    <a:schemeClr val="folHlink"/>
                  </a:solidFill>
                  <a:latin typeface="Times New Roman" panose="02020603050405020304" pitchFamily="18" charset="0"/>
                </a:rPr>
                <a:t>满足设计要求</a:t>
              </a:r>
              <a:endParaRPr lang="zh-CN" altLang="en-US" b="1">
                <a:solidFill>
                  <a:schemeClr val="folHlink"/>
                </a:solidFill>
              </a:endParaRPr>
            </a:p>
          </p:txBody>
        </p:sp>
        <p:sp>
          <p:nvSpPr>
            <p:cNvPr id="655368" name="Text Box 8">
              <a:extLst>
                <a:ext uri="{FF2B5EF4-FFF2-40B4-BE49-F238E27FC236}">
                  <a16:creationId xmlns:a16="http://schemas.microsoft.com/office/drawing/2014/main" id="{4469FFAF-054B-499C-B43E-09A44BB6DB75}"/>
                </a:ext>
              </a:extLst>
            </p:cNvPr>
            <p:cNvSpPr txBox="1">
              <a:spLocks noChangeArrowheads="1"/>
            </p:cNvSpPr>
            <p:nvPr/>
          </p:nvSpPr>
          <p:spPr bwMode="auto">
            <a:xfrm>
              <a:off x="1171" y="1598"/>
              <a:ext cx="432" cy="401"/>
            </a:xfrm>
            <a:prstGeom prst="rect">
              <a:avLst/>
            </a:prstGeom>
            <a:solidFill>
              <a:srgbClr val="FFFFFF"/>
            </a:solidFill>
            <a:ln w="19050">
              <a:solidFill>
                <a:srgbClr val="FFFFFF"/>
              </a:solidFill>
              <a:miter lim="800000"/>
              <a:headEnd/>
              <a:tailEnd/>
            </a:ln>
          </p:spPr>
          <p:txBody>
            <a:bodyPr anchor="ctr"/>
            <a:lstStyle/>
            <a:p>
              <a:pPr algn="just">
                <a:lnSpc>
                  <a:spcPct val="80000"/>
                </a:lnSpc>
              </a:pPr>
              <a:r>
                <a:rPr lang="zh-CN" altLang="en-US" b="1">
                  <a:solidFill>
                    <a:schemeClr val="folHlink"/>
                  </a:solidFill>
                  <a:latin typeface="Times New Roman" panose="02020603050405020304" pitchFamily="18" charset="0"/>
                </a:rPr>
                <a:t>修改</a:t>
              </a:r>
              <a:endParaRPr lang="zh-CN" altLang="en-US" b="1">
                <a:solidFill>
                  <a:schemeClr val="folHlink"/>
                </a:solidFill>
              </a:endParaRPr>
            </a:p>
          </p:txBody>
        </p:sp>
        <p:sp>
          <p:nvSpPr>
            <p:cNvPr id="655369" name="Text Box 9">
              <a:extLst>
                <a:ext uri="{FF2B5EF4-FFF2-40B4-BE49-F238E27FC236}">
                  <a16:creationId xmlns:a16="http://schemas.microsoft.com/office/drawing/2014/main" id="{97286BBF-0114-4A9F-861F-02FB9157258B}"/>
                </a:ext>
              </a:extLst>
            </p:cNvPr>
            <p:cNvSpPr txBox="1">
              <a:spLocks noChangeArrowheads="1"/>
            </p:cNvSpPr>
            <p:nvPr/>
          </p:nvSpPr>
          <p:spPr bwMode="auto">
            <a:xfrm>
              <a:off x="1572" y="1344"/>
              <a:ext cx="2478" cy="2313"/>
            </a:xfrm>
            <a:prstGeom prst="rect">
              <a:avLst/>
            </a:prstGeom>
            <a:solidFill>
              <a:srgbClr val="FFFFFF"/>
            </a:solidFill>
            <a:ln w="19050">
              <a:solidFill>
                <a:schemeClr val="accent1"/>
              </a:solidFill>
              <a:prstDash val="dash"/>
              <a:miter lim="800000"/>
              <a:headEnd/>
              <a:tailEnd/>
            </a:ln>
          </p:spPr>
          <p:txBody>
            <a:bodyPr anchor="ctr"/>
            <a:lstStyle/>
            <a:p>
              <a:pPr algn="just"/>
              <a:r>
                <a:rPr lang="zh-CN" altLang="en-US" b="1">
                  <a:latin typeface="Times New Roman" panose="02020603050405020304" pitchFamily="18" charset="0"/>
                </a:rPr>
                <a:t>           </a:t>
              </a:r>
              <a:endParaRPr lang="zh-CN" altLang="en-US" b="1"/>
            </a:p>
          </p:txBody>
        </p:sp>
        <p:sp>
          <p:nvSpPr>
            <p:cNvPr id="655370" name="Text Box 10">
              <a:extLst>
                <a:ext uri="{FF2B5EF4-FFF2-40B4-BE49-F238E27FC236}">
                  <a16:creationId xmlns:a16="http://schemas.microsoft.com/office/drawing/2014/main" id="{90477AA2-7206-4C5B-A3E2-4AE3B18BA5DA}"/>
                </a:ext>
              </a:extLst>
            </p:cNvPr>
            <p:cNvSpPr txBox="1">
              <a:spLocks noChangeArrowheads="1"/>
            </p:cNvSpPr>
            <p:nvPr/>
          </p:nvSpPr>
          <p:spPr bwMode="auto">
            <a:xfrm>
              <a:off x="385" y="2187"/>
              <a:ext cx="599" cy="836"/>
            </a:xfrm>
            <a:prstGeom prst="rect">
              <a:avLst/>
            </a:prstGeom>
            <a:solidFill>
              <a:srgbClr val="FFFFFF"/>
            </a:solidFill>
            <a:ln w="19050">
              <a:solidFill>
                <a:srgbClr val="000000"/>
              </a:solidFill>
              <a:miter lim="800000"/>
              <a:headEnd/>
              <a:tailEnd/>
            </a:ln>
          </p:spPr>
          <p:txBody>
            <a:bodyPr anchor="ctr"/>
            <a:lstStyle/>
            <a:p>
              <a:pPr algn="just">
                <a:lnSpc>
                  <a:spcPct val="115000"/>
                </a:lnSpc>
              </a:pPr>
              <a:r>
                <a:rPr lang="zh-CN" altLang="en-US" b="1">
                  <a:solidFill>
                    <a:srgbClr val="660033"/>
                  </a:solidFill>
                  <a:latin typeface="Times New Roman" panose="02020603050405020304" pitchFamily="18" charset="0"/>
                </a:rPr>
                <a:t>逻辑结构设计</a:t>
              </a:r>
              <a:endParaRPr lang="zh-CN" altLang="en-US" b="1">
                <a:solidFill>
                  <a:srgbClr val="660033"/>
                </a:solidFill>
              </a:endParaRPr>
            </a:p>
          </p:txBody>
        </p:sp>
        <p:sp>
          <p:nvSpPr>
            <p:cNvPr id="655371" name="Text Box 11">
              <a:extLst>
                <a:ext uri="{FF2B5EF4-FFF2-40B4-BE49-F238E27FC236}">
                  <a16:creationId xmlns:a16="http://schemas.microsoft.com/office/drawing/2014/main" id="{ADF946F5-E0ED-436E-826B-4947F7957FB9}"/>
                </a:ext>
              </a:extLst>
            </p:cNvPr>
            <p:cNvSpPr txBox="1">
              <a:spLocks noChangeArrowheads="1"/>
            </p:cNvSpPr>
            <p:nvPr/>
          </p:nvSpPr>
          <p:spPr bwMode="auto">
            <a:xfrm>
              <a:off x="4649" y="2180"/>
              <a:ext cx="635" cy="836"/>
            </a:xfrm>
            <a:prstGeom prst="rect">
              <a:avLst/>
            </a:prstGeom>
            <a:solidFill>
              <a:srgbClr val="FFFFFF"/>
            </a:solidFill>
            <a:ln w="19050">
              <a:solidFill>
                <a:srgbClr val="000000"/>
              </a:solidFill>
              <a:miter lim="800000"/>
              <a:headEnd/>
              <a:tailEnd/>
            </a:ln>
          </p:spPr>
          <p:txBody>
            <a:bodyPr anchor="ctr"/>
            <a:lstStyle/>
            <a:p>
              <a:pPr algn="ctr">
                <a:lnSpc>
                  <a:spcPct val="115000"/>
                </a:lnSpc>
              </a:pPr>
              <a:r>
                <a:rPr lang="zh-CN" altLang="en-US" b="1">
                  <a:solidFill>
                    <a:srgbClr val="660033"/>
                  </a:solidFill>
                  <a:latin typeface="Times New Roman" panose="02020603050405020304" pitchFamily="18" charset="0"/>
                </a:rPr>
                <a:t>数据库</a:t>
              </a:r>
            </a:p>
            <a:p>
              <a:pPr algn="ctr">
                <a:lnSpc>
                  <a:spcPct val="104000"/>
                </a:lnSpc>
              </a:pPr>
              <a:r>
                <a:rPr lang="zh-CN" altLang="en-US" b="1">
                  <a:solidFill>
                    <a:srgbClr val="660033"/>
                  </a:solidFill>
                  <a:latin typeface="Times New Roman" panose="02020603050405020304" pitchFamily="18" charset="0"/>
                </a:rPr>
                <a:t>实  现</a:t>
              </a:r>
              <a:endParaRPr lang="zh-CN" altLang="en-US" b="1">
                <a:solidFill>
                  <a:srgbClr val="660033"/>
                </a:solidFill>
              </a:endParaRPr>
            </a:p>
          </p:txBody>
        </p:sp>
        <p:grpSp>
          <p:nvGrpSpPr>
            <p:cNvPr id="655372" name="Group 12">
              <a:extLst>
                <a:ext uri="{FF2B5EF4-FFF2-40B4-BE49-F238E27FC236}">
                  <a16:creationId xmlns:a16="http://schemas.microsoft.com/office/drawing/2014/main" id="{ED9BB885-AEE7-4A00-9677-DB99E5A36F59}"/>
                </a:ext>
              </a:extLst>
            </p:cNvPr>
            <p:cNvGrpSpPr>
              <a:grpSpLocks/>
            </p:cNvGrpSpPr>
            <p:nvPr/>
          </p:nvGrpSpPr>
          <p:grpSpPr bwMode="auto">
            <a:xfrm>
              <a:off x="1620" y="1653"/>
              <a:ext cx="1016" cy="1882"/>
              <a:chOff x="4113" y="2040"/>
              <a:chExt cx="1440" cy="1566"/>
            </a:xfrm>
          </p:grpSpPr>
          <p:sp>
            <p:nvSpPr>
              <p:cNvPr id="655373" name="Oval 13">
                <a:extLst>
                  <a:ext uri="{FF2B5EF4-FFF2-40B4-BE49-F238E27FC236}">
                    <a16:creationId xmlns:a16="http://schemas.microsoft.com/office/drawing/2014/main" id="{676064CC-399A-4D4B-9221-4698FEC91352}"/>
                  </a:ext>
                </a:extLst>
              </p:cNvPr>
              <p:cNvSpPr>
                <a:spLocks noChangeArrowheads="1"/>
              </p:cNvSpPr>
              <p:nvPr/>
            </p:nvSpPr>
            <p:spPr bwMode="auto">
              <a:xfrm>
                <a:off x="4113" y="2040"/>
                <a:ext cx="1440" cy="1566"/>
              </a:xfrm>
              <a:prstGeom prst="ellipse">
                <a:avLst/>
              </a:prstGeom>
              <a:solidFill>
                <a:srgbClr val="FFFFFF"/>
              </a:solidFill>
              <a:ln w="19050">
                <a:solidFill>
                  <a:srgbClr val="000000"/>
                </a:solidFill>
                <a:round/>
                <a:headEnd/>
                <a:tailEnd/>
              </a:ln>
            </p:spPr>
            <p:txBody>
              <a:bodyPr anchor="ctr"/>
              <a:lstStyle/>
              <a:p>
                <a:endParaRPr lang="zh-CN" altLang="en-US"/>
              </a:p>
            </p:txBody>
          </p:sp>
          <p:sp>
            <p:nvSpPr>
              <p:cNvPr id="655374" name="Text Box 14">
                <a:extLst>
                  <a:ext uri="{FF2B5EF4-FFF2-40B4-BE49-F238E27FC236}">
                    <a16:creationId xmlns:a16="http://schemas.microsoft.com/office/drawing/2014/main" id="{4DFCF5E6-D6FE-48D9-A16E-9C9EBBC50E2D}"/>
                  </a:ext>
                </a:extLst>
              </p:cNvPr>
              <p:cNvSpPr txBox="1">
                <a:spLocks noChangeArrowheads="1"/>
              </p:cNvSpPr>
              <p:nvPr/>
            </p:nvSpPr>
            <p:spPr bwMode="auto">
              <a:xfrm>
                <a:off x="4227" y="2430"/>
                <a:ext cx="1208" cy="794"/>
              </a:xfrm>
              <a:prstGeom prst="rect">
                <a:avLst/>
              </a:prstGeom>
              <a:solidFill>
                <a:srgbClr val="FFFFFF"/>
              </a:solidFill>
              <a:ln w="19050">
                <a:solidFill>
                  <a:srgbClr val="FFFFFF"/>
                </a:solidFill>
                <a:miter lim="800000"/>
                <a:headEnd/>
                <a:tailEnd/>
              </a:ln>
            </p:spPr>
            <p:txBody>
              <a:bodyPr anchor="ctr"/>
              <a:lstStyle/>
              <a:p>
                <a:pPr algn="ctr">
                  <a:lnSpc>
                    <a:spcPct val="115000"/>
                  </a:lnSpc>
                </a:pPr>
                <a:r>
                  <a:rPr lang="zh-CN" altLang="en-US" b="1">
                    <a:solidFill>
                      <a:srgbClr val="003366"/>
                    </a:solidFill>
                    <a:latin typeface="宋体" panose="02010600030101010101" pitchFamily="2" charset="-122"/>
                  </a:rPr>
                  <a:t>确定</a:t>
                </a:r>
                <a:r>
                  <a:rPr lang="en-US" altLang="zh-CN" b="1">
                    <a:solidFill>
                      <a:srgbClr val="003366"/>
                    </a:solidFill>
                    <a:latin typeface="宋体" panose="02010600030101010101" pitchFamily="2" charset="-122"/>
                  </a:rPr>
                  <a:t>DB</a:t>
                </a:r>
                <a:r>
                  <a:rPr lang="zh-CN" altLang="en-US" b="1">
                    <a:solidFill>
                      <a:srgbClr val="003366"/>
                    </a:solidFill>
                    <a:latin typeface="宋体" panose="02010600030101010101" pitchFamily="2" charset="-122"/>
                  </a:rPr>
                  <a:t>的物理存储结构存储方法</a:t>
                </a:r>
                <a:endParaRPr lang="zh-CN" altLang="en-US" b="1">
                  <a:solidFill>
                    <a:srgbClr val="003366"/>
                  </a:solidFill>
                </a:endParaRPr>
              </a:p>
            </p:txBody>
          </p:sp>
        </p:grpSp>
        <p:grpSp>
          <p:nvGrpSpPr>
            <p:cNvPr id="655375" name="Group 15">
              <a:extLst>
                <a:ext uri="{FF2B5EF4-FFF2-40B4-BE49-F238E27FC236}">
                  <a16:creationId xmlns:a16="http://schemas.microsoft.com/office/drawing/2014/main" id="{01D81CB4-0620-49F2-B8D4-795ECA811F00}"/>
                </a:ext>
              </a:extLst>
            </p:cNvPr>
            <p:cNvGrpSpPr>
              <a:grpSpLocks/>
            </p:cNvGrpSpPr>
            <p:nvPr/>
          </p:nvGrpSpPr>
          <p:grpSpPr bwMode="auto">
            <a:xfrm>
              <a:off x="2983" y="1653"/>
              <a:ext cx="1015" cy="1882"/>
              <a:chOff x="4113" y="2040"/>
              <a:chExt cx="1440" cy="1566"/>
            </a:xfrm>
          </p:grpSpPr>
          <p:sp>
            <p:nvSpPr>
              <p:cNvPr id="655376" name="Oval 16">
                <a:extLst>
                  <a:ext uri="{FF2B5EF4-FFF2-40B4-BE49-F238E27FC236}">
                    <a16:creationId xmlns:a16="http://schemas.microsoft.com/office/drawing/2014/main" id="{5FFB23B8-7426-4EFE-927D-A4C719F05000}"/>
                  </a:ext>
                </a:extLst>
              </p:cNvPr>
              <p:cNvSpPr>
                <a:spLocks noChangeArrowheads="1"/>
              </p:cNvSpPr>
              <p:nvPr/>
            </p:nvSpPr>
            <p:spPr bwMode="auto">
              <a:xfrm>
                <a:off x="4113" y="2040"/>
                <a:ext cx="1440" cy="1566"/>
              </a:xfrm>
              <a:prstGeom prst="ellipse">
                <a:avLst/>
              </a:prstGeom>
              <a:solidFill>
                <a:srgbClr val="FFFFFF"/>
              </a:solidFill>
              <a:ln w="19050">
                <a:solidFill>
                  <a:srgbClr val="000000"/>
                </a:solidFill>
                <a:round/>
                <a:headEnd/>
                <a:tailEnd/>
              </a:ln>
            </p:spPr>
            <p:txBody>
              <a:bodyPr anchor="ctr"/>
              <a:lstStyle/>
              <a:p>
                <a:endParaRPr lang="zh-CN" altLang="en-US"/>
              </a:p>
            </p:txBody>
          </p:sp>
          <p:sp>
            <p:nvSpPr>
              <p:cNvPr id="655377" name="Text Box 17">
                <a:extLst>
                  <a:ext uri="{FF2B5EF4-FFF2-40B4-BE49-F238E27FC236}">
                    <a16:creationId xmlns:a16="http://schemas.microsoft.com/office/drawing/2014/main" id="{9DCF1474-5347-44F7-9676-E8BF5453C00D}"/>
                  </a:ext>
                </a:extLst>
              </p:cNvPr>
              <p:cNvSpPr txBox="1">
                <a:spLocks noChangeArrowheads="1"/>
              </p:cNvSpPr>
              <p:nvPr/>
            </p:nvSpPr>
            <p:spPr bwMode="auto">
              <a:xfrm>
                <a:off x="4227" y="2430"/>
                <a:ext cx="1208" cy="794"/>
              </a:xfrm>
              <a:prstGeom prst="rect">
                <a:avLst/>
              </a:prstGeom>
              <a:solidFill>
                <a:srgbClr val="FFFFFF"/>
              </a:solidFill>
              <a:ln w="19050">
                <a:solidFill>
                  <a:srgbClr val="FFFFFF"/>
                </a:solidFill>
                <a:miter lim="800000"/>
                <a:headEnd/>
                <a:tailEnd/>
              </a:ln>
            </p:spPr>
            <p:txBody>
              <a:bodyPr anchor="ctr"/>
              <a:lstStyle/>
              <a:p>
                <a:pPr algn="ctr">
                  <a:lnSpc>
                    <a:spcPct val="115000"/>
                  </a:lnSpc>
                </a:pPr>
                <a:r>
                  <a:rPr lang="zh-CN" altLang="en-US" b="1">
                    <a:solidFill>
                      <a:srgbClr val="003366"/>
                    </a:solidFill>
                    <a:latin typeface="宋体" panose="02010600030101010101" pitchFamily="2" charset="-122"/>
                  </a:rPr>
                  <a:t>评价设计的物理存储结构存储方法</a:t>
                </a:r>
                <a:endParaRPr lang="zh-CN" altLang="en-US" b="1">
                  <a:solidFill>
                    <a:srgbClr val="003366"/>
                  </a:solidFill>
                </a:endParaRPr>
              </a:p>
            </p:txBody>
          </p:sp>
        </p:grpSp>
        <p:sp>
          <p:nvSpPr>
            <p:cNvPr id="655378" name="Line 18">
              <a:extLst>
                <a:ext uri="{FF2B5EF4-FFF2-40B4-BE49-F238E27FC236}">
                  <a16:creationId xmlns:a16="http://schemas.microsoft.com/office/drawing/2014/main" id="{ED85F64E-7128-461F-8FFA-7E9A1413ED5A}"/>
                </a:ext>
              </a:extLst>
            </p:cNvPr>
            <p:cNvSpPr>
              <a:spLocks noChangeShapeType="1"/>
            </p:cNvSpPr>
            <p:nvPr/>
          </p:nvSpPr>
          <p:spPr bwMode="auto">
            <a:xfrm>
              <a:off x="2644" y="2605"/>
              <a:ext cx="348" cy="0"/>
            </a:xfrm>
            <a:prstGeom prst="line">
              <a:avLst/>
            </a:prstGeom>
            <a:noFill/>
            <a:ln w="19050">
              <a:solidFill>
                <a:srgbClr val="000000"/>
              </a:solidFill>
              <a:round/>
              <a:headEnd/>
              <a:tailEnd type="arrow" w="med" len="med"/>
            </a:ln>
            <a:extLst>
              <a:ext uri="{909E8E84-426E-40DD-AFC4-6F175D3DCCD1}">
                <a14:hiddenFill xmlns:a14="http://schemas.microsoft.com/office/drawing/2010/main">
                  <a:noFill/>
                </a14:hiddenFill>
              </a:ext>
            </a:extLst>
          </p:spPr>
          <p:txBody>
            <a:bodyPr anchor="ctr"/>
            <a:lstStyle/>
            <a:p>
              <a:endParaRPr lang="zh-CN" altLang="en-US"/>
            </a:p>
          </p:txBody>
        </p:sp>
        <p:grpSp>
          <p:nvGrpSpPr>
            <p:cNvPr id="655379" name="Group 19">
              <a:extLst>
                <a:ext uri="{FF2B5EF4-FFF2-40B4-BE49-F238E27FC236}">
                  <a16:creationId xmlns:a16="http://schemas.microsoft.com/office/drawing/2014/main" id="{CF7B3022-D7CE-4045-87A4-AF116BFBBCA8}"/>
                </a:ext>
              </a:extLst>
            </p:cNvPr>
            <p:cNvGrpSpPr>
              <a:grpSpLocks/>
            </p:cNvGrpSpPr>
            <p:nvPr/>
          </p:nvGrpSpPr>
          <p:grpSpPr bwMode="auto">
            <a:xfrm>
              <a:off x="1020" y="2893"/>
              <a:ext cx="507" cy="763"/>
              <a:chOff x="2109" y="3480"/>
              <a:chExt cx="720" cy="635"/>
            </a:xfrm>
          </p:grpSpPr>
          <p:sp>
            <p:nvSpPr>
              <p:cNvPr id="655380" name="AutoShape 20">
                <a:extLst>
                  <a:ext uri="{FF2B5EF4-FFF2-40B4-BE49-F238E27FC236}">
                    <a16:creationId xmlns:a16="http://schemas.microsoft.com/office/drawing/2014/main" id="{4FDFA494-FB0E-4001-9E5C-861256AE549E}"/>
                  </a:ext>
                </a:extLst>
              </p:cNvPr>
              <p:cNvSpPr>
                <a:spLocks noChangeArrowheads="1"/>
              </p:cNvSpPr>
              <p:nvPr/>
            </p:nvSpPr>
            <p:spPr bwMode="auto">
              <a:xfrm>
                <a:off x="2109" y="3480"/>
                <a:ext cx="720" cy="635"/>
              </a:xfrm>
              <a:prstGeom prst="flowChartAlternateProcess">
                <a:avLst/>
              </a:prstGeom>
              <a:solidFill>
                <a:srgbClr val="FFFFFF"/>
              </a:solidFill>
              <a:ln w="19050">
                <a:solidFill>
                  <a:srgbClr val="000000"/>
                </a:solidFill>
                <a:miter lim="800000"/>
                <a:headEnd/>
                <a:tailEnd/>
              </a:ln>
            </p:spPr>
            <p:txBody>
              <a:bodyPr anchor="ctr"/>
              <a:lstStyle/>
              <a:p>
                <a:endParaRPr lang="zh-CN" altLang="en-US"/>
              </a:p>
            </p:txBody>
          </p:sp>
          <p:sp>
            <p:nvSpPr>
              <p:cNvPr id="655381" name="Text Box 21">
                <a:extLst>
                  <a:ext uri="{FF2B5EF4-FFF2-40B4-BE49-F238E27FC236}">
                    <a16:creationId xmlns:a16="http://schemas.microsoft.com/office/drawing/2014/main" id="{9D597977-155E-4CA8-B2E1-59C50C9AE1CB}"/>
                  </a:ext>
                </a:extLst>
              </p:cNvPr>
              <p:cNvSpPr txBox="1">
                <a:spLocks noChangeArrowheads="1"/>
              </p:cNvSpPr>
              <p:nvPr/>
            </p:nvSpPr>
            <p:spPr bwMode="auto">
              <a:xfrm>
                <a:off x="2142" y="3516"/>
                <a:ext cx="663" cy="573"/>
              </a:xfrm>
              <a:prstGeom prst="rect">
                <a:avLst/>
              </a:prstGeom>
              <a:solidFill>
                <a:srgbClr val="FFFFFF"/>
              </a:solidFill>
              <a:ln w="19050">
                <a:solidFill>
                  <a:srgbClr val="FFFFFF"/>
                </a:solidFill>
                <a:miter lim="800000"/>
                <a:headEnd/>
                <a:tailEnd/>
              </a:ln>
            </p:spPr>
            <p:txBody>
              <a:bodyPr anchor="ctr"/>
              <a:lstStyle/>
              <a:p>
                <a:pPr algn="just">
                  <a:lnSpc>
                    <a:spcPct val="115000"/>
                  </a:lnSpc>
                </a:pPr>
                <a:r>
                  <a:rPr lang="zh-CN" altLang="en-US" b="1">
                    <a:latin typeface="Times New Roman" panose="02020603050405020304" pitchFamily="18" charset="0"/>
                  </a:rPr>
                  <a:t>逻辑模型</a:t>
                </a:r>
                <a:endParaRPr lang="zh-CN" altLang="en-US" b="1"/>
              </a:p>
            </p:txBody>
          </p:sp>
        </p:grpSp>
        <p:sp>
          <p:nvSpPr>
            <p:cNvPr id="655382" name="Line 22">
              <a:extLst>
                <a:ext uri="{FF2B5EF4-FFF2-40B4-BE49-F238E27FC236}">
                  <a16:creationId xmlns:a16="http://schemas.microsoft.com/office/drawing/2014/main" id="{C440725E-6F3B-437F-A792-049AE3EDD84E}"/>
                </a:ext>
              </a:extLst>
            </p:cNvPr>
            <p:cNvSpPr>
              <a:spLocks noChangeShapeType="1"/>
            </p:cNvSpPr>
            <p:nvPr/>
          </p:nvSpPr>
          <p:spPr bwMode="auto">
            <a:xfrm>
              <a:off x="986" y="2605"/>
              <a:ext cx="596" cy="0"/>
            </a:xfrm>
            <a:prstGeom prst="line">
              <a:avLst/>
            </a:prstGeom>
            <a:noFill/>
            <a:ln w="19050">
              <a:solidFill>
                <a:srgbClr val="000000"/>
              </a:solidFill>
              <a:round/>
              <a:headEnd/>
              <a:tailEnd type="arrow"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55383" name="Line 23">
              <a:extLst>
                <a:ext uri="{FF2B5EF4-FFF2-40B4-BE49-F238E27FC236}">
                  <a16:creationId xmlns:a16="http://schemas.microsoft.com/office/drawing/2014/main" id="{2CE0C0EF-B9DC-49AE-88D8-3656108317BC}"/>
                </a:ext>
              </a:extLst>
            </p:cNvPr>
            <p:cNvSpPr>
              <a:spLocks noChangeShapeType="1"/>
            </p:cNvSpPr>
            <p:nvPr/>
          </p:nvSpPr>
          <p:spPr bwMode="auto">
            <a:xfrm>
              <a:off x="4054" y="2605"/>
              <a:ext cx="595" cy="0"/>
            </a:xfrm>
            <a:prstGeom prst="line">
              <a:avLst/>
            </a:prstGeom>
            <a:noFill/>
            <a:ln w="19050">
              <a:solidFill>
                <a:srgbClr val="000000"/>
              </a:solidFill>
              <a:round/>
              <a:headEnd/>
              <a:tailEnd type="arrow" w="med" len="med"/>
            </a:ln>
            <a:extLst>
              <a:ext uri="{909E8E84-426E-40DD-AFC4-6F175D3DCCD1}">
                <a14:hiddenFill xmlns:a14="http://schemas.microsoft.com/office/drawing/2010/main">
                  <a:noFill/>
                </a14:hiddenFill>
              </a:ext>
            </a:extLst>
          </p:spPr>
          <p:txBody>
            <a:bodyPr anchor="ctr"/>
            <a:lstStyle/>
            <a:p>
              <a:endParaRPr lang="zh-CN" altLang="en-US"/>
            </a:p>
          </p:txBody>
        </p:sp>
        <p:grpSp>
          <p:nvGrpSpPr>
            <p:cNvPr id="655384" name="Group 24">
              <a:extLst>
                <a:ext uri="{FF2B5EF4-FFF2-40B4-BE49-F238E27FC236}">
                  <a16:creationId xmlns:a16="http://schemas.microsoft.com/office/drawing/2014/main" id="{F812C63A-2A9E-43D9-9B03-67B74341ABAA}"/>
                </a:ext>
              </a:extLst>
            </p:cNvPr>
            <p:cNvGrpSpPr>
              <a:grpSpLocks/>
            </p:cNvGrpSpPr>
            <p:nvPr/>
          </p:nvGrpSpPr>
          <p:grpSpPr bwMode="auto">
            <a:xfrm>
              <a:off x="4099" y="2886"/>
              <a:ext cx="508" cy="763"/>
              <a:chOff x="2109" y="3480"/>
              <a:chExt cx="720" cy="635"/>
            </a:xfrm>
          </p:grpSpPr>
          <p:sp>
            <p:nvSpPr>
              <p:cNvPr id="655385" name="AutoShape 25">
                <a:extLst>
                  <a:ext uri="{FF2B5EF4-FFF2-40B4-BE49-F238E27FC236}">
                    <a16:creationId xmlns:a16="http://schemas.microsoft.com/office/drawing/2014/main" id="{B7F07CDC-A728-4A24-8A08-3B456CF1FA07}"/>
                  </a:ext>
                </a:extLst>
              </p:cNvPr>
              <p:cNvSpPr>
                <a:spLocks noChangeArrowheads="1"/>
              </p:cNvSpPr>
              <p:nvPr/>
            </p:nvSpPr>
            <p:spPr bwMode="auto">
              <a:xfrm>
                <a:off x="2109" y="3480"/>
                <a:ext cx="720" cy="635"/>
              </a:xfrm>
              <a:prstGeom prst="flowChartAlternateProcess">
                <a:avLst/>
              </a:prstGeom>
              <a:solidFill>
                <a:srgbClr val="FFFFFF"/>
              </a:solidFill>
              <a:ln w="19050">
                <a:solidFill>
                  <a:srgbClr val="000000"/>
                </a:solidFill>
                <a:miter lim="800000"/>
                <a:headEnd/>
                <a:tailEnd/>
              </a:ln>
            </p:spPr>
            <p:txBody>
              <a:bodyPr anchor="ctr"/>
              <a:lstStyle/>
              <a:p>
                <a:endParaRPr lang="zh-CN" altLang="en-US"/>
              </a:p>
            </p:txBody>
          </p:sp>
          <p:sp>
            <p:nvSpPr>
              <p:cNvPr id="655386" name="Text Box 26">
                <a:extLst>
                  <a:ext uri="{FF2B5EF4-FFF2-40B4-BE49-F238E27FC236}">
                    <a16:creationId xmlns:a16="http://schemas.microsoft.com/office/drawing/2014/main" id="{1A6AC9B7-EAD3-460D-A0FB-3916DB520D5D}"/>
                  </a:ext>
                </a:extLst>
              </p:cNvPr>
              <p:cNvSpPr txBox="1">
                <a:spLocks noChangeArrowheads="1"/>
              </p:cNvSpPr>
              <p:nvPr/>
            </p:nvSpPr>
            <p:spPr bwMode="auto">
              <a:xfrm>
                <a:off x="2142" y="3516"/>
                <a:ext cx="663" cy="573"/>
              </a:xfrm>
              <a:prstGeom prst="rect">
                <a:avLst/>
              </a:prstGeom>
              <a:solidFill>
                <a:srgbClr val="FFFFFF"/>
              </a:solidFill>
              <a:ln w="19050">
                <a:solidFill>
                  <a:srgbClr val="FFFFFF"/>
                </a:solidFill>
                <a:miter lim="800000"/>
                <a:headEnd/>
                <a:tailEnd/>
              </a:ln>
            </p:spPr>
            <p:txBody>
              <a:bodyPr anchor="ctr"/>
              <a:lstStyle/>
              <a:p>
                <a:pPr algn="just"/>
                <a:r>
                  <a:rPr lang="zh-CN" altLang="en-US" b="1">
                    <a:latin typeface="Times New Roman" panose="02020603050405020304" pitchFamily="18" charset="0"/>
                  </a:rPr>
                  <a:t>物理模型</a:t>
                </a:r>
                <a:endParaRPr lang="zh-CN" altLang="en-US" b="1"/>
              </a:p>
            </p:txBody>
          </p:sp>
        </p:grpSp>
        <p:sp>
          <p:nvSpPr>
            <p:cNvPr id="655387" name="Text Box 27">
              <a:extLst>
                <a:ext uri="{FF2B5EF4-FFF2-40B4-BE49-F238E27FC236}">
                  <a16:creationId xmlns:a16="http://schemas.microsoft.com/office/drawing/2014/main" id="{2DF11BC9-E28F-48D0-9EA8-271FC11A0948}"/>
                </a:ext>
              </a:extLst>
            </p:cNvPr>
            <p:cNvSpPr txBox="1">
              <a:spLocks noChangeArrowheads="1"/>
            </p:cNvSpPr>
            <p:nvPr/>
          </p:nvSpPr>
          <p:spPr bwMode="auto">
            <a:xfrm>
              <a:off x="2450" y="1351"/>
              <a:ext cx="1020" cy="281"/>
            </a:xfrm>
            <a:prstGeom prst="rect">
              <a:avLst/>
            </a:prstGeom>
            <a:solidFill>
              <a:srgbClr val="FFFFFF"/>
            </a:solidFill>
            <a:ln w="19050">
              <a:solidFill>
                <a:srgbClr val="FFFFFF"/>
              </a:solidFill>
              <a:miter lim="800000"/>
              <a:headEnd/>
              <a:tailEnd/>
            </a:ln>
          </p:spPr>
          <p:txBody>
            <a:bodyPr anchor="ctr"/>
            <a:lstStyle/>
            <a:p>
              <a:pPr algn="just">
                <a:lnSpc>
                  <a:spcPct val="85000"/>
                </a:lnSpc>
              </a:pPr>
              <a:r>
                <a:rPr lang="zh-CN" altLang="en-US" b="1">
                  <a:solidFill>
                    <a:srgbClr val="660033"/>
                  </a:solidFill>
                  <a:latin typeface="Times New Roman" panose="02020603050405020304" pitchFamily="18" charset="0"/>
                </a:rPr>
                <a:t>物理结构设计</a:t>
              </a:r>
              <a:endParaRPr lang="zh-CN" altLang="en-US" b="1">
                <a:solidFill>
                  <a:srgbClr val="660033"/>
                </a:solidFill>
              </a:endParaRPr>
            </a:p>
          </p:txBody>
        </p:sp>
        <p:sp>
          <p:nvSpPr>
            <p:cNvPr id="655388" name="Freeform 28">
              <a:extLst>
                <a:ext uri="{FF2B5EF4-FFF2-40B4-BE49-F238E27FC236}">
                  <a16:creationId xmlns:a16="http://schemas.microsoft.com/office/drawing/2014/main" id="{338D608B-E3D0-4B80-9437-80B9A4545E36}"/>
                </a:ext>
              </a:extLst>
            </p:cNvPr>
            <p:cNvSpPr>
              <a:spLocks/>
            </p:cNvSpPr>
            <p:nvPr/>
          </p:nvSpPr>
          <p:spPr bwMode="auto">
            <a:xfrm rot="21420000">
              <a:off x="735" y="1481"/>
              <a:ext cx="2284" cy="800"/>
            </a:xfrm>
            <a:custGeom>
              <a:avLst/>
              <a:gdLst>
                <a:gd name="T0" fmla="*/ 816 w 816"/>
                <a:gd name="T1" fmla="*/ 197 h 197"/>
                <a:gd name="T2" fmla="*/ 658 w 816"/>
                <a:gd name="T3" fmla="*/ 61 h 197"/>
                <a:gd name="T4" fmla="*/ 501 w 816"/>
                <a:gd name="T5" fmla="*/ 9 h 197"/>
                <a:gd name="T6" fmla="*/ 336 w 816"/>
                <a:gd name="T7" fmla="*/ 5 h 197"/>
                <a:gd name="T8" fmla="*/ 228 w 816"/>
                <a:gd name="T9" fmla="*/ 22 h 197"/>
                <a:gd name="T10" fmla="*/ 97 w 816"/>
                <a:gd name="T11" fmla="*/ 75 h 197"/>
                <a:gd name="T12" fmla="*/ 0 w 816"/>
                <a:gd name="T13" fmla="*/ 149 h 197"/>
              </a:gdLst>
              <a:ahLst/>
              <a:cxnLst>
                <a:cxn ang="0">
                  <a:pos x="T0" y="T1"/>
                </a:cxn>
                <a:cxn ang="0">
                  <a:pos x="T2" y="T3"/>
                </a:cxn>
                <a:cxn ang="0">
                  <a:pos x="T4" y="T5"/>
                </a:cxn>
                <a:cxn ang="0">
                  <a:pos x="T6" y="T7"/>
                </a:cxn>
                <a:cxn ang="0">
                  <a:pos x="T8" y="T9"/>
                </a:cxn>
                <a:cxn ang="0">
                  <a:pos x="T10" y="T11"/>
                </a:cxn>
                <a:cxn ang="0">
                  <a:pos x="T12" y="T13"/>
                </a:cxn>
              </a:cxnLst>
              <a:rect l="0" t="0" r="r" b="b"/>
              <a:pathLst>
                <a:path w="816" h="197">
                  <a:moveTo>
                    <a:pt x="816" y="197"/>
                  </a:moveTo>
                  <a:cubicBezTo>
                    <a:pt x="790" y="174"/>
                    <a:pt x="711" y="92"/>
                    <a:pt x="658" y="61"/>
                  </a:cubicBezTo>
                  <a:cubicBezTo>
                    <a:pt x="605" y="30"/>
                    <a:pt x="555" y="18"/>
                    <a:pt x="501" y="9"/>
                  </a:cubicBezTo>
                  <a:cubicBezTo>
                    <a:pt x="447" y="0"/>
                    <a:pt x="381" y="3"/>
                    <a:pt x="336" y="5"/>
                  </a:cubicBezTo>
                  <a:cubicBezTo>
                    <a:pt x="291" y="7"/>
                    <a:pt x="268" y="10"/>
                    <a:pt x="228" y="22"/>
                  </a:cubicBezTo>
                  <a:cubicBezTo>
                    <a:pt x="188" y="34"/>
                    <a:pt x="135" y="54"/>
                    <a:pt x="97" y="75"/>
                  </a:cubicBezTo>
                  <a:cubicBezTo>
                    <a:pt x="59" y="96"/>
                    <a:pt x="20" y="134"/>
                    <a:pt x="0" y="149"/>
                  </a:cubicBezTo>
                </a:path>
              </a:pathLst>
            </a:custGeom>
            <a:noFill/>
            <a:ln w="19050" cap="flat" cmpd="sng">
              <a:solidFill>
                <a:srgbClr val="000000"/>
              </a:solidFill>
              <a:prstDash val="sysDot"/>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5389" name="Text Box 29">
              <a:extLst>
                <a:ext uri="{FF2B5EF4-FFF2-40B4-BE49-F238E27FC236}">
                  <a16:creationId xmlns:a16="http://schemas.microsoft.com/office/drawing/2014/main" id="{318A66A0-CE61-430D-B0B7-63FCCD4B0832}"/>
                </a:ext>
              </a:extLst>
            </p:cNvPr>
            <p:cNvSpPr txBox="1">
              <a:spLocks noChangeArrowheads="1"/>
            </p:cNvSpPr>
            <p:nvPr/>
          </p:nvSpPr>
          <p:spPr bwMode="auto">
            <a:xfrm>
              <a:off x="2585" y="3188"/>
              <a:ext cx="431" cy="402"/>
            </a:xfrm>
            <a:prstGeom prst="rect">
              <a:avLst/>
            </a:prstGeom>
            <a:solidFill>
              <a:srgbClr val="FFFFFF"/>
            </a:solidFill>
            <a:ln w="19050">
              <a:solidFill>
                <a:srgbClr val="FFFFFF"/>
              </a:solidFill>
              <a:miter lim="800000"/>
              <a:headEnd/>
              <a:tailEnd/>
            </a:ln>
          </p:spPr>
          <p:txBody>
            <a:bodyPr anchor="ctr"/>
            <a:lstStyle/>
            <a:p>
              <a:pPr algn="just">
                <a:lnSpc>
                  <a:spcPct val="80000"/>
                </a:lnSpc>
              </a:pPr>
              <a:r>
                <a:rPr lang="zh-CN" altLang="en-US" b="1">
                  <a:solidFill>
                    <a:schemeClr val="folHlink"/>
                  </a:solidFill>
                  <a:latin typeface="Times New Roman" panose="02020603050405020304" pitchFamily="18" charset="0"/>
                </a:rPr>
                <a:t>修改</a:t>
              </a:r>
              <a:endParaRPr lang="zh-CN" altLang="en-US" b="1">
                <a:solidFill>
                  <a:schemeClr val="folHlink"/>
                </a:solidFill>
              </a:endParaRPr>
            </a:p>
          </p:txBody>
        </p:sp>
        <p:sp>
          <p:nvSpPr>
            <p:cNvPr id="655390" name="Freeform 30">
              <a:extLst>
                <a:ext uri="{FF2B5EF4-FFF2-40B4-BE49-F238E27FC236}">
                  <a16:creationId xmlns:a16="http://schemas.microsoft.com/office/drawing/2014/main" id="{9E6719B6-9FC5-4315-97FC-90B3662093A1}"/>
                </a:ext>
              </a:extLst>
            </p:cNvPr>
            <p:cNvSpPr>
              <a:spLocks/>
            </p:cNvSpPr>
            <p:nvPr/>
          </p:nvSpPr>
          <p:spPr bwMode="auto">
            <a:xfrm rot="10620000">
              <a:off x="2570" y="3054"/>
              <a:ext cx="500" cy="192"/>
            </a:xfrm>
            <a:custGeom>
              <a:avLst/>
              <a:gdLst>
                <a:gd name="T0" fmla="*/ 816 w 816"/>
                <a:gd name="T1" fmla="*/ 197 h 197"/>
                <a:gd name="T2" fmla="*/ 658 w 816"/>
                <a:gd name="T3" fmla="*/ 61 h 197"/>
                <a:gd name="T4" fmla="*/ 501 w 816"/>
                <a:gd name="T5" fmla="*/ 9 h 197"/>
                <a:gd name="T6" fmla="*/ 336 w 816"/>
                <a:gd name="T7" fmla="*/ 5 h 197"/>
                <a:gd name="T8" fmla="*/ 228 w 816"/>
                <a:gd name="T9" fmla="*/ 22 h 197"/>
                <a:gd name="T10" fmla="*/ 97 w 816"/>
                <a:gd name="T11" fmla="*/ 75 h 197"/>
                <a:gd name="T12" fmla="*/ 0 w 816"/>
                <a:gd name="T13" fmla="*/ 149 h 197"/>
              </a:gdLst>
              <a:ahLst/>
              <a:cxnLst>
                <a:cxn ang="0">
                  <a:pos x="T0" y="T1"/>
                </a:cxn>
                <a:cxn ang="0">
                  <a:pos x="T2" y="T3"/>
                </a:cxn>
                <a:cxn ang="0">
                  <a:pos x="T4" y="T5"/>
                </a:cxn>
                <a:cxn ang="0">
                  <a:pos x="T6" y="T7"/>
                </a:cxn>
                <a:cxn ang="0">
                  <a:pos x="T8" y="T9"/>
                </a:cxn>
                <a:cxn ang="0">
                  <a:pos x="T10" y="T11"/>
                </a:cxn>
                <a:cxn ang="0">
                  <a:pos x="T12" y="T13"/>
                </a:cxn>
              </a:cxnLst>
              <a:rect l="0" t="0" r="r" b="b"/>
              <a:pathLst>
                <a:path w="816" h="197">
                  <a:moveTo>
                    <a:pt x="816" y="197"/>
                  </a:moveTo>
                  <a:cubicBezTo>
                    <a:pt x="790" y="174"/>
                    <a:pt x="711" y="92"/>
                    <a:pt x="658" y="61"/>
                  </a:cubicBezTo>
                  <a:cubicBezTo>
                    <a:pt x="605" y="30"/>
                    <a:pt x="555" y="18"/>
                    <a:pt x="501" y="9"/>
                  </a:cubicBezTo>
                  <a:cubicBezTo>
                    <a:pt x="447" y="0"/>
                    <a:pt x="381" y="3"/>
                    <a:pt x="336" y="5"/>
                  </a:cubicBezTo>
                  <a:cubicBezTo>
                    <a:pt x="291" y="7"/>
                    <a:pt x="268" y="10"/>
                    <a:pt x="228" y="22"/>
                  </a:cubicBezTo>
                  <a:cubicBezTo>
                    <a:pt x="188" y="34"/>
                    <a:pt x="135" y="54"/>
                    <a:pt x="97" y="75"/>
                  </a:cubicBezTo>
                  <a:cubicBezTo>
                    <a:pt x="59" y="96"/>
                    <a:pt x="20" y="134"/>
                    <a:pt x="0" y="149"/>
                  </a:cubicBezTo>
                </a:path>
              </a:pathLst>
            </a:custGeom>
            <a:noFill/>
            <a:ln w="19050" cap="flat" cmpd="sng">
              <a:solidFill>
                <a:srgbClr val="000000"/>
              </a:solidFill>
              <a:prstDash val="sysDot"/>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5391" name="Line 31">
              <a:extLst>
                <a:ext uri="{FF2B5EF4-FFF2-40B4-BE49-F238E27FC236}">
                  <a16:creationId xmlns:a16="http://schemas.microsoft.com/office/drawing/2014/main" id="{44DC6E4C-A937-4CF2-ABCA-EEBEC4230C7D}"/>
                </a:ext>
              </a:extLst>
            </p:cNvPr>
            <p:cNvSpPr>
              <a:spLocks noChangeShapeType="1"/>
            </p:cNvSpPr>
            <p:nvPr/>
          </p:nvSpPr>
          <p:spPr bwMode="auto">
            <a:xfrm rot="300000">
              <a:off x="647" y="3052"/>
              <a:ext cx="381" cy="209"/>
            </a:xfrm>
            <a:prstGeom prst="line">
              <a:avLst/>
            </a:prstGeom>
            <a:noFill/>
            <a:ln w="19050">
              <a:solidFill>
                <a:srgbClr val="000000"/>
              </a:solidFill>
              <a:round/>
              <a:headEnd/>
              <a:tailEnd type="arrow"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55392" name="Line 32">
              <a:extLst>
                <a:ext uri="{FF2B5EF4-FFF2-40B4-BE49-F238E27FC236}">
                  <a16:creationId xmlns:a16="http://schemas.microsoft.com/office/drawing/2014/main" id="{D3F26B1D-BE09-4568-9B4D-31BDC67156B5}"/>
                </a:ext>
              </a:extLst>
            </p:cNvPr>
            <p:cNvSpPr>
              <a:spLocks noChangeShapeType="1"/>
            </p:cNvSpPr>
            <p:nvPr/>
          </p:nvSpPr>
          <p:spPr bwMode="auto">
            <a:xfrm rot="19140000">
              <a:off x="4607" y="3050"/>
              <a:ext cx="413" cy="179"/>
            </a:xfrm>
            <a:prstGeom prst="line">
              <a:avLst/>
            </a:prstGeom>
            <a:noFill/>
            <a:ln w="19050">
              <a:solidFill>
                <a:srgbClr val="000000"/>
              </a:solidFill>
              <a:round/>
              <a:headEnd/>
              <a:tailEnd type="arrow"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55393" name="Line 33">
              <a:extLst>
                <a:ext uri="{FF2B5EF4-FFF2-40B4-BE49-F238E27FC236}">
                  <a16:creationId xmlns:a16="http://schemas.microsoft.com/office/drawing/2014/main" id="{0EBA6FAA-EBC6-4AA4-89D0-FC51F1D1BEFC}"/>
                </a:ext>
              </a:extLst>
            </p:cNvPr>
            <p:cNvSpPr>
              <a:spLocks noChangeShapeType="1"/>
            </p:cNvSpPr>
            <p:nvPr/>
          </p:nvSpPr>
          <p:spPr bwMode="auto">
            <a:xfrm rot="20100000">
              <a:off x="1518" y="3214"/>
              <a:ext cx="212" cy="0"/>
            </a:xfrm>
            <a:prstGeom prst="line">
              <a:avLst/>
            </a:prstGeom>
            <a:noFill/>
            <a:ln w="19050">
              <a:solidFill>
                <a:srgbClr val="000000"/>
              </a:solidFill>
              <a:round/>
              <a:headEnd/>
              <a:tailEnd type="arrow"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55394" name="Line 34">
              <a:extLst>
                <a:ext uri="{FF2B5EF4-FFF2-40B4-BE49-F238E27FC236}">
                  <a16:creationId xmlns:a16="http://schemas.microsoft.com/office/drawing/2014/main" id="{34406AB8-9B92-4220-AC89-6CA598159B26}"/>
                </a:ext>
              </a:extLst>
            </p:cNvPr>
            <p:cNvSpPr>
              <a:spLocks noChangeShapeType="1"/>
            </p:cNvSpPr>
            <p:nvPr/>
          </p:nvSpPr>
          <p:spPr bwMode="auto">
            <a:xfrm rot="1500000">
              <a:off x="3896" y="3201"/>
              <a:ext cx="215" cy="0"/>
            </a:xfrm>
            <a:prstGeom prst="line">
              <a:avLst/>
            </a:prstGeom>
            <a:noFill/>
            <a:ln w="19050">
              <a:solidFill>
                <a:srgbClr val="000000"/>
              </a:solidFill>
              <a:round/>
              <a:headEnd type="arrow" w="med" len="me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655398" name="Freeform 38">
              <a:extLst>
                <a:ext uri="{FF2B5EF4-FFF2-40B4-BE49-F238E27FC236}">
                  <a16:creationId xmlns:a16="http://schemas.microsoft.com/office/drawing/2014/main" id="{7151306A-3141-45FD-9D39-2181AEAF667C}"/>
                </a:ext>
              </a:extLst>
            </p:cNvPr>
            <p:cNvSpPr>
              <a:spLocks/>
            </p:cNvSpPr>
            <p:nvPr/>
          </p:nvSpPr>
          <p:spPr bwMode="auto">
            <a:xfrm rot="21420000">
              <a:off x="2161" y="1595"/>
              <a:ext cx="324" cy="66"/>
            </a:xfrm>
            <a:custGeom>
              <a:avLst/>
              <a:gdLst>
                <a:gd name="T0" fmla="*/ 816 w 816"/>
                <a:gd name="T1" fmla="*/ 197 h 197"/>
                <a:gd name="T2" fmla="*/ 658 w 816"/>
                <a:gd name="T3" fmla="*/ 61 h 197"/>
                <a:gd name="T4" fmla="*/ 501 w 816"/>
                <a:gd name="T5" fmla="*/ 9 h 197"/>
                <a:gd name="T6" fmla="*/ 336 w 816"/>
                <a:gd name="T7" fmla="*/ 5 h 197"/>
                <a:gd name="T8" fmla="*/ 228 w 816"/>
                <a:gd name="T9" fmla="*/ 22 h 197"/>
                <a:gd name="T10" fmla="*/ 97 w 816"/>
                <a:gd name="T11" fmla="*/ 75 h 197"/>
                <a:gd name="T12" fmla="*/ 0 w 816"/>
                <a:gd name="T13" fmla="*/ 149 h 197"/>
              </a:gdLst>
              <a:ahLst/>
              <a:cxnLst>
                <a:cxn ang="0">
                  <a:pos x="T0" y="T1"/>
                </a:cxn>
                <a:cxn ang="0">
                  <a:pos x="T2" y="T3"/>
                </a:cxn>
                <a:cxn ang="0">
                  <a:pos x="T4" y="T5"/>
                </a:cxn>
                <a:cxn ang="0">
                  <a:pos x="T6" y="T7"/>
                </a:cxn>
                <a:cxn ang="0">
                  <a:pos x="T8" y="T9"/>
                </a:cxn>
                <a:cxn ang="0">
                  <a:pos x="T10" y="T11"/>
                </a:cxn>
                <a:cxn ang="0">
                  <a:pos x="T12" y="T13"/>
                </a:cxn>
              </a:cxnLst>
              <a:rect l="0" t="0" r="r" b="b"/>
              <a:pathLst>
                <a:path w="816" h="197">
                  <a:moveTo>
                    <a:pt x="816" y="197"/>
                  </a:moveTo>
                  <a:cubicBezTo>
                    <a:pt x="790" y="174"/>
                    <a:pt x="711" y="92"/>
                    <a:pt x="658" y="61"/>
                  </a:cubicBezTo>
                  <a:cubicBezTo>
                    <a:pt x="605" y="30"/>
                    <a:pt x="555" y="18"/>
                    <a:pt x="501" y="9"/>
                  </a:cubicBezTo>
                  <a:cubicBezTo>
                    <a:pt x="447" y="0"/>
                    <a:pt x="381" y="3"/>
                    <a:pt x="336" y="5"/>
                  </a:cubicBezTo>
                  <a:cubicBezTo>
                    <a:pt x="291" y="7"/>
                    <a:pt x="268" y="10"/>
                    <a:pt x="228" y="22"/>
                  </a:cubicBezTo>
                  <a:cubicBezTo>
                    <a:pt x="188" y="34"/>
                    <a:pt x="135" y="54"/>
                    <a:pt x="97" y="75"/>
                  </a:cubicBezTo>
                  <a:cubicBezTo>
                    <a:pt x="59" y="96"/>
                    <a:pt x="20" y="134"/>
                    <a:pt x="0" y="149"/>
                  </a:cubicBezTo>
                </a:path>
              </a:pathLst>
            </a:custGeom>
            <a:noFill/>
            <a:ln w="19050" cap="flat" cmpd="sng">
              <a:solidFill>
                <a:srgbClr val="000000"/>
              </a:solidFill>
              <a:prstDash val="sysDot"/>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55364"/>
                                        </p:tgtEl>
                                        <p:attrNameLst>
                                          <p:attrName>style.visibility</p:attrName>
                                        </p:attrNameLst>
                                      </p:cBhvr>
                                      <p:to>
                                        <p:strVal val="visible"/>
                                      </p:to>
                                    </p:set>
                                    <p:animEffect transition="in" filter="wipe(left)">
                                      <p:cBhvr>
                                        <p:cTn id="7" dur="1000"/>
                                        <p:tgtEl>
                                          <p:spTgt spid="655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6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8" name="Rectangle 4">
            <a:extLst>
              <a:ext uri="{FF2B5EF4-FFF2-40B4-BE49-F238E27FC236}">
                <a16:creationId xmlns:a16="http://schemas.microsoft.com/office/drawing/2014/main" id="{76C1DE76-F7DD-48FD-9562-29513CC675D7}"/>
              </a:ext>
            </a:extLst>
          </p:cNvPr>
          <p:cNvSpPr>
            <a:spLocks noChangeArrowheads="1"/>
          </p:cNvSpPr>
          <p:nvPr/>
        </p:nvSpPr>
        <p:spPr bwMode="auto">
          <a:xfrm>
            <a:off x="466725" y="1125538"/>
            <a:ext cx="8208963"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35000"/>
              </a:lnSpc>
            </a:pPr>
            <a:r>
              <a:rPr lang="zh-CN" altLang="en-US"/>
              <a:t>          </a:t>
            </a:r>
            <a:r>
              <a:rPr lang="en-US" altLang="zh-CN" sz="3000">
                <a:solidFill>
                  <a:srgbClr val="660033"/>
                </a:solidFill>
                <a:ea typeface="华文新魏" panose="02010800040101010101" pitchFamily="2" charset="-122"/>
              </a:rPr>
              <a:t>3</a:t>
            </a:r>
            <a:r>
              <a:rPr lang="zh-CN" altLang="en-US" sz="3000">
                <a:solidFill>
                  <a:srgbClr val="660033"/>
                </a:solidFill>
                <a:ea typeface="华文新魏" panose="02010800040101010101" pitchFamily="2" charset="-122"/>
              </a:rPr>
              <a:t>、设计过程中的有关问题</a:t>
            </a:r>
          </a:p>
          <a:p>
            <a:pPr>
              <a:lnSpc>
                <a:spcPct val="135000"/>
              </a:lnSpc>
            </a:pPr>
            <a:r>
              <a:rPr lang="zh-CN" altLang="en-US"/>
              <a:t>          </a:t>
            </a:r>
            <a:r>
              <a:rPr lang="zh-CN" altLang="en-US" sz="2600"/>
              <a:t>需要</a:t>
            </a:r>
            <a:r>
              <a:rPr lang="zh-CN" altLang="en-US" sz="2600">
                <a:solidFill>
                  <a:srgbClr val="660033"/>
                </a:solidFill>
              </a:rPr>
              <a:t>了解</a:t>
            </a:r>
            <a:r>
              <a:rPr lang="zh-CN" altLang="en-US" sz="2600"/>
              <a:t>所选用的关系</a:t>
            </a:r>
            <a:r>
              <a:rPr lang="en-US" altLang="zh-CN" sz="2600"/>
              <a:t>DBMS</a:t>
            </a:r>
            <a:r>
              <a:rPr lang="zh-CN" altLang="en-US" sz="2600"/>
              <a:t>的存储组织方式、存储结构和存取方法；</a:t>
            </a:r>
            <a:r>
              <a:rPr lang="zh-CN" altLang="en-US" sz="2600">
                <a:solidFill>
                  <a:srgbClr val="660033"/>
                </a:solidFill>
              </a:rPr>
              <a:t>了解</a:t>
            </a:r>
            <a:r>
              <a:rPr lang="zh-CN" altLang="en-US" sz="2600"/>
              <a:t>数据库应用系统对处理频率和响应时间的要求；</a:t>
            </a:r>
            <a:r>
              <a:rPr lang="zh-CN" altLang="en-US" sz="2600">
                <a:solidFill>
                  <a:srgbClr val="660033"/>
                </a:solidFill>
              </a:rPr>
              <a:t>了解</a:t>
            </a:r>
            <a:r>
              <a:rPr lang="zh-CN" altLang="en-US" sz="2600"/>
              <a:t>外存设备的特性等。</a:t>
            </a:r>
          </a:p>
          <a:p>
            <a:pPr>
              <a:lnSpc>
                <a:spcPct val="135000"/>
              </a:lnSpc>
              <a:spcBef>
                <a:spcPct val="0"/>
              </a:spcBef>
            </a:pPr>
            <a:r>
              <a:rPr lang="zh-CN" altLang="en-US" sz="2600"/>
              <a:t>           </a:t>
            </a:r>
            <a:r>
              <a:rPr lang="zh-CN" altLang="en-US" sz="2600">
                <a:solidFill>
                  <a:srgbClr val="006666"/>
                </a:solidFill>
              </a:rPr>
              <a:t>一些大型的关系</a:t>
            </a:r>
            <a:r>
              <a:rPr lang="en-US" altLang="zh-CN" sz="2600">
                <a:solidFill>
                  <a:srgbClr val="006666"/>
                </a:solidFill>
              </a:rPr>
              <a:t>DBMS</a:t>
            </a:r>
            <a:r>
              <a:rPr lang="zh-CN" altLang="en-US" sz="2600">
                <a:solidFill>
                  <a:srgbClr val="006666"/>
                </a:solidFill>
              </a:rPr>
              <a:t>系统软件会涉及到</a:t>
            </a:r>
            <a:r>
              <a:rPr lang="zh-CN" altLang="en-US" sz="2600">
                <a:solidFill>
                  <a:srgbClr val="660033"/>
                </a:solidFill>
              </a:rPr>
              <a:t>复杂的数据库物理存储组织</a:t>
            </a:r>
            <a:r>
              <a:rPr lang="zh-CN" altLang="en-US" sz="2600">
                <a:solidFill>
                  <a:srgbClr val="006666"/>
                </a:solidFill>
              </a:rPr>
              <a:t>等问题；但许多关系</a:t>
            </a:r>
            <a:r>
              <a:rPr lang="en-US" altLang="zh-CN" sz="2600">
                <a:solidFill>
                  <a:srgbClr val="006666"/>
                </a:solidFill>
              </a:rPr>
              <a:t>DBMS</a:t>
            </a:r>
            <a:r>
              <a:rPr lang="zh-CN" altLang="en-US" sz="2600">
                <a:solidFill>
                  <a:srgbClr val="006666"/>
                </a:solidFill>
              </a:rPr>
              <a:t>系统软件屏蔽了大量地的内部物理结构，留给用户参与设计的主要是表的索引和聚集的建立等。</a:t>
            </a:r>
            <a:r>
              <a:rPr lang="zh-CN" altLang="en-US" sz="2600"/>
              <a:t> </a:t>
            </a:r>
          </a:p>
        </p:txBody>
      </p:sp>
      <p:sp>
        <p:nvSpPr>
          <p:cNvPr id="656389" name="Rectangle 5">
            <a:extLst>
              <a:ext uri="{FF2B5EF4-FFF2-40B4-BE49-F238E27FC236}">
                <a16:creationId xmlns:a16="http://schemas.microsoft.com/office/drawing/2014/main" id="{6670E807-C2BE-4535-8298-60DB57F43574}"/>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en-US" altLang="zh-CN"/>
              <a:t>0</a:t>
            </a:r>
            <a:r>
              <a:rPr lang="zh-CN" altLang="en-US"/>
              <a:t>、数据库物理结构设计的基本问题</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56388">
                                            <p:txEl>
                                              <p:pRg st="0" end="0"/>
                                            </p:txEl>
                                          </p:spTgt>
                                        </p:tgtEl>
                                        <p:attrNameLst>
                                          <p:attrName>style.visibility</p:attrName>
                                        </p:attrNameLst>
                                      </p:cBhvr>
                                      <p:to>
                                        <p:strVal val="visible"/>
                                      </p:to>
                                    </p:set>
                                    <p:animEffect transition="in" filter="wipe(left)">
                                      <p:cBhvr>
                                        <p:cTn id="7" dur="2000"/>
                                        <p:tgtEl>
                                          <p:spTgt spid="656388">
                                            <p:txEl>
                                              <p:pRg st="0" end="0"/>
                                            </p:txEl>
                                          </p:spTgt>
                                        </p:tgtEl>
                                      </p:cBhvr>
                                    </p:animEffect>
                                  </p:childTnLst>
                                </p:cTn>
                              </p:par>
                            </p:childTnLst>
                          </p:cTn>
                        </p:par>
                        <p:par>
                          <p:cTn id="8" fill="hold" nodeType="afterGroup">
                            <p:stCondLst>
                              <p:cond delay="2000"/>
                            </p:stCondLst>
                            <p:childTnLst>
                              <p:par>
                                <p:cTn id="9" presetID="22" presetClass="entr" presetSubtype="1" fill="hold" nodeType="afterEffect">
                                  <p:stCondLst>
                                    <p:cond delay="0"/>
                                  </p:stCondLst>
                                  <p:childTnLst>
                                    <p:set>
                                      <p:cBhvr>
                                        <p:cTn id="10" dur="1" fill="hold">
                                          <p:stCondLst>
                                            <p:cond delay="0"/>
                                          </p:stCondLst>
                                        </p:cTn>
                                        <p:tgtEl>
                                          <p:spTgt spid="656388">
                                            <p:txEl>
                                              <p:pRg st="1" end="1"/>
                                            </p:txEl>
                                          </p:spTgt>
                                        </p:tgtEl>
                                        <p:attrNameLst>
                                          <p:attrName>style.visibility</p:attrName>
                                        </p:attrNameLst>
                                      </p:cBhvr>
                                      <p:to>
                                        <p:strVal val="visible"/>
                                      </p:to>
                                    </p:set>
                                    <p:animEffect transition="in" filter="wipe(up)">
                                      <p:cBhvr>
                                        <p:cTn id="11" dur="5000"/>
                                        <p:tgtEl>
                                          <p:spTgt spid="656388">
                                            <p:txEl>
                                              <p:pRg st="1" end="1"/>
                                            </p:txEl>
                                          </p:spTgt>
                                        </p:tgtEl>
                                      </p:cBhvr>
                                    </p:animEffect>
                                  </p:childTnLst>
                                </p:cTn>
                              </p:par>
                            </p:childTnLst>
                          </p:cTn>
                        </p:par>
                        <p:par>
                          <p:cTn id="12" fill="hold" nodeType="afterGroup">
                            <p:stCondLst>
                              <p:cond delay="7000"/>
                            </p:stCondLst>
                            <p:childTnLst>
                              <p:par>
                                <p:cTn id="13" presetID="22" presetClass="entr" presetSubtype="1" fill="hold" nodeType="afterEffect">
                                  <p:stCondLst>
                                    <p:cond delay="0"/>
                                  </p:stCondLst>
                                  <p:childTnLst>
                                    <p:set>
                                      <p:cBhvr>
                                        <p:cTn id="14" dur="1" fill="hold">
                                          <p:stCondLst>
                                            <p:cond delay="0"/>
                                          </p:stCondLst>
                                        </p:cTn>
                                        <p:tgtEl>
                                          <p:spTgt spid="656388">
                                            <p:txEl>
                                              <p:pRg st="2" end="2"/>
                                            </p:txEl>
                                          </p:spTgt>
                                        </p:tgtEl>
                                        <p:attrNameLst>
                                          <p:attrName>style.visibility</p:attrName>
                                        </p:attrNameLst>
                                      </p:cBhvr>
                                      <p:to>
                                        <p:strVal val="visible"/>
                                      </p:to>
                                    </p:set>
                                    <p:animEffect transition="in" filter="wipe(up)">
                                      <p:cBhvr>
                                        <p:cTn id="15" dur="5000"/>
                                        <p:tgtEl>
                                          <p:spTgt spid="65638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64" name="Rectangle 12">
            <a:extLst>
              <a:ext uri="{FF2B5EF4-FFF2-40B4-BE49-F238E27FC236}">
                <a16:creationId xmlns:a16="http://schemas.microsoft.com/office/drawing/2014/main" id="{94DAFB2D-8188-4AAF-8968-D4EF73F02715}"/>
              </a:ext>
            </a:extLst>
          </p:cNvPr>
          <p:cNvSpPr>
            <a:spLocks noChangeArrowheads="1"/>
          </p:cNvSpPr>
          <p:nvPr/>
        </p:nvSpPr>
        <p:spPr bwMode="auto">
          <a:xfrm>
            <a:off x="466725" y="1125538"/>
            <a:ext cx="8208963" cy="533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35000"/>
              </a:lnSpc>
            </a:pPr>
            <a:r>
              <a:rPr lang="zh-CN" altLang="en-US"/>
              <a:t>          </a:t>
            </a:r>
            <a:r>
              <a:rPr lang="en-US" altLang="zh-CN" sz="3000">
                <a:solidFill>
                  <a:srgbClr val="660033"/>
                </a:solidFill>
                <a:ea typeface="华文新魏" panose="02010800040101010101" pitchFamily="2" charset="-122"/>
              </a:rPr>
              <a:t>1</a:t>
            </a:r>
            <a:r>
              <a:rPr lang="zh-CN" altLang="en-US" sz="3000">
                <a:solidFill>
                  <a:srgbClr val="660033"/>
                </a:solidFill>
                <a:ea typeface="华文新魏" panose="02010800040101010101" pitchFamily="2" charset="-122"/>
              </a:rPr>
              <a:t>、数据库的物理文件</a:t>
            </a:r>
          </a:p>
          <a:p>
            <a:pPr>
              <a:lnSpc>
                <a:spcPct val="135000"/>
              </a:lnSpc>
            </a:pPr>
            <a:r>
              <a:rPr lang="zh-CN" altLang="en-US"/>
              <a:t>          存储数据库信息的物理文件包括：数据文件、日志文件、控制文件三类。</a:t>
            </a:r>
          </a:p>
          <a:p>
            <a:pPr>
              <a:lnSpc>
                <a:spcPct val="135000"/>
              </a:lnSpc>
            </a:pPr>
            <a:r>
              <a:rPr lang="zh-CN" altLang="en-US"/>
              <a:t>          </a:t>
            </a:r>
          </a:p>
        </p:txBody>
      </p:sp>
      <p:sp>
        <p:nvSpPr>
          <p:cNvPr id="305165" name="Rectangle 13">
            <a:extLst>
              <a:ext uri="{FF2B5EF4-FFF2-40B4-BE49-F238E27FC236}">
                <a16:creationId xmlns:a16="http://schemas.microsoft.com/office/drawing/2014/main" id="{77C0EF14-ABE5-4960-B195-8CB96987DA69}"/>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一、数据库的物理文件与数据表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05164">
                                            <p:txEl>
                                              <p:pRg st="0" end="0"/>
                                            </p:txEl>
                                          </p:spTgt>
                                        </p:tgtEl>
                                        <p:attrNameLst>
                                          <p:attrName>style.visibility</p:attrName>
                                        </p:attrNameLst>
                                      </p:cBhvr>
                                      <p:to>
                                        <p:strVal val="visible"/>
                                      </p:to>
                                    </p:set>
                                    <p:animEffect transition="in" filter="wipe(up)">
                                      <p:cBhvr>
                                        <p:cTn id="7" dur="1000"/>
                                        <p:tgtEl>
                                          <p:spTgt spid="305164">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305164">
                                            <p:txEl>
                                              <p:pRg st="1" end="1"/>
                                            </p:txEl>
                                          </p:spTgt>
                                        </p:tgtEl>
                                        <p:attrNameLst>
                                          <p:attrName>style.visibility</p:attrName>
                                        </p:attrNameLst>
                                      </p:cBhvr>
                                      <p:to>
                                        <p:strVal val="visible"/>
                                      </p:to>
                                    </p:set>
                                    <p:animEffect transition="in" filter="wipe(up)">
                                      <p:cBhvr>
                                        <p:cTn id="11" dur="3000"/>
                                        <p:tgtEl>
                                          <p:spTgt spid="30516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4" name="Rectangle 6">
            <a:extLst>
              <a:ext uri="{FF2B5EF4-FFF2-40B4-BE49-F238E27FC236}">
                <a16:creationId xmlns:a16="http://schemas.microsoft.com/office/drawing/2014/main" id="{09E17B64-8C1F-4C64-9C66-6BDDC4FF1253}"/>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一、数据库的物理文件与数据表</a:t>
            </a:r>
          </a:p>
        </p:txBody>
      </p:sp>
      <p:sp>
        <p:nvSpPr>
          <p:cNvPr id="657415" name="Rectangle 7">
            <a:extLst>
              <a:ext uri="{FF2B5EF4-FFF2-40B4-BE49-F238E27FC236}">
                <a16:creationId xmlns:a16="http://schemas.microsoft.com/office/drawing/2014/main" id="{DCEFCEAC-E2A0-4738-A039-5A525671F65C}"/>
              </a:ext>
            </a:extLst>
          </p:cNvPr>
          <p:cNvSpPr>
            <a:spLocks noChangeArrowheads="1"/>
          </p:cNvSpPr>
          <p:nvPr/>
        </p:nvSpPr>
        <p:spPr bwMode="auto">
          <a:xfrm>
            <a:off x="468313" y="1125538"/>
            <a:ext cx="8207375" cy="3611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a:t>
            </a:r>
            <a:r>
              <a:rPr lang="zh-CN" altLang="en-US" b="0">
                <a:solidFill>
                  <a:srgbClr val="003366"/>
                </a:solidFill>
                <a:effectLst/>
                <a:latin typeface="黑体" panose="02010609060101010101" pitchFamily="49" charset="-122"/>
                <a:ea typeface="黑体" panose="02010609060101010101" pitchFamily="49" charset="-122"/>
              </a:rPr>
              <a:t>（</a:t>
            </a:r>
            <a:r>
              <a:rPr lang="en-US" altLang="zh-CN" b="0">
                <a:solidFill>
                  <a:srgbClr val="003366"/>
                </a:solidFill>
                <a:effectLst/>
                <a:latin typeface="黑体" panose="02010609060101010101" pitchFamily="49" charset="-122"/>
                <a:ea typeface="黑体" panose="02010609060101010101" pitchFamily="49" charset="-122"/>
              </a:rPr>
              <a:t>1</a:t>
            </a:r>
            <a:r>
              <a:rPr lang="zh-CN" altLang="en-US" b="0">
                <a:solidFill>
                  <a:srgbClr val="003366"/>
                </a:solidFill>
                <a:effectLst/>
                <a:latin typeface="黑体" panose="02010609060101010101" pitchFamily="49" charset="-122"/>
                <a:ea typeface="黑体" panose="02010609060101010101" pitchFamily="49" charset="-122"/>
              </a:rPr>
              <a:t>）数据文件</a:t>
            </a:r>
            <a:r>
              <a:rPr lang="zh-CN" altLang="en-US"/>
              <a:t> </a:t>
            </a:r>
            <a:endParaRPr lang="zh-CN" altLang="en-US" sz="3000">
              <a:solidFill>
                <a:srgbClr val="660033"/>
              </a:solidFill>
              <a:ea typeface="华文新魏" panose="02010800040101010101" pitchFamily="2" charset="-122"/>
            </a:endParaRPr>
          </a:p>
          <a:p>
            <a:pPr>
              <a:lnSpc>
                <a:spcPct val="135000"/>
              </a:lnSpc>
            </a:pPr>
            <a:r>
              <a:rPr lang="zh-CN" altLang="en-US" b="0">
                <a:effectLst/>
              </a:rPr>
              <a:t>          </a:t>
            </a:r>
            <a:r>
              <a:rPr lang="zh-CN" altLang="en-US">
                <a:effectLst/>
              </a:rPr>
              <a:t>是数据库中存放用户数据的文件。一个数据库应用系统的数据库一般由多个数据文件组成。</a:t>
            </a:r>
          </a:p>
          <a:p>
            <a:pPr>
              <a:lnSpc>
                <a:spcPct val="135000"/>
              </a:lnSpc>
            </a:pPr>
            <a:r>
              <a:rPr lang="zh-CN" altLang="en-US">
                <a:effectLst/>
              </a:rPr>
              <a:t>    </a:t>
            </a:r>
            <a:r>
              <a:rPr lang="zh-CN" altLang="en-US">
                <a:solidFill>
                  <a:srgbClr val="006666"/>
                </a:solidFill>
                <a:effectLst/>
                <a:ea typeface="黑体" panose="02010609060101010101" pitchFamily="49" charset="-122"/>
              </a:rPr>
              <a:t>其中，</a:t>
            </a:r>
            <a:r>
              <a:rPr lang="zh-CN" altLang="en-US">
                <a:solidFill>
                  <a:srgbClr val="660033"/>
                </a:solidFill>
                <a:effectLst/>
                <a:ea typeface="黑体" panose="02010609060101010101" pitchFamily="49" charset="-122"/>
              </a:rPr>
              <a:t>主数据文件</a:t>
            </a:r>
            <a:r>
              <a:rPr lang="zh-CN" altLang="en-US">
                <a:effectLst/>
              </a:rPr>
              <a:t>用来存储数据库的启动信息和部分数据，是数据库的起点，并指向数据库中的其他</a:t>
            </a:r>
            <a:r>
              <a:rPr lang="zh-CN" altLang="en-US">
                <a:solidFill>
                  <a:srgbClr val="660033"/>
                </a:solidFill>
                <a:effectLst/>
                <a:ea typeface="黑体" panose="02010609060101010101" pitchFamily="49" charset="-122"/>
              </a:rPr>
              <a:t>次数据文件</a:t>
            </a:r>
            <a:r>
              <a:rPr lang="zh-CN" altLang="en-US">
                <a:effectLst/>
              </a:rPr>
              <a:t>。</a:t>
            </a:r>
            <a:r>
              <a:rPr lang="zh-CN" altLang="en-US">
                <a:effectLst/>
                <a:ea typeface="黑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657415"/>
                                        </p:tgtEl>
                                        <p:attrNameLst>
                                          <p:attrName>style.visibility</p:attrName>
                                        </p:attrNameLst>
                                      </p:cBhvr>
                                      <p:to>
                                        <p:strVal val="visible"/>
                                      </p:to>
                                    </p:set>
                                    <p:animEffect transition="in" filter="box(in)">
                                      <p:cBhvr>
                                        <p:cTn id="7" dur="500"/>
                                        <p:tgtEl>
                                          <p:spTgt spid="657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74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6" name="Rectangle 4">
            <a:extLst>
              <a:ext uri="{FF2B5EF4-FFF2-40B4-BE49-F238E27FC236}">
                <a16:creationId xmlns:a16="http://schemas.microsoft.com/office/drawing/2014/main" id="{6839B9F8-CE36-471D-AF9C-D55483477073}"/>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一、数据库的物理文件与数据表</a:t>
            </a:r>
          </a:p>
        </p:txBody>
      </p:sp>
      <p:sp>
        <p:nvSpPr>
          <p:cNvPr id="658437" name="Rectangle 5">
            <a:extLst>
              <a:ext uri="{FF2B5EF4-FFF2-40B4-BE49-F238E27FC236}">
                <a16:creationId xmlns:a16="http://schemas.microsoft.com/office/drawing/2014/main" id="{C8FE3EBC-B835-463E-9488-202A49939C1F}"/>
              </a:ext>
            </a:extLst>
          </p:cNvPr>
          <p:cNvSpPr>
            <a:spLocks noChangeArrowheads="1"/>
          </p:cNvSpPr>
          <p:nvPr/>
        </p:nvSpPr>
        <p:spPr bwMode="auto">
          <a:xfrm>
            <a:off x="468313" y="1125538"/>
            <a:ext cx="8207375" cy="504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a:t>
            </a:r>
            <a:r>
              <a:rPr lang="zh-CN" altLang="en-US" b="0">
                <a:solidFill>
                  <a:srgbClr val="003366"/>
                </a:solidFill>
                <a:effectLst/>
                <a:latin typeface="黑体" panose="02010609060101010101" pitchFamily="49" charset="-122"/>
                <a:ea typeface="黑体" panose="02010609060101010101" pitchFamily="49" charset="-122"/>
              </a:rPr>
              <a:t>（</a:t>
            </a:r>
            <a:r>
              <a:rPr lang="en-US" altLang="zh-CN" b="0">
                <a:solidFill>
                  <a:srgbClr val="003366"/>
                </a:solidFill>
                <a:effectLst/>
                <a:latin typeface="黑体" panose="02010609060101010101" pitchFamily="49" charset="-122"/>
                <a:ea typeface="黑体" panose="02010609060101010101" pitchFamily="49" charset="-122"/>
              </a:rPr>
              <a:t>2</a:t>
            </a:r>
            <a:r>
              <a:rPr lang="zh-CN" altLang="en-US" b="0">
                <a:solidFill>
                  <a:srgbClr val="003366"/>
                </a:solidFill>
                <a:effectLst/>
                <a:latin typeface="黑体" panose="02010609060101010101" pitchFamily="49" charset="-122"/>
                <a:ea typeface="黑体" panose="02010609060101010101" pitchFamily="49" charset="-122"/>
              </a:rPr>
              <a:t>）控制文件</a:t>
            </a:r>
            <a:r>
              <a:rPr lang="zh-CN" altLang="en-US"/>
              <a:t> </a:t>
            </a:r>
            <a:endParaRPr lang="zh-CN" altLang="en-US" sz="3000">
              <a:solidFill>
                <a:srgbClr val="660033"/>
              </a:solidFill>
              <a:ea typeface="华文新魏" panose="02010800040101010101" pitchFamily="2" charset="-122"/>
            </a:endParaRPr>
          </a:p>
          <a:p>
            <a:pPr>
              <a:lnSpc>
                <a:spcPct val="125000"/>
              </a:lnSpc>
              <a:spcBef>
                <a:spcPct val="15000"/>
              </a:spcBef>
            </a:pPr>
            <a:r>
              <a:rPr lang="zh-CN" altLang="en-US">
                <a:effectLst/>
              </a:rPr>
              <a:t>          存放</a:t>
            </a:r>
            <a:r>
              <a:rPr lang="en-US" altLang="zh-CN">
                <a:effectLst/>
              </a:rPr>
              <a:t>DBMS</a:t>
            </a:r>
            <a:r>
              <a:rPr lang="zh-CN" altLang="en-US">
                <a:effectLst/>
              </a:rPr>
              <a:t>的所有相关控制信息，用于实现数据库的安全性和完整性控制，决定恢复数据时使用哪些重做日志等。</a:t>
            </a:r>
          </a:p>
          <a:p>
            <a:pPr>
              <a:lnSpc>
                <a:spcPct val="135000"/>
              </a:lnSpc>
              <a:spcBef>
                <a:spcPct val="0"/>
              </a:spcBef>
            </a:pPr>
            <a:r>
              <a:rPr lang="zh-CN" altLang="en-US">
                <a:effectLst/>
              </a:rPr>
              <a:t>          </a:t>
            </a:r>
            <a:r>
              <a:rPr lang="zh-CN" altLang="en-US">
                <a:solidFill>
                  <a:srgbClr val="003366"/>
                </a:solidFill>
                <a:effectLst/>
              </a:rPr>
              <a:t>每个数据库必须至少有一个控制文件，通常使用</a:t>
            </a:r>
            <a:r>
              <a:rPr lang="en-US" altLang="zh-CN">
                <a:solidFill>
                  <a:srgbClr val="003366"/>
                </a:solidFill>
                <a:effectLst/>
              </a:rPr>
              <a:t>2</a:t>
            </a:r>
            <a:r>
              <a:rPr lang="zh-CN" altLang="en-US">
                <a:solidFill>
                  <a:srgbClr val="003366"/>
                </a:solidFill>
                <a:effectLst/>
              </a:rPr>
              <a:t>个或</a:t>
            </a:r>
            <a:r>
              <a:rPr lang="en-US" altLang="zh-CN">
                <a:solidFill>
                  <a:srgbClr val="003366"/>
                </a:solidFill>
                <a:effectLst/>
              </a:rPr>
              <a:t>2</a:t>
            </a:r>
            <a:r>
              <a:rPr lang="zh-CN" altLang="en-US">
                <a:solidFill>
                  <a:srgbClr val="003366"/>
                </a:solidFill>
                <a:effectLst/>
              </a:rPr>
              <a:t>个以上的控制文件。</a:t>
            </a:r>
          </a:p>
          <a:p>
            <a:pPr>
              <a:lnSpc>
                <a:spcPct val="125000"/>
              </a:lnSpc>
              <a:spcBef>
                <a:spcPct val="0"/>
              </a:spcBef>
            </a:pPr>
            <a:r>
              <a:rPr lang="zh-CN" altLang="en-US">
                <a:effectLst/>
              </a:rPr>
              <a:t>        </a:t>
            </a:r>
            <a:r>
              <a:rPr lang="zh-CN" altLang="en-US" sz="2400">
                <a:solidFill>
                  <a:srgbClr val="660033"/>
                </a:solidFill>
                <a:effectLst/>
                <a:ea typeface="黑体" panose="02010609060101010101" pitchFamily="49" charset="-122"/>
              </a:rPr>
              <a:t>说明：</a:t>
            </a:r>
            <a:r>
              <a:rPr lang="en-US" altLang="zh-CN" sz="2400">
                <a:solidFill>
                  <a:srgbClr val="006666"/>
                </a:solidFill>
              </a:rPr>
              <a:t>ORACLE</a:t>
            </a:r>
            <a:r>
              <a:rPr lang="zh-CN" altLang="en-US" sz="2400">
                <a:solidFill>
                  <a:srgbClr val="006666"/>
                </a:solidFill>
              </a:rPr>
              <a:t>需要系统分析员确定将控制文件放在哪几个</a:t>
            </a:r>
            <a:r>
              <a:rPr lang="zh-CN" altLang="en-US" sz="2400">
                <a:solidFill>
                  <a:srgbClr val="003366"/>
                </a:solidFill>
              </a:rPr>
              <a:t>磁盘</a:t>
            </a:r>
            <a:r>
              <a:rPr lang="en-US" altLang="zh-CN" sz="2400">
                <a:solidFill>
                  <a:srgbClr val="003366"/>
                </a:solidFill>
              </a:rPr>
              <a:t>/</a:t>
            </a:r>
            <a:r>
              <a:rPr lang="zh-CN" altLang="en-US" sz="2400">
                <a:solidFill>
                  <a:srgbClr val="003366"/>
                </a:solidFill>
              </a:rPr>
              <a:t>文件夹</a:t>
            </a:r>
            <a:r>
              <a:rPr lang="zh-CN" altLang="en-US" sz="2400">
                <a:solidFill>
                  <a:srgbClr val="006666"/>
                </a:solidFill>
              </a:rPr>
              <a:t>上；</a:t>
            </a:r>
            <a:r>
              <a:rPr lang="en-US" altLang="zh-CN" sz="2400">
                <a:solidFill>
                  <a:srgbClr val="006666"/>
                </a:solidFill>
              </a:rPr>
              <a:t>SQL Server</a:t>
            </a:r>
            <a:r>
              <a:rPr lang="zh-CN" altLang="en-US" sz="2400">
                <a:solidFill>
                  <a:srgbClr val="006666"/>
                </a:solidFill>
              </a:rPr>
              <a:t>等对用户已经隐含了控制文件的概念（不再单独提，而交由系统管理）。</a:t>
            </a:r>
            <a:r>
              <a:rPr lang="zh-CN" altLang="en-US">
                <a:effectLst/>
              </a:rPr>
              <a:t>           </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58437">
                                            <p:txEl>
                                              <p:pRg st="0" end="0"/>
                                            </p:txEl>
                                          </p:spTgt>
                                        </p:tgtEl>
                                        <p:attrNameLst>
                                          <p:attrName>style.visibility</p:attrName>
                                        </p:attrNameLst>
                                      </p:cBhvr>
                                      <p:to>
                                        <p:strVal val="visible"/>
                                      </p:to>
                                    </p:set>
                                    <p:animEffect transition="in" filter="wipe(up)">
                                      <p:cBhvr>
                                        <p:cTn id="7" dur="1000"/>
                                        <p:tgtEl>
                                          <p:spTgt spid="658437">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658437">
                                            <p:txEl>
                                              <p:pRg st="1" end="1"/>
                                            </p:txEl>
                                          </p:spTgt>
                                        </p:tgtEl>
                                        <p:attrNameLst>
                                          <p:attrName>style.visibility</p:attrName>
                                        </p:attrNameLst>
                                      </p:cBhvr>
                                      <p:to>
                                        <p:strVal val="visible"/>
                                      </p:to>
                                    </p:set>
                                    <p:animEffect transition="in" filter="wipe(up)">
                                      <p:cBhvr>
                                        <p:cTn id="11" dur="1000"/>
                                        <p:tgtEl>
                                          <p:spTgt spid="658437">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658437">
                                            <p:txEl>
                                              <p:pRg st="2" end="2"/>
                                            </p:txEl>
                                          </p:spTgt>
                                        </p:tgtEl>
                                        <p:attrNameLst>
                                          <p:attrName>style.visibility</p:attrName>
                                        </p:attrNameLst>
                                      </p:cBhvr>
                                      <p:to>
                                        <p:strVal val="visible"/>
                                      </p:to>
                                    </p:set>
                                    <p:animEffect transition="in" filter="wipe(up)">
                                      <p:cBhvr>
                                        <p:cTn id="16" dur="1000"/>
                                        <p:tgtEl>
                                          <p:spTgt spid="658437">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658437">
                                            <p:txEl>
                                              <p:pRg st="3" end="3"/>
                                            </p:txEl>
                                          </p:spTgt>
                                        </p:tgtEl>
                                        <p:attrNameLst>
                                          <p:attrName>style.visibility</p:attrName>
                                        </p:attrNameLst>
                                      </p:cBhvr>
                                      <p:to>
                                        <p:strVal val="visible"/>
                                      </p:to>
                                    </p:set>
                                    <p:animEffect transition="in" filter="wipe(up)">
                                      <p:cBhvr>
                                        <p:cTn id="21" dur="1000"/>
                                        <p:tgtEl>
                                          <p:spTgt spid="65843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60" name="Rectangle 4">
            <a:extLst>
              <a:ext uri="{FF2B5EF4-FFF2-40B4-BE49-F238E27FC236}">
                <a16:creationId xmlns:a16="http://schemas.microsoft.com/office/drawing/2014/main" id="{07C51781-B035-489E-9438-FC15BB9D512C}"/>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一、数据库的物理文件与数据表</a:t>
            </a:r>
          </a:p>
        </p:txBody>
      </p:sp>
      <p:sp>
        <p:nvSpPr>
          <p:cNvPr id="659461" name="Rectangle 5">
            <a:extLst>
              <a:ext uri="{FF2B5EF4-FFF2-40B4-BE49-F238E27FC236}">
                <a16:creationId xmlns:a16="http://schemas.microsoft.com/office/drawing/2014/main" id="{47A46A83-2144-4F9A-91A2-5DF482EB0EBE}"/>
              </a:ext>
            </a:extLst>
          </p:cNvPr>
          <p:cNvSpPr>
            <a:spLocks noChangeArrowheads="1"/>
          </p:cNvSpPr>
          <p:nvPr/>
        </p:nvSpPr>
        <p:spPr bwMode="auto">
          <a:xfrm>
            <a:off x="468313" y="1125538"/>
            <a:ext cx="8207375" cy="418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a:t>
            </a:r>
            <a:r>
              <a:rPr lang="zh-CN" altLang="en-US" b="0">
                <a:solidFill>
                  <a:srgbClr val="003366"/>
                </a:solidFill>
                <a:effectLst/>
                <a:latin typeface="黑体" panose="02010609060101010101" pitchFamily="49" charset="-122"/>
                <a:ea typeface="黑体" panose="02010609060101010101" pitchFamily="49" charset="-122"/>
              </a:rPr>
              <a:t>（</a:t>
            </a:r>
            <a:r>
              <a:rPr lang="en-US" altLang="zh-CN" b="0">
                <a:solidFill>
                  <a:srgbClr val="003366"/>
                </a:solidFill>
                <a:effectLst/>
                <a:latin typeface="黑体" panose="02010609060101010101" pitchFamily="49" charset="-122"/>
                <a:ea typeface="黑体" panose="02010609060101010101" pitchFamily="49" charset="-122"/>
              </a:rPr>
              <a:t>3</a:t>
            </a:r>
            <a:r>
              <a:rPr lang="zh-CN" altLang="en-US" b="0">
                <a:solidFill>
                  <a:srgbClr val="003366"/>
                </a:solidFill>
                <a:effectLst/>
                <a:latin typeface="黑体" panose="02010609060101010101" pitchFamily="49" charset="-122"/>
                <a:ea typeface="黑体" panose="02010609060101010101" pitchFamily="49" charset="-122"/>
              </a:rPr>
              <a:t>）日志文件</a:t>
            </a:r>
            <a:r>
              <a:rPr lang="zh-CN" altLang="en-US"/>
              <a:t> </a:t>
            </a:r>
            <a:endParaRPr lang="zh-CN" altLang="en-US" sz="3000">
              <a:solidFill>
                <a:srgbClr val="660033"/>
              </a:solidFill>
              <a:ea typeface="华文新魏" panose="02010800040101010101" pitchFamily="2" charset="-122"/>
            </a:endParaRPr>
          </a:p>
          <a:p>
            <a:pPr>
              <a:lnSpc>
                <a:spcPct val="135000"/>
              </a:lnSpc>
            </a:pPr>
            <a:r>
              <a:rPr lang="zh-CN" altLang="en-US">
                <a:effectLst/>
              </a:rPr>
              <a:t>          是一个系统文件，用于记录用户对数据库进行的输入、删除和修改等数据库更新的信息。</a:t>
            </a:r>
          </a:p>
          <a:p>
            <a:pPr>
              <a:lnSpc>
                <a:spcPct val="135000"/>
              </a:lnSpc>
            </a:pPr>
            <a:r>
              <a:rPr lang="zh-CN" altLang="en-US">
                <a:effectLst/>
              </a:rPr>
              <a:t>          </a:t>
            </a:r>
            <a:r>
              <a:rPr lang="zh-CN" altLang="en-US" b="0">
                <a:solidFill>
                  <a:srgbClr val="660033"/>
                </a:solidFill>
                <a:effectLst/>
                <a:ea typeface="黑体" panose="02010609060101010101" pitchFamily="49" charset="-122"/>
              </a:rPr>
              <a:t>比如：</a:t>
            </a:r>
            <a:r>
              <a:rPr lang="zh-CN" altLang="en-US">
                <a:effectLst/>
              </a:rPr>
              <a:t>从事更新的用户信息；开始更新时间，更新结束之间；更新前的数据（当为修改操作时），更新后的数据；更新的数据（当为输入或删除操作时）等。</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59461">
                                            <p:txEl>
                                              <p:pRg st="0" end="0"/>
                                            </p:txEl>
                                          </p:spTgt>
                                        </p:tgtEl>
                                        <p:attrNameLst>
                                          <p:attrName>style.visibility</p:attrName>
                                        </p:attrNameLst>
                                      </p:cBhvr>
                                      <p:to>
                                        <p:strVal val="visible"/>
                                      </p:to>
                                    </p:set>
                                    <p:animEffect transition="in" filter="wipe(up)">
                                      <p:cBhvr>
                                        <p:cTn id="7" dur="1000"/>
                                        <p:tgtEl>
                                          <p:spTgt spid="659461">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659461">
                                            <p:txEl>
                                              <p:pRg st="1" end="1"/>
                                            </p:txEl>
                                          </p:spTgt>
                                        </p:tgtEl>
                                        <p:attrNameLst>
                                          <p:attrName>style.visibility</p:attrName>
                                        </p:attrNameLst>
                                      </p:cBhvr>
                                      <p:to>
                                        <p:strVal val="visible"/>
                                      </p:to>
                                    </p:set>
                                    <p:animEffect transition="in" filter="wipe(up)">
                                      <p:cBhvr>
                                        <p:cTn id="11" dur="1000"/>
                                        <p:tgtEl>
                                          <p:spTgt spid="659461">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659461">
                                            <p:txEl>
                                              <p:pRg st="2" end="2"/>
                                            </p:txEl>
                                          </p:spTgt>
                                        </p:tgtEl>
                                        <p:attrNameLst>
                                          <p:attrName>style.visibility</p:attrName>
                                        </p:attrNameLst>
                                      </p:cBhvr>
                                      <p:to>
                                        <p:strVal val="visible"/>
                                      </p:to>
                                    </p:set>
                                    <p:animEffect transition="in" filter="wipe(up)">
                                      <p:cBhvr>
                                        <p:cTn id="16" dur="1000"/>
                                        <p:tgtEl>
                                          <p:spTgt spid="65946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4" name="Rectangle 4">
            <a:extLst>
              <a:ext uri="{FF2B5EF4-FFF2-40B4-BE49-F238E27FC236}">
                <a16:creationId xmlns:a16="http://schemas.microsoft.com/office/drawing/2014/main" id="{9BBC82EF-B59F-4EC6-9F9B-66FD0746A010}"/>
              </a:ext>
            </a:extLst>
          </p:cNvPr>
          <p:cNvSpPr>
            <a:spLocks noChangeArrowheads="1"/>
          </p:cNvSpPr>
          <p:nvPr/>
        </p:nvSpPr>
        <p:spPr bwMode="auto">
          <a:xfrm>
            <a:off x="466725" y="1125538"/>
            <a:ext cx="8208963"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35000"/>
              </a:lnSpc>
            </a:pPr>
            <a:r>
              <a:rPr lang="zh-CN" altLang="en-US"/>
              <a:t>          </a:t>
            </a:r>
            <a:r>
              <a:rPr lang="en-US" altLang="zh-CN" sz="3000">
                <a:solidFill>
                  <a:srgbClr val="660033"/>
                </a:solidFill>
                <a:ea typeface="华文新魏" panose="02010800040101010101" pitchFamily="2" charset="-122"/>
              </a:rPr>
              <a:t>2</a:t>
            </a:r>
            <a:r>
              <a:rPr lang="zh-CN" altLang="en-US" sz="3000">
                <a:solidFill>
                  <a:srgbClr val="660033"/>
                </a:solidFill>
                <a:ea typeface="华文新魏" panose="02010800040101010101" pitchFamily="2" charset="-122"/>
              </a:rPr>
              <a:t>、数据表</a:t>
            </a:r>
          </a:p>
          <a:p>
            <a:pPr>
              <a:lnSpc>
                <a:spcPct val="135000"/>
              </a:lnSpc>
            </a:pPr>
            <a:r>
              <a:rPr lang="zh-CN" altLang="en-US"/>
              <a:t>          数据表是关系数据库组织数据的基本单位，是关系模式在数据库中的物理</a:t>
            </a:r>
            <a:r>
              <a:rPr lang="zh-CN" altLang="en-US">
                <a:solidFill>
                  <a:srgbClr val="660033"/>
                </a:solidFill>
              </a:rPr>
              <a:t>表象</a:t>
            </a:r>
            <a:r>
              <a:rPr lang="zh-CN" altLang="en-US"/>
              <a:t>，是数据库中存储各特定主题数据的地方，也是数据管理应用中从数据库中查询数据的</a:t>
            </a:r>
            <a:r>
              <a:rPr lang="zh-CN" altLang="en-US">
                <a:latin typeface="Arial" panose="020B0604020202020204" pitchFamily="34" charset="0"/>
              </a:rPr>
              <a:t>“</a:t>
            </a:r>
            <a:r>
              <a:rPr lang="zh-CN" altLang="en-US"/>
              <a:t>数据之源</a:t>
            </a:r>
            <a:r>
              <a:rPr lang="zh-CN" altLang="en-US">
                <a:latin typeface="Arial" panose="020B0604020202020204" pitchFamily="34" charset="0"/>
              </a:rPr>
              <a:t>”</a:t>
            </a:r>
            <a:r>
              <a:rPr lang="zh-CN" altLang="en-US"/>
              <a:t>。</a:t>
            </a:r>
          </a:p>
          <a:p>
            <a:pPr>
              <a:lnSpc>
                <a:spcPct val="135000"/>
              </a:lnSpc>
              <a:spcBef>
                <a:spcPct val="0"/>
              </a:spcBef>
            </a:pPr>
            <a:r>
              <a:rPr lang="zh-CN" altLang="en-US"/>
              <a:t>          </a:t>
            </a:r>
            <a:r>
              <a:rPr lang="zh-CN" altLang="en-US">
                <a:solidFill>
                  <a:srgbClr val="003366"/>
                </a:solidFill>
              </a:rPr>
              <a:t>数据表及其所属的数据存储在数据库文件中。当数据库文件多于一个时，每一个数据表及其数据只能存储在其中的一个数据库文件中。</a:t>
            </a:r>
            <a:r>
              <a:rPr lang="zh-CN" altLang="en-US"/>
              <a:t>       </a:t>
            </a:r>
          </a:p>
        </p:txBody>
      </p:sp>
      <p:sp>
        <p:nvSpPr>
          <p:cNvPr id="660485" name="Rectangle 5">
            <a:extLst>
              <a:ext uri="{FF2B5EF4-FFF2-40B4-BE49-F238E27FC236}">
                <a16:creationId xmlns:a16="http://schemas.microsoft.com/office/drawing/2014/main" id="{D6855210-1940-413B-8EFA-2876639A41E8}"/>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一、数据库的物理文件与数据表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60484">
                                            <p:txEl>
                                              <p:pRg st="0" end="0"/>
                                            </p:txEl>
                                          </p:spTgt>
                                        </p:tgtEl>
                                        <p:attrNameLst>
                                          <p:attrName>style.visibility</p:attrName>
                                        </p:attrNameLst>
                                      </p:cBhvr>
                                      <p:to>
                                        <p:strVal val="visible"/>
                                      </p:to>
                                    </p:set>
                                    <p:animEffect transition="in" filter="wipe(up)">
                                      <p:cBhvr>
                                        <p:cTn id="7" dur="1000"/>
                                        <p:tgtEl>
                                          <p:spTgt spid="660484">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660484">
                                            <p:txEl>
                                              <p:pRg st="1" end="1"/>
                                            </p:txEl>
                                          </p:spTgt>
                                        </p:tgtEl>
                                        <p:attrNameLst>
                                          <p:attrName>style.visibility</p:attrName>
                                        </p:attrNameLst>
                                      </p:cBhvr>
                                      <p:to>
                                        <p:strVal val="visible"/>
                                      </p:to>
                                    </p:set>
                                    <p:animEffect transition="in" filter="wipe(up)">
                                      <p:cBhvr>
                                        <p:cTn id="11" dur="3000"/>
                                        <p:tgtEl>
                                          <p:spTgt spid="660484">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660484">
                                            <p:txEl>
                                              <p:pRg st="2" end="2"/>
                                            </p:txEl>
                                          </p:spTgt>
                                        </p:tgtEl>
                                        <p:attrNameLst>
                                          <p:attrName>style.visibility</p:attrName>
                                        </p:attrNameLst>
                                      </p:cBhvr>
                                      <p:to>
                                        <p:strVal val="visible"/>
                                      </p:to>
                                    </p:set>
                                    <p:animEffect transition="in" filter="wipe(up)">
                                      <p:cBhvr>
                                        <p:cTn id="16" dur="3000"/>
                                        <p:tgtEl>
                                          <p:spTgt spid="66048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508" name="Rectangle 4">
            <a:extLst>
              <a:ext uri="{FF2B5EF4-FFF2-40B4-BE49-F238E27FC236}">
                <a16:creationId xmlns:a16="http://schemas.microsoft.com/office/drawing/2014/main" id="{D23E4D63-E9E0-4647-9AA0-0592F811191A}"/>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二、数据库物理文件的存储位置</a:t>
            </a:r>
          </a:p>
        </p:txBody>
      </p:sp>
      <p:sp>
        <p:nvSpPr>
          <p:cNvPr id="661509" name="Rectangle 5">
            <a:extLst>
              <a:ext uri="{FF2B5EF4-FFF2-40B4-BE49-F238E27FC236}">
                <a16:creationId xmlns:a16="http://schemas.microsoft.com/office/drawing/2014/main" id="{231B2319-F98A-40A7-8D03-E3796E86AC85}"/>
              </a:ext>
            </a:extLst>
          </p:cNvPr>
          <p:cNvSpPr>
            <a:spLocks noChangeArrowheads="1"/>
          </p:cNvSpPr>
          <p:nvPr/>
        </p:nvSpPr>
        <p:spPr bwMode="auto">
          <a:xfrm>
            <a:off x="468313" y="1185863"/>
            <a:ext cx="8207375" cy="519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45000"/>
              </a:lnSpc>
              <a:spcBef>
                <a:spcPct val="5000"/>
              </a:spcBef>
            </a:pPr>
            <a:r>
              <a:rPr lang="zh-CN" altLang="en-US" b="0">
                <a:ea typeface="黑体" panose="02010609060101010101" pitchFamily="49" charset="-122"/>
              </a:rPr>
              <a:t>        </a:t>
            </a:r>
            <a:r>
              <a:rPr lang="zh-CN" altLang="en-US"/>
              <a:t>  对于一个小型数据库来说，可以将数据库软件和各个数据文件都放置在一个磁盘上，只要将它们设计成不同的子文件夹即可。</a:t>
            </a:r>
          </a:p>
          <a:p>
            <a:pPr>
              <a:lnSpc>
                <a:spcPct val="145000"/>
              </a:lnSpc>
              <a:spcBef>
                <a:spcPct val="5000"/>
              </a:spcBef>
            </a:pPr>
            <a:r>
              <a:rPr lang="zh-CN" altLang="en-US"/>
              <a:t>          </a:t>
            </a:r>
            <a:r>
              <a:rPr lang="zh-CN" altLang="en-US">
                <a:solidFill>
                  <a:srgbClr val="003366"/>
                </a:solidFill>
              </a:rPr>
              <a:t>但对于一个大型数据库来说，需要指定哪些文件放置在哪个磁盘上。</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661509"/>
                                        </p:tgtEl>
                                        <p:attrNameLst>
                                          <p:attrName>style.visibility</p:attrName>
                                        </p:attrNameLst>
                                      </p:cBhvr>
                                      <p:to>
                                        <p:strVal val="visible"/>
                                      </p:to>
                                    </p:set>
                                    <p:animEffect transition="in" filter="diamond(in)">
                                      <p:cBhvr>
                                        <p:cTn id="7" dur="1000"/>
                                        <p:tgtEl>
                                          <p:spTgt spid="661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50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5" name="Rectangle 5">
            <a:extLst>
              <a:ext uri="{FF2B5EF4-FFF2-40B4-BE49-F238E27FC236}">
                <a16:creationId xmlns:a16="http://schemas.microsoft.com/office/drawing/2014/main" id="{9DFED42C-D95F-4E67-9DD6-C7EF3EDEDBD4}"/>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
        <p:nvSpPr>
          <p:cNvPr id="476166" name="Rectangle 6">
            <a:extLst>
              <a:ext uri="{FF2B5EF4-FFF2-40B4-BE49-F238E27FC236}">
                <a16:creationId xmlns:a16="http://schemas.microsoft.com/office/drawing/2014/main" id="{8F4D1E84-8344-4366-A21A-774D7D2957A8}"/>
              </a:ext>
            </a:extLst>
          </p:cNvPr>
          <p:cNvSpPr>
            <a:spLocks noChangeArrowheads="1"/>
          </p:cNvSpPr>
          <p:nvPr/>
        </p:nvSpPr>
        <p:spPr bwMode="auto">
          <a:xfrm>
            <a:off x="468313" y="1185863"/>
            <a:ext cx="8207375"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1</a:t>
            </a:r>
            <a:r>
              <a:rPr lang="zh-CN" altLang="en-US" sz="3000">
                <a:solidFill>
                  <a:srgbClr val="660033"/>
                </a:solidFill>
                <a:ea typeface="华文新魏" panose="02010800040101010101" pitchFamily="2" charset="-122"/>
              </a:rPr>
              <a:t>、索引的概念</a:t>
            </a:r>
          </a:p>
          <a:p>
            <a:pPr>
              <a:lnSpc>
                <a:spcPct val="130000"/>
              </a:lnSpc>
              <a:spcBef>
                <a:spcPct val="10000"/>
              </a:spcBef>
            </a:pPr>
            <a:r>
              <a:rPr lang="zh-CN" altLang="en-US"/>
              <a:t>          </a:t>
            </a:r>
            <a:r>
              <a:rPr lang="zh-CN" altLang="en-US" b="0">
                <a:solidFill>
                  <a:srgbClr val="003366"/>
                </a:solidFill>
                <a:latin typeface="黑体" panose="02010609060101010101" pitchFamily="49" charset="-122"/>
                <a:ea typeface="黑体" panose="02010609060101010101" pitchFamily="49" charset="-122"/>
              </a:rPr>
              <a:t>索引</a:t>
            </a:r>
            <a:r>
              <a:rPr lang="zh-CN" altLang="en-US"/>
              <a:t>是一种表形式的数据结构，由给定的一个或一组数据项（主键或非主键）组成。</a:t>
            </a:r>
          </a:p>
          <a:p>
            <a:pPr>
              <a:lnSpc>
                <a:spcPct val="130000"/>
              </a:lnSpc>
              <a:spcBef>
                <a:spcPct val="10000"/>
              </a:spcBef>
            </a:pPr>
            <a:r>
              <a:rPr lang="zh-CN" altLang="en-US"/>
              <a:t>          对于主键值 </a:t>
            </a:r>
            <a:r>
              <a:rPr lang="en-US" altLang="zh-CN"/>
              <a:t>K</a:t>
            </a:r>
            <a:r>
              <a:rPr lang="en-US" altLang="zh-CN" baseline="-25000"/>
              <a:t>i</a:t>
            </a:r>
            <a:r>
              <a:rPr lang="zh-CN" altLang="en-US"/>
              <a:t>（</a:t>
            </a:r>
            <a:r>
              <a:rPr lang="en-US" altLang="zh-CN"/>
              <a:t>i=1</a:t>
            </a:r>
            <a:r>
              <a:rPr lang="zh-CN" altLang="en-US"/>
              <a:t>，</a:t>
            </a:r>
            <a:r>
              <a:rPr lang="en-US" altLang="zh-CN"/>
              <a:t>2</a:t>
            </a:r>
            <a:r>
              <a:rPr lang="zh-CN" altLang="en-US"/>
              <a:t>，</a:t>
            </a:r>
            <a:r>
              <a:rPr lang="en-US" altLang="zh-CN">
                <a:latin typeface="Arial" panose="020B0604020202020204" pitchFamily="34" charset="0"/>
              </a:rPr>
              <a:t>…</a:t>
            </a:r>
            <a:r>
              <a:rPr lang="zh-CN" altLang="en-US"/>
              <a:t>，</a:t>
            </a:r>
            <a:r>
              <a:rPr lang="en-US" altLang="zh-CN"/>
              <a:t>n</a:t>
            </a:r>
            <a:r>
              <a:rPr lang="zh-CN" altLang="en-US"/>
              <a:t>）和对应记录的地址</a:t>
            </a:r>
            <a:r>
              <a:rPr lang="en-US" altLang="zh-CN"/>
              <a:t>A(R</a:t>
            </a:r>
            <a:r>
              <a:rPr lang="en-US" altLang="zh-CN" baseline="-25000"/>
              <a:t>ki</a:t>
            </a:r>
            <a:r>
              <a:rPr lang="en-US" altLang="zh-CN"/>
              <a:t>)</a:t>
            </a:r>
            <a:r>
              <a:rPr lang="zh-CN" altLang="en-US"/>
              <a:t>，</a:t>
            </a:r>
            <a:r>
              <a:rPr lang="en-US" altLang="zh-CN"/>
              <a:t>{K</a:t>
            </a:r>
            <a:r>
              <a:rPr lang="en-US" altLang="zh-CN" baseline="-25000"/>
              <a:t>i</a:t>
            </a:r>
            <a:r>
              <a:rPr lang="zh-CN" altLang="en-US"/>
              <a:t>，</a:t>
            </a:r>
            <a:r>
              <a:rPr lang="en-US" altLang="zh-CN"/>
              <a:t>A(R</a:t>
            </a:r>
            <a:r>
              <a:rPr lang="en-US" altLang="zh-CN" baseline="-25000"/>
              <a:t>ki</a:t>
            </a:r>
            <a:r>
              <a:rPr lang="en-US" altLang="zh-CN"/>
              <a:t>)}</a:t>
            </a:r>
            <a:r>
              <a:rPr lang="zh-CN" altLang="en-US"/>
              <a:t>称为索引项，索引的一般结构为： </a:t>
            </a:r>
          </a:p>
        </p:txBody>
      </p:sp>
      <p:graphicFrame>
        <p:nvGraphicFramePr>
          <p:cNvPr id="476238" name="Group 78">
            <a:extLst>
              <a:ext uri="{FF2B5EF4-FFF2-40B4-BE49-F238E27FC236}">
                <a16:creationId xmlns:a16="http://schemas.microsoft.com/office/drawing/2014/main" id="{08D5B737-C582-4EB9-92B5-2CEB8F200D64}"/>
              </a:ext>
            </a:extLst>
          </p:cNvPr>
          <p:cNvGraphicFramePr>
            <a:graphicFrameLocks noGrp="1"/>
          </p:cNvGraphicFramePr>
          <p:nvPr/>
        </p:nvGraphicFramePr>
        <p:xfrm>
          <a:off x="1331913" y="4724400"/>
          <a:ext cx="7056437" cy="1296988"/>
        </p:xfrm>
        <a:graphic>
          <a:graphicData uri="http://schemas.openxmlformats.org/drawingml/2006/table">
            <a:tbl>
              <a:tblPr/>
              <a:tblGrid>
                <a:gridCol w="1409700">
                  <a:extLst>
                    <a:ext uri="{9D8B030D-6E8A-4147-A177-3AD203B41FA5}">
                      <a16:colId xmlns:a16="http://schemas.microsoft.com/office/drawing/2014/main" val="3756503481"/>
                    </a:ext>
                  </a:extLst>
                </a:gridCol>
                <a:gridCol w="1411287">
                  <a:extLst>
                    <a:ext uri="{9D8B030D-6E8A-4147-A177-3AD203B41FA5}">
                      <a16:colId xmlns:a16="http://schemas.microsoft.com/office/drawing/2014/main" val="1469106164"/>
                    </a:ext>
                  </a:extLst>
                </a:gridCol>
                <a:gridCol w="1409700">
                  <a:extLst>
                    <a:ext uri="{9D8B030D-6E8A-4147-A177-3AD203B41FA5}">
                      <a16:colId xmlns:a16="http://schemas.microsoft.com/office/drawing/2014/main" val="3292980489"/>
                    </a:ext>
                  </a:extLst>
                </a:gridCol>
                <a:gridCol w="1412875">
                  <a:extLst>
                    <a:ext uri="{9D8B030D-6E8A-4147-A177-3AD203B41FA5}">
                      <a16:colId xmlns:a16="http://schemas.microsoft.com/office/drawing/2014/main" val="3937386701"/>
                    </a:ext>
                  </a:extLst>
                </a:gridCol>
                <a:gridCol w="1412875">
                  <a:extLst>
                    <a:ext uri="{9D8B030D-6E8A-4147-A177-3AD203B41FA5}">
                      <a16:colId xmlns:a16="http://schemas.microsoft.com/office/drawing/2014/main" val="2891275748"/>
                    </a:ext>
                  </a:extLst>
                </a:gridCol>
              </a:tblGrid>
              <a:tr h="649288">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marL="0" marR="0" lvl="0" indent="0" algn="ctr" defTabSz="914400" rtl="0" eaLnBrk="1" fontAlgn="base" latinLnBrk="0" hangingPunct="1">
                        <a:lnSpc>
                          <a:spcPct val="13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K</a:t>
                      </a:r>
                      <a:r>
                        <a:rPr kumimoji="1" lang="en-US" altLang="zh-CN" sz="2400" b="1" i="0" u="none" strike="noStrike" cap="none" normalizeH="0" baseline="-3000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marL="0" marR="0" lvl="0" indent="0" algn="ctr" defTabSz="914400" rtl="0" eaLnBrk="1" fontAlgn="base" latinLnBrk="0" hangingPunct="1">
                        <a:lnSpc>
                          <a:spcPct val="13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K</a:t>
                      </a:r>
                      <a:r>
                        <a:rPr kumimoji="1" lang="en-US" altLang="zh-CN" sz="2400" b="1" i="0" u="none" strike="noStrike" cap="none" normalizeH="0" baseline="-3000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2</a:t>
                      </a:r>
                      <a:endParaRPr kumimoji="1" lang="en-US" altLang="zh-CN"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marL="0" marR="0" lvl="0" indent="0" algn="ctr" defTabSz="914400" rtl="0" eaLnBrk="1" fontAlgn="base" latinLnBrk="0" hangingPunct="1">
                        <a:lnSpc>
                          <a:spcPct val="13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K</a:t>
                      </a:r>
                      <a:r>
                        <a:rPr kumimoji="1" lang="en-US" altLang="zh-CN" sz="2400" b="1" i="0" u="none" strike="noStrike" cap="none" normalizeH="0" baseline="-3000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3</a:t>
                      </a:r>
                      <a:endParaRPr kumimoji="1" lang="en-US" altLang="zh-CN"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marL="0" marR="0" lvl="0" indent="0" algn="ctr" defTabSz="914400" rtl="0" eaLnBrk="1" fontAlgn="base" latinLnBrk="0" hangingPunct="1">
                        <a:lnSpc>
                          <a:spcPct val="13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marL="0" marR="0" lvl="0" indent="0" algn="ctr" defTabSz="914400" rtl="0" eaLnBrk="1" fontAlgn="base" latinLnBrk="0" hangingPunct="1">
                        <a:lnSpc>
                          <a:spcPct val="13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k</a:t>
                      </a:r>
                      <a:r>
                        <a:rPr kumimoji="1" lang="en-US" altLang="zh-CN" sz="2400" b="1" i="0" u="none" strike="noStrike" cap="none" normalizeH="0" baseline="-2500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33133119"/>
                  </a:ext>
                </a:extLst>
              </a:tr>
              <a:tr h="647700">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marL="0" marR="0" lvl="0" indent="0" algn="ctr" defTabSz="914400" rtl="0" eaLnBrk="1" fontAlgn="base" latinLnBrk="0" hangingPunct="1">
                        <a:lnSpc>
                          <a:spcPct val="13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A(R</a:t>
                      </a:r>
                      <a:r>
                        <a:rPr kumimoji="1" lang="en-US" altLang="zh-CN" sz="2400" b="1" i="0" u="none" strike="noStrike" cap="none" normalizeH="0" baseline="-2500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K1</a:t>
                      </a:r>
                      <a:r>
                        <a:rPr kumimoji="1" lang="en-US" altLang="zh-CN"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marL="0" marR="0" lvl="0" indent="0" algn="ctr" defTabSz="914400" rtl="0" eaLnBrk="1" fontAlgn="base" latinLnBrk="0" hangingPunct="1">
                        <a:lnSpc>
                          <a:spcPct val="13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A(R</a:t>
                      </a:r>
                      <a:r>
                        <a:rPr kumimoji="1" lang="en-US" altLang="zh-CN" sz="2400" b="1" i="0" u="none" strike="noStrike" cap="none" normalizeH="0" baseline="-25000">
                          <a:ln>
                            <a:noFill/>
                          </a:ln>
                          <a:solidFill>
                            <a:schemeClr val="tx1"/>
                          </a:solidFill>
                          <a:effectLst/>
                          <a:latin typeface="Arial" panose="020B0604020202020204" pitchFamily="34" charset="0"/>
                          <a:ea typeface="宋体" panose="02010600030101010101" pitchFamily="2" charset="-122"/>
                        </a:rPr>
                        <a:t>K2</a:t>
                      </a:r>
                      <a:r>
                        <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marL="0" marR="0" lvl="0" indent="0" algn="ctr" defTabSz="914400" rtl="0" eaLnBrk="1" fontAlgn="base" latinLnBrk="0" hangingPunct="1">
                        <a:lnSpc>
                          <a:spcPct val="13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A(R</a:t>
                      </a:r>
                      <a:r>
                        <a:rPr kumimoji="1" lang="en-US" altLang="zh-CN" sz="2400" b="1" i="0" u="none" strike="noStrike" cap="none" normalizeH="0" baseline="-25000">
                          <a:ln>
                            <a:noFill/>
                          </a:ln>
                          <a:solidFill>
                            <a:schemeClr val="tx1"/>
                          </a:solidFill>
                          <a:effectLst/>
                          <a:latin typeface="Arial" panose="020B0604020202020204" pitchFamily="34" charset="0"/>
                          <a:ea typeface="宋体" panose="02010600030101010101" pitchFamily="2" charset="-122"/>
                        </a:rPr>
                        <a:t>K3</a:t>
                      </a:r>
                      <a:r>
                        <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marL="0" marR="0" lvl="0" indent="0" algn="ctr" defTabSz="914400" rtl="0" eaLnBrk="1" fontAlgn="base" latinLnBrk="0" hangingPunct="1">
                        <a:lnSpc>
                          <a:spcPct val="13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marL="0" marR="0" lvl="0" indent="0" algn="ctr" defTabSz="914400" rtl="0" eaLnBrk="1" fontAlgn="base" latinLnBrk="0" hangingPunct="1">
                        <a:lnSpc>
                          <a:spcPct val="13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A(R</a:t>
                      </a:r>
                      <a:r>
                        <a:rPr kumimoji="1" lang="en-US" altLang="zh-CN" sz="2400" b="1" i="0" u="none" strike="noStrike" cap="none" normalizeH="0" baseline="-25000">
                          <a:ln>
                            <a:noFill/>
                          </a:ln>
                          <a:solidFill>
                            <a:schemeClr val="tx1"/>
                          </a:solidFill>
                          <a:effectLst/>
                          <a:latin typeface="Arial" panose="020B0604020202020204" pitchFamily="34" charset="0"/>
                          <a:ea typeface="宋体" panose="02010600030101010101" pitchFamily="2" charset="-122"/>
                        </a:rPr>
                        <a:t>kn</a:t>
                      </a:r>
                      <a:r>
                        <a:rPr kumimoji="1"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3200529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76166">
                                            <p:txEl>
                                              <p:pRg st="0" end="0"/>
                                            </p:txEl>
                                          </p:spTgt>
                                        </p:tgtEl>
                                        <p:attrNameLst>
                                          <p:attrName>style.visibility</p:attrName>
                                        </p:attrNameLst>
                                      </p:cBhvr>
                                      <p:to>
                                        <p:strVal val="visible"/>
                                      </p:to>
                                    </p:set>
                                    <p:animEffect transition="in" filter="wipe(left)">
                                      <p:cBhvr>
                                        <p:cTn id="7" dur="1000"/>
                                        <p:tgtEl>
                                          <p:spTgt spid="476166">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476166">
                                            <p:txEl>
                                              <p:pRg st="1" end="1"/>
                                            </p:txEl>
                                          </p:spTgt>
                                        </p:tgtEl>
                                        <p:attrNameLst>
                                          <p:attrName>style.visibility</p:attrName>
                                        </p:attrNameLst>
                                      </p:cBhvr>
                                      <p:to>
                                        <p:strVal val="visible"/>
                                      </p:to>
                                    </p:set>
                                    <p:animEffect transition="in" filter="wipe(up)">
                                      <p:cBhvr>
                                        <p:cTn id="11" dur="1000"/>
                                        <p:tgtEl>
                                          <p:spTgt spid="476166">
                                            <p:txEl>
                                              <p:pRg st="1" end="1"/>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476166">
                                            <p:txEl>
                                              <p:pRg st="2" end="2"/>
                                            </p:txEl>
                                          </p:spTgt>
                                        </p:tgtEl>
                                        <p:attrNameLst>
                                          <p:attrName>style.visibility</p:attrName>
                                        </p:attrNameLst>
                                      </p:cBhvr>
                                      <p:to>
                                        <p:strVal val="visible"/>
                                      </p:to>
                                    </p:set>
                                    <p:animEffect transition="in" filter="wipe(up)">
                                      <p:cBhvr>
                                        <p:cTn id="15" dur="2000"/>
                                        <p:tgtEl>
                                          <p:spTgt spid="476166">
                                            <p:txEl>
                                              <p:pRg st="2" end="2"/>
                                            </p:txEl>
                                          </p:spTgt>
                                        </p:tgtEl>
                                      </p:cBhvr>
                                    </p:animEffect>
                                  </p:childTnLst>
                                </p:cTn>
                              </p:par>
                            </p:childTnLst>
                          </p:cTn>
                        </p:par>
                        <p:par>
                          <p:cTn id="16" fill="hold" nodeType="afterGroup">
                            <p:stCondLst>
                              <p:cond delay="4000"/>
                            </p:stCondLst>
                            <p:childTnLst>
                              <p:par>
                                <p:cTn id="17" presetID="8" presetClass="entr" presetSubtype="32" fill="hold" nodeType="afterEffect">
                                  <p:stCondLst>
                                    <p:cond delay="0"/>
                                  </p:stCondLst>
                                  <p:childTnLst>
                                    <p:set>
                                      <p:cBhvr>
                                        <p:cTn id="18" dur="1" fill="hold">
                                          <p:stCondLst>
                                            <p:cond delay="0"/>
                                          </p:stCondLst>
                                        </p:cTn>
                                        <p:tgtEl>
                                          <p:spTgt spid="476238"/>
                                        </p:tgtEl>
                                        <p:attrNameLst>
                                          <p:attrName>style.visibility</p:attrName>
                                        </p:attrNameLst>
                                      </p:cBhvr>
                                      <p:to>
                                        <p:strVal val="visible"/>
                                      </p:to>
                                    </p:set>
                                    <p:animEffect transition="in" filter="diamond(out)">
                                      <p:cBhvr>
                                        <p:cTn id="19" dur="2000"/>
                                        <p:tgtEl>
                                          <p:spTgt spid="476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7189" name="Group 5">
            <a:extLst>
              <a:ext uri="{FF2B5EF4-FFF2-40B4-BE49-F238E27FC236}">
                <a16:creationId xmlns:a16="http://schemas.microsoft.com/office/drawing/2014/main" id="{956E8B4E-92E0-4024-BBAC-A89C67752CD2}"/>
              </a:ext>
            </a:extLst>
          </p:cNvPr>
          <p:cNvGrpSpPr>
            <a:grpSpLocks/>
          </p:cNvGrpSpPr>
          <p:nvPr/>
        </p:nvGrpSpPr>
        <p:grpSpPr bwMode="auto">
          <a:xfrm>
            <a:off x="533400" y="1052513"/>
            <a:ext cx="7924800" cy="5354637"/>
            <a:chOff x="336" y="576"/>
            <a:chExt cx="4992" cy="3373"/>
          </a:xfrm>
        </p:grpSpPr>
        <p:sp>
          <p:nvSpPr>
            <p:cNvPr id="477190" name="Text Box 6">
              <a:extLst>
                <a:ext uri="{FF2B5EF4-FFF2-40B4-BE49-F238E27FC236}">
                  <a16:creationId xmlns:a16="http://schemas.microsoft.com/office/drawing/2014/main" id="{20A30FCD-90A6-4EA5-89AC-32751B19DDF0}"/>
                </a:ext>
              </a:extLst>
            </p:cNvPr>
            <p:cNvSpPr txBox="1">
              <a:spLocks noChangeArrowheads="1"/>
            </p:cNvSpPr>
            <p:nvPr/>
          </p:nvSpPr>
          <p:spPr bwMode="auto">
            <a:xfrm>
              <a:off x="1776" y="3661"/>
              <a:ext cx="2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黑体" panose="02010609060101010101" pitchFamily="49" charset="-122"/>
                  <a:ea typeface="黑体" panose="02010609060101010101" pitchFamily="49" charset="-122"/>
                </a:rPr>
                <a:t>图</a:t>
              </a:r>
              <a:r>
                <a:rPr lang="en-US" altLang="zh-CN" sz="2400" b="1">
                  <a:latin typeface="黑体" panose="02010609060101010101" pitchFamily="49" charset="-122"/>
                  <a:ea typeface="黑体" panose="02010609060101010101" pitchFamily="49" charset="-122"/>
                </a:rPr>
                <a:t>3.21   </a:t>
              </a:r>
              <a:r>
                <a:rPr lang="zh-CN" altLang="en-US" sz="2400" b="1">
                  <a:latin typeface="黑体" panose="02010609060101010101" pitchFamily="49" charset="-122"/>
                  <a:ea typeface="黑体" panose="02010609060101010101" pitchFamily="49" charset="-122"/>
                </a:rPr>
                <a:t>学生关系索引</a:t>
              </a:r>
            </a:p>
          </p:txBody>
        </p:sp>
        <p:grpSp>
          <p:nvGrpSpPr>
            <p:cNvPr id="477191" name="Group 7">
              <a:extLst>
                <a:ext uri="{FF2B5EF4-FFF2-40B4-BE49-F238E27FC236}">
                  <a16:creationId xmlns:a16="http://schemas.microsoft.com/office/drawing/2014/main" id="{E95F2348-0E22-4343-B7C0-A7FE8A84DE26}"/>
                </a:ext>
              </a:extLst>
            </p:cNvPr>
            <p:cNvGrpSpPr>
              <a:grpSpLocks/>
            </p:cNvGrpSpPr>
            <p:nvPr/>
          </p:nvGrpSpPr>
          <p:grpSpPr bwMode="auto">
            <a:xfrm>
              <a:off x="336" y="862"/>
              <a:ext cx="1776" cy="2571"/>
              <a:chOff x="192" y="816"/>
              <a:chExt cx="1776" cy="2160"/>
            </a:xfrm>
          </p:grpSpPr>
          <p:sp>
            <p:nvSpPr>
              <p:cNvPr id="477192" name="Rectangle 8">
                <a:extLst>
                  <a:ext uri="{FF2B5EF4-FFF2-40B4-BE49-F238E27FC236}">
                    <a16:creationId xmlns:a16="http://schemas.microsoft.com/office/drawing/2014/main" id="{A3BB134C-2CD6-4023-B8BC-A0A45D82C0CB}"/>
                  </a:ext>
                </a:extLst>
              </p:cNvPr>
              <p:cNvSpPr>
                <a:spLocks noChangeArrowheads="1"/>
              </p:cNvSpPr>
              <p:nvPr/>
            </p:nvSpPr>
            <p:spPr bwMode="auto">
              <a:xfrm>
                <a:off x="288" y="2716"/>
                <a:ext cx="1584"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800" b="0">
                    <a:latin typeface="黑体" panose="02010609060101010101" pitchFamily="49" charset="-122"/>
                    <a:ea typeface="黑体" panose="02010609060101010101" pitchFamily="49" charset="-122"/>
                  </a:rPr>
                  <a:t>       </a:t>
                </a:r>
                <a:r>
                  <a:rPr lang="en-US" altLang="zh-CN" sz="1800" b="0">
                    <a:latin typeface="Arial" panose="020B0604020202020204" pitchFamily="34" charset="0"/>
                    <a:ea typeface="黑体" panose="02010609060101010101" pitchFamily="49" charset="-122"/>
                  </a:rPr>
                  <a:t>…</a:t>
                </a:r>
                <a:r>
                  <a:rPr lang="en-US" altLang="zh-CN" sz="1800" b="0">
                    <a:latin typeface="黑体" panose="02010609060101010101" pitchFamily="49" charset="-122"/>
                    <a:ea typeface="黑体" panose="02010609060101010101" pitchFamily="49" charset="-122"/>
                  </a:rPr>
                  <a:t>       </a:t>
                </a:r>
                <a:r>
                  <a:rPr lang="en-US" altLang="zh-CN" sz="1000" b="0">
                    <a:latin typeface="黑体" panose="02010609060101010101" pitchFamily="49" charset="-122"/>
                    <a:ea typeface="黑体" panose="02010609060101010101" pitchFamily="49" charset="-122"/>
                  </a:rPr>
                  <a:t> </a:t>
                </a:r>
                <a:r>
                  <a:rPr lang="en-US" altLang="zh-CN" sz="1800" b="0">
                    <a:latin typeface="黑体" panose="02010609060101010101" pitchFamily="49" charset="-122"/>
                    <a:ea typeface="黑体" panose="02010609060101010101" pitchFamily="49" charset="-122"/>
                  </a:rPr>
                  <a:t> </a:t>
                </a:r>
                <a:r>
                  <a:rPr lang="en-US" altLang="zh-CN" sz="1800" b="0">
                    <a:latin typeface="Arial" panose="020B0604020202020204" pitchFamily="34" charset="0"/>
                    <a:ea typeface="黑体" panose="02010609060101010101" pitchFamily="49" charset="-122"/>
                  </a:rPr>
                  <a:t>…</a:t>
                </a:r>
                <a:r>
                  <a:rPr lang="en-US" altLang="zh-CN" sz="1800" b="0">
                    <a:latin typeface="黑体" panose="02010609060101010101" pitchFamily="49" charset="-122"/>
                    <a:ea typeface="黑体" panose="02010609060101010101" pitchFamily="49" charset="-122"/>
                  </a:rPr>
                  <a:t> </a:t>
                </a:r>
              </a:p>
            </p:txBody>
          </p:sp>
          <p:sp>
            <p:nvSpPr>
              <p:cNvPr id="477193" name="Text Box 9">
                <a:extLst>
                  <a:ext uri="{FF2B5EF4-FFF2-40B4-BE49-F238E27FC236}">
                    <a16:creationId xmlns:a16="http://schemas.microsoft.com/office/drawing/2014/main" id="{3E7C7428-2F6C-499E-978C-E88861EEB667}"/>
                  </a:ext>
                </a:extLst>
              </p:cNvPr>
              <p:cNvSpPr txBox="1">
                <a:spLocks noChangeArrowheads="1"/>
              </p:cNvSpPr>
              <p:nvPr/>
            </p:nvSpPr>
            <p:spPr bwMode="auto">
              <a:xfrm>
                <a:off x="192" y="816"/>
                <a:ext cx="1776" cy="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latin typeface="黑体" panose="02010609060101010101" pitchFamily="49" charset="-122"/>
                    <a:ea typeface="黑体" panose="02010609060101010101" pitchFamily="49" charset="-122"/>
                  </a:rPr>
                  <a:t>　　　</a:t>
                </a:r>
                <a:r>
                  <a:rPr lang="zh-CN" altLang="en-US" sz="2200" b="1">
                    <a:latin typeface="黑体" panose="02010609060101010101" pitchFamily="49" charset="-122"/>
                    <a:ea typeface="黑体" panose="02010609060101010101" pitchFamily="49" charset="-122"/>
                  </a:rPr>
                  <a:t>索引表</a:t>
                </a:r>
              </a:p>
              <a:p>
                <a:pPr>
                  <a:spcBef>
                    <a:spcPct val="50000"/>
                  </a:spcBef>
                </a:pPr>
                <a:r>
                  <a:rPr lang="zh-CN" altLang="en-US" sz="2000" b="1">
                    <a:latin typeface="黑体" panose="02010609060101010101" pitchFamily="49" charset="-122"/>
                    <a:ea typeface="黑体" panose="02010609060101010101" pitchFamily="49" charset="-122"/>
                  </a:rPr>
                  <a:t>　</a:t>
                </a:r>
                <a:r>
                  <a:rPr lang="zh-CN" altLang="en-US" sz="2200" b="1">
                    <a:latin typeface="黑体" panose="02010609060101010101" pitchFamily="49" charset="-122"/>
                    <a:ea typeface="黑体" panose="02010609060101010101" pitchFamily="49" charset="-122"/>
                  </a:rPr>
                  <a:t>主键</a:t>
                </a:r>
                <a:r>
                  <a:rPr lang="zh-CN" altLang="en-US" sz="2000" b="1">
                    <a:latin typeface="黑体" panose="02010609060101010101" pitchFamily="49" charset="-122"/>
                    <a:ea typeface="黑体" panose="02010609060101010101" pitchFamily="49" charset="-122"/>
                  </a:rPr>
                  <a:t>　　</a:t>
                </a:r>
                <a:r>
                  <a:rPr lang="zh-CN" altLang="en-US" sz="2200" b="1">
                    <a:latin typeface="黑体" panose="02010609060101010101" pitchFamily="49" charset="-122"/>
                    <a:ea typeface="黑体" panose="02010609060101010101" pitchFamily="49" charset="-122"/>
                  </a:rPr>
                  <a:t>地址指针</a:t>
                </a:r>
              </a:p>
            </p:txBody>
          </p:sp>
          <p:sp>
            <p:nvSpPr>
              <p:cNvPr id="477194" name="Line 10">
                <a:extLst>
                  <a:ext uri="{FF2B5EF4-FFF2-40B4-BE49-F238E27FC236}">
                    <a16:creationId xmlns:a16="http://schemas.microsoft.com/office/drawing/2014/main" id="{02F65971-56A3-4DEB-84CE-13E8C300470A}"/>
                  </a:ext>
                </a:extLst>
              </p:cNvPr>
              <p:cNvSpPr>
                <a:spLocks noChangeShapeType="1"/>
              </p:cNvSpPr>
              <p:nvPr/>
            </p:nvSpPr>
            <p:spPr bwMode="auto">
              <a:xfrm>
                <a:off x="384" y="1344"/>
                <a:ext cx="153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77195" name="Line 11">
                <a:extLst>
                  <a:ext uri="{FF2B5EF4-FFF2-40B4-BE49-F238E27FC236}">
                    <a16:creationId xmlns:a16="http://schemas.microsoft.com/office/drawing/2014/main" id="{AA729065-E9E2-4ABC-BB43-0222E6960866}"/>
                  </a:ext>
                </a:extLst>
              </p:cNvPr>
              <p:cNvSpPr>
                <a:spLocks noChangeShapeType="1"/>
              </p:cNvSpPr>
              <p:nvPr/>
            </p:nvSpPr>
            <p:spPr bwMode="auto">
              <a:xfrm>
                <a:off x="384" y="2689"/>
                <a:ext cx="15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77196" name="Line 12">
                <a:extLst>
                  <a:ext uri="{FF2B5EF4-FFF2-40B4-BE49-F238E27FC236}">
                    <a16:creationId xmlns:a16="http://schemas.microsoft.com/office/drawing/2014/main" id="{E3AC35AF-1B3D-422F-8C84-A1CAB62821E5}"/>
                  </a:ext>
                </a:extLst>
              </p:cNvPr>
              <p:cNvSpPr>
                <a:spLocks noChangeShapeType="1"/>
              </p:cNvSpPr>
              <p:nvPr/>
            </p:nvSpPr>
            <p:spPr bwMode="auto">
              <a:xfrm>
                <a:off x="384" y="2151"/>
                <a:ext cx="15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77197" name="Line 13">
                <a:extLst>
                  <a:ext uri="{FF2B5EF4-FFF2-40B4-BE49-F238E27FC236}">
                    <a16:creationId xmlns:a16="http://schemas.microsoft.com/office/drawing/2014/main" id="{D5BF390B-40D4-49C9-A46E-89856EC05E52}"/>
                  </a:ext>
                </a:extLst>
              </p:cNvPr>
              <p:cNvSpPr>
                <a:spLocks noChangeShapeType="1"/>
              </p:cNvSpPr>
              <p:nvPr/>
            </p:nvSpPr>
            <p:spPr bwMode="auto">
              <a:xfrm>
                <a:off x="384" y="2420"/>
                <a:ext cx="15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198" name="Line 14">
                <a:extLst>
                  <a:ext uri="{FF2B5EF4-FFF2-40B4-BE49-F238E27FC236}">
                    <a16:creationId xmlns:a16="http://schemas.microsoft.com/office/drawing/2014/main" id="{9E0D255B-6ED3-4A4E-BC79-EB0236FA2247}"/>
                  </a:ext>
                </a:extLst>
              </p:cNvPr>
              <p:cNvSpPr>
                <a:spLocks noChangeShapeType="1"/>
              </p:cNvSpPr>
              <p:nvPr/>
            </p:nvSpPr>
            <p:spPr bwMode="auto">
              <a:xfrm>
                <a:off x="384" y="1882"/>
                <a:ext cx="15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199" name="Line 15">
                <a:extLst>
                  <a:ext uri="{FF2B5EF4-FFF2-40B4-BE49-F238E27FC236}">
                    <a16:creationId xmlns:a16="http://schemas.microsoft.com/office/drawing/2014/main" id="{F14033CB-0E74-436F-A5CF-756583323807}"/>
                  </a:ext>
                </a:extLst>
              </p:cNvPr>
              <p:cNvSpPr>
                <a:spLocks noChangeShapeType="1"/>
              </p:cNvSpPr>
              <p:nvPr/>
            </p:nvSpPr>
            <p:spPr bwMode="auto">
              <a:xfrm>
                <a:off x="384" y="1613"/>
                <a:ext cx="15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00" name="Line 16">
                <a:extLst>
                  <a:ext uri="{FF2B5EF4-FFF2-40B4-BE49-F238E27FC236}">
                    <a16:creationId xmlns:a16="http://schemas.microsoft.com/office/drawing/2014/main" id="{641B969E-815A-4870-8898-624A442807FB}"/>
                  </a:ext>
                </a:extLst>
              </p:cNvPr>
              <p:cNvSpPr>
                <a:spLocks noChangeShapeType="1"/>
              </p:cNvSpPr>
              <p:nvPr/>
            </p:nvSpPr>
            <p:spPr bwMode="auto">
              <a:xfrm>
                <a:off x="384" y="1344"/>
                <a:ext cx="0" cy="16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01" name="Line 17">
                <a:extLst>
                  <a:ext uri="{FF2B5EF4-FFF2-40B4-BE49-F238E27FC236}">
                    <a16:creationId xmlns:a16="http://schemas.microsoft.com/office/drawing/2014/main" id="{ED03A301-E4BC-48BF-8387-23CD792E6B6B}"/>
                  </a:ext>
                </a:extLst>
              </p:cNvPr>
              <p:cNvSpPr>
                <a:spLocks noChangeShapeType="1"/>
              </p:cNvSpPr>
              <p:nvPr/>
            </p:nvSpPr>
            <p:spPr bwMode="auto">
              <a:xfrm>
                <a:off x="1344" y="1344"/>
                <a:ext cx="0" cy="16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02" name="Line 18">
                <a:extLst>
                  <a:ext uri="{FF2B5EF4-FFF2-40B4-BE49-F238E27FC236}">
                    <a16:creationId xmlns:a16="http://schemas.microsoft.com/office/drawing/2014/main" id="{2595B29E-E295-4EA8-8A21-254D596B61B9}"/>
                  </a:ext>
                </a:extLst>
              </p:cNvPr>
              <p:cNvSpPr>
                <a:spLocks noChangeShapeType="1"/>
              </p:cNvSpPr>
              <p:nvPr/>
            </p:nvSpPr>
            <p:spPr bwMode="auto">
              <a:xfrm>
                <a:off x="1920" y="1344"/>
                <a:ext cx="0" cy="16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03" name="Line 19">
                <a:extLst>
                  <a:ext uri="{FF2B5EF4-FFF2-40B4-BE49-F238E27FC236}">
                    <a16:creationId xmlns:a16="http://schemas.microsoft.com/office/drawing/2014/main" id="{BE297083-47D5-43D7-AE61-320E75CAE83F}"/>
                  </a:ext>
                </a:extLst>
              </p:cNvPr>
              <p:cNvSpPr>
                <a:spLocks noChangeShapeType="1"/>
              </p:cNvSpPr>
              <p:nvPr/>
            </p:nvSpPr>
            <p:spPr bwMode="auto">
              <a:xfrm>
                <a:off x="384" y="2976"/>
                <a:ext cx="15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04" name="Rectangle 20">
                <a:extLst>
                  <a:ext uri="{FF2B5EF4-FFF2-40B4-BE49-F238E27FC236}">
                    <a16:creationId xmlns:a16="http://schemas.microsoft.com/office/drawing/2014/main" id="{AE36E4B6-1591-4467-83B4-9C46C38502DB}"/>
                  </a:ext>
                </a:extLst>
              </p:cNvPr>
              <p:cNvSpPr>
                <a:spLocks noChangeArrowheads="1"/>
              </p:cNvSpPr>
              <p:nvPr/>
            </p:nvSpPr>
            <p:spPr bwMode="auto">
              <a:xfrm>
                <a:off x="432" y="1939"/>
                <a:ext cx="1392"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8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200401003</a:t>
                </a:r>
                <a:r>
                  <a:rPr lang="en-US" altLang="zh-CN" sz="1800" b="0">
                    <a:latin typeface="黑体" panose="02010609060101010101" pitchFamily="49" charset="-122"/>
                    <a:ea typeface="黑体" panose="02010609060101010101" pitchFamily="49" charset="-122"/>
                  </a:rPr>
                  <a:t>     o</a:t>
                </a:r>
              </a:p>
            </p:txBody>
          </p:sp>
          <p:sp>
            <p:nvSpPr>
              <p:cNvPr id="477205" name="Rectangle 21">
                <a:extLst>
                  <a:ext uri="{FF2B5EF4-FFF2-40B4-BE49-F238E27FC236}">
                    <a16:creationId xmlns:a16="http://schemas.microsoft.com/office/drawing/2014/main" id="{215BA254-F8F4-497B-A227-2AA450273529}"/>
                  </a:ext>
                </a:extLst>
              </p:cNvPr>
              <p:cNvSpPr>
                <a:spLocks noChangeArrowheads="1"/>
              </p:cNvSpPr>
              <p:nvPr/>
            </p:nvSpPr>
            <p:spPr bwMode="auto">
              <a:xfrm>
                <a:off x="432" y="2208"/>
                <a:ext cx="1392"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8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200402001</a:t>
                </a:r>
                <a:r>
                  <a:rPr lang="en-US" altLang="zh-CN" sz="1800" b="0">
                    <a:latin typeface="黑体" panose="02010609060101010101" pitchFamily="49" charset="-122"/>
                    <a:ea typeface="黑体" panose="02010609060101010101" pitchFamily="49" charset="-122"/>
                  </a:rPr>
                  <a:t>     o</a:t>
                </a:r>
              </a:p>
            </p:txBody>
          </p:sp>
          <p:sp>
            <p:nvSpPr>
              <p:cNvPr id="477206" name="Rectangle 22">
                <a:extLst>
                  <a:ext uri="{FF2B5EF4-FFF2-40B4-BE49-F238E27FC236}">
                    <a16:creationId xmlns:a16="http://schemas.microsoft.com/office/drawing/2014/main" id="{C120AD49-8BCE-47CA-AAF4-005B2EE691CF}"/>
                  </a:ext>
                </a:extLst>
              </p:cNvPr>
              <p:cNvSpPr>
                <a:spLocks noChangeArrowheads="1"/>
              </p:cNvSpPr>
              <p:nvPr/>
            </p:nvSpPr>
            <p:spPr bwMode="auto">
              <a:xfrm>
                <a:off x="432" y="2467"/>
                <a:ext cx="144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8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200402002</a:t>
                </a:r>
                <a:r>
                  <a:rPr lang="en-US" altLang="zh-CN" sz="1800" b="0">
                    <a:latin typeface="黑体" panose="02010609060101010101" pitchFamily="49" charset="-122"/>
                    <a:ea typeface="黑体" panose="02010609060101010101" pitchFamily="49" charset="-122"/>
                  </a:rPr>
                  <a:t>     o</a:t>
                </a:r>
              </a:p>
            </p:txBody>
          </p:sp>
          <p:sp>
            <p:nvSpPr>
              <p:cNvPr id="477207" name="Rectangle 23">
                <a:extLst>
                  <a:ext uri="{FF2B5EF4-FFF2-40B4-BE49-F238E27FC236}">
                    <a16:creationId xmlns:a16="http://schemas.microsoft.com/office/drawing/2014/main" id="{64F4E5B9-4ABC-4458-BA91-19F48261FA21}"/>
                  </a:ext>
                </a:extLst>
              </p:cNvPr>
              <p:cNvSpPr>
                <a:spLocks noChangeArrowheads="1"/>
              </p:cNvSpPr>
              <p:nvPr/>
            </p:nvSpPr>
            <p:spPr bwMode="auto">
              <a:xfrm>
                <a:off x="384" y="1651"/>
                <a:ext cx="148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8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200401002</a:t>
                </a:r>
                <a:r>
                  <a:rPr lang="en-US" altLang="zh-CN" sz="1800" b="0">
                    <a:latin typeface="黑体" panose="02010609060101010101" pitchFamily="49" charset="-122"/>
                    <a:ea typeface="黑体" panose="02010609060101010101" pitchFamily="49" charset="-122"/>
                  </a:rPr>
                  <a:t>      o</a:t>
                </a:r>
              </a:p>
            </p:txBody>
          </p:sp>
          <p:sp>
            <p:nvSpPr>
              <p:cNvPr id="477208" name="Rectangle 24">
                <a:extLst>
                  <a:ext uri="{FF2B5EF4-FFF2-40B4-BE49-F238E27FC236}">
                    <a16:creationId xmlns:a16="http://schemas.microsoft.com/office/drawing/2014/main" id="{E47D92F4-3AAF-4FF8-B90A-7545F13250FB}"/>
                  </a:ext>
                </a:extLst>
              </p:cNvPr>
              <p:cNvSpPr>
                <a:spLocks noChangeArrowheads="1"/>
              </p:cNvSpPr>
              <p:nvPr/>
            </p:nvSpPr>
            <p:spPr bwMode="auto">
              <a:xfrm>
                <a:off x="384" y="1363"/>
                <a:ext cx="153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eaLnBrk="0" hangingPunct="0"/>
                <a:r>
                  <a:rPr lang="zh-CN" altLang="en-US" sz="2000" b="1">
                    <a:latin typeface="黑体" panose="02010609060101010101" pitchFamily="49" charset="-122"/>
                    <a:ea typeface="黑体" panose="02010609060101010101" pitchFamily="49" charset="-122"/>
                  </a:rPr>
                  <a:t> </a:t>
                </a:r>
                <a:r>
                  <a:rPr lang="en-US" altLang="zh-CN" sz="2000">
                    <a:effectLst>
                      <a:outerShdw blurRad="38100" dist="38100" dir="2700000" algn="tl">
                        <a:srgbClr val="C0C0C0"/>
                      </a:outerShdw>
                    </a:effectLst>
                    <a:latin typeface="黑体" panose="02010609060101010101" pitchFamily="49" charset="-122"/>
                    <a:ea typeface="黑体" panose="02010609060101010101" pitchFamily="49" charset="-122"/>
                  </a:rPr>
                  <a:t>200401001</a:t>
                </a:r>
                <a:r>
                  <a:rPr lang="en-US" altLang="zh-CN" sz="2000" b="1">
                    <a:latin typeface="黑体" panose="02010609060101010101" pitchFamily="49" charset="-122"/>
                    <a:ea typeface="黑体" panose="02010609060101010101" pitchFamily="49" charset="-122"/>
                  </a:rPr>
                  <a:t>   </a:t>
                </a:r>
                <a:r>
                  <a:rPr lang="en-US" altLang="zh-CN" sz="2000">
                    <a:effectLst>
                      <a:outerShdw blurRad="38100" dist="38100" dir="2700000" algn="tl">
                        <a:srgbClr val="C0C0C0"/>
                      </a:outerShdw>
                    </a:effectLst>
                    <a:latin typeface="黑体" panose="02010609060101010101" pitchFamily="49" charset="-122"/>
                    <a:ea typeface="黑体" panose="02010609060101010101" pitchFamily="49" charset="-122"/>
                  </a:rPr>
                  <a:t>   o</a:t>
                </a:r>
              </a:p>
            </p:txBody>
          </p:sp>
        </p:grpSp>
        <p:grpSp>
          <p:nvGrpSpPr>
            <p:cNvPr id="477209" name="Group 25">
              <a:extLst>
                <a:ext uri="{FF2B5EF4-FFF2-40B4-BE49-F238E27FC236}">
                  <a16:creationId xmlns:a16="http://schemas.microsoft.com/office/drawing/2014/main" id="{D23BDF22-E375-4B1D-A538-B05E720EF683}"/>
                </a:ext>
              </a:extLst>
            </p:cNvPr>
            <p:cNvGrpSpPr>
              <a:grpSpLocks/>
            </p:cNvGrpSpPr>
            <p:nvPr/>
          </p:nvGrpSpPr>
          <p:grpSpPr bwMode="auto">
            <a:xfrm>
              <a:off x="3312" y="576"/>
              <a:ext cx="2016" cy="2285"/>
              <a:chOff x="3168" y="576"/>
              <a:chExt cx="2016" cy="1920"/>
            </a:xfrm>
          </p:grpSpPr>
          <p:sp>
            <p:nvSpPr>
              <p:cNvPr id="477210" name="Rectangle 26">
                <a:extLst>
                  <a:ext uri="{FF2B5EF4-FFF2-40B4-BE49-F238E27FC236}">
                    <a16:creationId xmlns:a16="http://schemas.microsoft.com/office/drawing/2014/main" id="{18AEB24E-B2A5-4E41-B947-4E9849E7317A}"/>
                  </a:ext>
                </a:extLst>
              </p:cNvPr>
              <p:cNvSpPr>
                <a:spLocks noChangeArrowheads="1"/>
              </p:cNvSpPr>
              <p:nvPr/>
            </p:nvSpPr>
            <p:spPr bwMode="auto">
              <a:xfrm>
                <a:off x="3168" y="2016"/>
                <a:ext cx="196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6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200402001  </a:t>
                </a:r>
                <a:r>
                  <a:rPr lang="zh-CN" altLang="en-US" sz="2000" b="0">
                    <a:latin typeface="黑体" panose="02010609060101010101" pitchFamily="49" charset="-122"/>
                    <a:ea typeface="黑体" panose="02010609060101010101" pitchFamily="49" charset="-122"/>
                  </a:rPr>
                  <a:t>杨秋红 </a:t>
                </a:r>
                <a:r>
                  <a:rPr lang="zh-CN" altLang="en-US" sz="1600" b="0">
                    <a:latin typeface="黑体" panose="02010609060101010101" pitchFamily="49" charset="-122"/>
                    <a:ea typeface="黑体" panose="02010609060101010101" pitchFamily="49" charset="-122"/>
                  </a:rPr>
                  <a:t>  </a:t>
                </a:r>
                <a:r>
                  <a:rPr lang="en-US" altLang="zh-CN" sz="1600" b="0">
                    <a:latin typeface="Arial" panose="020B0604020202020204" pitchFamily="34" charset="0"/>
                    <a:ea typeface="黑体" panose="02010609060101010101" pitchFamily="49" charset="-122"/>
                  </a:rPr>
                  <a:t>…</a:t>
                </a:r>
                <a:r>
                  <a:rPr lang="en-US" altLang="zh-CN" sz="1600" b="0">
                    <a:latin typeface="黑体" panose="02010609060101010101" pitchFamily="49" charset="-122"/>
                    <a:ea typeface="黑体" panose="02010609060101010101" pitchFamily="49" charset="-122"/>
                  </a:rPr>
                  <a:t> </a:t>
                </a:r>
              </a:p>
            </p:txBody>
          </p:sp>
          <p:sp>
            <p:nvSpPr>
              <p:cNvPr id="477211" name="Rectangle 27">
                <a:extLst>
                  <a:ext uri="{FF2B5EF4-FFF2-40B4-BE49-F238E27FC236}">
                    <a16:creationId xmlns:a16="http://schemas.microsoft.com/office/drawing/2014/main" id="{109AB91E-50F3-40C3-99A5-E662FF9689D7}"/>
                  </a:ext>
                </a:extLst>
              </p:cNvPr>
              <p:cNvSpPr>
                <a:spLocks noChangeArrowheads="1"/>
              </p:cNvSpPr>
              <p:nvPr/>
            </p:nvSpPr>
            <p:spPr bwMode="auto">
              <a:xfrm>
                <a:off x="3216" y="2236"/>
                <a:ext cx="1968"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600" b="0">
                    <a:latin typeface="黑体" panose="02010609060101010101" pitchFamily="49" charset="-122"/>
                    <a:ea typeface="黑体" panose="02010609060101010101" pitchFamily="49" charset="-122"/>
                  </a:rPr>
                  <a:t>      </a:t>
                </a:r>
                <a:r>
                  <a:rPr lang="en-US" altLang="zh-CN" sz="1600" b="0">
                    <a:latin typeface="Arial" panose="020B0604020202020204" pitchFamily="34" charset="0"/>
                    <a:ea typeface="黑体" panose="02010609060101010101" pitchFamily="49" charset="-122"/>
                  </a:rPr>
                  <a:t>…</a:t>
                </a:r>
                <a:r>
                  <a:rPr lang="en-US" altLang="zh-CN" sz="1600" b="0">
                    <a:latin typeface="黑体" panose="02010609060101010101" pitchFamily="49" charset="-122"/>
                    <a:ea typeface="黑体" panose="02010609060101010101" pitchFamily="49" charset="-122"/>
                  </a:rPr>
                  <a:t>          </a:t>
                </a:r>
                <a:r>
                  <a:rPr lang="en-US" altLang="zh-CN" sz="1600" b="0">
                    <a:latin typeface="Arial" panose="020B0604020202020204" pitchFamily="34" charset="0"/>
                    <a:ea typeface="黑体" panose="02010609060101010101" pitchFamily="49" charset="-122"/>
                  </a:rPr>
                  <a:t>…</a:t>
                </a:r>
                <a:r>
                  <a:rPr lang="en-US" altLang="zh-CN" sz="1600" b="0">
                    <a:latin typeface="黑体" panose="02010609060101010101" pitchFamily="49" charset="-122"/>
                    <a:ea typeface="黑体" panose="02010609060101010101" pitchFamily="49" charset="-122"/>
                  </a:rPr>
                  <a:t>      </a:t>
                </a:r>
                <a:r>
                  <a:rPr lang="en-US" altLang="zh-CN" sz="1600" b="0">
                    <a:latin typeface="Arial" panose="020B0604020202020204" pitchFamily="34" charset="0"/>
                    <a:ea typeface="黑体" panose="02010609060101010101" pitchFamily="49" charset="-122"/>
                  </a:rPr>
                  <a:t>…</a:t>
                </a:r>
                <a:r>
                  <a:rPr lang="en-US" altLang="zh-CN" sz="1600" b="0">
                    <a:latin typeface="黑体" panose="02010609060101010101" pitchFamily="49" charset="-122"/>
                    <a:ea typeface="黑体" panose="02010609060101010101" pitchFamily="49" charset="-122"/>
                  </a:rPr>
                  <a:t> </a:t>
                </a:r>
              </a:p>
            </p:txBody>
          </p:sp>
          <p:sp>
            <p:nvSpPr>
              <p:cNvPr id="477212" name="Text Box 28">
                <a:extLst>
                  <a:ext uri="{FF2B5EF4-FFF2-40B4-BE49-F238E27FC236}">
                    <a16:creationId xmlns:a16="http://schemas.microsoft.com/office/drawing/2014/main" id="{A6FCB95E-8DD2-40F9-A97A-FCEB1B45A055}"/>
                  </a:ext>
                </a:extLst>
              </p:cNvPr>
              <p:cNvSpPr txBox="1">
                <a:spLocks noChangeArrowheads="1"/>
              </p:cNvSpPr>
              <p:nvPr/>
            </p:nvSpPr>
            <p:spPr bwMode="auto">
              <a:xfrm>
                <a:off x="3360" y="576"/>
                <a:ext cx="1728"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200" b="1">
                    <a:latin typeface="黑体" panose="02010609060101010101" pitchFamily="49" charset="-122"/>
                    <a:ea typeface="黑体" panose="02010609060101010101" pitchFamily="49" charset="-122"/>
                  </a:rPr>
                  <a:t>数据区</a:t>
                </a:r>
                <a:r>
                  <a:rPr lang="en-US" altLang="zh-CN" sz="2200" b="1">
                    <a:latin typeface="黑体" panose="02010609060101010101" pitchFamily="49" charset="-122"/>
                    <a:ea typeface="黑体" panose="02010609060101010101" pitchFamily="49" charset="-122"/>
                  </a:rPr>
                  <a:t>(</a:t>
                </a:r>
                <a:r>
                  <a:rPr lang="zh-CN" altLang="en-US" sz="2200" b="1">
                    <a:latin typeface="黑体" panose="02010609060101010101" pitchFamily="49" charset="-122"/>
                    <a:ea typeface="黑体" panose="02010609060101010101" pitchFamily="49" charset="-122"/>
                  </a:rPr>
                  <a:t>学生关系</a:t>
                </a:r>
                <a:r>
                  <a:rPr lang="en-US" altLang="zh-CN" sz="2200" b="1">
                    <a:latin typeface="黑体" panose="02010609060101010101" pitchFamily="49" charset="-122"/>
                    <a:ea typeface="黑体" panose="02010609060101010101" pitchFamily="49" charset="-122"/>
                  </a:rPr>
                  <a:t>S</a:t>
                </a:r>
                <a:r>
                  <a:rPr lang="zh-CN" altLang="en-US" sz="2200" b="1">
                    <a:latin typeface="黑体" panose="02010609060101010101" pitchFamily="49" charset="-122"/>
                    <a:ea typeface="黑体" panose="02010609060101010101" pitchFamily="49" charset="-122"/>
                  </a:rPr>
                  <a:t>）</a:t>
                </a:r>
              </a:p>
            </p:txBody>
          </p:sp>
          <p:sp>
            <p:nvSpPr>
              <p:cNvPr id="477213" name="Line 29">
                <a:extLst>
                  <a:ext uri="{FF2B5EF4-FFF2-40B4-BE49-F238E27FC236}">
                    <a16:creationId xmlns:a16="http://schemas.microsoft.com/office/drawing/2014/main" id="{37C0D405-5E9B-4300-ABE5-4528746B5DC3}"/>
                  </a:ext>
                </a:extLst>
              </p:cNvPr>
              <p:cNvSpPr>
                <a:spLocks noChangeShapeType="1"/>
              </p:cNvSpPr>
              <p:nvPr/>
            </p:nvSpPr>
            <p:spPr bwMode="auto">
              <a:xfrm>
                <a:off x="3216" y="864"/>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77214" name="Line 30">
                <a:extLst>
                  <a:ext uri="{FF2B5EF4-FFF2-40B4-BE49-F238E27FC236}">
                    <a16:creationId xmlns:a16="http://schemas.microsoft.com/office/drawing/2014/main" id="{32B83DF4-931E-4E2C-BFE8-6674462F4110}"/>
                  </a:ext>
                </a:extLst>
              </p:cNvPr>
              <p:cNvSpPr>
                <a:spLocks noChangeShapeType="1"/>
              </p:cNvSpPr>
              <p:nvPr/>
            </p:nvSpPr>
            <p:spPr bwMode="auto">
              <a:xfrm>
                <a:off x="3216" y="2209"/>
                <a:ext cx="19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77215" name="Line 31">
                <a:extLst>
                  <a:ext uri="{FF2B5EF4-FFF2-40B4-BE49-F238E27FC236}">
                    <a16:creationId xmlns:a16="http://schemas.microsoft.com/office/drawing/2014/main" id="{9C79DD77-AF65-4A42-8152-2FD60C4CD85A}"/>
                  </a:ext>
                </a:extLst>
              </p:cNvPr>
              <p:cNvSpPr>
                <a:spLocks noChangeShapeType="1"/>
              </p:cNvSpPr>
              <p:nvPr/>
            </p:nvSpPr>
            <p:spPr bwMode="auto">
              <a:xfrm>
                <a:off x="3216" y="1671"/>
                <a:ext cx="19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77216" name="Line 32">
                <a:extLst>
                  <a:ext uri="{FF2B5EF4-FFF2-40B4-BE49-F238E27FC236}">
                    <a16:creationId xmlns:a16="http://schemas.microsoft.com/office/drawing/2014/main" id="{0056445A-E166-405C-8F39-6FB271493AC4}"/>
                  </a:ext>
                </a:extLst>
              </p:cNvPr>
              <p:cNvSpPr>
                <a:spLocks noChangeShapeType="1"/>
              </p:cNvSpPr>
              <p:nvPr/>
            </p:nvSpPr>
            <p:spPr bwMode="auto">
              <a:xfrm>
                <a:off x="3216" y="1940"/>
                <a:ext cx="19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17" name="Line 33">
                <a:extLst>
                  <a:ext uri="{FF2B5EF4-FFF2-40B4-BE49-F238E27FC236}">
                    <a16:creationId xmlns:a16="http://schemas.microsoft.com/office/drawing/2014/main" id="{7817B3B4-6B3F-4A71-A2AB-532154F31FD1}"/>
                  </a:ext>
                </a:extLst>
              </p:cNvPr>
              <p:cNvSpPr>
                <a:spLocks noChangeShapeType="1"/>
              </p:cNvSpPr>
              <p:nvPr/>
            </p:nvSpPr>
            <p:spPr bwMode="auto">
              <a:xfrm>
                <a:off x="3216" y="1402"/>
                <a:ext cx="19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18" name="Line 34">
                <a:extLst>
                  <a:ext uri="{FF2B5EF4-FFF2-40B4-BE49-F238E27FC236}">
                    <a16:creationId xmlns:a16="http://schemas.microsoft.com/office/drawing/2014/main" id="{F2CE911C-1488-4E6D-BB8D-30B78DA56599}"/>
                  </a:ext>
                </a:extLst>
              </p:cNvPr>
              <p:cNvSpPr>
                <a:spLocks noChangeShapeType="1"/>
              </p:cNvSpPr>
              <p:nvPr/>
            </p:nvSpPr>
            <p:spPr bwMode="auto">
              <a:xfrm>
                <a:off x="3216" y="1133"/>
                <a:ext cx="19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19" name="Line 35">
                <a:extLst>
                  <a:ext uri="{FF2B5EF4-FFF2-40B4-BE49-F238E27FC236}">
                    <a16:creationId xmlns:a16="http://schemas.microsoft.com/office/drawing/2014/main" id="{1F0866BB-AF5F-42C2-BFE8-94BCBD2F7F11}"/>
                  </a:ext>
                </a:extLst>
              </p:cNvPr>
              <p:cNvSpPr>
                <a:spLocks noChangeShapeType="1"/>
              </p:cNvSpPr>
              <p:nvPr/>
            </p:nvSpPr>
            <p:spPr bwMode="auto">
              <a:xfrm>
                <a:off x="3216" y="864"/>
                <a:ext cx="0" cy="16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20" name="Line 36">
                <a:extLst>
                  <a:ext uri="{FF2B5EF4-FFF2-40B4-BE49-F238E27FC236}">
                    <a16:creationId xmlns:a16="http://schemas.microsoft.com/office/drawing/2014/main" id="{CA9D624D-34AE-4535-B07F-4BB486C0D813}"/>
                  </a:ext>
                </a:extLst>
              </p:cNvPr>
              <p:cNvSpPr>
                <a:spLocks noChangeShapeType="1"/>
              </p:cNvSpPr>
              <p:nvPr/>
            </p:nvSpPr>
            <p:spPr bwMode="auto">
              <a:xfrm>
                <a:off x="4128" y="864"/>
                <a:ext cx="0" cy="16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21" name="Line 37">
                <a:extLst>
                  <a:ext uri="{FF2B5EF4-FFF2-40B4-BE49-F238E27FC236}">
                    <a16:creationId xmlns:a16="http://schemas.microsoft.com/office/drawing/2014/main" id="{15580D0A-1C33-4FF3-9450-9825FB4318A2}"/>
                  </a:ext>
                </a:extLst>
              </p:cNvPr>
              <p:cNvSpPr>
                <a:spLocks noChangeShapeType="1"/>
              </p:cNvSpPr>
              <p:nvPr/>
            </p:nvSpPr>
            <p:spPr bwMode="auto">
              <a:xfrm>
                <a:off x="4752" y="864"/>
                <a:ext cx="0" cy="16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22" name="Line 38">
                <a:extLst>
                  <a:ext uri="{FF2B5EF4-FFF2-40B4-BE49-F238E27FC236}">
                    <a16:creationId xmlns:a16="http://schemas.microsoft.com/office/drawing/2014/main" id="{8056B2E2-735B-430C-AD8A-87EDF44C4D68}"/>
                  </a:ext>
                </a:extLst>
              </p:cNvPr>
              <p:cNvSpPr>
                <a:spLocks noChangeShapeType="1"/>
              </p:cNvSpPr>
              <p:nvPr/>
            </p:nvSpPr>
            <p:spPr bwMode="auto">
              <a:xfrm>
                <a:off x="3216" y="2496"/>
                <a:ext cx="19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23" name="Rectangle 39">
                <a:extLst>
                  <a:ext uri="{FF2B5EF4-FFF2-40B4-BE49-F238E27FC236}">
                    <a16:creationId xmlns:a16="http://schemas.microsoft.com/office/drawing/2014/main" id="{7183CA2E-36E8-4E3E-A362-8961FF6E1B36}"/>
                  </a:ext>
                </a:extLst>
              </p:cNvPr>
              <p:cNvSpPr>
                <a:spLocks noChangeArrowheads="1"/>
              </p:cNvSpPr>
              <p:nvPr/>
            </p:nvSpPr>
            <p:spPr bwMode="auto">
              <a:xfrm>
                <a:off x="3168" y="1488"/>
                <a:ext cx="192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6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200401002  </a:t>
                </a:r>
                <a:r>
                  <a:rPr lang="zh-CN" altLang="en-US" sz="2000" b="0">
                    <a:latin typeface="黑体" panose="02010609060101010101" pitchFamily="49" charset="-122"/>
                    <a:ea typeface="黑体" panose="02010609060101010101" pitchFamily="49" charset="-122"/>
                  </a:rPr>
                  <a:t>李建平 </a:t>
                </a:r>
                <a:r>
                  <a:rPr lang="zh-CN" altLang="en-US" sz="1600" b="0">
                    <a:latin typeface="黑体" panose="02010609060101010101" pitchFamily="49" charset="-122"/>
                    <a:ea typeface="黑体" panose="02010609060101010101" pitchFamily="49" charset="-122"/>
                  </a:rPr>
                  <a:t>  </a:t>
                </a:r>
                <a:r>
                  <a:rPr lang="en-US" altLang="zh-CN" sz="1600" b="0">
                    <a:latin typeface="Arial" panose="020B0604020202020204" pitchFamily="34" charset="0"/>
                    <a:ea typeface="黑体" panose="02010609060101010101" pitchFamily="49" charset="-122"/>
                  </a:rPr>
                  <a:t>…</a:t>
                </a:r>
                <a:r>
                  <a:rPr lang="en-US" altLang="zh-CN" sz="1600" b="0">
                    <a:latin typeface="黑体" panose="02010609060101010101" pitchFamily="49" charset="-122"/>
                    <a:ea typeface="黑体" panose="02010609060101010101" pitchFamily="49" charset="-122"/>
                  </a:rPr>
                  <a:t> </a:t>
                </a:r>
              </a:p>
            </p:txBody>
          </p:sp>
          <p:sp>
            <p:nvSpPr>
              <p:cNvPr id="477224" name="Rectangle 40">
                <a:extLst>
                  <a:ext uri="{FF2B5EF4-FFF2-40B4-BE49-F238E27FC236}">
                    <a16:creationId xmlns:a16="http://schemas.microsoft.com/office/drawing/2014/main" id="{5EB5C780-6E85-43C7-8A42-BF628B34701E}"/>
                  </a:ext>
                </a:extLst>
              </p:cNvPr>
              <p:cNvSpPr>
                <a:spLocks noChangeArrowheads="1"/>
              </p:cNvSpPr>
              <p:nvPr/>
            </p:nvSpPr>
            <p:spPr bwMode="auto">
              <a:xfrm>
                <a:off x="3168" y="1728"/>
                <a:ext cx="196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6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200402002  </a:t>
                </a:r>
                <a:r>
                  <a:rPr lang="zh-CN" altLang="en-US" sz="2000" b="0">
                    <a:latin typeface="黑体" panose="02010609060101010101" pitchFamily="49" charset="-122"/>
                    <a:ea typeface="黑体" panose="02010609060101010101" pitchFamily="49" charset="-122"/>
                  </a:rPr>
                  <a:t>吴志伟 </a:t>
                </a:r>
                <a:r>
                  <a:rPr lang="zh-CN" altLang="en-US" sz="1600" b="0">
                    <a:latin typeface="黑体" panose="02010609060101010101" pitchFamily="49" charset="-122"/>
                    <a:ea typeface="黑体" panose="02010609060101010101" pitchFamily="49" charset="-122"/>
                  </a:rPr>
                  <a:t>  </a:t>
                </a:r>
                <a:r>
                  <a:rPr lang="en-US" altLang="zh-CN" sz="1600" b="0">
                    <a:latin typeface="Arial" panose="020B0604020202020204" pitchFamily="34" charset="0"/>
                    <a:ea typeface="黑体" panose="02010609060101010101" pitchFamily="49" charset="-122"/>
                  </a:rPr>
                  <a:t>…</a:t>
                </a:r>
                <a:r>
                  <a:rPr lang="en-US" altLang="zh-CN" sz="1600" b="0">
                    <a:latin typeface="黑体" panose="02010609060101010101" pitchFamily="49" charset="-122"/>
                    <a:ea typeface="黑体" panose="02010609060101010101" pitchFamily="49" charset="-122"/>
                  </a:rPr>
                  <a:t> </a:t>
                </a:r>
              </a:p>
            </p:txBody>
          </p:sp>
          <p:sp>
            <p:nvSpPr>
              <p:cNvPr id="477225" name="Rectangle 41">
                <a:extLst>
                  <a:ext uri="{FF2B5EF4-FFF2-40B4-BE49-F238E27FC236}">
                    <a16:creationId xmlns:a16="http://schemas.microsoft.com/office/drawing/2014/main" id="{C708E648-E971-4165-BBEF-39D6DA0AC468}"/>
                  </a:ext>
                </a:extLst>
              </p:cNvPr>
              <p:cNvSpPr>
                <a:spLocks noChangeArrowheads="1"/>
              </p:cNvSpPr>
              <p:nvPr/>
            </p:nvSpPr>
            <p:spPr bwMode="auto">
              <a:xfrm>
                <a:off x="3168" y="1200"/>
                <a:ext cx="192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6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200401003  </a:t>
                </a:r>
                <a:r>
                  <a:rPr lang="zh-CN" altLang="en-US" sz="2000" b="0">
                    <a:latin typeface="黑体" panose="02010609060101010101" pitchFamily="49" charset="-122"/>
                    <a:ea typeface="黑体" panose="02010609060101010101" pitchFamily="49" charset="-122"/>
                  </a:rPr>
                  <a:t>王丽丽</a:t>
                </a:r>
                <a:r>
                  <a:rPr lang="zh-CN" altLang="en-US" sz="1600" b="0">
                    <a:latin typeface="黑体" panose="02010609060101010101" pitchFamily="49" charset="-122"/>
                    <a:ea typeface="黑体" panose="02010609060101010101" pitchFamily="49" charset="-122"/>
                  </a:rPr>
                  <a:t>   </a:t>
                </a:r>
                <a:r>
                  <a:rPr lang="en-US" altLang="zh-CN" sz="1600" b="0">
                    <a:latin typeface="Arial" panose="020B0604020202020204" pitchFamily="34" charset="0"/>
                    <a:ea typeface="黑体" panose="02010609060101010101" pitchFamily="49" charset="-122"/>
                  </a:rPr>
                  <a:t>…</a:t>
                </a:r>
                <a:r>
                  <a:rPr lang="en-US" altLang="zh-CN" sz="1600" b="0">
                    <a:latin typeface="黑体" panose="02010609060101010101" pitchFamily="49" charset="-122"/>
                    <a:ea typeface="黑体" panose="02010609060101010101" pitchFamily="49" charset="-122"/>
                  </a:rPr>
                  <a:t> </a:t>
                </a:r>
              </a:p>
            </p:txBody>
          </p:sp>
          <p:sp>
            <p:nvSpPr>
              <p:cNvPr id="477226" name="Rectangle 42">
                <a:extLst>
                  <a:ext uri="{FF2B5EF4-FFF2-40B4-BE49-F238E27FC236}">
                    <a16:creationId xmlns:a16="http://schemas.microsoft.com/office/drawing/2014/main" id="{29E14639-1144-46C4-87AB-85F089AD8787}"/>
                  </a:ext>
                </a:extLst>
              </p:cNvPr>
              <p:cNvSpPr>
                <a:spLocks noChangeArrowheads="1"/>
              </p:cNvSpPr>
              <p:nvPr/>
            </p:nvSpPr>
            <p:spPr bwMode="auto">
              <a:xfrm>
                <a:off x="3168" y="912"/>
                <a:ext cx="1872"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eaLnBrk="0" hangingPunct="0"/>
                <a:r>
                  <a:rPr lang="zh-CN" altLang="en-US" b="1">
                    <a:latin typeface="黑体" panose="02010609060101010101" pitchFamily="49" charset="-122"/>
                    <a:ea typeface="黑体" panose="02010609060101010101" pitchFamily="49" charset="-122"/>
                  </a:rPr>
                  <a:t>  </a:t>
                </a:r>
                <a:r>
                  <a:rPr lang="en-US" altLang="zh-CN" sz="2000">
                    <a:effectLst>
                      <a:outerShdw blurRad="38100" dist="38100" dir="2700000" algn="tl">
                        <a:srgbClr val="C0C0C0"/>
                      </a:outerShdw>
                    </a:effectLst>
                    <a:latin typeface="黑体" panose="02010609060101010101" pitchFamily="49" charset="-122"/>
                    <a:ea typeface="黑体" panose="02010609060101010101" pitchFamily="49" charset="-122"/>
                  </a:rPr>
                  <a:t>200401001  </a:t>
                </a:r>
                <a:r>
                  <a:rPr lang="zh-CN" altLang="en-US" sz="2000">
                    <a:effectLst>
                      <a:outerShdw blurRad="38100" dist="38100" dir="2700000" algn="tl">
                        <a:srgbClr val="C0C0C0"/>
                      </a:outerShdw>
                    </a:effectLst>
                    <a:latin typeface="黑体" panose="02010609060101010101" pitchFamily="49" charset="-122"/>
                    <a:ea typeface="黑体" panose="02010609060101010101" pitchFamily="49" charset="-122"/>
                  </a:rPr>
                  <a:t>张华</a:t>
                </a:r>
                <a:r>
                  <a:rPr lang="zh-CN" altLang="en-US" b="1">
                    <a:latin typeface="黑体" panose="02010609060101010101" pitchFamily="49" charset="-122"/>
                    <a:ea typeface="黑体" panose="02010609060101010101" pitchFamily="49" charset="-122"/>
                  </a:rPr>
                  <a:t>   </a:t>
                </a:r>
                <a:r>
                  <a:rPr lang="en-US" altLang="zh-CN" b="1">
                    <a:ea typeface="黑体" panose="02010609060101010101" pitchFamily="49" charset="-122"/>
                  </a:rPr>
                  <a:t>…</a:t>
                </a:r>
                <a:r>
                  <a:rPr lang="en-US" altLang="zh-CN" b="1">
                    <a:latin typeface="黑体" panose="02010609060101010101" pitchFamily="49" charset="-122"/>
                    <a:ea typeface="黑体" panose="02010609060101010101" pitchFamily="49" charset="-122"/>
                  </a:rPr>
                  <a:t> </a:t>
                </a:r>
              </a:p>
            </p:txBody>
          </p:sp>
          <p:sp>
            <p:nvSpPr>
              <p:cNvPr id="477227" name="Line 43">
                <a:extLst>
                  <a:ext uri="{FF2B5EF4-FFF2-40B4-BE49-F238E27FC236}">
                    <a16:creationId xmlns:a16="http://schemas.microsoft.com/office/drawing/2014/main" id="{C7BD80A3-2B6D-4BBB-8FF7-0E0312FD8987}"/>
                  </a:ext>
                </a:extLst>
              </p:cNvPr>
              <p:cNvSpPr>
                <a:spLocks noChangeShapeType="1"/>
              </p:cNvSpPr>
              <p:nvPr/>
            </p:nvSpPr>
            <p:spPr bwMode="auto">
              <a:xfrm>
                <a:off x="5136" y="864"/>
                <a:ext cx="0" cy="16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77228" name="Line 44">
              <a:extLst>
                <a:ext uri="{FF2B5EF4-FFF2-40B4-BE49-F238E27FC236}">
                  <a16:creationId xmlns:a16="http://schemas.microsoft.com/office/drawing/2014/main" id="{B52157DE-7142-4C8C-80BC-3A64FD26114E}"/>
                </a:ext>
              </a:extLst>
            </p:cNvPr>
            <p:cNvSpPr>
              <a:spLocks noChangeShapeType="1"/>
            </p:cNvSpPr>
            <p:nvPr/>
          </p:nvSpPr>
          <p:spPr bwMode="auto">
            <a:xfrm>
              <a:off x="1968" y="1661"/>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29" name="Line 45">
              <a:extLst>
                <a:ext uri="{FF2B5EF4-FFF2-40B4-BE49-F238E27FC236}">
                  <a16:creationId xmlns:a16="http://schemas.microsoft.com/office/drawing/2014/main" id="{541F088C-6CC1-4EAC-B030-7A8317B0D0ED}"/>
                </a:ext>
              </a:extLst>
            </p:cNvPr>
            <p:cNvSpPr>
              <a:spLocks noChangeShapeType="1"/>
            </p:cNvSpPr>
            <p:nvPr/>
          </p:nvSpPr>
          <p:spPr bwMode="auto">
            <a:xfrm flipV="1">
              <a:off x="2304" y="1147"/>
              <a:ext cx="0" cy="51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30" name="Line 46">
              <a:extLst>
                <a:ext uri="{FF2B5EF4-FFF2-40B4-BE49-F238E27FC236}">
                  <a16:creationId xmlns:a16="http://schemas.microsoft.com/office/drawing/2014/main" id="{F6AF945C-F438-4CCF-BDB5-75767088958B}"/>
                </a:ext>
              </a:extLst>
            </p:cNvPr>
            <p:cNvSpPr>
              <a:spLocks noChangeShapeType="1"/>
            </p:cNvSpPr>
            <p:nvPr/>
          </p:nvSpPr>
          <p:spPr bwMode="auto">
            <a:xfrm>
              <a:off x="2304" y="1147"/>
              <a:ext cx="105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31" name="Line 47">
              <a:extLst>
                <a:ext uri="{FF2B5EF4-FFF2-40B4-BE49-F238E27FC236}">
                  <a16:creationId xmlns:a16="http://schemas.microsoft.com/office/drawing/2014/main" id="{62D920C1-3B52-47AB-8F1C-80354EBEC4A0}"/>
                </a:ext>
              </a:extLst>
            </p:cNvPr>
            <p:cNvSpPr>
              <a:spLocks noChangeShapeType="1"/>
            </p:cNvSpPr>
            <p:nvPr/>
          </p:nvSpPr>
          <p:spPr bwMode="auto">
            <a:xfrm>
              <a:off x="1968" y="2347"/>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32" name="Line 48">
              <a:extLst>
                <a:ext uri="{FF2B5EF4-FFF2-40B4-BE49-F238E27FC236}">
                  <a16:creationId xmlns:a16="http://schemas.microsoft.com/office/drawing/2014/main" id="{55AF8F81-F8B6-4467-BF47-AC806C34AF38}"/>
                </a:ext>
              </a:extLst>
            </p:cNvPr>
            <p:cNvSpPr>
              <a:spLocks noChangeShapeType="1"/>
            </p:cNvSpPr>
            <p:nvPr/>
          </p:nvSpPr>
          <p:spPr bwMode="auto">
            <a:xfrm flipV="1">
              <a:off x="2400" y="1433"/>
              <a:ext cx="0" cy="91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33" name="Line 49">
              <a:extLst>
                <a:ext uri="{FF2B5EF4-FFF2-40B4-BE49-F238E27FC236}">
                  <a16:creationId xmlns:a16="http://schemas.microsoft.com/office/drawing/2014/main" id="{FC35F2C8-D324-497D-8EF6-A9492F9B5EA2}"/>
                </a:ext>
              </a:extLst>
            </p:cNvPr>
            <p:cNvSpPr>
              <a:spLocks noChangeShapeType="1"/>
            </p:cNvSpPr>
            <p:nvPr/>
          </p:nvSpPr>
          <p:spPr bwMode="auto">
            <a:xfrm>
              <a:off x="2400" y="1433"/>
              <a:ext cx="96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34" name="Line 50">
              <a:extLst>
                <a:ext uri="{FF2B5EF4-FFF2-40B4-BE49-F238E27FC236}">
                  <a16:creationId xmlns:a16="http://schemas.microsoft.com/office/drawing/2014/main" id="{A183C3F8-EA7A-4216-9754-25C831C1C48F}"/>
                </a:ext>
              </a:extLst>
            </p:cNvPr>
            <p:cNvSpPr>
              <a:spLocks noChangeShapeType="1"/>
            </p:cNvSpPr>
            <p:nvPr/>
          </p:nvSpPr>
          <p:spPr bwMode="auto">
            <a:xfrm>
              <a:off x="1968" y="2004"/>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35" name="Line 51">
              <a:extLst>
                <a:ext uri="{FF2B5EF4-FFF2-40B4-BE49-F238E27FC236}">
                  <a16:creationId xmlns:a16="http://schemas.microsoft.com/office/drawing/2014/main" id="{B21D5D37-2C3B-4C84-A788-BAFEA2FA7E77}"/>
                </a:ext>
              </a:extLst>
            </p:cNvPr>
            <p:cNvSpPr>
              <a:spLocks noChangeShapeType="1"/>
            </p:cNvSpPr>
            <p:nvPr/>
          </p:nvSpPr>
          <p:spPr bwMode="auto">
            <a:xfrm flipV="1">
              <a:off x="2496" y="1776"/>
              <a:ext cx="0" cy="2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36" name="Line 52">
              <a:extLst>
                <a:ext uri="{FF2B5EF4-FFF2-40B4-BE49-F238E27FC236}">
                  <a16:creationId xmlns:a16="http://schemas.microsoft.com/office/drawing/2014/main" id="{F63BDD47-8A95-4B8E-8FDE-D54CE1BC8EE9}"/>
                </a:ext>
              </a:extLst>
            </p:cNvPr>
            <p:cNvSpPr>
              <a:spLocks noChangeShapeType="1"/>
            </p:cNvSpPr>
            <p:nvPr/>
          </p:nvSpPr>
          <p:spPr bwMode="auto">
            <a:xfrm>
              <a:off x="2496" y="1776"/>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37" name="Line 53">
              <a:extLst>
                <a:ext uri="{FF2B5EF4-FFF2-40B4-BE49-F238E27FC236}">
                  <a16:creationId xmlns:a16="http://schemas.microsoft.com/office/drawing/2014/main" id="{3D0F2E1D-3B3D-4A16-91CF-F244A946FD6C}"/>
                </a:ext>
              </a:extLst>
            </p:cNvPr>
            <p:cNvSpPr>
              <a:spLocks noChangeShapeType="1"/>
            </p:cNvSpPr>
            <p:nvPr/>
          </p:nvSpPr>
          <p:spPr bwMode="auto">
            <a:xfrm>
              <a:off x="1968" y="2975"/>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38" name="Line 54">
              <a:extLst>
                <a:ext uri="{FF2B5EF4-FFF2-40B4-BE49-F238E27FC236}">
                  <a16:creationId xmlns:a16="http://schemas.microsoft.com/office/drawing/2014/main" id="{0F7B7E4C-7B87-4FB6-968B-B65479DB8A0D}"/>
                </a:ext>
              </a:extLst>
            </p:cNvPr>
            <p:cNvSpPr>
              <a:spLocks noChangeShapeType="1"/>
            </p:cNvSpPr>
            <p:nvPr/>
          </p:nvSpPr>
          <p:spPr bwMode="auto">
            <a:xfrm flipV="1">
              <a:off x="2592" y="2061"/>
              <a:ext cx="0" cy="91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39" name="Line 55">
              <a:extLst>
                <a:ext uri="{FF2B5EF4-FFF2-40B4-BE49-F238E27FC236}">
                  <a16:creationId xmlns:a16="http://schemas.microsoft.com/office/drawing/2014/main" id="{4BD4D463-BAD6-486A-997B-37EC489A16DB}"/>
                </a:ext>
              </a:extLst>
            </p:cNvPr>
            <p:cNvSpPr>
              <a:spLocks noChangeShapeType="1"/>
            </p:cNvSpPr>
            <p:nvPr/>
          </p:nvSpPr>
          <p:spPr bwMode="auto">
            <a:xfrm>
              <a:off x="2592" y="2061"/>
              <a:ext cx="76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40" name="Line 56">
              <a:extLst>
                <a:ext uri="{FF2B5EF4-FFF2-40B4-BE49-F238E27FC236}">
                  <a16:creationId xmlns:a16="http://schemas.microsoft.com/office/drawing/2014/main" id="{E0F6DB9A-FDF1-42A9-85F7-CFDC263F1277}"/>
                </a:ext>
              </a:extLst>
            </p:cNvPr>
            <p:cNvSpPr>
              <a:spLocks noChangeShapeType="1"/>
            </p:cNvSpPr>
            <p:nvPr/>
          </p:nvSpPr>
          <p:spPr bwMode="auto">
            <a:xfrm>
              <a:off x="1968" y="2690"/>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41" name="Line 57">
              <a:extLst>
                <a:ext uri="{FF2B5EF4-FFF2-40B4-BE49-F238E27FC236}">
                  <a16:creationId xmlns:a16="http://schemas.microsoft.com/office/drawing/2014/main" id="{70BDFF56-E3D0-4268-98D0-021A58F6DD17}"/>
                </a:ext>
              </a:extLst>
            </p:cNvPr>
            <p:cNvSpPr>
              <a:spLocks noChangeShapeType="1"/>
            </p:cNvSpPr>
            <p:nvPr/>
          </p:nvSpPr>
          <p:spPr bwMode="auto">
            <a:xfrm flipV="1">
              <a:off x="2736" y="2347"/>
              <a:ext cx="0" cy="34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7242" name="Line 58">
              <a:extLst>
                <a:ext uri="{FF2B5EF4-FFF2-40B4-BE49-F238E27FC236}">
                  <a16:creationId xmlns:a16="http://schemas.microsoft.com/office/drawing/2014/main" id="{0A510709-AB66-4725-80C9-46122279E97A}"/>
                </a:ext>
              </a:extLst>
            </p:cNvPr>
            <p:cNvSpPr>
              <a:spLocks noChangeShapeType="1"/>
            </p:cNvSpPr>
            <p:nvPr/>
          </p:nvSpPr>
          <p:spPr bwMode="auto">
            <a:xfrm>
              <a:off x="2736" y="2347"/>
              <a:ext cx="62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77244" name="Rectangle 60">
            <a:extLst>
              <a:ext uri="{FF2B5EF4-FFF2-40B4-BE49-F238E27FC236}">
                <a16:creationId xmlns:a16="http://schemas.microsoft.com/office/drawing/2014/main" id="{2E592A6A-6232-441F-8ED2-40398F288A98}"/>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81" name="Rectangle 5">
            <a:extLst>
              <a:ext uri="{FF2B5EF4-FFF2-40B4-BE49-F238E27FC236}">
                <a16:creationId xmlns:a16="http://schemas.microsoft.com/office/drawing/2014/main" id="{2867B16F-FF57-436B-9147-C2B553B4E95E}"/>
              </a:ext>
            </a:extLst>
          </p:cNvPr>
          <p:cNvSpPr>
            <a:spLocks noChangeArrowheads="1"/>
          </p:cNvSpPr>
          <p:nvPr/>
        </p:nvSpPr>
        <p:spPr bwMode="auto">
          <a:xfrm>
            <a:off x="468313" y="1185863"/>
            <a:ext cx="8207375"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a:t>
            </a:r>
            <a:r>
              <a:rPr lang="zh-CN" altLang="en-US">
                <a:solidFill>
                  <a:srgbClr val="660033"/>
                </a:solidFill>
                <a:ea typeface="华文新魏" panose="02010800040101010101" pitchFamily="2" charset="-122"/>
              </a:rPr>
              <a:t>　　　　　　　</a:t>
            </a:r>
            <a:endParaRPr lang="zh-CN" altLang="en-US">
              <a:ea typeface="华文新魏" panose="02010800040101010101" pitchFamily="2" charset="-122"/>
            </a:endParaRPr>
          </a:p>
          <a:p>
            <a:pPr>
              <a:lnSpc>
                <a:spcPct val="130000"/>
              </a:lnSpc>
              <a:spcBef>
                <a:spcPct val="10000"/>
              </a:spcBef>
            </a:pPr>
            <a:r>
              <a:rPr lang="zh-CN" altLang="en-US" b="0">
                <a:solidFill>
                  <a:srgbClr val="003366"/>
                </a:solidFill>
                <a:latin typeface="黑体" panose="02010609060101010101" pitchFamily="49" charset="-122"/>
                <a:ea typeface="黑体" panose="02010609060101010101" pitchFamily="49" charset="-122"/>
              </a:rPr>
              <a:t>索引的分类</a:t>
            </a:r>
            <a:r>
              <a:rPr lang="en-US" altLang="zh-CN" b="0">
                <a:solidFill>
                  <a:srgbClr val="003366"/>
                </a:solidFill>
                <a:latin typeface="黑体" panose="02010609060101010101" pitchFamily="49" charset="-122"/>
                <a:ea typeface="黑体" panose="02010609060101010101" pitchFamily="49" charset="-122"/>
              </a:rPr>
              <a:t>{</a:t>
            </a:r>
            <a:r>
              <a:rPr lang="zh-CN" altLang="en-US" b="0">
                <a:solidFill>
                  <a:srgbClr val="003366"/>
                </a:solidFill>
                <a:latin typeface="黑体" panose="02010609060101010101" pitchFamily="49" charset="-122"/>
                <a:ea typeface="黑体" panose="02010609060101010101" pitchFamily="49" charset="-122"/>
              </a:rPr>
              <a:t>组织方式</a:t>
            </a:r>
            <a:r>
              <a:rPr lang="en-US" altLang="zh-CN" b="0">
                <a:solidFill>
                  <a:srgbClr val="003366"/>
                </a:solidFill>
                <a:latin typeface="黑体" panose="02010609060101010101" pitchFamily="49" charset="-122"/>
                <a:ea typeface="黑体" panose="02010609060101010101" pitchFamily="49" charset="-122"/>
              </a:rPr>
              <a:t>}</a:t>
            </a:r>
          </a:p>
          <a:p>
            <a:pPr>
              <a:lnSpc>
                <a:spcPct val="130000"/>
              </a:lnSpc>
              <a:spcBef>
                <a:spcPct val="10000"/>
              </a:spcBef>
            </a:pPr>
            <a:r>
              <a:rPr lang="zh-CN" altLang="en-US" b="0">
                <a:solidFill>
                  <a:srgbClr val="003366"/>
                </a:solidFill>
                <a:latin typeface="黑体" panose="02010609060101010101" pitchFamily="49" charset="-122"/>
                <a:ea typeface="黑体" panose="02010609060101010101" pitchFamily="49" charset="-122"/>
              </a:rPr>
              <a:t>    　　　　　　　　　</a:t>
            </a:r>
            <a:endParaRPr lang="zh-CN" altLang="en-US" b="0">
              <a:latin typeface="黑体" panose="02010609060101010101" pitchFamily="49" charset="-122"/>
              <a:ea typeface="黑体" panose="02010609060101010101" pitchFamily="49" charset="-122"/>
            </a:endParaRPr>
          </a:p>
          <a:p>
            <a:pPr>
              <a:lnSpc>
                <a:spcPct val="130000"/>
              </a:lnSpc>
              <a:spcBef>
                <a:spcPct val="10000"/>
              </a:spcBef>
            </a:pPr>
            <a:r>
              <a:rPr lang="zh-CN" altLang="en-US" b="0">
                <a:solidFill>
                  <a:srgbClr val="003366"/>
                </a:solidFill>
                <a:latin typeface="黑体" panose="02010609060101010101" pitchFamily="49" charset="-122"/>
                <a:ea typeface="黑体" panose="02010609060101010101" pitchFamily="49" charset="-122"/>
              </a:rPr>
              <a:t>      </a:t>
            </a:r>
          </a:p>
          <a:p>
            <a:pPr>
              <a:lnSpc>
                <a:spcPct val="130000"/>
              </a:lnSpc>
              <a:spcBef>
                <a:spcPct val="10000"/>
              </a:spcBef>
            </a:pPr>
            <a:r>
              <a:rPr lang="zh-CN" altLang="en-US" b="0">
                <a:solidFill>
                  <a:srgbClr val="003366"/>
                </a:solidFill>
                <a:latin typeface="黑体" panose="02010609060101010101" pitchFamily="49" charset="-122"/>
                <a:ea typeface="黑体" panose="02010609060101010101" pitchFamily="49" charset="-122"/>
              </a:rPr>
              <a:t>      </a:t>
            </a:r>
          </a:p>
        </p:txBody>
      </p:sp>
      <p:grpSp>
        <p:nvGrpSpPr>
          <p:cNvPr id="562184" name="Group 8">
            <a:extLst>
              <a:ext uri="{FF2B5EF4-FFF2-40B4-BE49-F238E27FC236}">
                <a16:creationId xmlns:a16="http://schemas.microsoft.com/office/drawing/2014/main" id="{5384784E-D57F-4757-AE52-2307DC2126D4}"/>
              </a:ext>
            </a:extLst>
          </p:cNvPr>
          <p:cNvGrpSpPr>
            <a:grpSpLocks/>
          </p:cNvGrpSpPr>
          <p:nvPr/>
        </p:nvGrpSpPr>
        <p:grpSpPr bwMode="auto">
          <a:xfrm>
            <a:off x="4356100" y="1371600"/>
            <a:ext cx="2303463" cy="1647825"/>
            <a:chOff x="2744" y="864"/>
            <a:chExt cx="1451" cy="1038"/>
          </a:xfrm>
        </p:grpSpPr>
        <p:sp>
          <p:nvSpPr>
            <p:cNvPr id="562182" name="AutoShape 6">
              <a:extLst>
                <a:ext uri="{FF2B5EF4-FFF2-40B4-BE49-F238E27FC236}">
                  <a16:creationId xmlns:a16="http://schemas.microsoft.com/office/drawing/2014/main" id="{2E5F8CB3-D56B-4CA9-A09A-7B1DACFDF262}"/>
                </a:ext>
              </a:extLst>
            </p:cNvPr>
            <p:cNvSpPr>
              <a:spLocks/>
            </p:cNvSpPr>
            <p:nvPr/>
          </p:nvSpPr>
          <p:spPr bwMode="auto">
            <a:xfrm>
              <a:off x="2744" y="1026"/>
              <a:ext cx="90" cy="726"/>
            </a:xfrm>
            <a:prstGeom prst="leftBrace">
              <a:avLst>
                <a:gd name="adj1" fmla="val 6722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2183" name="Text Box 7">
              <a:extLst>
                <a:ext uri="{FF2B5EF4-FFF2-40B4-BE49-F238E27FC236}">
                  <a16:creationId xmlns:a16="http://schemas.microsoft.com/office/drawing/2014/main" id="{937DE342-490C-4300-8E24-2CB077A7DDFF}"/>
                </a:ext>
              </a:extLst>
            </p:cNvPr>
            <p:cNvSpPr txBox="1">
              <a:spLocks noChangeArrowheads="1"/>
            </p:cNvSpPr>
            <p:nvPr/>
          </p:nvSpPr>
          <p:spPr bwMode="auto">
            <a:xfrm>
              <a:off x="2744" y="864"/>
              <a:ext cx="1451" cy="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3000" b="1">
                  <a:effectLst>
                    <a:outerShdw blurRad="38100" dist="38100" dir="2700000" algn="tl">
                      <a:srgbClr val="C0C0C0"/>
                    </a:outerShdw>
                  </a:effectLst>
                  <a:ea typeface="华文新魏" panose="02010800040101010101" pitchFamily="2" charset="-122"/>
                </a:rPr>
                <a:t>  线性索引</a:t>
              </a:r>
            </a:p>
            <a:p>
              <a:pPr>
                <a:spcBef>
                  <a:spcPct val="50000"/>
                </a:spcBef>
              </a:pPr>
              <a:endParaRPr lang="en-US" altLang="zh-CN" b="1">
                <a:effectLst>
                  <a:outerShdw blurRad="38100" dist="38100" dir="2700000" algn="tl">
                    <a:srgbClr val="C0C0C0"/>
                  </a:outerShdw>
                </a:effectLst>
                <a:ea typeface="华文新魏" panose="02010800040101010101" pitchFamily="2" charset="-122"/>
              </a:endParaRPr>
            </a:p>
            <a:p>
              <a:pPr>
                <a:spcBef>
                  <a:spcPct val="50000"/>
                </a:spcBef>
              </a:pPr>
              <a:r>
                <a:rPr lang="zh-CN" altLang="en-US" sz="3000" b="1">
                  <a:effectLst>
                    <a:outerShdw blurRad="38100" dist="38100" dir="2700000" algn="tl">
                      <a:srgbClr val="C0C0C0"/>
                    </a:outerShdw>
                  </a:effectLst>
                  <a:ea typeface="华文新魏" panose="02010800040101010101" pitchFamily="2" charset="-122"/>
                </a:rPr>
                <a:t>  树形索引</a:t>
              </a:r>
              <a:endParaRPr lang="en-US" altLang="zh-CN" sz="3000" b="1">
                <a:effectLst>
                  <a:outerShdw blurRad="38100" dist="38100" dir="2700000" algn="tl">
                    <a:srgbClr val="C0C0C0"/>
                  </a:outerShdw>
                </a:effectLst>
                <a:ea typeface="华文新魏" panose="02010800040101010101" pitchFamily="2" charset="-122"/>
              </a:endParaRPr>
            </a:p>
          </p:txBody>
        </p:sp>
      </p:grpSp>
      <p:sp>
        <p:nvSpPr>
          <p:cNvPr id="562186" name="Rectangle 10">
            <a:extLst>
              <a:ext uri="{FF2B5EF4-FFF2-40B4-BE49-F238E27FC236}">
                <a16:creationId xmlns:a16="http://schemas.microsoft.com/office/drawing/2014/main" id="{7CEB8B9B-C009-4F13-BE99-B6C9E23BE5E5}"/>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62184"/>
                                        </p:tgtEl>
                                        <p:attrNameLst>
                                          <p:attrName>style.visibility</p:attrName>
                                        </p:attrNameLst>
                                      </p:cBhvr>
                                      <p:to>
                                        <p:strVal val="visible"/>
                                      </p:to>
                                    </p:set>
                                    <p:animEffect transition="in" filter="wipe(left)">
                                      <p:cBhvr>
                                        <p:cTn id="7" dur="2000"/>
                                        <p:tgtEl>
                                          <p:spTgt spid="562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3" name="Rectangle 5">
            <a:extLst>
              <a:ext uri="{FF2B5EF4-FFF2-40B4-BE49-F238E27FC236}">
                <a16:creationId xmlns:a16="http://schemas.microsoft.com/office/drawing/2014/main" id="{62AA4295-3A7E-46E4-91E2-F88FA3531CBA}"/>
              </a:ext>
            </a:extLst>
          </p:cNvPr>
          <p:cNvSpPr>
            <a:spLocks noChangeArrowheads="1"/>
          </p:cNvSpPr>
          <p:nvPr/>
        </p:nvSpPr>
        <p:spPr bwMode="auto">
          <a:xfrm>
            <a:off x="468313" y="1185863"/>
            <a:ext cx="8207375"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2</a:t>
            </a:r>
            <a:r>
              <a:rPr lang="zh-CN" altLang="en-US" sz="3000">
                <a:solidFill>
                  <a:srgbClr val="660033"/>
                </a:solidFill>
                <a:ea typeface="华文新魏" panose="02010800040101010101" pitchFamily="2" charset="-122"/>
              </a:rPr>
              <a:t>、线性索引</a:t>
            </a:r>
          </a:p>
          <a:p>
            <a:pPr>
              <a:lnSpc>
                <a:spcPct val="130000"/>
              </a:lnSpc>
              <a:spcBef>
                <a:spcPct val="10000"/>
              </a:spcBef>
            </a:pPr>
            <a:r>
              <a:rPr lang="zh-CN" altLang="en-US"/>
              <a:t>          </a:t>
            </a:r>
            <a:r>
              <a:rPr lang="zh-CN" altLang="en-US" b="0">
                <a:solidFill>
                  <a:srgbClr val="003366"/>
                </a:solidFill>
                <a:latin typeface="黑体" panose="02010609060101010101" pitchFamily="49" charset="-122"/>
                <a:ea typeface="黑体" panose="02010609060101010101" pitchFamily="49" charset="-122"/>
              </a:rPr>
              <a:t>分为稠密索引和稀疏索引。</a:t>
            </a:r>
            <a:endParaRPr lang="zh-CN" altLang="en-US"/>
          </a:p>
        </p:txBody>
      </p:sp>
      <p:sp>
        <p:nvSpPr>
          <p:cNvPr id="478215" name="Rectangle 7">
            <a:extLst>
              <a:ext uri="{FF2B5EF4-FFF2-40B4-BE49-F238E27FC236}">
                <a16:creationId xmlns:a16="http://schemas.microsoft.com/office/drawing/2014/main" id="{D482405D-65CB-47DA-958F-7663AABECDC1}"/>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78213">
                                            <p:txEl>
                                              <p:pRg st="1" end="1"/>
                                            </p:txEl>
                                          </p:spTgt>
                                        </p:tgtEl>
                                        <p:attrNameLst>
                                          <p:attrName>style.visibility</p:attrName>
                                        </p:attrNameLst>
                                      </p:cBhvr>
                                      <p:to>
                                        <p:strVal val="visible"/>
                                      </p:to>
                                    </p:set>
                                    <p:animEffect transition="in" filter="wipe(up)">
                                      <p:cBhvr>
                                        <p:cTn id="7" dur="2000"/>
                                        <p:tgtEl>
                                          <p:spTgt spid="4782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7" name="Rectangle 5">
            <a:extLst>
              <a:ext uri="{FF2B5EF4-FFF2-40B4-BE49-F238E27FC236}">
                <a16:creationId xmlns:a16="http://schemas.microsoft.com/office/drawing/2014/main" id="{C5747EF2-6316-4DB7-A9EA-BAFF08B66E38}"/>
              </a:ext>
            </a:extLst>
          </p:cNvPr>
          <p:cNvSpPr>
            <a:spLocks noChangeArrowheads="1"/>
          </p:cNvSpPr>
          <p:nvPr/>
        </p:nvSpPr>
        <p:spPr bwMode="auto">
          <a:xfrm>
            <a:off x="468313" y="1185863"/>
            <a:ext cx="8207375" cy="519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a:t>
            </a:r>
            <a:r>
              <a:rPr lang="zh-CN" altLang="en-US">
                <a:solidFill>
                  <a:srgbClr val="006699"/>
                </a:solidFill>
              </a:rPr>
              <a:t>（</a:t>
            </a:r>
            <a:r>
              <a:rPr lang="en-US" altLang="zh-CN">
                <a:solidFill>
                  <a:srgbClr val="006699"/>
                </a:solidFill>
              </a:rPr>
              <a:t>1</a:t>
            </a:r>
            <a:r>
              <a:rPr lang="zh-CN" altLang="en-US">
                <a:solidFill>
                  <a:srgbClr val="006699"/>
                </a:solidFill>
              </a:rPr>
              <a:t>）稠密索引</a:t>
            </a:r>
            <a:r>
              <a:rPr lang="en-US" altLang="zh-CN">
                <a:solidFill>
                  <a:srgbClr val="006699"/>
                </a:solidFill>
              </a:rPr>
              <a:t>(dense index)</a:t>
            </a:r>
            <a:r>
              <a:rPr lang="zh-CN" altLang="en-US">
                <a:solidFill>
                  <a:srgbClr val="006699"/>
                </a:solidFill>
              </a:rPr>
              <a:t>及其特征</a:t>
            </a:r>
            <a:r>
              <a:rPr lang="en-US" altLang="zh-CN">
                <a:solidFill>
                  <a:srgbClr val="006699"/>
                </a:solidFill>
              </a:rPr>
              <a:t>  </a:t>
            </a:r>
          </a:p>
          <a:p>
            <a:r>
              <a:rPr lang="en-US" altLang="zh-CN"/>
              <a:t>          1</a:t>
            </a:r>
            <a:r>
              <a:rPr lang="zh-CN" altLang="en-US"/>
              <a:t>）按主键值的排序建立索引项，每个索引项包含一个主键值和由该主键值标识的记录的地址指针。</a:t>
            </a:r>
          </a:p>
          <a:p>
            <a:pPr>
              <a:lnSpc>
                <a:spcPct val="125000"/>
              </a:lnSpc>
              <a:spcBef>
                <a:spcPct val="0"/>
              </a:spcBef>
            </a:pPr>
            <a:r>
              <a:rPr lang="en-US" altLang="zh-CN"/>
              <a:t>          </a:t>
            </a:r>
            <a:r>
              <a:rPr lang="en-US" altLang="zh-CN">
                <a:solidFill>
                  <a:srgbClr val="660033"/>
                </a:solidFill>
              </a:rPr>
              <a:t>2</a:t>
            </a:r>
            <a:r>
              <a:rPr lang="zh-CN" altLang="en-US">
                <a:solidFill>
                  <a:srgbClr val="660033"/>
                </a:solidFill>
              </a:rPr>
              <a:t>）每个索引项对应一个记录，记录的存放顺序是任意的 。</a:t>
            </a:r>
          </a:p>
          <a:p>
            <a:pPr>
              <a:lnSpc>
                <a:spcPct val="125000"/>
              </a:lnSpc>
              <a:spcBef>
                <a:spcPct val="0"/>
              </a:spcBef>
            </a:pPr>
            <a:r>
              <a:rPr lang="zh-CN" altLang="en-US"/>
              <a:t>          </a:t>
            </a:r>
            <a:r>
              <a:rPr lang="en-US" altLang="zh-CN"/>
              <a:t>3</a:t>
            </a:r>
            <a:r>
              <a:rPr lang="zh-CN" altLang="en-US"/>
              <a:t>）索引项的个数与记录的个数相等（也就是说索引项较多，所以称为稠密索引）。</a:t>
            </a:r>
          </a:p>
        </p:txBody>
      </p:sp>
      <p:sp>
        <p:nvSpPr>
          <p:cNvPr id="479239" name="Rectangle 7">
            <a:extLst>
              <a:ext uri="{FF2B5EF4-FFF2-40B4-BE49-F238E27FC236}">
                <a16:creationId xmlns:a16="http://schemas.microsoft.com/office/drawing/2014/main" id="{292564A7-BE88-4337-8C6D-1ADC786CC077}"/>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79237">
                                            <p:txEl>
                                              <p:pRg st="0" end="0"/>
                                            </p:txEl>
                                          </p:spTgt>
                                        </p:tgtEl>
                                        <p:attrNameLst>
                                          <p:attrName>style.visibility</p:attrName>
                                        </p:attrNameLst>
                                      </p:cBhvr>
                                      <p:to>
                                        <p:strVal val="visible"/>
                                      </p:to>
                                    </p:set>
                                    <p:animEffect transition="in" filter="wipe(left)">
                                      <p:cBhvr>
                                        <p:cTn id="7" dur="1000"/>
                                        <p:tgtEl>
                                          <p:spTgt spid="479237">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479237">
                                            <p:txEl>
                                              <p:pRg st="1" end="1"/>
                                            </p:txEl>
                                          </p:spTgt>
                                        </p:tgtEl>
                                        <p:attrNameLst>
                                          <p:attrName>style.visibility</p:attrName>
                                        </p:attrNameLst>
                                      </p:cBhvr>
                                      <p:to>
                                        <p:strVal val="visible"/>
                                      </p:to>
                                    </p:set>
                                    <p:animEffect transition="in" filter="wipe(up)">
                                      <p:cBhvr>
                                        <p:cTn id="11" dur="2000"/>
                                        <p:tgtEl>
                                          <p:spTgt spid="479237">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479237">
                                            <p:txEl>
                                              <p:pRg st="2" end="2"/>
                                            </p:txEl>
                                          </p:spTgt>
                                        </p:tgtEl>
                                        <p:attrNameLst>
                                          <p:attrName>style.visibility</p:attrName>
                                        </p:attrNameLst>
                                      </p:cBhvr>
                                      <p:to>
                                        <p:strVal val="visible"/>
                                      </p:to>
                                    </p:set>
                                    <p:animEffect transition="in" filter="wipe(up)">
                                      <p:cBhvr>
                                        <p:cTn id="16" dur="2000"/>
                                        <p:tgtEl>
                                          <p:spTgt spid="479237">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479237">
                                            <p:txEl>
                                              <p:pRg st="3" end="3"/>
                                            </p:txEl>
                                          </p:spTgt>
                                        </p:tgtEl>
                                        <p:attrNameLst>
                                          <p:attrName>style.visibility</p:attrName>
                                        </p:attrNameLst>
                                      </p:cBhvr>
                                      <p:to>
                                        <p:strVal val="visible"/>
                                      </p:to>
                                    </p:set>
                                    <p:animEffect transition="in" filter="wipe(up)">
                                      <p:cBhvr>
                                        <p:cTn id="21" dur="2000"/>
                                        <p:tgtEl>
                                          <p:spTgt spid="47923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61" name="Text Box 5">
            <a:extLst>
              <a:ext uri="{FF2B5EF4-FFF2-40B4-BE49-F238E27FC236}">
                <a16:creationId xmlns:a16="http://schemas.microsoft.com/office/drawing/2014/main" id="{8090D519-50A2-4049-851F-20DAB943DBFD}"/>
              </a:ext>
            </a:extLst>
          </p:cNvPr>
          <p:cNvSpPr txBox="1">
            <a:spLocks noChangeArrowheads="1"/>
          </p:cNvSpPr>
          <p:nvPr/>
        </p:nvSpPr>
        <p:spPr bwMode="auto">
          <a:xfrm>
            <a:off x="457200" y="1023938"/>
            <a:ext cx="2667000"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zh-CN" altLang="en-US" sz="2700" b="1">
                <a:solidFill>
                  <a:srgbClr val="800000"/>
                </a:solidFill>
                <a:ea typeface="黑体" panose="02010609060101010101" pitchFamily="49" charset="-122"/>
              </a:rPr>
              <a:t>稠密索引示例：</a:t>
            </a:r>
          </a:p>
        </p:txBody>
      </p:sp>
      <p:grpSp>
        <p:nvGrpSpPr>
          <p:cNvPr id="480262" name="Group 6">
            <a:extLst>
              <a:ext uri="{FF2B5EF4-FFF2-40B4-BE49-F238E27FC236}">
                <a16:creationId xmlns:a16="http://schemas.microsoft.com/office/drawing/2014/main" id="{64D30022-E151-4BDD-8EAE-850DCFCECA39}"/>
              </a:ext>
            </a:extLst>
          </p:cNvPr>
          <p:cNvGrpSpPr>
            <a:grpSpLocks/>
          </p:cNvGrpSpPr>
          <p:nvPr/>
        </p:nvGrpSpPr>
        <p:grpSpPr bwMode="auto">
          <a:xfrm>
            <a:off x="533400" y="1328738"/>
            <a:ext cx="7924800" cy="5354637"/>
            <a:chOff x="336" y="576"/>
            <a:chExt cx="4992" cy="3373"/>
          </a:xfrm>
        </p:grpSpPr>
        <p:sp>
          <p:nvSpPr>
            <p:cNvPr id="480263" name="Text Box 7">
              <a:extLst>
                <a:ext uri="{FF2B5EF4-FFF2-40B4-BE49-F238E27FC236}">
                  <a16:creationId xmlns:a16="http://schemas.microsoft.com/office/drawing/2014/main" id="{0AB27930-C18B-4346-BA2D-D52E1BBB77DF}"/>
                </a:ext>
              </a:extLst>
            </p:cNvPr>
            <p:cNvSpPr txBox="1">
              <a:spLocks noChangeArrowheads="1"/>
            </p:cNvSpPr>
            <p:nvPr/>
          </p:nvSpPr>
          <p:spPr bwMode="auto">
            <a:xfrm>
              <a:off x="1776" y="3661"/>
              <a:ext cx="2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黑体" panose="02010609060101010101" pitchFamily="49" charset="-122"/>
                  <a:ea typeface="黑体" panose="02010609060101010101" pitchFamily="49" charset="-122"/>
                </a:rPr>
                <a:t>图</a:t>
              </a:r>
              <a:r>
                <a:rPr lang="en-US" altLang="zh-CN" sz="2400" b="1">
                  <a:latin typeface="黑体" panose="02010609060101010101" pitchFamily="49" charset="-122"/>
                  <a:ea typeface="黑体" panose="02010609060101010101" pitchFamily="49" charset="-122"/>
                </a:rPr>
                <a:t>3.21   </a:t>
              </a:r>
              <a:r>
                <a:rPr lang="zh-CN" altLang="en-US" sz="2400" b="1">
                  <a:latin typeface="黑体" panose="02010609060101010101" pitchFamily="49" charset="-122"/>
                  <a:ea typeface="黑体" panose="02010609060101010101" pitchFamily="49" charset="-122"/>
                </a:rPr>
                <a:t>学生关系索引</a:t>
              </a:r>
            </a:p>
          </p:txBody>
        </p:sp>
        <p:grpSp>
          <p:nvGrpSpPr>
            <p:cNvPr id="480264" name="Group 8">
              <a:extLst>
                <a:ext uri="{FF2B5EF4-FFF2-40B4-BE49-F238E27FC236}">
                  <a16:creationId xmlns:a16="http://schemas.microsoft.com/office/drawing/2014/main" id="{B1DAAF22-619D-4913-AE67-19C28888E14B}"/>
                </a:ext>
              </a:extLst>
            </p:cNvPr>
            <p:cNvGrpSpPr>
              <a:grpSpLocks/>
            </p:cNvGrpSpPr>
            <p:nvPr/>
          </p:nvGrpSpPr>
          <p:grpSpPr bwMode="auto">
            <a:xfrm>
              <a:off x="336" y="862"/>
              <a:ext cx="1776" cy="2571"/>
              <a:chOff x="192" y="816"/>
              <a:chExt cx="1776" cy="2160"/>
            </a:xfrm>
          </p:grpSpPr>
          <p:sp>
            <p:nvSpPr>
              <p:cNvPr id="480265" name="Rectangle 9">
                <a:extLst>
                  <a:ext uri="{FF2B5EF4-FFF2-40B4-BE49-F238E27FC236}">
                    <a16:creationId xmlns:a16="http://schemas.microsoft.com/office/drawing/2014/main" id="{20CB1B0A-56FB-4F4C-88B0-7CE829EB776B}"/>
                  </a:ext>
                </a:extLst>
              </p:cNvPr>
              <p:cNvSpPr>
                <a:spLocks noChangeArrowheads="1"/>
              </p:cNvSpPr>
              <p:nvPr/>
            </p:nvSpPr>
            <p:spPr bwMode="auto">
              <a:xfrm>
                <a:off x="288" y="2716"/>
                <a:ext cx="1584"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800" b="0">
                    <a:latin typeface="黑体" panose="02010609060101010101" pitchFamily="49" charset="-122"/>
                    <a:ea typeface="黑体" panose="02010609060101010101" pitchFamily="49" charset="-122"/>
                  </a:rPr>
                  <a:t>      </a:t>
                </a:r>
                <a:r>
                  <a:rPr lang="en-US" altLang="zh-CN" sz="1800" b="0">
                    <a:latin typeface="Arial" panose="020B0604020202020204" pitchFamily="34" charset="0"/>
                    <a:ea typeface="黑体" panose="02010609060101010101" pitchFamily="49" charset="-122"/>
                  </a:rPr>
                  <a:t>…</a:t>
                </a:r>
                <a:r>
                  <a:rPr lang="en-US" altLang="zh-CN" sz="1800" b="0">
                    <a:latin typeface="黑体" panose="02010609060101010101" pitchFamily="49" charset="-122"/>
                    <a:ea typeface="黑体" panose="02010609060101010101" pitchFamily="49" charset="-122"/>
                  </a:rPr>
                  <a:t>         </a:t>
                </a:r>
                <a:r>
                  <a:rPr lang="en-US" altLang="zh-CN" sz="1800" b="0">
                    <a:latin typeface="Arial" panose="020B0604020202020204" pitchFamily="34" charset="0"/>
                    <a:ea typeface="黑体" panose="02010609060101010101" pitchFamily="49" charset="-122"/>
                  </a:rPr>
                  <a:t>…</a:t>
                </a:r>
                <a:r>
                  <a:rPr lang="en-US" altLang="zh-CN" sz="1800" b="0">
                    <a:latin typeface="黑体" panose="02010609060101010101" pitchFamily="49" charset="-122"/>
                    <a:ea typeface="黑体" panose="02010609060101010101" pitchFamily="49" charset="-122"/>
                  </a:rPr>
                  <a:t> </a:t>
                </a:r>
              </a:p>
            </p:txBody>
          </p:sp>
          <p:sp>
            <p:nvSpPr>
              <p:cNvPr id="480266" name="Text Box 10">
                <a:extLst>
                  <a:ext uri="{FF2B5EF4-FFF2-40B4-BE49-F238E27FC236}">
                    <a16:creationId xmlns:a16="http://schemas.microsoft.com/office/drawing/2014/main" id="{0B17E4DE-E8A7-4B7E-B1E2-7DB687FD69D1}"/>
                  </a:ext>
                </a:extLst>
              </p:cNvPr>
              <p:cNvSpPr txBox="1">
                <a:spLocks noChangeArrowheads="1"/>
              </p:cNvSpPr>
              <p:nvPr/>
            </p:nvSpPr>
            <p:spPr bwMode="auto">
              <a:xfrm>
                <a:off x="192" y="816"/>
                <a:ext cx="1776" cy="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latin typeface="黑体" panose="02010609060101010101" pitchFamily="49" charset="-122"/>
                    <a:ea typeface="黑体" panose="02010609060101010101" pitchFamily="49" charset="-122"/>
                  </a:rPr>
                  <a:t>　　　</a:t>
                </a:r>
                <a:r>
                  <a:rPr lang="zh-CN" altLang="en-US" sz="2200" b="1">
                    <a:latin typeface="黑体" panose="02010609060101010101" pitchFamily="49" charset="-122"/>
                    <a:ea typeface="黑体" panose="02010609060101010101" pitchFamily="49" charset="-122"/>
                  </a:rPr>
                  <a:t>索引表</a:t>
                </a:r>
              </a:p>
              <a:p>
                <a:pPr>
                  <a:spcBef>
                    <a:spcPct val="50000"/>
                  </a:spcBef>
                </a:pPr>
                <a:r>
                  <a:rPr lang="zh-CN" altLang="en-US" sz="2000" b="1">
                    <a:latin typeface="黑体" panose="02010609060101010101" pitchFamily="49" charset="-122"/>
                    <a:ea typeface="黑体" panose="02010609060101010101" pitchFamily="49" charset="-122"/>
                  </a:rPr>
                  <a:t>　</a:t>
                </a:r>
                <a:r>
                  <a:rPr lang="zh-CN" altLang="en-US" sz="2200" b="1">
                    <a:latin typeface="黑体" panose="02010609060101010101" pitchFamily="49" charset="-122"/>
                    <a:ea typeface="黑体" panose="02010609060101010101" pitchFamily="49" charset="-122"/>
                  </a:rPr>
                  <a:t>主键</a:t>
                </a:r>
                <a:r>
                  <a:rPr lang="zh-CN" altLang="en-US" sz="2000" b="1">
                    <a:latin typeface="黑体" panose="02010609060101010101" pitchFamily="49" charset="-122"/>
                    <a:ea typeface="黑体" panose="02010609060101010101" pitchFamily="49" charset="-122"/>
                  </a:rPr>
                  <a:t>　　</a:t>
                </a:r>
                <a:r>
                  <a:rPr lang="zh-CN" altLang="en-US" sz="2200" b="1">
                    <a:latin typeface="黑体" panose="02010609060101010101" pitchFamily="49" charset="-122"/>
                    <a:ea typeface="黑体" panose="02010609060101010101" pitchFamily="49" charset="-122"/>
                  </a:rPr>
                  <a:t>地址指针</a:t>
                </a:r>
              </a:p>
            </p:txBody>
          </p:sp>
          <p:sp>
            <p:nvSpPr>
              <p:cNvPr id="480267" name="Line 11">
                <a:extLst>
                  <a:ext uri="{FF2B5EF4-FFF2-40B4-BE49-F238E27FC236}">
                    <a16:creationId xmlns:a16="http://schemas.microsoft.com/office/drawing/2014/main" id="{60802243-E1C7-4DB4-A467-105362B08DE6}"/>
                  </a:ext>
                </a:extLst>
              </p:cNvPr>
              <p:cNvSpPr>
                <a:spLocks noChangeShapeType="1"/>
              </p:cNvSpPr>
              <p:nvPr/>
            </p:nvSpPr>
            <p:spPr bwMode="auto">
              <a:xfrm>
                <a:off x="384" y="1344"/>
                <a:ext cx="153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80268" name="Line 12">
                <a:extLst>
                  <a:ext uri="{FF2B5EF4-FFF2-40B4-BE49-F238E27FC236}">
                    <a16:creationId xmlns:a16="http://schemas.microsoft.com/office/drawing/2014/main" id="{CE17B918-5D90-4846-8D5B-AD9118917901}"/>
                  </a:ext>
                </a:extLst>
              </p:cNvPr>
              <p:cNvSpPr>
                <a:spLocks noChangeShapeType="1"/>
              </p:cNvSpPr>
              <p:nvPr/>
            </p:nvSpPr>
            <p:spPr bwMode="auto">
              <a:xfrm>
                <a:off x="384" y="2689"/>
                <a:ext cx="15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80269" name="Line 13">
                <a:extLst>
                  <a:ext uri="{FF2B5EF4-FFF2-40B4-BE49-F238E27FC236}">
                    <a16:creationId xmlns:a16="http://schemas.microsoft.com/office/drawing/2014/main" id="{024DAD32-9E98-466A-89CD-CEBB25F62A2E}"/>
                  </a:ext>
                </a:extLst>
              </p:cNvPr>
              <p:cNvSpPr>
                <a:spLocks noChangeShapeType="1"/>
              </p:cNvSpPr>
              <p:nvPr/>
            </p:nvSpPr>
            <p:spPr bwMode="auto">
              <a:xfrm>
                <a:off x="384" y="2151"/>
                <a:ext cx="15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80270" name="Line 14">
                <a:extLst>
                  <a:ext uri="{FF2B5EF4-FFF2-40B4-BE49-F238E27FC236}">
                    <a16:creationId xmlns:a16="http://schemas.microsoft.com/office/drawing/2014/main" id="{9DB240BA-E161-46BB-93BE-64BDE6E4F9D7}"/>
                  </a:ext>
                </a:extLst>
              </p:cNvPr>
              <p:cNvSpPr>
                <a:spLocks noChangeShapeType="1"/>
              </p:cNvSpPr>
              <p:nvPr/>
            </p:nvSpPr>
            <p:spPr bwMode="auto">
              <a:xfrm>
                <a:off x="384" y="2420"/>
                <a:ext cx="15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1" name="Line 15">
                <a:extLst>
                  <a:ext uri="{FF2B5EF4-FFF2-40B4-BE49-F238E27FC236}">
                    <a16:creationId xmlns:a16="http://schemas.microsoft.com/office/drawing/2014/main" id="{DA65A00B-9E0E-4697-AD90-39EA0F1E6EFF}"/>
                  </a:ext>
                </a:extLst>
              </p:cNvPr>
              <p:cNvSpPr>
                <a:spLocks noChangeShapeType="1"/>
              </p:cNvSpPr>
              <p:nvPr/>
            </p:nvSpPr>
            <p:spPr bwMode="auto">
              <a:xfrm>
                <a:off x="384" y="1882"/>
                <a:ext cx="15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2" name="Line 16">
                <a:extLst>
                  <a:ext uri="{FF2B5EF4-FFF2-40B4-BE49-F238E27FC236}">
                    <a16:creationId xmlns:a16="http://schemas.microsoft.com/office/drawing/2014/main" id="{7B2960D3-A22A-4B06-B143-18453E0D980F}"/>
                  </a:ext>
                </a:extLst>
              </p:cNvPr>
              <p:cNvSpPr>
                <a:spLocks noChangeShapeType="1"/>
              </p:cNvSpPr>
              <p:nvPr/>
            </p:nvSpPr>
            <p:spPr bwMode="auto">
              <a:xfrm>
                <a:off x="384" y="1613"/>
                <a:ext cx="15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3" name="Line 17">
                <a:extLst>
                  <a:ext uri="{FF2B5EF4-FFF2-40B4-BE49-F238E27FC236}">
                    <a16:creationId xmlns:a16="http://schemas.microsoft.com/office/drawing/2014/main" id="{6A21F02F-E97E-486A-ABFD-72FBB17A703D}"/>
                  </a:ext>
                </a:extLst>
              </p:cNvPr>
              <p:cNvSpPr>
                <a:spLocks noChangeShapeType="1"/>
              </p:cNvSpPr>
              <p:nvPr/>
            </p:nvSpPr>
            <p:spPr bwMode="auto">
              <a:xfrm>
                <a:off x="384" y="1344"/>
                <a:ext cx="0" cy="16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4" name="Line 18">
                <a:extLst>
                  <a:ext uri="{FF2B5EF4-FFF2-40B4-BE49-F238E27FC236}">
                    <a16:creationId xmlns:a16="http://schemas.microsoft.com/office/drawing/2014/main" id="{6F20E7A0-86AD-458E-99F6-311EFC9F6A3F}"/>
                  </a:ext>
                </a:extLst>
              </p:cNvPr>
              <p:cNvSpPr>
                <a:spLocks noChangeShapeType="1"/>
              </p:cNvSpPr>
              <p:nvPr/>
            </p:nvSpPr>
            <p:spPr bwMode="auto">
              <a:xfrm>
                <a:off x="1344" y="1344"/>
                <a:ext cx="0" cy="16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5" name="Line 19">
                <a:extLst>
                  <a:ext uri="{FF2B5EF4-FFF2-40B4-BE49-F238E27FC236}">
                    <a16:creationId xmlns:a16="http://schemas.microsoft.com/office/drawing/2014/main" id="{6ADCB216-CC27-4E3D-9A88-DD5832AF603C}"/>
                  </a:ext>
                </a:extLst>
              </p:cNvPr>
              <p:cNvSpPr>
                <a:spLocks noChangeShapeType="1"/>
              </p:cNvSpPr>
              <p:nvPr/>
            </p:nvSpPr>
            <p:spPr bwMode="auto">
              <a:xfrm>
                <a:off x="1920" y="1344"/>
                <a:ext cx="0" cy="16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6" name="Line 20">
                <a:extLst>
                  <a:ext uri="{FF2B5EF4-FFF2-40B4-BE49-F238E27FC236}">
                    <a16:creationId xmlns:a16="http://schemas.microsoft.com/office/drawing/2014/main" id="{2A2278A8-11C6-440A-A414-E066F833FDF0}"/>
                  </a:ext>
                </a:extLst>
              </p:cNvPr>
              <p:cNvSpPr>
                <a:spLocks noChangeShapeType="1"/>
              </p:cNvSpPr>
              <p:nvPr/>
            </p:nvSpPr>
            <p:spPr bwMode="auto">
              <a:xfrm>
                <a:off x="384" y="2976"/>
                <a:ext cx="15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7" name="Rectangle 21">
                <a:extLst>
                  <a:ext uri="{FF2B5EF4-FFF2-40B4-BE49-F238E27FC236}">
                    <a16:creationId xmlns:a16="http://schemas.microsoft.com/office/drawing/2014/main" id="{7E160547-CEEF-4E83-A0A9-FEBB69846BDB}"/>
                  </a:ext>
                </a:extLst>
              </p:cNvPr>
              <p:cNvSpPr>
                <a:spLocks noChangeArrowheads="1"/>
              </p:cNvSpPr>
              <p:nvPr/>
            </p:nvSpPr>
            <p:spPr bwMode="auto">
              <a:xfrm>
                <a:off x="432" y="1939"/>
                <a:ext cx="1392"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8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200401003</a:t>
                </a:r>
                <a:r>
                  <a:rPr lang="en-US" altLang="zh-CN" sz="1800" b="0">
                    <a:latin typeface="黑体" panose="02010609060101010101" pitchFamily="49" charset="-122"/>
                    <a:ea typeface="黑体" panose="02010609060101010101" pitchFamily="49" charset="-122"/>
                  </a:rPr>
                  <a:t>     o</a:t>
                </a:r>
              </a:p>
            </p:txBody>
          </p:sp>
          <p:sp>
            <p:nvSpPr>
              <p:cNvPr id="480278" name="Rectangle 22">
                <a:extLst>
                  <a:ext uri="{FF2B5EF4-FFF2-40B4-BE49-F238E27FC236}">
                    <a16:creationId xmlns:a16="http://schemas.microsoft.com/office/drawing/2014/main" id="{F66E3A34-3F7C-4E86-8390-C520195ED108}"/>
                  </a:ext>
                </a:extLst>
              </p:cNvPr>
              <p:cNvSpPr>
                <a:spLocks noChangeArrowheads="1"/>
              </p:cNvSpPr>
              <p:nvPr/>
            </p:nvSpPr>
            <p:spPr bwMode="auto">
              <a:xfrm>
                <a:off x="432" y="2208"/>
                <a:ext cx="1392"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8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200402001</a:t>
                </a:r>
                <a:r>
                  <a:rPr lang="en-US" altLang="zh-CN" sz="1800" b="0">
                    <a:latin typeface="黑体" panose="02010609060101010101" pitchFamily="49" charset="-122"/>
                    <a:ea typeface="黑体" panose="02010609060101010101" pitchFamily="49" charset="-122"/>
                  </a:rPr>
                  <a:t>     o</a:t>
                </a:r>
              </a:p>
            </p:txBody>
          </p:sp>
          <p:sp>
            <p:nvSpPr>
              <p:cNvPr id="480279" name="Rectangle 23">
                <a:extLst>
                  <a:ext uri="{FF2B5EF4-FFF2-40B4-BE49-F238E27FC236}">
                    <a16:creationId xmlns:a16="http://schemas.microsoft.com/office/drawing/2014/main" id="{B2CE7FDA-E03F-43FE-A8B5-CE76B00668E6}"/>
                  </a:ext>
                </a:extLst>
              </p:cNvPr>
              <p:cNvSpPr>
                <a:spLocks noChangeArrowheads="1"/>
              </p:cNvSpPr>
              <p:nvPr/>
            </p:nvSpPr>
            <p:spPr bwMode="auto">
              <a:xfrm>
                <a:off x="432" y="2467"/>
                <a:ext cx="144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8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200402002</a:t>
                </a:r>
                <a:r>
                  <a:rPr lang="en-US" altLang="zh-CN" sz="1800" b="0">
                    <a:latin typeface="黑体" panose="02010609060101010101" pitchFamily="49" charset="-122"/>
                    <a:ea typeface="黑体" panose="02010609060101010101" pitchFamily="49" charset="-122"/>
                  </a:rPr>
                  <a:t>     o</a:t>
                </a:r>
              </a:p>
            </p:txBody>
          </p:sp>
          <p:sp>
            <p:nvSpPr>
              <p:cNvPr id="480280" name="Rectangle 24">
                <a:extLst>
                  <a:ext uri="{FF2B5EF4-FFF2-40B4-BE49-F238E27FC236}">
                    <a16:creationId xmlns:a16="http://schemas.microsoft.com/office/drawing/2014/main" id="{A17E30A6-80D3-4409-BA46-9A87587E0530}"/>
                  </a:ext>
                </a:extLst>
              </p:cNvPr>
              <p:cNvSpPr>
                <a:spLocks noChangeArrowheads="1"/>
              </p:cNvSpPr>
              <p:nvPr/>
            </p:nvSpPr>
            <p:spPr bwMode="auto">
              <a:xfrm>
                <a:off x="384" y="1651"/>
                <a:ext cx="148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8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200401002</a:t>
                </a:r>
                <a:r>
                  <a:rPr lang="en-US" altLang="zh-CN" sz="1800" b="0">
                    <a:latin typeface="黑体" panose="02010609060101010101" pitchFamily="49" charset="-122"/>
                    <a:ea typeface="黑体" panose="02010609060101010101" pitchFamily="49" charset="-122"/>
                  </a:rPr>
                  <a:t>      o</a:t>
                </a:r>
              </a:p>
            </p:txBody>
          </p:sp>
          <p:sp>
            <p:nvSpPr>
              <p:cNvPr id="480281" name="Rectangle 25">
                <a:extLst>
                  <a:ext uri="{FF2B5EF4-FFF2-40B4-BE49-F238E27FC236}">
                    <a16:creationId xmlns:a16="http://schemas.microsoft.com/office/drawing/2014/main" id="{5A1E2CFE-C293-4510-9A26-3058E32E9F4A}"/>
                  </a:ext>
                </a:extLst>
              </p:cNvPr>
              <p:cNvSpPr>
                <a:spLocks noChangeArrowheads="1"/>
              </p:cNvSpPr>
              <p:nvPr/>
            </p:nvSpPr>
            <p:spPr bwMode="auto">
              <a:xfrm>
                <a:off x="384" y="1363"/>
                <a:ext cx="153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eaLnBrk="0" hangingPunct="0"/>
                <a:r>
                  <a:rPr lang="zh-CN" altLang="en-US" sz="2000" b="1">
                    <a:latin typeface="黑体" panose="02010609060101010101" pitchFamily="49" charset="-122"/>
                    <a:ea typeface="黑体" panose="02010609060101010101" pitchFamily="49" charset="-122"/>
                  </a:rPr>
                  <a:t> </a:t>
                </a:r>
                <a:r>
                  <a:rPr lang="en-US" altLang="zh-CN" sz="2000">
                    <a:effectLst>
                      <a:outerShdw blurRad="38100" dist="38100" dir="2700000" algn="tl">
                        <a:srgbClr val="C0C0C0"/>
                      </a:outerShdw>
                    </a:effectLst>
                    <a:latin typeface="黑体" panose="02010609060101010101" pitchFamily="49" charset="-122"/>
                    <a:ea typeface="黑体" panose="02010609060101010101" pitchFamily="49" charset="-122"/>
                  </a:rPr>
                  <a:t>200401001      o</a:t>
                </a:r>
              </a:p>
            </p:txBody>
          </p:sp>
        </p:grpSp>
        <p:grpSp>
          <p:nvGrpSpPr>
            <p:cNvPr id="480282" name="Group 26">
              <a:extLst>
                <a:ext uri="{FF2B5EF4-FFF2-40B4-BE49-F238E27FC236}">
                  <a16:creationId xmlns:a16="http://schemas.microsoft.com/office/drawing/2014/main" id="{C910A0CC-FDAA-4755-A53C-16694ACC10F6}"/>
                </a:ext>
              </a:extLst>
            </p:cNvPr>
            <p:cNvGrpSpPr>
              <a:grpSpLocks/>
            </p:cNvGrpSpPr>
            <p:nvPr/>
          </p:nvGrpSpPr>
          <p:grpSpPr bwMode="auto">
            <a:xfrm>
              <a:off x="3312" y="576"/>
              <a:ext cx="2016" cy="2285"/>
              <a:chOff x="3168" y="576"/>
              <a:chExt cx="2016" cy="1920"/>
            </a:xfrm>
          </p:grpSpPr>
          <p:sp>
            <p:nvSpPr>
              <p:cNvPr id="480283" name="Rectangle 27">
                <a:extLst>
                  <a:ext uri="{FF2B5EF4-FFF2-40B4-BE49-F238E27FC236}">
                    <a16:creationId xmlns:a16="http://schemas.microsoft.com/office/drawing/2014/main" id="{B138F66D-C793-40A2-925F-749C6CA03486}"/>
                  </a:ext>
                </a:extLst>
              </p:cNvPr>
              <p:cNvSpPr>
                <a:spLocks noChangeArrowheads="1"/>
              </p:cNvSpPr>
              <p:nvPr/>
            </p:nvSpPr>
            <p:spPr bwMode="auto">
              <a:xfrm>
                <a:off x="3168" y="2016"/>
                <a:ext cx="196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6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200402001  </a:t>
                </a:r>
                <a:r>
                  <a:rPr lang="zh-CN" altLang="en-US" sz="2000" b="0">
                    <a:latin typeface="黑体" panose="02010609060101010101" pitchFamily="49" charset="-122"/>
                    <a:ea typeface="黑体" panose="02010609060101010101" pitchFamily="49" charset="-122"/>
                  </a:rPr>
                  <a:t>杨秋红</a:t>
                </a:r>
                <a:r>
                  <a:rPr lang="zh-CN" altLang="en-US" sz="1600" b="0">
                    <a:latin typeface="黑体" panose="02010609060101010101" pitchFamily="49" charset="-122"/>
                    <a:ea typeface="黑体" panose="02010609060101010101" pitchFamily="49" charset="-122"/>
                  </a:rPr>
                  <a:t>   </a:t>
                </a:r>
                <a:r>
                  <a:rPr lang="en-US" altLang="zh-CN" sz="1600" b="0">
                    <a:latin typeface="Arial" panose="020B0604020202020204" pitchFamily="34" charset="0"/>
                    <a:ea typeface="黑体" panose="02010609060101010101" pitchFamily="49" charset="-122"/>
                  </a:rPr>
                  <a:t>…</a:t>
                </a:r>
                <a:r>
                  <a:rPr lang="en-US" altLang="zh-CN" sz="1600" b="0">
                    <a:latin typeface="黑体" panose="02010609060101010101" pitchFamily="49" charset="-122"/>
                    <a:ea typeface="黑体" panose="02010609060101010101" pitchFamily="49" charset="-122"/>
                  </a:rPr>
                  <a:t> </a:t>
                </a:r>
              </a:p>
            </p:txBody>
          </p:sp>
          <p:sp>
            <p:nvSpPr>
              <p:cNvPr id="480284" name="Rectangle 28">
                <a:extLst>
                  <a:ext uri="{FF2B5EF4-FFF2-40B4-BE49-F238E27FC236}">
                    <a16:creationId xmlns:a16="http://schemas.microsoft.com/office/drawing/2014/main" id="{9503A461-D142-442B-8F10-F654EE33933E}"/>
                  </a:ext>
                </a:extLst>
              </p:cNvPr>
              <p:cNvSpPr>
                <a:spLocks noChangeArrowheads="1"/>
              </p:cNvSpPr>
              <p:nvPr/>
            </p:nvSpPr>
            <p:spPr bwMode="auto">
              <a:xfrm>
                <a:off x="3216" y="2236"/>
                <a:ext cx="1968"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600" b="0">
                    <a:latin typeface="黑体" panose="02010609060101010101" pitchFamily="49" charset="-122"/>
                    <a:ea typeface="黑体" panose="02010609060101010101" pitchFamily="49" charset="-122"/>
                  </a:rPr>
                  <a:t>      </a:t>
                </a:r>
                <a:r>
                  <a:rPr lang="en-US" altLang="zh-CN" sz="1600" b="0">
                    <a:latin typeface="Arial" panose="020B0604020202020204" pitchFamily="34" charset="0"/>
                    <a:ea typeface="黑体" panose="02010609060101010101" pitchFamily="49" charset="-122"/>
                  </a:rPr>
                  <a:t>…</a:t>
                </a:r>
                <a:r>
                  <a:rPr lang="en-US" altLang="zh-CN" sz="1600" b="0">
                    <a:latin typeface="黑体" panose="02010609060101010101" pitchFamily="49" charset="-122"/>
                    <a:ea typeface="黑体" panose="02010609060101010101" pitchFamily="49" charset="-122"/>
                  </a:rPr>
                  <a:t>          </a:t>
                </a:r>
                <a:r>
                  <a:rPr lang="en-US" altLang="zh-CN" sz="1600" b="0">
                    <a:latin typeface="Arial" panose="020B0604020202020204" pitchFamily="34" charset="0"/>
                    <a:ea typeface="黑体" panose="02010609060101010101" pitchFamily="49" charset="-122"/>
                  </a:rPr>
                  <a:t>…</a:t>
                </a:r>
                <a:r>
                  <a:rPr lang="en-US" altLang="zh-CN" sz="1600" b="0">
                    <a:latin typeface="黑体" panose="02010609060101010101" pitchFamily="49" charset="-122"/>
                    <a:ea typeface="黑体" panose="02010609060101010101" pitchFamily="49" charset="-122"/>
                  </a:rPr>
                  <a:t>      </a:t>
                </a:r>
                <a:r>
                  <a:rPr lang="en-US" altLang="zh-CN" sz="1600" b="0">
                    <a:latin typeface="Arial" panose="020B0604020202020204" pitchFamily="34" charset="0"/>
                    <a:ea typeface="黑体" panose="02010609060101010101" pitchFamily="49" charset="-122"/>
                  </a:rPr>
                  <a:t>…</a:t>
                </a:r>
                <a:r>
                  <a:rPr lang="en-US" altLang="zh-CN" sz="1600" b="0">
                    <a:latin typeface="黑体" panose="02010609060101010101" pitchFamily="49" charset="-122"/>
                    <a:ea typeface="黑体" panose="02010609060101010101" pitchFamily="49" charset="-122"/>
                  </a:rPr>
                  <a:t> </a:t>
                </a:r>
              </a:p>
            </p:txBody>
          </p:sp>
          <p:sp>
            <p:nvSpPr>
              <p:cNvPr id="480285" name="Text Box 29">
                <a:extLst>
                  <a:ext uri="{FF2B5EF4-FFF2-40B4-BE49-F238E27FC236}">
                    <a16:creationId xmlns:a16="http://schemas.microsoft.com/office/drawing/2014/main" id="{DEF050D3-6820-43C7-A348-74258B80077A}"/>
                  </a:ext>
                </a:extLst>
              </p:cNvPr>
              <p:cNvSpPr txBox="1">
                <a:spLocks noChangeArrowheads="1"/>
              </p:cNvSpPr>
              <p:nvPr/>
            </p:nvSpPr>
            <p:spPr bwMode="auto">
              <a:xfrm>
                <a:off x="3360" y="576"/>
                <a:ext cx="1728"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200" b="1">
                    <a:latin typeface="黑体" panose="02010609060101010101" pitchFamily="49" charset="-122"/>
                    <a:ea typeface="黑体" panose="02010609060101010101" pitchFamily="49" charset="-122"/>
                  </a:rPr>
                  <a:t>数据区</a:t>
                </a:r>
                <a:r>
                  <a:rPr lang="en-US" altLang="zh-CN" sz="2200" b="1">
                    <a:latin typeface="黑体" panose="02010609060101010101" pitchFamily="49" charset="-122"/>
                    <a:ea typeface="黑体" panose="02010609060101010101" pitchFamily="49" charset="-122"/>
                  </a:rPr>
                  <a:t>(</a:t>
                </a:r>
                <a:r>
                  <a:rPr lang="zh-CN" altLang="en-US" sz="2200" b="1">
                    <a:latin typeface="黑体" panose="02010609060101010101" pitchFamily="49" charset="-122"/>
                    <a:ea typeface="黑体" panose="02010609060101010101" pitchFamily="49" charset="-122"/>
                  </a:rPr>
                  <a:t>学生关系</a:t>
                </a:r>
                <a:r>
                  <a:rPr lang="en-US" altLang="zh-CN" sz="2200" b="1">
                    <a:latin typeface="黑体" panose="02010609060101010101" pitchFamily="49" charset="-122"/>
                    <a:ea typeface="黑体" panose="02010609060101010101" pitchFamily="49" charset="-122"/>
                  </a:rPr>
                  <a:t>S</a:t>
                </a:r>
                <a:r>
                  <a:rPr lang="zh-CN" altLang="en-US" sz="2200" b="1">
                    <a:latin typeface="黑体" panose="02010609060101010101" pitchFamily="49" charset="-122"/>
                    <a:ea typeface="黑体" panose="02010609060101010101" pitchFamily="49" charset="-122"/>
                  </a:rPr>
                  <a:t>）</a:t>
                </a:r>
              </a:p>
            </p:txBody>
          </p:sp>
          <p:sp>
            <p:nvSpPr>
              <p:cNvPr id="480286" name="Line 30">
                <a:extLst>
                  <a:ext uri="{FF2B5EF4-FFF2-40B4-BE49-F238E27FC236}">
                    <a16:creationId xmlns:a16="http://schemas.microsoft.com/office/drawing/2014/main" id="{08EF0738-BF2F-45E9-8066-7948F92AC0E5}"/>
                  </a:ext>
                </a:extLst>
              </p:cNvPr>
              <p:cNvSpPr>
                <a:spLocks noChangeShapeType="1"/>
              </p:cNvSpPr>
              <p:nvPr/>
            </p:nvSpPr>
            <p:spPr bwMode="auto">
              <a:xfrm>
                <a:off x="3216" y="864"/>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80287" name="Line 31">
                <a:extLst>
                  <a:ext uri="{FF2B5EF4-FFF2-40B4-BE49-F238E27FC236}">
                    <a16:creationId xmlns:a16="http://schemas.microsoft.com/office/drawing/2014/main" id="{18DEC62F-1484-47EA-989A-569BAD3312E5}"/>
                  </a:ext>
                </a:extLst>
              </p:cNvPr>
              <p:cNvSpPr>
                <a:spLocks noChangeShapeType="1"/>
              </p:cNvSpPr>
              <p:nvPr/>
            </p:nvSpPr>
            <p:spPr bwMode="auto">
              <a:xfrm>
                <a:off x="3216" y="2209"/>
                <a:ext cx="19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80288" name="Line 32">
                <a:extLst>
                  <a:ext uri="{FF2B5EF4-FFF2-40B4-BE49-F238E27FC236}">
                    <a16:creationId xmlns:a16="http://schemas.microsoft.com/office/drawing/2014/main" id="{6CACCC08-54A3-4E02-86DD-36D7DD86CC7A}"/>
                  </a:ext>
                </a:extLst>
              </p:cNvPr>
              <p:cNvSpPr>
                <a:spLocks noChangeShapeType="1"/>
              </p:cNvSpPr>
              <p:nvPr/>
            </p:nvSpPr>
            <p:spPr bwMode="auto">
              <a:xfrm>
                <a:off x="3216" y="1671"/>
                <a:ext cx="19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80289" name="Line 33">
                <a:extLst>
                  <a:ext uri="{FF2B5EF4-FFF2-40B4-BE49-F238E27FC236}">
                    <a16:creationId xmlns:a16="http://schemas.microsoft.com/office/drawing/2014/main" id="{5E303836-E1FE-424F-B3DF-DF2788FE680C}"/>
                  </a:ext>
                </a:extLst>
              </p:cNvPr>
              <p:cNvSpPr>
                <a:spLocks noChangeShapeType="1"/>
              </p:cNvSpPr>
              <p:nvPr/>
            </p:nvSpPr>
            <p:spPr bwMode="auto">
              <a:xfrm>
                <a:off x="3216" y="1940"/>
                <a:ext cx="19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90" name="Line 34">
                <a:extLst>
                  <a:ext uri="{FF2B5EF4-FFF2-40B4-BE49-F238E27FC236}">
                    <a16:creationId xmlns:a16="http://schemas.microsoft.com/office/drawing/2014/main" id="{0F1CDA8D-3767-4EE0-81E5-B514A08D5336}"/>
                  </a:ext>
                </a:extLst>
              </p:cNvPr>
              <p:cNvSpPr>
                <a:spLocks noChangeShapeType="1"/>
              </p:cNvSpPr>
              <p:nvPr/>
            </p:nvSpPr>
            <p:spPr bwMode="auto">
              <a:xfrm>
                <a:off x="3216" y="1402"/>
                <a:ext cx="19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91" name="Line 35">
                <a:extLst>
                  <a:ext uri="{FF2B5EF4-FFF2-40B4-BE49-F238E27FC236}">
                    <a16:creationId xmlns:a16="http://schemas.microsoft.com/office/drawing/2014/main" id="{2ADD032A-BEAF-4C49-BD2B-A771793C4140}"/>
                  </a:ext>
                </a:extLst>
              </p:cNvPr>
              <p:cNvSpPr>
                <a:spLocks noChangeShapeType="1"/>
              </p:cNvSpPr>
              <p:nvPr/>
            </p:nvSpPr>
            <p:spPr bwMode="auto">
              <a:xfrm>
                <a:off x="3216" y="1133"/>
                <a:ext cx="19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92" name="Line 36">
                <a:extLst>
                  <a:ext uri="{FF2B5EF4-FFF2-40B4-BE49-F238E27FC236}">
                    <a16:creationId xmlns:a16="http://schemas.microsoft.com/office/drawing/2014/main" id="{4405CE43-2CD2-4BA5-BA60-D69C0F10E9FD}"/>
                  </a:ext>
                </a:extLst>
              </p:cNvPr>
              <p:cNvSpPr>
                <a:spLocks noChangeShapeType="1"/>
              </p:cNvSpPr>
              <p:nvPr/>
            </p:nvSpPr>
            <p:spPr bwMode="auto">
              <a:xfrm>
                <a:off x="3216" y="864"/>
                <a:ext cx="0" cy="16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93" name="Line 37">
                <a:extLst>
                  <a:ext uri="{FF2B5EF4-FFF2-40B4-BE49-F238E27FC236}">
                    <a16:creationId xmlns:a16="http://schemas.microsoft.com/office/drawing/2014/main" id="{7AA88380-CC1B-44D3-AA88-4F3E8CE2D451}"/>
                  </a:ext>
                </a:extLst>
              </p:cNvPr>
              <p:cNvSpPr>
                <a:spLocks noChangeShapeType="1"/>
              </p:cNvSpPr>
              <p:nvPr/>
            </p:nvSpPr>
            <p:spPr bwMode="auto">
              <a:xfrm>
                <a:off x="4128" y="864"/>
                <a:ext cx="0" cy="16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94" name="Line 38">
                <a:extLst>
                  <a:ext uri="{FF2B5EF4-FFF2-40B4-BE49-F238E27FC236}">
                    <a16:creationId xmlns:a16="http://schemas.microsoft.com/office/drawing/2014/main" id="{9CED0700-788B-4DD5-9F86-14B7205202CC}"/>
                  </a:ext>
                </a:extLst>
              </p:cNvPr>
              <p:cNvSpPr>
                <a:spLocks noChangeShapeType="1"/>
              </p:cNvSpPr>
              <p:nvPr/>
            </p:nvSpPr>
            <p:spPr bwMode="auto">
              <a:xfrm>
                <a:off x="4752" y="864"/>
                <a:ext cx="0" cy="16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95" name="Line 39">
                <a:extLst>
                  <a:ext uri="{FF2B5EF4-FFF2-40B4-BE49-F238E27FC236}">
                    <a16:creationId xmlns:a16="http://schemas.microsoft.com/office/drawing/2014/main" id="{02E2DBEF-6220-4193-905B-C2F24C0E5ED7}"/>
                  </a:ext>
                </a:extLst>
              </p:cNvPr>
              <p:cNvSpPr>
                <a:spLocks noChangeShapeType="1"/>
              </p:cNvSpPr>
              <p:nvPr/>
            </p:nvSpPr>
            <p:spPr bwMode="auto">
              <a:xfrm>
                <a:off x="3216" y="2496"/>
                <a:ext cx="19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96" name="Rectangle 40">
                <a:extLst>
                  <a:ext uri="{FF2B5EF4-FFF2-40B4-BE49-F238E27FC236}">
                    <a16:creationId xmlns:a16="http://schemas.microsoft.com/office/drawing/2014/main" id="{96A0C93D-CB40-4B99-A356-E1AD00F3D9AF}"/>
                  </a:ext>
                </a:extLst>
              </p:cNvPr>
              <p:cNvSpPr>
                <a:spLocks noChangeArrowheads="1"/>
              </p:cNvSpPr>
              <p:nvPr/>
            </p:nvSpPr>
            <p:spPr bwMode="auto">
              <a:xfrm>
                <a:off x="3168" y="1488"/>
                <a:ext cx="192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6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200401002  </a:t>
                </a:r>
                <a:r>
                  <a:rPr lang="zh-CN" altLang="en-US" sz="2000" b="0">
                    <a:latin typeface="黑体" panose="02010609060101010101" pitchFamily="49" charset="-122"/>
                    <a:ea typeface="黑体" panose="02010609060101010101" pitchFamily="49" charset="-122"/>
                  </a:rPr>
                  <a:t>李建平 </a:t>
                </a:r>
                <a:r>
                  <a:rPr lang="zh-CN" altLang="en-US" sz="1600" b="0">
                    <a:latin typeface="黑体" panose="02010609060101010101" pitchFamily="49" charset="-122"/>
                    <a:ea typeface="黑体" panose="02010609060101010101" pitchFamily="49" charset="-122"/>
                  </a:rPr>
                  <a:t>  </a:t>
                </a:r>
                <a:r>
                  <a:rPr lang="en-US" altLang="zh-CN" sz="1600" b="0">
                    <a:latin typeface="Arial" panose="020B0604020202020204" pitchFamily="34" charset="0"/>
                    <a:ea typeface="黑体" panose="02010609060101010101" pitchFamily="49" charset="-122"/>
                  </a:rPr>
                  <a:t>…</a:t>
                </a:r>
                <a:r>
                  <a:rPr lang="en-US" altLang="zh-CN" sz="1600" b="0">
                    <a:latin typeface="黑体" panose="02010609060101010101" pitchFamily="49" charset="-122"/>
                    <a:ea typeface="黑体" panose="02010609060101010101" pitchFamily="49" charset="-122"/>
                  </a:rPr>
                  <a:t> </a:t>
                </a:r>
              </a:p>
            </p:txBody>
          </p:sp>
          <p:sp>
            <p:nvSpPr>
              <p:cNvPr id="480297" name="Rectangle 41">
                <a:extLst>
                  <a:ext uri="{FF2B5EF4-FFF2-40B4-BE49-F238E27FC236}">
                    <a16:creationId xmlns:a16="http://schemas.microsoft.com/office/drawing/2014/main" id="{CC263715-8F25-49AF-88A8-A29523A8A496}"/>
                  </a:ext>
                </a:extLst>
              </p:cNvPr>
              <p:cNvSpPr>
                <a:spLocks noChangeArrowheads="1"/>
              </p:cNvSpPr>
              <p:nvPr/>
            </p:nvSpPr>
            <p:spPr bwMode="auto">
              <a:xfrm>
                <a:off x="3168" y="1728"/>
                <a:ext cx="196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6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200402002  </a:t>
                </a:r>
                <a:r>
                  <a:rPr lang="zh-CN" altLang="en-US" sz="2000" b="0">
                    <a:latin typeface="黑体" panose="02010609060101010101" pitchFamily="49" charset="-122"/>
                    <a:ea typeface="黑体" panose="02010609060101010101" pitchFamily="49" charset="-122"/>
                  </a:rPr>
                  <a:t>吴志伟</a:t>
                </a:r>
                <a:r>
                  <a:rPr lang="zh-CN" altLang="en-US" sz="1600" b="0">
                    <a:latin typeface="黑体" panose="02010609060101010101" pitchFamily="49" charset="-122"/>
                    <a:ea typeface="黑体" panose="02010609060101010101" pitchFamily="49" charset="-122"/>
                  </a:rPr>
                  <a:t>   </a:t>
                </a:r>
                <a:r>
                  <a:rPr lang="en-US" altLang="zh-CN" sz="1600" b="0">
                    <a:latin typeface="Arial" panose="020B0604020202020204" pitchFamily="34" charset="0"/>
                    <a:ea typeface="黑体" panose="02010609060101010101" pitchFamily="49" charset="-122"/>
                  </a:rPr>
                  <a:t>…</a:t>
                </a:r>
                <a:r>
                  <a:rPr lang="en-US" altLang="zh-CN" sz="1600" b="0">
                    <a:latin typeface="黑体" panose="02010609060101010101" pitchFamily="49" charset="-122"/>
                    <a:ea typeface="黑体" panose="02010609060101010101" pitchFamily="49" charset="-122"/>
                  </a:rPr>
                  <a:t> </a:t>
                </a:r>
              </a:p>
            </p:txBody>
          </p:sp>
          <p:sp>
            <p:nvSpPr>
              <p:cNvPr id="480298" name="Rectangle 42">
                <a:extLst>
                  <a:ext uri="{FF2B5EF4-FFF2-40B4-BE49-F238E27FC236}">
                    <a16:creationId xmlns:a16="http://schemas.microsoft.com/office/drawing/2014/main" id="{76035B51-B674-4B30-8138-30542989398A}"/>
                  </a:ext>
                </a:extLst>
              </p:cNvPr>
              <p:cNvSpPr>
                <a:spLocks noChangeArrowheads="1"/>
              </p:cNvSpPr>
              <p:nvPr/>
            </p:nvSpPr>
            <p:spPr bwMode="auto">
              <a:xfrm>
                <a:off x="3168" y="1200"/>
                <a:ext cx="192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600" b="0">
                    <a:latin typeface="黑体" panose="02010609060101010101" pitchFamily="49" charset="-122"/>
                    <a:ea typeface="黑体" panose="02010609060101010101" pitchFamily="49" charset="-122"/>
                  </a:rPr>
                  <a:t>  </a:t>
                </a:r>
                <a:r>
                  <a:rPr lang="en-US" altLang="zh-CN" sz="2000" b="0">
                    <a:latin typeface="黑体" panose="02010609060101010101" pitchFamily="49" charset="-122"/>
                    <a:ea typeface="黑体" panose="02010609060101010101" pitchFamily="49" charset="-122"/>
                  </a:rPr>
                  <a:t>200401003  </a:t>
                </a:r>
                <a:r>
                  <a:rPr lang="zh-CN" altLang="en-US" sz="2000" b="0">
                    <a:latin typeface="黑体" panose="02010609060101010101" pitchFamily="49" charset="-122"/>
                    <a:ea typeface="黑体" panose="02010609060101010101" pitchFamily="49" charset="-122"/>
                  </a:rPr>
                  <a:t>王丽丽</a:t>
                </a:r>
                <a:r>
                  <a:rPr lang="zh-CN" altLang="en-US" sz="1600" b="0">
                    <a:latin typeface="黑体" panose="02010609060101010101" pitchFamily="49" charset="-122"/>
                    <a:ea typeface="黑体" panose="02010609060101010101" pitchFamily="49" charset="-122"/>
                  </a:rPr>
                  <a:t>   </a:t>
                </a:r>
                <a:r>
                  <a:rPr lang="en-US" altLang="zh-CN" sz="1600" b="0">
                    <a:latin typeface="Arial" panose="020B0604020202020204" pitchFamily="34" charset="0"/>
                    <a:ea typeface="黑体" panose="02010609060101010101" pitchFamily="49" charset="-122"/>
                  </a:rPr>
                  <a:t>…</a:t>
                </a:r>
                <a:r>
                  <a:rPr lang="en-US" altLang="zh-CN" sz="1600" b="0">
                    <a:latin typeface="黑体" panose="02010609060101010101" pitchFamily="49" charset="-122"/>
                    <a:ea typeface="黑体" panose="02010609060101010101" pitchFamily="49" charset="-122"/>
                  </a:rPr>
                  <a:t> </a:t>
                </a:r>
              </a:p>
            </p:txBody>
          </p:sp>
          <p:sp>
            <p:nvSpPr>
              <p:cNvPr id="480299" name="Rectangle 43">
                <a:extLst>
                  <a:ext uri="{FF2B5EF4-FFF2-40B4-BE49-F238E27FC236}">
                    <a16:creationId xmlns:a16="http://schemas.microsoft.com/office/drawing/2014/main" id="{ED8BC4BF-2004-4CB4-A138-C2235092286B}"/>
                  </a:ext>
                </a:extLst>
              </p:cNvPr>
              <p:cNvSpPr>
                <a:spLocks noChangeArrowheads="1"/>
              </p:cNvSpPr>
              <p:nvPr/>
            </p:nvSpPr>
            <p:spPr bwMode="auto">
              <a:xfrm>
                <a:off x="3168" y="912"/>
                <a:ext cx="1872"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eaLnBrk="0" hangingPunct="0"/>
                <a:r>
                  <a:rPr lang="zh-CN" altLang="en-US" b="1">
                    <a:latin typeface="黑体" panose="02010609060101010101" pitchFamily="49" charset="-122"/>
                    <a:ea typeface="黑体" panose="02010609060101010101" pitchFamily="49" charset="-122"/>
                  </a:rPr>
                  <a:t>  </a:t>
                </a:r>
                <a:r>
                  <a:rPr lang="en-US" altLang="zh-CN" sz="2000">
                    <a:effectLst>
                      <a:outerShdw blurRad="38100" dist="38100" dir="2700000" algn="tl">
                        <a:srgbClr val="C0C0C0"/>
                      </a:outerShdw>
                    </a:effectLst>
                    <a:latin typeface="黑体" panose="02010609060101010101" pitchFamily="49" charset="-122"/>
                    <a:ea typeface="黑体" panose="02010609060101010101" pitchFamily="49" charset="-122"/>
                  </a:rPr>
                  <a:t>200401001  </a:t>
                </a:r>
                <a:r>
                  <a:rPr lang="zh-CN" altLang="en-US" sz="2000">
                    <a:effectLst>
                      <a:outerShdw blurRad="38100" dist="38100" dir="2700000" algn="tl">
                        <a:srgbClr val="C0C0C0"/>
                      </a:outerShdw>
                    </a:effectLst>
                    <a:latin typeface="黑体" panose="02010609060101010101" pitchFamily="49" charset="-122"/>
                    <a:ea typeface="黑体" panose="02010609060101010101" pitchFamily="49" charset="-122"/>
                  </a:rPr>
                  <a:t>张华</a:t>
                </a:r>
                <a:r>
                  <a:rPr lang="zh-CN" altLang="en-US" b="1">
                    <a:latin typeface="黑体" panose="02010609060101010101" pitchFamily="49" charset="-122"/>
                    <a:ea typeface="黑体" panose="02010609060101010101" pitchFamily="49" charset="-122"/>
                  </a:rPr>
                  <a:t>   </a:t>
                </a:r>
                <a:r>
                  <a:rPr lang="en-US" altLang="zh-CN" b="1">
                    <a:ea typeface="黑体" panose="02010609060101010101" pitchFamily="49" charset="-122"/>
                  </a:rPr>
                  <a:t>…</a:t>
                </a:r>
                <a:r>
                  <a:rPr lang="en-US" altLang="zh-CN" b="1">
                    <a:latin typeface="黑体" panose="02010609060101010101" pitchFamily="49" charset="-122"/>
                    <a:ea typeface="黑体" panose="02010609060101010101" pitchFamily="49" charset="-122"/>
                  </a:rPr>
                  <a:t> </a:t>
                </a:r>
              </a:p>
            </p:txBody>
          </p:sp>
          <p:sp>
            <p:nvSpPr>
              <p:cNvPr id="480300" name="Line 44">
                <a:extLst>
                  <a:ext uri="{FF2B5EF4-FFF2-40B4-BE49-F238E27FC236}">
                    <a16:creationId xmlns:a16="http://schemas.microsoft.com/office/drawing/2014/main" id="{EDC43860-79CA-4E6F-B53A-50DF40E5AA74}"/>
                  </a:ext>
                </a:extLst>
              </p:cNvPr>
              <p:cNvSpPr>
                <a:spLocks noChangeShapeType="1"/>
              </p:cNvSpPr>
              <p:nvPr/>
            </p:nvSpPr>
            <p:spPr bwMode="auto">
              <a:xfrm>
                <a:off x="5136" y="864"/>
                <a:ext cx="0" cy="16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80301" name="Line 45">
              <a:extLst>
                <a:ext uri="{FF2B5EF4-FFF2-40B4-BE49-F238E27FC236}">
                  <a16:creationId xmlns:a16="http://schemas.microsoft.com/office/drawing/2014/main" id="{BB2B35B8-8B73-4D85-AEFE-30221FBEAC29}"/>
                </a:ext>
              </a:extLst>
            </p:cNvPr>
            <p:cNvSpPr>
              <a:spLocks noChangeShapeType="1"/>
            </p:cNvSpPr>
            <p:nvPr/>
          </p:nvSpPr>
          <p:spPr bwMode="auto">
            <a:xfrm>
              <a:off x="1968" y="1661"/>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302" name="Line 46">
              <a:extLst>
                <a:ext uri="{FF2B5EF4-FFF2-40B4-BE49-F238E27FC236}">
                  <a16:creationId xmlns:a16="http://schemas.microsoft.com/office/drawing/2014/main" id="{77ED9CCE-FDF1-4A36-AE19-60C5A2202D19}"/>
                </a:ext>
              </a:extLst>
            </p:cNvPr>
            <p:cNvSpPr>
              <a:spLocks noChangeShapeType="1"/>
            </p:cNvSpPr>
            <p:nvPr/>
          </p:nvSpPr>
          <p:spPr bwMode="auto">
            <a:xfrm flipV="1">
              <a:off x="2304" y="1147"/>
              <a:ext cx="0" cy="51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303" name="Line 47">
              <a:extLst>
                <a:ext uri="{FF2B5EF4-FFF2-40B4-BE49-F238E27FC236}">
                  <a16:creationId xmlns:a16="http://schemas.microsoft.com/office/drawing/2014/main" id="{D3AA53F7-25B6-49D2-9C12-B50740134333}"/>
                </a:ext>
              </a:extLst>
            </p:cNvPr>
            <p:cNvSpPr>
              <a:spLocks noChangeShapeType="1"/>
            </p:cNvSpPr>
            <p:nvPr/>
          </p:nvSpPr>
          <p:spPr bwMode="auto">
            <a:xfrm>
              <a:off x="2304" y="1147"/>
              <a:ext cx="105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304" name="Line 48">
              <a:extLst>
                <a:ext uri="{FF2B5EF4-FFF2-40B4-BE49-F238E27FC236}">
                  <a16:creationId xmlns:a16="http://schemas.microsoft.com/office/drawing/2014/main" id="{0BB9E0B0-0E30-4039-9F53-4602AF9445F3}"/>
                </a:ext>
              </a:extLst>
            </p:cNvPr>
            <p:cNvSpPr>
              <a:spLocks noChangeShapeType="1"/>
            </p:cNvSpPr>
            <p:nvPr/>
          </p:nvSpPr>
          <p:spPr bwMode="auto">
            <a:xfrm>
              <a:off x="1968" y="2347"/>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305" name="Line 49">
              <a:extLst>
                <a:ext uri="{FF2B5EF4-FFF2-40B4-BE49-F238E27FC236}">
                  <a16:creationId xmlns:a16="http://schemas.microsoft.com/office/drawing/2014/main" id="{66C641C6-1509-4897-BF98-C42338353530}"/>
                </a:ext>
              </a:extLst>
            </p:cNvPr>
            <p:cNvSpPr>
              <a:spLocks noChangeShapeType="1"/>
            </p:cNvSpPr>
            <p:nvPr/>
          </p:nvSpPr>
          <p:spPr bwMode="auto">
            <a:xfrm flipV="1">
              <a:off x="2400" y="1433"/>
              <a:ext cx="0" cy="91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306" name="Line 50">
              <a:extLst>
                <a:ext uri="{FF2B5EF4-FFF2-40B4-BE49-F238E27FC236}">
                  <a16:creationId xmlns:a16="http://schemas.microsoft.com/office/drawing/2014/main" id="{3FEF9D75-004F-4DFD-9AA7-13E4362DD6CC}"/>
                </a:ext>
              </a:extLst>
            </p:cNvPr>
            <p:cNvSpPr>
              <a:spLocks noChangeShapeType="1"/>
            </p:cNvSpPr>
            <p:nvPr/>
          </p:nvSpPr>
          <p:spPr bwMode="auto">
            <a:xfrm>
              <a:off x="2400" y="1433"/>
              <a:ext cx="96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307" name="Line 51">
              <a:extLst>
                <a:ext uri="{FF2B5EF4-FFF2-40B4-BE49-F238E27FC236}">
                  <a16:creationId xmlns:a16="http://schemas.microsoft.com/office/drawing/2014/main" id="{F9B18533-33F8-4EEC-B693-E774C3914012}"/>
                </a:ext>
              </a:extLst>
            </p:cNvPr>
            <p:cNvSpPr>
              <a:spLocks noChangeShapeType="1"/>
            </p:cNvSpPr>
            <p:nvPr/>
          </p:nvSpPr>
          <p:spPr bwMode="auto">
            <a:xfrm>
              <a:off x="1968" y="2004"/>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308" name="Line 52">
              <a:extLst>
                <a:ext uri="{FF2B5EF4-FFF2-40B4-BE49-F238E27FC236}">
                  <a16:creationId xmlns:a16="http://schemas.microsoft.com/office/drawing/2014/main" id="{6B3F3E3E-E2FA-4B16-9449-4709C21E886D}"/>
                </a:ext>
              </a:extLst>
            </p:cNvPr>
            <p:cNvSpPr>
              <a:spLocks noChangeShapeType="1"/>
            </p:cNvSpPr>
            <p:nvPr/>
          </p:nvSpPr>
          <p:spPr bwMode="auto">
            <a:xfrm flipV="1">
              <a:off x="2496" y="1776"/>
              <a:ext cx="0" cy="2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309" name="Line 53">
              <a:extLst>
                <a:ext uri="{FF2B5EF4-FFF2-40B4-BE49-F238E27FC236}">
                  <a16:creationId xmlns:a16="http://schemas.microsoft.com/office/drawing/2014/main" id="{7559A48F-DF32-44FE-83C0-ECAE09B001DA}"/>
                </a:ext>
              </a:extLst>
            </p:cNvPr>
            <p:cNvSpPr>
              <a:spLocks noChangeShapeType="1"/>
            </p:cNvSpPr>
            <p:nvPr/>
          </p:nvSpPr>
          <p:spPr bwMode="auto">
            <a:xfrm>
              <a:off x="2496" y="1776"/>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310" name="Line 54">
              <a:extLst>
                <a:ext uri="{FF2B5EF4-FFF2-40B4-BE49-F238E27FC236}">
                  <a16:creationId xmlns:a16="http://schemas.microsoft.com/office/drawing/2014/main" id="{7EACFA87-54C4-4A62-AB24-6EE139FDCEA6}"/>
                </a:ext>
              </a:extLst>
            </p:cNvPr>
            <p:cNvSpPr>
              <a:spLocks noChangeShapeType="1"/>
            </p:cNvSpPr>
            <p:nvPr/>
          </p:nvSpPr>
          <p:spPr bwMode="auto">
            <a:xfrm>
              <a:off x="1968" y="2975"/>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311" name="Line 55">
              <a:extLst>
                <a:ext uri="{FF2B5EF4-FFF2-40B4-BE49-F238E27FC236}">
                  <a16:creationId xmlns:a16="http://schemas.microsoft.com/office/drawing/2014/main" id="{D8F9924B-E65C-40E3-A1A8-DEC319C3F7AF}"/>
                </a:ext>
              </a:extLst>
            </p:cNvPr>
            <p:cNvSpPr>
              <a:spLocks noChangeShapeType="1"/>
            </p:cNvSpPr>
            <p:nvPr/>
          </p:nvSpPr>
          <p:spPr bwMode="auto">
            <a:xfrm flipV="1">
              <a:off x="2592" y="2061"/>
              <a:ext cx="0" cy="91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312" name="Line 56">
              <a:extLst>
                <a:ext uri="{FF2B5EF4-FFF2-40B4-BE49-F238E27FC236}">
                  <a16:creationId xmlns:a16="http://schemas.microsoft.com/office/drawing/2014/main" id="{E19B531E-C49C-46B4-9DDE-FEA2458C3494}"/>
                </a:ext>
              </a:extLst>
            </p:cNvPr>
            <p:cNvSpPr>
              <a:spLocks noChangeShapeType="1"/>
            </p:cNvSpPr>
            <p:nvPr/>
          </p:nvSpPr>
          <p:spPr bwMode="auto">
            <a:xfrm>
              <a:off x="2592" y="2061"/>
              <a:ext cx="76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313" name="Line 57">
              <a:extLst>
                <a:ext uri="{FF2B5EF4-FFF2-40B4-BE49-F238E27FC236}">
                  <a16:creationId xmlns:a16="http://schemas.microsoft.com/office/drawing/2014/main" id="{D0502D03-7A70-4570-94C9-7BE2C6BC7EA6}"/>
                </a:ext>
              </a:extLst>
            </p:cNvPr>
            <p:cNvSpPr>
              <a:spLocks noChangeShapeType="1"/>
            </p:cNvSpPr>
            <p:nvPr/>
          </p:nvSpPr>
          <p:spPr bwMode="auto">
            <a:xfrm>
              <a:off x="1968" y="2690"/>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314" name="Line 58">
              <a:extLst>
                <a:ext uri="{FF2B5EF4-FFF2-40B4-BE49-F238E27FC236}">
                  <a16:creationId xmlns:a16="http://schemas.microsoft.com/office/drawing/2014/main" id="{DDC9E522-D4AF-43CA-AF12-A374A3FC1E2F}"/>
                </a:ext>
              </a:extLst>
            </p:cNvPr>
            <p:cNvSpPr>
              <a:spLocks noChangeShapeType="1"/>
            </p:cNvSpPr>
            <p:nvPr/>
          </p:nvSpPr>
          <p:spPr bwMode="auto">
            <a:xfrm flipV="1">
              <a:off x="2736" y="2347"/>
              <a:ext cx="0" cy="34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315" name="Line 59">
              <a:extLst>
                <a:ext uri="{FF2B5EF4-FFF2-40B4-BE49-F238E27FC236}">
                  <a16:creationId xmlns:a16="http://schemas.microsoft.com/office/drawing/2014/main" id="{AD2BE331-F4AA-4A36-B1BE-52E6495CCDDA}"/>
                </a:ext>
              </a:extLst>
            </p:cNvPr>
            <p:cNvSpPr>
              <a:spLocks noChangeShapeType="1"/>
            </p:cNvSpPr>
            <p:nvPr/>
          </p:nvSpPr>
          <p:spPr bwMode="auto">
            <a:xfrm>
              <a:off x="2736" y="2347"/>
              <a:ext cx="62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80317" name="Rectangle 61">
            <a:extLst>
              <a:ext uri="{FF2B5EF4-FFF2-40B4-BE49-F238E27FC236}">
                <a16:creationId xmlns:a16="http://schemas.microsoft.com/office/drawing/2014/main" id="{C55E4532-5C32-4273-BB54-4768887FC0C5}"/>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5" name="Rectangle 5">
            <a:extLst>
              <a:ext uri="{FF2B5EF4-FFF2-40B4-BE49-F238E27FC236}">
                <a16:creationId xmlns:a16="http://schemas.microsoft.com/office/drawing/2014/main" id="{CB19E1F9-5FC4-4BDA-8E44-58B251601787}"/>
              </a:ext>
            </a:extLst>
          </p:cNvPr>
          <p:cNvSpPr>
            <a:spLocks noChangeArrowheads="1"/>
          </p:cNvSpPr>
          <p:nvPr/>
        </p:nvSpPr>
        <p:spPr bwMode="auto">
          <a:xfrm>
            <a:off x="468313" y="1185863"/>
            <a:ext cx="8207375" cy="519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a:t>
            </a:r>
            <a:r>
              <a:rPr lang="zh-CN" altLang="en-US">
                <a:solidFill>
                  <a:srgbClr val="006699"/>
                </a:solidFill>
              </a:rPr>
              <a:t>（</a:t>
            </a:r>
            <a:r>
              <a:rPr lang="en-US" altLang="zh-CN">
                <a:solidFill>
                  <a:srgbClr val="006699"/>
                </a:solidFill>
              </a:rPr>
              <a:t>2</a:t>
            </a:r>
            <a:r>
              <a:rPr lang="zh-CN" altLang="en-US">
                <a:solidFill>
                  <a:srgbClr val="006699"/>
                </a:solidFill>
              </a:rPr>
              <a:t>）</a:t>
            </a:r>
            <a:r>
              <a:rPr lang="zh-CN" altLang="en-US">
                <a:solidFill>
                  <a:srgbClr val="336699"/>
                </a:solidFill>
              </a:rPr>
              <a:t>稀疏索引</a:t>
            </a:r>
            <a:r>
              <a:rPr lang="en-US" altLang="zh-CN">
                <a:solidFill>
                  <a:srgbClr val="336699"/>
                </a:solidFill>
              </a:rPr>
              <a:t>(sparse index)</a:t>
            </a:r>
            <a:r>
              <a:rPr lang="en-US" altLang="zh-CN"/>
              <a:t> </a:t>
            </a:r>
            <a:r>
              <a:rPr lang="zh-CN" altLang="en-US">
                <a:solidFill>
                  <a:srgbClr val="336699"/>
                </a:solidFill>
              </a:rPr>
              <a:t>及其特征</a:t>
            </a:r>
          </a:p>
          <a:p>
            <a:pPr>
              <a:spcBef>
                <a:spcPct val="0"/>
              </a:spcBef>
            </a:pPr>
            <a:r>
              <a:rPr lang="zh-CN" altLang="en-US"/>
              <a:t>          </a:t>
            </a:r>
            <a:r>
              <a:rPr lang="en-US" altLang="zh-CN"/>
              <a:t>1</a:t>
            </a:r>
            <a:r>
              <a:rPr lang="zh-CN" altLang="en-US"/>
              <a:t>）所有数据记录按主键值顺序存放在若干个块中 。</a:t>
            </a:r>
          </a:p>
          <a:p>
            <a:pPr>
              <a:spcBef>
                <a:spcPct val="0"/>
              </a:spcBef>
            </a:pPr>
            <a:r>
              <a:rPr lang="zh-CN" altLang="en-US"/>
              <a:t>          </a:t>
            </a:r>
            <a:r>
              <a:rPr lang="en-US" altLang="zh-CN"/>
              <a:t>2</a:t>
            </a:r>
            <a:r>
              <a:rPr lang="zh-CN" altLang="en-US"/>
              <a:t>）每个块的最大主键值</a:t>
            </a:r>
            <a:r>
              <a:rPr lang="zh-CN" altLang="en-US">
                <a:solidFill>
                  <a:srgbClr val="006666"/>
                </a:solidFill>
              </a:rPr>
              <a:t>（即该块最后一个数据记录的主键值）</a:t>
            </a:r>
            <a:r>
              <a:rPr lang="zh-CN" altLang="en-US"/>
              <a:t>和该块的起始地址组成一个索引项 。</a:t>
            </a:r>
          </a:p>
          <a:p>
            <a:pPr>
              <a:spcBef>
                <a:spcPct val="0"/>
              </a:spcBef>
            </a:pPr>
            <a:r>
              <a:rPr lang="zh-CN" altLang="en-US"/>
              <a:t>          </a:t>
            </a:r>
            <a:r>
              <a:rPr lang="en-US" altLang="zh-CN"/>
              <a:t>3</a:t>
            </a:r>
            <a:r>
              <a:rPr lang="zh-CN" altLang="en-US"/>
              <a:t>）每个块中的索引项按主键值顺序排列组成索引表（由于是每个块只有一个索引项，索引项较少，所以称为稀疏索引）。</a:t>
            </a:r>
          </a:p>
        </p:txBody>
      </p:sp>
      <p:sp>
        <p:nvSpPr>
          <p:cNvPr id="481286" name="Rectangle 6">
            <a:extLst>
              <a:ext uri="{FF2B5EF4-FFF2-40B4-BE49-F238E27FC236}">
                <a16:creationId xmlns:a16="http://schemas.microsoft.com/office/drawing/2014/main" id="{262987FA-A8F1-42C8-A13E-13E0C967EDEF}"/>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1285">
                                            <p:txEl>
                                              <p:pRg st="0" end="0"/>
                                            </p:txEl>
                                          </p:spTgt>
                                        </p:tgtEl>
                                        <p:attrNameLst>
                                          <p:attrName>style.visibility</p:attrName>
                                        </p:attrNameLst>
                                      </p:cBhvr>
                                      <p:to>
                                        <p:strVal val="visible"/>
                                      </p:to>
                                    </p:set>
                                    <p:animEffect transition="in" filter="wipe(left)">
                                      <p:cBhvr>
                                        <p:cTn id="7" dur="1000"/>
                                        <p:tgtEl>
                                          <p:spTgt spid="481285">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481285">
                                            <p:txEl>
                                              <p:pRg st="1" end="1"/>
                                            </p:txEl>
                                          </p:spTgt>
                                        </p:tgtEl>
                                        <p:attrNameLst>
                                          <p:attrName>style.visibility</p:attrName>
                                        </p:attrNameLst>
                                      </p:cBhvr>
                                      <p:to>
                                        <p:strVal val="visible"/>
                                      </p:to>
                                    </p:set>
                                    <p:animEffect transition="in" filter="wipe(up)">
                                      <p:cBhvr>
                                        <p:cTn id="11" dur="2000"/>
                                        <p:tgtEl>
                                          <p:spTgt spid="481285">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481285">
                                            <p:txEl>
                                              <p:pRg st="2" end="2"/>
                                            </p:txEl>
                                          </p:spTgt>
                                        </p:tgtEl>
                                        <p:attrNameLst>
                                          <p:attrName>style.visibility</p:attrName>
                                        </p:attrNameLst>
                                      </p:cBhvr>
                                      <p:to>
                                        <p:strVal val="visible"/>
                                      </p:to>
                                    </p:set>
                                    <p:animEffect transition="in" filter="wipe(up)">
                                      <p:cBhvr>
                                        <p:cTn id="16" dur="2000"/>
                                        <p:tgtEl>
                                          <p:spTgt spid="481285">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481285">
                                            <p:txEl>
                                              <p:pRg st="3" end="3"/>
                                            </p:txEl>
                                          </p:spTgt>
                                        </p:tgtEl>
                                        <p:attrNameLst>
                                          <p:attrName>style.visibility</p:attrName>
                                        </p:attrNameLst>
                                      </p:cBhvr>
                                      <p:to>
                                        <p:strVal val="visible"/>
                                      </p:to>
                                    </p:set>
                                    <p:animEffect transition="in" filter="wipe(up)">
                                      <p:cBhvr>
                                        <p:cTn id="21" dur="2000"/>
                                        <p:tgtEl>
                                          <p:spTgt spid="48128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2364" name="Group 60">
            <a:extLst>
              <a:ext uri="{FF2B5EF4-FFF2-40B4-BE49-F238E27FC236}">
                <a16:creationId xmlns:a16="http://schemas.microsoft.com/office/drawing/2014/main" id="{397ADDF8-96D5-4D30-972C-A2D121099657}"/>
              </a:ext>
            </a:extLst>
          </p:cNvPr>
          <p:cNvGrpSpPr>
            <a:grpSpLocks/>
          </p:cNvGrpSpPr>
          <p:nvPr/>
        </p:nvGrpSpPr>
        <p:grpSpPr bwMode="auto">
          <a:xfrm>
            <a:off x="457200" y="963613"/>
            <a:ext cx="7924800" cy="5778500"/>
            <a:chOff x="288" y="607"/>
            <a:chExt cx="4992" cy="3640"/>
          </a:xfrm>
        </p:grpSpPr>
        <p:sp>
          <p:nvSpPr>
            <p:cNvPr id="482310" name="Text Box 6">
              <a:extLst>
                <a:ext uri="{FF2B5EF4-FFF2-40B4-BE49-F238E27FC236}">
                  <a16:creationId xmlns:a16="http://schemas.microsoft.com/office/drawing/2014/main" id="{6849AE59-85F1-46FA-837F-5F12631C94D4}"/>
                </a:ext>
              </a:extLst>
            </p:cNvPr>
            <p:cNvSpPr txBox="1">
              <a:spLocks noChangeArrowheads="1"/>
            </p:cNvSpPr>
            <p:nvPr/>
          </p:nvSpPr>
          <p:spPr bwMode="auto">
            <a:xfrm>
              <a:off x="576" y="1347"/>
              <a:ext cx="1584" cy="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t>　　</a:t>
              </a:r>
              <a:r>
                <a:rPr lang="zh-CN" altLang="en-US" sz="2200" b="1">
                  <a:ea typeface="黑体" panose="02010609060101010101" pitchFamily="49" charset="-122"/>
                </a:rPr>
                <a:t>索引表</a:t>
              </a:r>
            </a:p>
            <a:p>
              <a:pPr>
                <a:spcBef>
                  <a:spcPct val="50000"/>
                </a:spcBef>
              </a:pPr>
              <a:r>
                <a:rPr lang="zh-CN" altLang="en-US" sz="2200" b="1">
                  <a:ea typeface="黑体" panose="02010609060101010101" pitchFamily="49" charset="-122"/>
                </a:rPr>
                <a:t>主键</a:t>
              </a:r>
              <a:r>
                <a:rPr lang="zh-CN" altLang="en-US" sz="2000" b="1"/>
                <a:t>　　</a:t>
              </a:r>
              <a:r>
                <a:rPr lang="zh-CN" altLang="en-US" sz="2200" b="1">
                  <a:ea typeface="黑体" panose="02010609060101010101" pitchFamily="49" charset="-122"/>
                </a:rPr>
                <a:t>地址指针</a:t>
              </a:r>
            </a:p>
          </p:txBody>
        </p:sp>
        <p:sp>
          <p:nvSpPr>
            <p:cNvPr id="482311" name="Text Box 7">
              <a:extLst>
                <a:ext uri="{FF2B5EF4-FFF2-40B4-BE49-F238E27FC236}">
                  <a16:creationId xmlns:a16="http://schemas.microsoft.com/office/drawing/2014/main" id="{C7028227-11A1-40C7-A462-34B57BAF7171}"/>
                </a:ext>
              </a:extLst>
            </p:cNvPr>
            <p:cNvSpPr txBox="1">
              <a:spLocks noChangeArrowheads="1"/>
            </p:cNvSpPr>
            <p:nvPr/>
          </p:nvSpPr>
          <p:spPr bwMode="auto">
            <a:xfrm>
              <a:off x="1296" y="3939"/>
              <a:ext cx="330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600" b="1"/>
                <a:t>图</a:t>
              </a:r>
              <a:r>
                <a:rPr lang="en-US" altLang="zh-CN" sz="2600" b="1"/>
                <a:t>3.22   </a:t>
              </a:r>
              <a:r>
                <a:rPr lang="zh-CN" altLang="en-US" sz="2600" b="1"/>
                <a:t>学生关系的稀疏索引方式</a:t>
              </a:r>
            </a:p>
          </p:txBody>
        </p:sp>
        <p:sp>
          <p:nvSpPr>
            <p:cNvPr id="482312" name="Line 8">
              <a:extLst>
                <a:ext uri="{FF2B5EF4-FFF2-40B4-BE49-F238E27FC236}">
                  <a16:creationId xmlns:a16="http://schemas.microsoft.com/office/drawing/2014/main" id="{E7069CAB-F0FC-40FF-854B-B5E716054839}"/>
                </a:ext>
              </a:extLst>
            </p:cNvPr>
            <p:cNvSpPr>
              <a:spLocks noChangeShapeType="1"/>
            </p:cNvSpPr>
            <p:nvPr/>
          </p:nvSpPr>
          <p:spPr bwMode="auto">
            <a:xfrm>
              <a:off x="1824" y="2037"/>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13" name="Line 9">
              <a:extLst>
                <a:ext uri="{FF2B5EF4-FFF2-40B4-BE49-F238E27FC236}">
                  <a16:creationId xmlns:a16="http://schemas.microsoft.com/office/drawing/2014/main" id="{7752A9F3-0436-4F41-90E8-56041218C3BA}"/>
                </a:ext>
              </a:extLst>
            </p:cNvPr>
            <p:cNvSpPr>
              <a:spLocks noChangeShapeType="1"/>
            </p:cNvSpPr>
            <p:nvPr/>
          </p:nvSpPr>
          <p:spPr bwMode="auto">
            <a:xfrm flipV="1">
              <a:off x="2160" y="1248"/>
              <a:ext cx="0" cy="78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14" name="Line 10">
              <a:extLst>
                <a:ext uri="{FF2B5EF4-FFF2-40B4-BE49-F238E27FC236}">
                  <a16:creationId xmlns:a16="http://schemas.microsoft.com/office/drawing/2014/main" id="{9DE84C34-E704-4BD5-8031-E8356A326E1B}"/>
                </a:ext>
              </a:extLst>
            </p:cNvPr>
            <p:cNvSpPr>
              <a:spLocks noChangeShapeType="1"/>
            </p:cNvSpPr>
            <p:nvPr/>
          </p:nvSpPr>
          <p:spPr bwMode="auto">
            <a:xfrm>
              <a:off x="2160" y="1248"/>
              <a:ext cx="105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15" name="Line 11">
              <a:extLst>
                <a:ext uri="{FF2B5EF4-FFF2-40B4-BE49-F238E27FC236}">
                  <a16:creationId xmlns:a16="http://schemas.microsoft.com/office/drawing/2014/main" id="{323DA849-321E-48C5-B855-68FE36F9AE9A}"/>
                </a:ext>
              </a:extLst>
            </p:cNvPr>
            <p:cNvSpPr>
              <a:spLocks noChangeShapeType="1"/>
            </p:cNvSpPr>
            <p:nvPr/>
          </p:nvSpPr>
          <p:spPr bwMode="auto">
            <a:xfrm>
              <a:off x="1824" y="2333"/>
              <a:ext cx="52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16" name="Line 12">
              <a:extLst>
                <a:ext uri="{FF2B5EF4-FFF2-40B4-BE49-F238E27FC236}">
                  <a16:creationId xmlns:a16="http://schemas.microsoft.com/office/drawing/2014/main" id="{19347D06-7017-4765-BCE0-517EA24388D9}"/>
                </a:ext>
              </a:extLst>
            </p:cNvPr>
            <p:cNvSpPr>
              <a:spLocks noChangeShapeType="1"/>
            </p:cNvSpPr>
            <p:nvPr/>
          </p:nvSpPr>
          <p:spPr bwMode="auto">
            <a:xfrm flipV="1">
              <a:off x="2352" y="2135"/>
              <a:ext cx="0" cy="1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17" name="Line 13">
              <a:extLst>
                <a:ext uri="{FF2B5EF4-FFF2-40B4-BE49-F238E27FC236}">
                  <a16:creationId xmlns:a16="http://schemas.microsoft.com/office/drawing/2014/main" id="{1D5ABEC9-F7B0-4222-A4C1-A6E7FDB987D1}"/>
                </a:ext>
              </a:extLst>
            </p:cNvPr>
            <p:cNvSpPr>
              <a:spLocks noChangeShapeType="1"/>
            </p:cNvSpPr>
            <p:nvPr/>
          </p:nvSpPr>
          <p:spPr bwMode="auto">
            <a:xfrm>
              <a:off x="2352" y="2135"/>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18" name="Line 14">
              <a:extLst>
                <a:ext uri="{FF2B5EF4-FFF2-40B4-BE49-F238E27FC236}">
                  <a16:creationId xmlns:a16="http://schemas.microsoft.com/office/drawing/2014/main" id="{4C41C8C3-66E9-4A25-8B4C-D80B63EB2732}"/>
                </a:ext>
              </a:extLst>
            </p:cNvPr>
            <p:cNvSpPr>
              <a:spLocks noChangeShapeType="1"/>
            </p:cNvSpPr>
            <p:nvPr/>
          </p:nvSpPr>
          <p:spPr bwMode="auto">
            <a:xfrm>
              <a:off x="1824" y="2628"/>
              <a:ext cx="67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19" name="Line 15">
              <a:extLst>
                <a:ext uri="{FF2B5EF4-FFF2-40B4-BE49-F238E27FC236}">
                  <a16:creationId xmlns:a16="http://schemas.microsoft.com/office/drawing/2014/main" id="{72B28F95-410F-4C91-8678-A88C7611D38B}"/>
                </a:ext>
              </a:extLst>
            </p:cNvPr>
            <p:cNvSpPr>
              <a:spLocks noChangeShapeType="1"/>
            </p:cNvSpPr>
            <p:nvPr/>
          </p:nvSpPr>
          <p:spPr bwMode="auto">
            <a:xfrm>
              <a:off x="2496" y="2628"/>
              <a:ext cx="0" cy="4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20" name="Line 16">
              <a:extLst>
                <a:ext uri="{FF2B5EF4-FFF2-40B4-BE49-F238E27FC236}">
                  <a16:creationId xmlns:a16="http://schemas.microsoft.com/office/drawing/2014/main" id="{A7B45CB6-03B8-460F-8BAF-91015EC403CA}"/>
                </a:ext>
              </a:extLst>
            </p:cNvPr>
            <p:cNvSpPr>
              <a:spLocks noChangeShapeType="1"/>
            </p:cNvSpPr>
            <p:nvPr/>
          </p:nvSpPr>
          <p:spPr bwMode="auto">
            <a:xfrm>
              <a:off x="2496" y="3072"/>
              <a:ext cx="72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2321" name="Group 17">
              <a:extLst>
                <a:ext uri="{FF2B5EF4-FFF2-40B4-BE49-F238E27FC236}">
                  <a16:creationId xmlns:a16="http://schemas.microsoft.com/office/drawing/2014/main" id="{77D449F4-DBAF-470A-AC54-000A06AAF3E1}"/>
                </a:ext>
              </a:extLst>
            </p:cNvPr>
            <p:cNvGrpSpPr>
              <a:grpSpLocks/>
            </p:cNvGrpSpPr>
            <p:nvPr/>
          </p:nvGrpSpPr>
          <p:grpSpPr bwMode="auto">
            <a:xfrm>
              <a:off x="432" y="1889"/>
              <a:ext cx="1584" cy="1084"/>
              <a:chOff x="432" y="1632"/>
              <a:chExt cx="1584" cy="1056"/>
            </a:xfrm>
          </p:grpSpPr>
          <p:sp>
            <p:nvSpPr>
              <p:cNvPr id="482322" name="Line 18">
                <a:extLst>
                  <a:ext uri="{FF2B5EF4-FFF2-40B4-BE49-F238E27FC236}">
                    <a16:creationId xmlns:a16="http://schemas.microsoft.com/office/drawing/2014/main" id="{7B44FE20-0AD4-4FF7-A4A9-0489B5A0893A}"/>
                  </a:ext>
                </a:extLst>
              </p:cNvPr>
              <p:cNvSpPr>
                <a:spLocks noChangeShapeType="1"/>
              </p:cNvSpPr>
              <p:nvPr/>
            </p:nvSpPr>
            <p:spPr bwMode="auto">
              <a:xfrm>
                <a:off x="432" y="1632"/>
                <a:ext cx="1584"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82323" name="Line 19">
                <a:extLst>
                  <a:ext uri="{FF2B5EF4-FFF2-40B4-BE49-F238E27FC236}">
                    <a16:creationId xmlns:a16="http://schemas.microsoft.com/office/drawing/2014/main" id="{C15473B4-8D81-4234-B6AE-613E55F8341F}"/>
                  </a:ext>
                </a:extLst>
              </p:cNvPr>
              <p:cNvSpPr>
                <a:spLocks noChangeShapeType="1"/>
              </p:cNvSpPr>
              <p:nvPr/>
            </p:nvSpPr>
            <p:spPr bwMode="auto">
              <a:xfrm>
                <a:off x="432" y="2448"/>
                <a:ext cx="15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82324" name="Line 20">
                <a:extLst>
                  <a:ext uri="{FF2B5EF4-FFF2-40B4-BE49-F238E27FC236}">
                    <a16:creationId xmlns:a16="http://schemas.microsoft.com/office/drawing/2014/main" id="{19877E7F-1CF0-46DA-81EB-6E891183E6B8}"/>
                  </a:ext>
                </a:extLst>
              </p:cNvPr>
              <p:cNvSpPr>
                <a:spLocks noChangeShapeType="1"/>
              </p:cNvSpPr>
              <p:nvPr/>
            </p:nvSpPr>
            <p:spPr bwMode="auto">
              <a:xfrm>
                <a:off x="432" y="2170"/>
                <a:ext cx="15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25" name="Line 21">
                <a:extLst>
                  <a:ext uri="{FF2B5EF4-FFF2-40B4-BE49-F238E27FC236}">
                    <a16:creationId xmlns:a16="http://schemas.microsoft.com/office/drawing/2014/main" id="{29BFFAAE-C9BC-4CEB-B997-DF244B14B0B8}"/>
                  </a:ext>
                </a:extLst>
              </p:cNvPr>
              <p:cNvSpPr>
                <a:spLocks noChangeShapeType="1"/>
              </p:cNvSpPr>
              <p:nvPr/>
            </p:nvSpPr>
            <p:spPr bwMode="auto">
              <a:xfrm>
                <a:off x="432" y="1901"/>
                <a:ext cx="15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26" name="Line 22">
                <a:extLst>
                  <a:ext uri="{FF2B5EF4-FFF2-40B4-BE49-F238E27FC236}">
                    <a16:creationId xmlns:a16="http://schemas.microsoft.com/office/drawing/2014/main" id="{085654E0-D13B-4AD7-A9C6-BDAF2B475642}"/>
                  </a:ext>
                </a:extLst>
              </p:cNvPr>
              <p:cNvSpPr>
                <a:spLocks noChangeShapeType="1"/>
              </p:cNvSpPr>
              <p:nvPr/>
            </p:nvSpPr>
            <p:spPr bwMode="auto">
              <a:xfrm>
                <a:off x="432" y="1632"/>
                <a:ext cx="0" cy="10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27" name="Line 23">
                <a:extLst>
                  <a:ext uri="{FF2B5EF4-FFF2-40B4-BE49-F238E27FC236}">
                    <a16:creationId xmlns:a16="http://schemas.microsoft.com/office/drawing/2014/main" id="{6223C8B4-E2D6-46F2-8853-530365ABA2E1}"/>
                  </a:ext>
                </a:extLst>
              </p:cNvPr>
              <p:cNvSpPr>
                <a:spLocks noChangeShapeType="1"/>
              </p:cNvSpPr>
              <p:nvPr/>
            </p:nvSpPr>
            <p:spPr bwMode="auto">
              <a:xfrm>
                <a:off x="1440" y="1632"/>
                <a:ext cx="0" cy="10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28" name="Line 24">
                <a:extLst>
                  <a:ext uri="{FF2B5EF4-FFF2-40B4-BE49-F238E27FC236}">
                    <a16:creationId xmlns:a16="http://schemas.microsoft.com/office/drawing/2014/main" id="{7504C8C1-10B8-48B5-8ED6-CF32F7106125}"/>
                  </a:ext>
                </a:extLst>
              </p:cNvPr>
              <p:cNvSpPr>
                <a:spLocks noChangeShapeType="1"/>
              </p:cNvSpPr>
              <p:nvPr/>
            </p:nvSpPr>
            <p:spPr bwMode="auto">
              <a:xfrm>
                <a:off x="2016" y="1632"/>
                <a:ext cx="0" cy="10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29" name="Line 25">
                <a:extLst>
                  <a:ext uri="{FF2B5EF4-FFF2-40B4-BE49-F238E27FC236}">
                    <a16:creationId xmlns:a16="http://schemas.microsoft.com/office/drawing/2014/main" id="{E2A10FFA-5ED7-416B-B2A6-D8C06D65963A}"/>
                  </a:ext>
                </a:extLst>
              </p:cNvPr>
              <p:cNvSpPr>
                <a:spLocks noChangeShapeType="1"/>
              </p:cNvSpPr>
              <p:nvPr/>
            </p:nvSpPr>
            <p:spPr bwMode="auto">
              <a:xfrm>
                <a:off x="480" y="2688"/>
                <a:ext cx="15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30" name="Rectangle 26">
                <a:extLst>
                  <a:ext uri="{FF2B5EF4-FFF2-40B4-BE49-F238E27FC236}">
                    <a16:creationId xmlns:a16="http://schemas.microsoft.com/office/drawing/2014/main" id="{7FCAC5AA-34AE-4C26-B7B0-F201ED36C5A2}"/>
                  </a:ext>
                </a:extLst>
              </p:cNvPr>
              <p:cNvSpPr>
                <a:spLocks noChangeArrowheads="1"/>
              </p:cNvSpPr>
              <p:nvPr/>
            </p:nvSpPr>
            <p:spPr bwMode="auto">
              <a:xfrm>
                <a:off x="480" y="2256"/>
                <a:ext cx="13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2000" b="0"/>
                  <a:t>200403003</a:t>
                </a:r>
                <a:r>
                  <a:rPr lang="en-US" altLang="zh-CN" sz="1800" b="0"/>
                  <a:t>          o</a:t>
                </a:r>
              </a:p>
            </p:txBody>
          </p:sp>
          <p:sp>
            <p:nvSpPr>
              <p:cNvPr id="482331" name="Rectangle 27">
                <a:extLst>
                  <a:ext uri="{FF2B5EF4-FFF2-40B4-BE49-F238E27FC236}">
                    <a16:creationId xmlns:a16="http://schemas.microsoft.com/office/drawing/2014/main" id="{5737D6E2-493F-4F00-B31E-FDAAA5B3ECE7}"/>
                  </a:ext>
                </a:extLst>
              </p:cNvPr>
              <p:cNvSpPr>
                <a:spLocks noChangeArrowheads="1"/>
              </p:cNvSpPr>
              <p:nvPr/>
            </p:nvSpPr>
            <p:spPr bwMode="auto">
              <a:xfrm>
                <a:off x="480" y="1968"/>
                <a:ext cx="14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800"/>
                  <a:t> </a:t>
                </a:r>
                <a:r>
                  <a:rPr lang="en-US" altLang="zh-CN" sz="2000" b="0"/>
                  <a:t>200402003</a:t>
                </a:r>
                <a:r>
                  <a:rPr lang="en-US" altLang="zh-CN" sz="1800" b="0"/>
                  <a:t>          o</a:t>
                </a:r>
              </a:p>
            </p:txBody>
          </p:sp>
          <p:sp>
            <p:nvSpPr>
              <p:cNvPr id="482332" name="Rectangle 28">
                <a:extLst>
                  <a:ext uri="{FF2B5EF4-FFF2-40B4-BE49-F238E27FC236}">
                    <a16:creationId xmlns:a16="http://schemas.microsoft.com/office/drawing/2014/main" id="{FA49ABF6-7145-4E59-B5E3-5BDC8D222ACE}"/>
                  </a:ext>
                </a:extLst>
              </p:cNvPr>
              <p:cNvSpPr>
                <a:spLocks noChangeArrowheads="1"/>
              </p:cNvSpPr>
              <p:nvPr/>
            </p:nvSpPr>
            <p:spPr bwMode="auto">
              <a:xfrm>
                <a:off x="480" y="1680"/>
                <a:ext cx="153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eaLnBrk="0" hangingPunct="0"/>
                <a:r>
                  <a:rPr lang="en-US" altLang="zh-CN" sz="2000" b="1">
                    <a:effectLst>
                      <a:outerShdw blurRad="38100" dist="38100" dir="2700000" algn="tl">
                        <a:srgbClr val="C0C0C0"/>
                      </a:outerShdw>
                    </a:effectLst>
                    <a:latin typeface="宋体" panose="02010600030101010101" pitchFamily="2" charset="-122"/>
                    <a:ea typeface="楷体_GB2312" pitchFamily="49" charset="-122"/>
                  </a:rPr>
                  <a:t>200401003       o</a:t>
                </a:r>
              </a:p>
            </p:txBody>
          </p:sp>
          <p:sp>
            <p:nvSpPr>
              <p:cNvPr id="482333" name="Rectangle 29">
                <a:extLst>
                  <a:ext uri="{FF2B5EF4-FFF2-40B4-BE49-F238E27FC236}">
                    <a16:creationId xmlns:a16="http://schemas.microsoft.com/office/drawing/2014/main" id="{83BAC76D-C637-4BCB-BCE0-569BAEE1E0DD}"/>
                  </a:ext>
                </a:extLst>
              </p:cNvPr>
              <p:cNvSpPr>
                <a:spLocks noChangeArrowheads="1"/>
              </p:cNvSpPr>
              <p:nvPr/>
            </p:nvSpPr>
            <p:spPr bwMode="auto">
              <a:xfrm>
                <a:off x="432" y="2448"/>
                <a:ext cx="144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00000"/>
                  </a:lnSpc>
                  <a:spcBef>
                    <a:spcPct val="0"/>
                  </a:spcBef>
                </a:pPr>
                <a:r>
                  <a:rPr lang="zh-CN" altLang="en-US" sz="1800">
                    <a:latin typeface="宋体" panose="02010600030101010101" pitchFamily="2" charset="-122"/>
                  </a:rPr>
                  <a:t>      </a:t>
                </a:r>
                <a:r>
                  <a:rPr lang="en-US" altLang="zh-CN" sz="1800">
                    <a:latin typeface="Arial" panose="020B0604020202020204" pitchFamily="34" charset="0"/>
                    <a:ea typeface="黑体" panose="02010609060101010101" pitchFamily="49" charset="-122"/>
                  </a:rPr>
                  <a:t>…</a:t>
                </a:r>
                <a:r>
                  <a:rPr lang="en-US" altLang="zh-CN" sz="1800"/>
                  <a:t>              </a:t>
                </a:r>
                <a:r>
                  <a:rPr lang="en-US" altLang="zh-CN" sz="1800">
                    <a:latin typeface="Arial" panose="020B0604020202020204" pitchFamily="34" charset="0"/>
                    <a:ea typeface="黑体" panose="02010609060101010101" pitchFamily="49" charset="-122"/>
                  </a:rPr>
                  <a:t>…</a:t>
                </a:r>
                <a:r>
                  <a:rPr lang="en-US" altLang="zh-CN" sz="1800"/>
                  <a:t> </a:t>
                </a:r>
              </a:p>
            </p:txBody>
          </p:sp>
        </p:grpSp>
        <p:sp>
          <p:nvSpPr>
            <p:cNvPr id="482334" name="Text Box 30">
              <a:extLst>
                <a:ext uri="{FF2B5EF4-FFF2-40B4-BE49-F238E27FC236}">
                  <a16:creationId xmlns:a16="http://schemas.microsoft.com/office/drawing/2014/main" id="{3E801DAC-DFE9-47A0-8D6C-406B21B3D66C}"/>
                </a:ext>
              </a:extLst>
            </p:cNvPr>
            <p:cNvSpPr txBox="1">
              <a:spLocks noChangeArrowheads="1"/>
            </p:cNvSpPr>
            <p:nvPr/>
          </p:nvSpPr>
          <p:spPr bwMode="auto">
            <a:xfrm>
              <a:off x="3600" y="903"/>
              <a:ext cx="14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en-US" sz="2000"/>
            </a:p>
          </p:txBody>
        </p:sp>
        <p:sp>
          <p:nvSpPr>
            <p:cNvPr id="482335" name="Rectangle 31">
              <a:extLst>
                <a:ext uri="{FF2B5EF4-FFF2-40B4-BE49-F238E27FC236}">
                  <a16:creationId xmlns:a16="http://schemas.microsoft.com/office/drawing/2014/main" id="{D8F0F8A8-58A1-4B0F-8B4B-C9910193BBC0}"/>
                </a:ext>
              </a:extLst>
            </p:cNvPr>
            <p:cNvSpPr>
              <a:spLocks noChangeArrowheads="1"/>
            </p:cNvSpPr>
            <p:nvPr/>
          </p:nvSpPr>
          <p:spPr bwMode="auto">
            <a:xfrm>
              <a:off x="3216" y="1396"/>
              <a:ext cx="2064" cy="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800"/>
                <a:t> </a:t>
              </a:r>
              <a:r>
                <a:rPr lang="en-US" altLang="zh-CN" sz="2000" b="0"/>
                <a:t>200401002   </a:t>
              </a:r>
              <a:r>
                <a:rPr lang="zh-CN" altLang="en-US" sz="2000">
                  <a:latin typeface="宋体" panose="02010600030101010101" pitchFamily="2" charset="-122"/>
                </a:rPr>
                <a:t>李建平 </a:t>
              </a:r>
              <a:r>
                <a:rPr lang="zh-CN" altLang="en-US" sz="1800"/>
                <a:t>    </a:t>
              </a:r>
              <a:r>
                <a:rPr lang="en-US" altLang="zh-CN" sz="1800">
                  <a:latin typeface="Arial" panose="020B0604020202020204" pitchFamily="34" charset="0"/>
                </a:rPr>
                <a:t>…</a:t>
              </a:r>
              <a:r>
                <a:rPr lang="en-US" altLang="zh-CN" sz="1800"/>
                <a:t> </a:t>
              </a:r>
            </a:p>
          </p:txBody>
        </p:sp>
        <p:sp>
          <p:nvSpPr>
            <p:cNvPr id="482336" name="Rectangle 32">
              <a:extLst>
                <a:ext uri="{FF2B5EF4-FFF2-40B4-BE49-F238E27FC236}">
                  <a16:creationId xmlns:a16="http://schemas.microsoft.com/office/drawing/2014/main" id="{98502477-E789-41DA-8C19-2E8939271F15}"/>
                </a:ext>
              </a:extLst>
            </p:cNvPr>
            <p:cNvSpPr>
              <a:spLocks noChangeArrowheads="1"/>
            </p:cNvSpPr>
            <p:nvPr/>
          </p:nvSpPr>
          <p:spPr bwMode="auto">
            <a:xfrm>
              <a:off x="3162" y="1051"/>
              <a:ext cx="2064" cy="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eaLnBrk="0" hangingPunct="0"/>
              <a:r>
                <a:rPr lang="zh-CN" altLang="en-US" sz="2000">
                  <a:latin typeface="Times New Roman" panose="02020603050405020304" pitchFamily="18" charset="0"/>
                </a:rPr>
                <a:t>  </a:t>
              </a:r>
              <a:r>
                <a:rPr lang="en-US" altLang="zh-CN" sz="2000" b="1">
                  <a:effectLst>
                    <a:outerShdw blurRad="38100" dist="38100" dir="2700000" algn="tl">
                      <a:srgbClr val="C0C0C0"/>
                    </a:outerShdw>
                  </a:effectLst>
                  <a:latin typeface="宋体" panose="02010600030101010101" pitchFamily="2" charset="-122"/>
                  <a:ea typeface="楷体_GB2312" pitchFamily="49" charset="-122"/>
                </a:rPr>
                <a:t>200401001  </a:t>
              </a:r>
              <a:r>
                <a:rPr lang="zh-CN" altLang="en-US" sz="2000" b="1">
                  <a:effectLst>
                    <a:outerShdw blurRad="38100" dist="38100" dir="2700000" algn="tl">
                      <a:srgbClr val="C0C0C0"/>
                    </a:outerShdw>
                  </a:effectLst>
                  <a:latin typeface="宋体" panose="02010600030101010101" pitchFamily="2" charset="-122"/>
                  <a:ea typeface="楷体_GB2312" pitchFamily="49" charset="-122"/>
                </a:rPr>
                <a:t>张 华    </a:t>
              </a:r>
              <a:r>
                <a:rPr lang="en-US" altLang="zh-CN" sz="2000" b="1">
                  <a:effectLst>
                    <a:outerShdw blurRad="38100" dist="38100" dir="2700000" algn="tl">
                      <a:srgbClr val="C0C0C0"/>
                    </a:outerShdw>
                  </a:effectLst>
                  <a:ea typeface="楷体_GB2312" pitchFamily="49" charset="-122"/>
                </a:rPr>
                <a:t>…</a:t>
              </a:r>
              <a:r>
                <a:rPr lang="en-US" altLang="zh-CN" sz="2000" b="1">
                  <a:effectLst>
                    <a:outerShdw blurRad="38100" dist="38100" dir="2700000" algn="tl">
                      <a:srgbClr val="C0C0C0"/>
                    </a:outerShdw>
                  </a:effectLst>
                  <a:latin typeface="宋体" panose="02010600030101010101" pitchFamily="2" charset="-122"/>
                  <a:ea typeface="楷体_GB2312" pitchFamily="49" charset="-122"/>
                </a:rPr>
                <a:t> </a:t>
              </a:r>
            </a:p>
          </p:txBody>
        </p:sp>
        <p:sp>
          <p:nvSpPr>
            <p:cNvPr id="482337" name="Text Box 33">
              <a:extLst>
                <a:ext uri="{FF2B5EF4-FFF2-40B4-BE49-F238E27FC236}">
                  <a16:creationId xmlns:a16="http://schemas.microsoft.com/office/drawing/2014/main" id="{0A7ADACA-8751-4773-8B8A-CEFC8D180BEE}"/>
                </a:ext>
              </a:extLst>
            </p:cNvPr>
            <p:cNvSpPr txBox="1">
              <a:spLocks noChangeArrowheads="1"/>
            </p:cNvSpPr>
            <p:nvPr/>
          </p:nvSpPr>
          <p:spPr bwMode="auto">
            <a:xfrm>
              <a:off x="3408" y="703"/>
              <a:ext cx="1776"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200" b="1"/>
                <a:t>数据区</a:t>
              </a:r>
              <a:r>
                <a:rPr lang="en-US" altLang="zh-CN" sz="2200" b="1"/>
                <a:t>(</a:t>
              </a:r>
              <a:r>
                <a:rPr lang="zh-CN" altLang="en-US" sz="2200" b="1"/>
                <a:t>学生关系</a:t>
              </a:r>
              <a:r>
                <a:rPr lang="en-US" altLang="zh-CN" sz="2200" b="1"/>
                <a:t>S</a:t>
              </a:r>
              <a:r>
                <a:rPr lang="zh-CN" altLang="en-US" sz="2200" b="1"/>
                <a:t>）</a:t>
              </a:r>
            </a:p>
          </p:txBody>
        </p:sp>
        <p:sp>
          <p:nvSpPr>
            <p:cNvPr id="482338" name="Line 34">
              <a:extLst>
                <a:ext uri="{FF2B5EF4-FFF2-40B4-BE49-F238E27FC236}">
                  <a16:creationId xmlns:a16="http://schemas.microsoft.com/office/drawing/2014/main" id="{84E4DEDA-2DC5-42E6-A73C-4355FC94803E}"/>
                </a:ext>
              </a:extLst>
            </p:cNvPr>
            <p:cNvSpPr>
              <a:spLocks noChangeShapeType="1"/>
            </p:cNvSpPr>
            <p:nvPr/>
          </p:nvSpPr>
          <p:spPr bwMode="auto">
            <a:xfrm>
              <a:off x="3216" y="997"/>
              <a:ext cx="192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82339" name="Line 35">
              <a:extLst>
                <a:ext uri="{FF2B5EF4-FFF2-40B4-BE49-F238E27FC236}">
                  <a16:creationId xmlns:a16="http://schemas.microsoft.com/office/drawing/2014/main" id="{053BBE03-D76B-4341-B9EC-A62B61A81AF3}"/>
                </a:ext>
              </a:extLst>
            </p:cNvPr>
            <p:cNvSpPr>
              <a:spLocks noChangeShapeType="1"/>
            </p:cNvSpPr>
            <p:nvPr/>
          </p:nvSpPr>
          <p:spPr bwMode="auto">
            <a:xfrm>
              <a:off x="3216" y="2626"/>
              <a:ext cx="19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82340" name="Line 36">
              <a:extLst>
                <a:ext uri="{FF2B5EF4-FFF2-40B4-BE49-F238E27FC236}">
                  <a16:creationId xmlns:a16="http://schemas.microsoft.com/office/drawing/2014/main" id="{73592012-AE79-43CA-84CA-FF3607010EAC}"/>
                </a:ext>
              </a:extLst>
            </p:cNvPr>
            <p:cNvSpPr>
              <a:spLocks noChangeShapeType="1"/>
            </p:cNvSpPr>
            <p:nvPr/>
          </p:nvSpPr>
          <p:spPr bwMode="auto">
            <a:xfrm>
              <a:off x="3216" y="1974"/>
              <a:ext cx="19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482341" name="Line 37">
              <a:extLst>
                <a:ext uri="{FF2B5EF4-FFF2-40B4-BE49-F238E27FC236}">
                  <a16:creationId xmlns:a16="http://schemas.microsoft.com/office/drawing/2014/main" id="{1CE7480B-FAAE-43E9-991F-7DADCA477ED8}"/>
                </a:ext>
              </a:extLst>
            </p:cNvPr>
            <p:cNvSpPr>
              <a:spLocks noChangeShapeType="1"/>
            </p:cNvSpPr>
            <p:nvPr/>
          </p:nvSpPr>
          <p:spPr bwMode="auto">
            <a:xfrm>
              <a:off x="3216" y="2300"/>
              <a:ext cx="19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42" name="Line 38">
              <a:extLst>
                <a:ext uri="{FF2B5EF4-FFF2-40B4-BE49-F238E27FC236}">
                  <a16:creationId xmlns:a16="http://schemas.microsoft.com/office/drawing/2014/main" id="{D8C38C81-21A1-4349-8956-B72343815C45}"/>
                </a:ext>
              </a:extLst>
            </p:cNvPr>
            <p:cNvSpPr>
              <a:spLocks noChangeShapeType="1"/>
            </p:cNvSpPr>
            <p:nvPr/>
          </p:nvSpPr>
          <p:spPr bwMode="auto">
            <a:xfrm>
              <a:off x="3216" y="1649"/>
              <a:ext cx="19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43" name="Line 39">
              <a:extLst>
                <a:ext uri="{FF2B5EF4-FFF2-40B4-BE49-F238E27FC236}">
                  <a16:creationId xmlns:a16="http://schemas.microsoft.com/office/drawing/2014/main" id="{E8CFFABC-2BA8-47E1-A6F7-D60A20F27721}"/>
                </a:ext>
              </a:extLst>
            </p:cNvPr>
            <p:cNvSpPr>
              <a:spLocks noChangeShapeType="1"/>
            </p:cNvSpPr>
            <p:nvPr/>
          </p:nvSpPr>
          <p:spPr bwMode="auto">
            <a:xfrm>
              <a:off x="3216" y="1322"/>
              <a:ext cx="19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44" name="Line 40">
              <a:extLst>
                <a:ext uri="{FF2B5EF4-FFF2-40B4-BE49-F238E27FC236}">
                  <a16:creationId xmlns:a16="http://schemas.microsoft.com/office/drawing/2014/main" id="{ED7A8D0B-98E4-4296-92FC-29EF7644DFFD}"/>
                </a:ext>
              </a:extLst>
            </p:cNvPr>
            <p:cNvSpPr>
              <a:spLocks noChangeShapeType="1"/>
            </p:cNvSpPr>
            <p:nvPr/>
          </p:nvSpPr>
          <p:spPr bwMode="auto">
            <a:xfrm>
              <a:off x="3216" y="997"/>
              <a:ext cx="0" cy="281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45" name="Line 41">
              <a:extLst>
                <a:ext uri="{FF2B5EF4-FFF2-40B4-BE49-F238E27FC236}">
                  <a16:creationId xmlns:a16="http://schemas.microsoft.com/office/drawing/2014/main" id="{A09407CD-C33F-4FFC-A010-DDD129EC7E46}"/>
                </a:ext>
              </a:extLst>
            </p:cNvPr>
            <p:cNvSpPr>
              <a:spLocks noChangeShapeType="1"/>
            </p:cNvSpPr>
            <p:nvPr/>
          </p:nvSpPr>
          <p:spPr bwMode="auto">
            <a:xfrm>
              <a:off x="4128" y="997"/>
              <a:ext cx="0" cy="281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46" name="Line 42">
              <a:extLst>
                <a:ext uri="{FF2B5EF4-FFF2-40B4-BE49-F238E27FC236}">
                  <a16:creationId xmlns:a16="http://schemas.microsoft.com/office/drawing/2014/main" id="{0B06AD18-72CE-4ACB-8581-0CF32648BA6B}"/>
                </a:ext>
              </a:extLst>
            </p:cNvPr>
            <p:cNvSpPr>
              <a:spLocks noChangeShapeType="1"/>
            </p:cNvSpPr>
            <p:nvPr/>
          </p:nvSpPr>
          <p:spPr bwMode="auto">
            <a:xfrm>
              <a:off x="4752" y="997"/>
              <a:ext cx="0" cy="281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47" name="Line 43">
              <a:extLst>
                <a:ext uri="{FF2B5EF4-FFF2-40B4-BE49-F238E27FC236}">
                  <a16:creationId xmlns:a16="http://schemas.microsoft.com/office/drawing/2014/main" id="{582FAAFF-F051-4311-B59A-0093382D0E44}"/>
                </a:ext>
              </a:extLst>
            </p:cNvPr>
            <p:cNvSpPr>
              <a:spLocks noChangeShapeType="1"/>
            </p:cNvSpPr>
            <p:nvPr/>
          </p:nvSpPr>
          <p:spPr bwMode="auto">
            <a:xfrm>
              <a:off x="3216" y="3812"/>
              <a:ext cx="19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48" name="Rectangle 44">
              <a:extLst>
                <a:ext uri="{FF2B5EF4-FFF2-40B4-BE49-F238E27FC236}">
                  <a16:creationId xmlns:a16="http://schemas.microsoft.com/office/drawing/2014/main" id="{13D842C1-6BF3-4EA0-839B-45FD7FEFBD75}"/>
                </a:ext>
              </a:extLst>
            </p:cNvPr>
            <p:cNvSpPr>
              <a:spLocks noChangeArrowheads="1"/>
            </p:cNvSpPr>
            <p:nvPr/>
          </p:nvSpPr>
          <p:spPr bwMode="auto">
            <a:xfrm>
              <a:off x="3216" y="2382"/>
              <a:ext cx="1968"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800"/>
                <a:t> </a:t>
              </a:r>
              <a:r>
                <a:rPr lang="en-US" altLang="zh-CN" sz="2000" b="0"/>
                <a:t>200402002   </a:t>
              </a:r>
              <a:r>
                <a:rPr lang="zh-CN" altLang="en-US" sz="2000">
                  <a:latin typeface="宋体" panose="02010600030101010101" pitchFamily="2" charset="-122"/>
                </a:rPr>
                <a:t>吴志伟 </a:t>
              </a:r>
              <a:r>
                <a:rPr lang="zh-CN" altLang="en-US" sz="1800"/>
                <a:t>    </a:t>
              </a:r>
              <a:r>
                <a:rPr lang="en-US" altLang="zh-CN" sz="1800">
                  <a:latin typeface="Arial" panose="020B0604020202020204" pitchFamily="34" charset="0"/>
                </a:rPr>
                <a:t>…</a:t>
              </a:r>
              <a:r>
                <a:rPr lang="en-US" altLang="zh-CN" sz="1800"/>
                <a:t> </a:t>
              </a:r>
            </a:p>
          </p:txBody>
        </p:sp>
        <p:sp>
          <p:nvSpPr>
            <p:cNvPr id="482349" name="Rectangle 45">
              <a:extLst>
                <a:ext uri="{FF2B5EF4-FFF2-40B4-BE49-F238E27FC236}">
                  <a16:creationId xmlns:a16="http://schemas.microsoft.com/office/drawing/2014/main" id="{CFA5C67C-A1E5-4E1B-ABA1-8D93E5385817}"/>
                </a:ext>
              </a:extLst>
            </p:cNvPr>
            <p:cNvSpPr>
              <a:spLocks noChangeArrowheads="1"/>
            </p:cNvSpPr>
            <p:nvPr/>
          </p:nvSpPr>
          <p:spPr bwMode="auto">
            <a:xfrm>
              <a:off x="3216" y="1692"/>
              <a:ext cx="20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800"/>
                <a:t> </a:t>
              </a:r>
              <a:r>
                <a:rPr lang="en-US" altLang="zh-CN" sz="2000" b="0"/>
                <a:t>200401003   </a:t>
              </a:r>
              <a:r>
                <a:rPr lang="zh-CN" altLang="en-US" sz="2000">
                  <a:latin typeface="宋体" panose="02010600030101010101" pitchFamily="2" charset="-122"/>
                </a:rPr>
                <a:t>王丽丽 </a:t>
              </a:r>
              <a:r>
                <a:rPr lang="zh-CN" altLang="en-US" sz="1800"/>
                <a:t>    </a:t>
              </a:r>
              <a:r>
                <a:rPr lang="en-US" altLang="zh-CN" sz="1800">
                  <a:latin typeface="Arial" panose="020B0604020202020204" pitchFamily="34" charset="0"/>
                </a:rPr>
                <a:t>…</a:t>
              </a:r>
              <a:r>
                <a:rPr lang="en-US" altLang="zh-CN" sz="1800"/>
                <a:t> </a:t>
              </a:r>
            </a:p>
          </p:txBody>
        </p:sp>
        <p:sp>
          <p:nvSpPr>
            <p:cNvPr id="482350" name="Line 46">
              <a:extLst>
                <a:ext uri="{FF2B5EF4-FFF2-40B4-BE49-F238E27FC236}">
                  <a16:creationId xmlns:a16="http://schemas.microsoft.com/office/drawing/2014/main" id="{917A50D9-5460-433B-B62B-88DFEB0E529E}"/>
                </a:ext>
              </a:extLst>
            </p:cNvPr>
            <p:cNvSpPr>
              <a:spLocks noChangeShapeType="1"/>
            </p:cNvSpPr>
            <p:nvPr/>
          </p:nvSpPr>
          <p:spPr bwMode="auto">
            <a:xfrm>
              <a:off x="5136" y="997"/>
              <a:ext cx="0" cy="281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51" name="Rectangle 47">
              <a:extLst>
                <a:ext uri="{FF2B5EF4-FFF2-40B4-BE49-F238E27FC236}">
                  <a16:creationId xmlns:a16="http://schemas.microsoft.com/office/drawing/2014/main" id="{E9943B98-9F94-47A1-BDD1-44BBF49C401F}"/>
                </a:ext>
              </a:extLst>
            </p:cNvPr>
            <p:cNvSpPr>
              <a:spLocks noChangeArrowheads="1"/>
            </p:cNvSpPr>
            <p:nvPr/>
          </p:nvSpPr>
          <p:spPr bwMode="auto">
            <a:xfrm>
              <a:off x="3216" y="2678"/>
              <a:ext cx="1968" cy="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eaLnBrk="0" hangingPunct="0"/>
              <a:r>
                <a:rPr lang="zh-CN" altLang="en-US" sz="2000">
                  <a:latin typeface="Times New Roman" panose="02020603050405020304" pitchFamily="18" charset="0"/>
                </a:rPr>
                <a:t> </a:t>
              </a:r>
              <a:r>
                <a:rPr lang="en-US" altLang="zh-CN" sz="2000" b="1">
                  <a:effectLst>
                    <a:outerShdw blurRad="38100" dist="38100" dir="2700000" algn="tl">
                      <a:srgbClr val="C0C0C0"/>
                    </a:outerShdw>
                  </a:effectLst>
                  <a:latin typeface="宋体" panose="02010600030101010101" pitchFamily="2" charset="-122"/>
                  <a:ea typeface="楷体_GB2312" pitchFamily="49" charset="-122"/>
                </a:rPr>
                <a:t>200402003  </a:t>
              </a:r>
              <a:r>
                <a:rPr lang="zh-CN" altLang="en-US" sz="2000" b="1">
                  <a:effectLst>
                    <a:outerShdw blurRad="38100" dist="38100" dir="2700000" algn="tl">
                      <a:srgbClr val="C0C0C0"/>
                    </a:outerShdw>
                  </a:effectLst>
                  <a:latin typeface="宋体" panose="02010600030101010101" pitchFamily="2" charset="-122"/>
                  <a:ea typeface="楷体_GB2312" pitchFamily="49" charset="-122"/>
                </a:rPr>
                <a:t>李 涛</a:t>
              </a:r>
              <a:r>
                <a:rPr lang="zh-CN" altLang="en-US" sz="2200" b="1">
                  <a:latin typeface="宋体" panose="02010600030101010101" pitchFamily="2" charset="-122"/>
                </a:rPr>
                <a:t> </a:t>
              </a:r>
              <a:r>
                <a:rPr lang="zh-CN" altLang="en-US" sz="2000">
                  <a:latin typeface="Times New Roman" panose="02020603050405020304" pitchFamily="18" charset="0"/>
                </a:rPr>
                <a:t>    </a:t>
              </a:r>
              <a:r>
                <a:rPr lang="en-US" altLang="zh-CN" sz="2000" b="1">
                  <a:latin typeface="Times New Roman" panose="02020603050405020304" pitchFamily="18" charset="0"/>
                </a:rPr>
                <a:t>…</a:t>
              </a:r>
              <a:r>
                <a:rPr lang="en-US" altLang="zh-CN" sz="2000">
                  <a:latin typeface="Times New Roman" panose="02020603050405020304" pitchFamily="18" charset="0"/>
                </a:rPr>
                <a:t> </a:t>
              </a:r>
            </a:p>
          </p:txBody>
        </p:sp>
        <p:sp>
          <p:nvSpPr>
            <p:cNvPr id="482352" name="Line 48">
              <a:extLst>
                <a:ext uri="{FF2B5EF4-FFF2-40B4-BE49-F238E27FC236}">
                  <a16:creationId xmlns:a16="http://schemas.microsoft.com/office/drawing/2014/main" id="{093C953C-8F63-4F89-B46D-468E4D308198}"/>
                </a:ext>
              </a:extLst>
            </p:cNvPr>
            <p:cNvSpPr>
              <a:spLocks noChangeShapeType="1"/>
            </p:cNvSpPr>
            <p:nvPr/>
          </p:nvSpPr>
          <p:spPr bwMode="auto">
            <a:xfrm>
              <a:off x="3216" y="2925"/>
              <a:ext cx="19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53" name="Line 49">
              <a:extLst>
                <a:ext uri="{FF2B5EF4-FFF2-40B4-BE49-F238E27FC236}">
                  <a16:creationId xmlns:a16="http://schemas.microsoft.com/office/drawing/2014/main" id="{E6FEA5DE-437E-46C0-8D7D-81A265E18488}"/>
                </a:ext>
              </a:extLst>
            </p:cNvPr>
            <p:cNvSpPr>
              <a:spLocks noChangeShapeType="1"/>
            </p:cNvSpPr>
            <p:nvPr/>
          </p:nvSpPr>
          <p:spPr bwMode="auto">
            <a:xfrm>
              <a:off x="3216" y="3220"/>
              <a:ext cx="19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54" name="Line 50">
              <a:extLst>
                <a:ext uri="{FF2B5EF4-FFF2-40B4-BE49-F238E27FC236}">
                  <a16:creationId xmlns:a16="http://schemas.microsoft.com/office/drawing/2014/main" id="{E18782B0-233C-4117-B694-0AC1299EECBD}"/>
                </a:ext>
              </a:extLst>
            </p:cNvPr>
            <p:cNvSpPr>
              <a:spLocks noChangeShapeType="1"/>
            </p:cNvSpPr>
            <p:nvPr/>
          </p:nvSpPr>
          <p:spPr bwMode="auto">
            <a:xfrm>
              <a:off x="3216" y="3516"/>
              <a:ext cx="19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2355" name="Rectangle 51">
              <a:extLst>
                <a:ext uri="{FF2B5EF4-FFF2-40B4-BE49-F238E27FC236}">
                  <a16:creationId xmlns:a16="http://schemas.microsoft.com/office/drawing/2014/main" id="{94256A9B-EEC7-46FD-809A-22B3FD1FF1D8}"/>
                </a:ext>
              </a:extLst>
            </p:cNvPr>
            <p:cNvSpPr>
              <a:spLocks noChangeArrowheads="1"/>
            </p:cNvSpPr>
            <p:nvPr/>
          </p:nvSpPr>
          <p:spPr bwMode="auto">
            <a:xfrm>
              <a:off x="3216" y="2037"/>
              <a:ext cx="1968"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sz="1800"/>
                <a:t> </a:t>
              </a:r>
              <a:r>
                <a:rPr lang="en-US" altLang="zh-CN" sz="2000" b="0"/>
                <a:t>200402001   </a:t>
              </a:r>
              <a:r>
                <a:rPr lang="zh-CN" altLang="en-US" sz="2000">
                  <a:latin typeface="宋体" panose="02010600030101010101" pitchFamily="2" charset="-122"/>
                </a:rPr>
                <a:t>杨秋红 </a:t>
              </a:r>
              <a:r>
                <a:rPr lang="zh-CN" altLang="en-US" sz="1800"/>
                <a:t>    </a:t>
              </a:r>
              <a:r>
                <a:rPr lang="en-US" altLang="zh-CN" sz="1800">
                  <a:latin typeface="Arial" panose="020B0604020202020204" pitchFamily="34" charset="0"/>
                </a:rPr>
                <a:t>…</a:t>
              </a:r>
              <a:r>
                <a:rPr lang="en-US" altLang="zh-CN" sz="1800"/>
                <a:t> </a:t>
              </a:r>
            </a:p>
          </p:txBody>
        </p:sp>
        <p:sp>
          <p:nvSpPr>
            <p:cNvPr id="482356" name="Rectangle 52">
              <a:extLst>
                <a:ext uri="{FF2B5EF4-FFF2-40B4-BE49-F238E27FC236}">
                  <a16:creationId xmlns:a16="http://schemas.microsoft.com/office/drawing/2014/main" id="{E8D973A4-2117-460A-9F04-778AD9B497FE}"/>
                </a:ext>
              </a:extLst>
            </p:cNvPr>
            <p:cNvSpPr>
              <a:spLocks noChangeArrowheads="1"/>
            </p:cNvSpPr>
            <p:nvPr/>
          </p:nvSpPr>
          <p:spPr bwMode="auto">
            <a:xfrm>
              <a:off x="3216" y="2974"/>
              <a:ext cx="1968"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2000" b="0"/>
                <a:t>200403001    </a:t>
              </a:r>
              <a:r>
                <a:rPr lang="zh-CN" altLang="en-US" sz="2000">
                  <a:latin typeface="宋体" panose="02010600030101010101" pitchFamily="2" charset="-122"/>
                  <a:cs typeface="Times New Roman" panose="02020603050405020304" pitchFamily="18" charset="0"/>
                </a:rPr>
                <a:t>赵晓艳</a:t>
              </a:r>
              <a:r>
                <a:rPr lang="zh-CN" altLang="en-US" sz="1800">
                  <a:latin typeface="宋体" panose="02010600030101010101" pitchFamily="2" charset="-122"/>
                </a:rPr>
                <a:t> </a:t>
              </a:r>
              <a:r>
                <a:rPr lang="zh-CN" altLang="en-US" sz="1800"/>
                <a:t>   </a:t>
              </a:r>
              <a:r>
                <a:rPr lang="en-US" altLang="zh-CN" sz="1800">
                  <a:latin typeface="Arial" panose="020B0604020202020204" pitchFamily="34" charset="0"/>
                </a:rPr>
                <a:t>…</a:t>
              </a:r>
              <a:r>
                <a:rPr lang="en-US" altLang="zh-CN" sz="1800"/>
                <a:t> </a:t>
              </a:r>
            </a:p>
          </p:txBody>
        </p:sp>
        <p:sp>
          <p:nvSpPr>
            <p:cNvPr id="482357" name="Rectangle 53">
              <a:extLst>
                <a:ext uri="{FF2B5EF4-FFF2-40B4-BE49-F238E27FC236}">
                  <a16:creationId xmlns:a16="http://schemas.microsoft.com/office/drawing/2014/main" id="{7A1FFCF4-ADA9-43D1-9B77-10C88E3416A2}"/>
                </a:ext>
              </a:extLst>
            </p:cNvPr>
            <p:cNvSpPr>
              <a:spLocks noChangeArrowheads="1"/>
            </p:cNvSpPr>
            <p:nvPr/>
          </p:nvSpPr>
          <p:spPr bwMode="auto">
            <a:xfrm>
              <a:off x="3216" y="3270"/>
              <a:ext cx="1968"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2000" b="0"/>
                <a:t>200403002     </a:t>
              </a:r>
              <a:r>
                <a:rPr lang="zh-CN" altLang="en-US" sz="2000">
                  <a:latin typeface="宋体" panose="02010600030101010101" pitchFamily="2" charset="-122"/>
                </a:rPr>
                <a:t>赵惠</a:t>
              </a:r>
              <a:r>
                <a:rPr lang="zh-CN" altLang="en-US" sz="1800"/>
                <a:t>       </a:t>
              </a:r>
              <a:r>
                <a:rPr lang="en-US" altLang="zh-CN" sz="1800">
                  <a:latin typeface="Arial" panose="020B0604020202020204" pitchFamily="34" charset="0"/>
                </a:rPr>
                <a:t>…</a:t>
              </a:r>
              <a:r>
                <a:rPr lang="en-US" altLang="zh-CN" sz="1800"/>
                <a:t> </a:t>
              </a:r>
            </a:p>
          </p:txBody>
        </p:sp>
        <p:sp>
          <p:nvSpPr>
            <p:cNvPr id="482358" name="Rectangle 54">
              <a:extLst>
                <a:ext uri="{FF2B5EF4-FFF2-40B4-BE49-F238E27FC236}">
                  <a16:creationId xmlns:a16="http://schemas.microsoft.com/office/drawing/2014/main" id="{9A70F923-623B-403E-BA51-E21743A8122F}"/>
                </a:ext>
              </a:extLst>
            </p:cNvPr>
            <p:cNvSpPr>
              <a:spLocks noChangeArrowheads="1"/>
            </p:cNvSpPr>
            <p:nvPr/>
          </p:nvSpPr>
          <p:spPr bwMode="auto">
            <a:xfrm>
              <a:off x="3216" y="3565"/>
              <a:ext cx="1968"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2000" b="0"/>
                <a:t>200403003    </a:t>
              </a:r>
              <a:r>
                <a:rPr lang="zh-CN" altLang="en-US" sz="2000">
                  <a:latin typeface="宋体" panose="02010600030101010101" pitchFamily="2" charset="-122"/>
                </a:rPr>
                <a:t>孙东方 </a:t>
              </a:r>
              <a:r>
                <a:rPr lang="zh-CN" altLang="en-US" sz="1800"/>
                <a:t>    </a:t>
              </a:r>
              <a:r>
                <a:rPr lang="en-US" altLang="zh-CN" sz="1800">
                  <a:latin typeface="Arial" panose="020B0604020202020204" pitchFamily="34" charset="0"/>
                </a:rPr>
                <a:t>…</a:t>
              </a:r>
              <a:r>
                <a:rPr lang="en-US" altLang="zh-CN" sz="1800"/>
                <a:t> </a:t>
              </a:r>
            </a:p>
          </p:txBody>
        </p:sp>
        <p:sp>
          <p:nvSpPr>
            <p:cNvPr id="482359" name="AutoShape 55">
              <a:extLst>
                <a:ext uri="{FF2B5EF4-FFF2-40B4-BE49-F238E27FC236}">
                  <a16:creationId xmlns:a16="http://schemas.microsoft.com/office/drawing/2014/main" id="{B86E37A8-4591-48E8-987A-225F2E030A77}"/>
                </a:ext>
              </a:extLst>
            </p:cNvPr>
            <p:cNvSpPr>
              <a:spLocks/>
            </p:cNvSpPr>
            <p:nvPr/>
          </p:nvSpPr>
          <p:spPr bwMode="auto">
            <a:xfrm>
              <a:off x="5136" y="1150"/>
              <a:ext cx="144" cy="690"/>
            </a:xfrm>
            <a:prstGeom prst="rightBrace">
              <a:avLst>
                <a:gd name="adj1" fmla="val 39931"/>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2360" name="AutoShape 56">
              <a:extLst>
                <a:ext uri="{FF2B5EF4-FFF2-40B4-BE49-F238E27FC236}">
                  <a16:creationId xmlns:a16="http://schemas.microsoft.com/office/drawing/2014/main" id="{9CE7FAE1-3A43-4DD0-A444-2B3AE38D78A8}"/>
                </a:ext>
              </a:extLst>
            </p:cNvPr>
            <p:cNvSpPr>
              <a:spLocks/>
            </p:cNvSpPr>
            <p:nvPr/>
          </p:nvSpPr>
          <p:spPr bwMode="auto">
            <a:xfrm>
              <a:off x="5136" y="2136"/>
              <a:ext cx="144" cy="690"/>
            </a:xfrm>
            <a:prstGeom prst="rightBrace">
              <a:avLst>
                <a:gd name="adj1" fmla="val 39931"/>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2361" name="AutoShape 57">
              <a:extLst>
                <a:ext uri="{FF2B5EF4-FFF2-40B4-BE49-F238E27FC236}">
                  <a16:creationId xmlns:a16="http://schemas.microsoft.com/office/drawing/2014/main" id="{4EE074CD-7435-4518-B370-7AD5B7636E40}"/>
                </a:ext>
              </a:extLst>
            </p:cNvPr>
            <p:cNvSpPr>
              <a:spLocks/>
            </p:cNvSpPr>
            <p:nvPr/>
          </p:nvSpPr>
          <p:spPr bwMode="auto">
            <a:xfrm>
              <a:off x="5136" y="3023"/>
              <a:ext cx="144" cy="690"/>
            </a:xfrm>
            <a:prstGeom prst="rightBrace">
              <a:avLst>
                <a:gd name="adj1" fmla="val 39931"/>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2362" name="Text Box 58">
              <a:extLst>
                <a:ext uri="{FF2B5EF4-FFF2-40B4-BE49-F238E27FC236}">
                  <a16:creationId xmlns:a16="http://schemas.microsoft.com/office/drawing/2014/main" id="{B065D0DE-65DB-4B96-9449-52F9CC3627F5}"/>
                </a:ext>
              </a:extLst>
            </p:cNvPr>
            <p:cNvSpPr txBox="1">
              <a:spLocks noChangeArrowheads="1"/>
            </p:cNvSpPr>
            <p:nvPr/>
          </p:nvSpPr>
          <p:spPr bwMode="auto">
            <a:xfrm>
              <a:off x="288" y="607"/>
              <a:ext cx="168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zh-CN" altLang="en-US" sz="2600" b="1">
                  <a:solidFill>
                    <a:srgbClr val="800000"/>
                  </a:solidFill>
                  <a:ea typeface="黑体" panose="02010609060101010101" pitchFamily="49" charset="-122"/>
                </a:rPr>
                <a:t>稀疏索引示例：</a:t>
              </a:r>
            </a:p>
          </p:txBody>
        </p:sp>
      </p:grpSp>
      <p:sp>
        <p:nvSpPr>
          <p:cNvPr id="482365" name="Rectangle 61">
            <a:extLst>
              <a:ext uri="{FF2B5EF4-FFF2-40B4-BE49-F238E27FC236}">
                <a16:creationId xmlns:a16="http://schemas.microsoft.com/office/drawing/2014/main" id="{467A76EF-9034-4C57-83CE-D7DB12A1081A}"/>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3" name="Rectangle 5">
            <a:extLst>
              <a:ext uri="{FF2B5EF4-FFF2-40B4-BE49-F238E27FC236}">
                <a16:creationId xmlns:a16="http://schemas.microsoft.com/office/drawing/2014/main" id="{6343F67D-9EFD-4067-A40C-49671C8DC7B3}"/>
              </a:ext>
            </a:extLst>
          </p:cNvPr>
          <p:cNvSpPr>
            <a:spLocks noChangeArrowheads="1"/>
          </p:cNvSpPr>
          <p:nvPr/>
        </p:nvSpPr>
        <p:spPr bwMode="auto">
          <a:xfrm>
            <a:off x="468313" y="1185863"/>
            <a:ext cx="8207375"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3</a:t>
            </a:r>
            <a:r>
              <a:rPr lang="zh-CN" altLang="en-US" sz="3000">
                <a:solidFill>
                  <a:srgbClr val="660033"/>
                </a:solidFill>
                <a:ea typeface="华文新魏" panose="02010800040101010101" pitchFamily="2" charset="-122"/>
              </a:rPr>
              <a:t>、树形索引</a:t>
            </a:r>
            <a:r>
              <a:rPr lang="en-US" altLang="zh-CN" sz="3000">
                <a:solidFill>
                  <a:srgbClr val="660033"/>
                </a:solidFill>
                <a:ea typeface="华文新魏" panose="02010800040101010101" pitchFamily="2" charset="-122"/>
              </a:rPr>
              <a:t>1</a:t>
            </a:r>
            <a:r>
              <a:rPr lang="en-US" altLang="zh-CN">
                <a:latin typeface="Arial" panose="020B0604020202020204" pitchFamily="34" charset="0"/>
              </a:rPr>
              <a:t>——</a:t>
            </a:r>
            <a:r>
              <a:rPr lang="en-US" altLang="zh-CN" sz="3000">
                <a:solidFill>
                  <a:srgbClr val="006666"/>
                </a:solidFill>
                <a:ea typeface="华文新魏" panose="02010800040101010101" pitchFamily="2" charset="-122"/>
              </a:rPr>
              <a:t>B-</a:t>
            </a:r>
            <a:r>
              <a:rPr lang="zh-CN" altLang="en-US" sz="3000">
                <a:solidFill>
                  <a:srgbClr val="006666"/>
                </a:solidFill>
                <a:ea typeface="华文新魏" panose="02010800040101010101" pitchFamily="2" charset="-122"/>
              </a:rPr>
              <a:t>树</a:t>
            </a:r>
          </a:p>
          <a:p>
            <a:pPr algn="just">
              <a:lnSpc>
                <a:spcPct val="130000"/>
              </a:lnSpc>
              <a:buClrTx/>
              <a:buSzTx/>
              <a:buFontTx/>
              <a:buNone/>
            </a:pPr>
            <a:r>
              <a:rPr lang="zh-CN" altLang="en-US"/>
              <a:t>          在稀疏索引方式中，当索引项很多时，可以将索引分块，建立高一级的索引；进一步，还可以建立更高一级的索引，</a:t>
            </a:r>
            <a:r>
              <a:rPr lang="en-US" altLang="zh-CN">
                <a:latin typeface="Arial" panose="020B0604020202020204" pitchFamily="34" charset="0"/>
              </a:rPr>
              <a:t>…</a:t>
            </a:r>
            <a:r>
              <a:rPr lang="zh-CN" altLang="en-US"/>
              <a:t>，直至最高一级的索引只占一个块为止。这种多级索引就组成了一棵多级索引树。</a:t>
            </a:r>
          </a:p>
        </p:txBody>
      </p:sp>
      <p:sp>
        <p:nvSpPr>
          <p:cNvPr id="483334" name="Rectangle 6">
            <a:extLst>
              <a:ext uri="{FF2B5EF4-FFF2-40B4-BE49-F238E27FC236}">
                <a16:creationId xmlns:a16="http://schemas.microsoft.com/office/drawing/2014/main" id="{6EC31B09-02FA-4829-BA57-5709FDAAA9D9}"/>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83333">
                                            <p:txEl>
                                              <p:pRg st="1" end="1"/>
                                            </p:txEl>
                                          </p:spTgt>
                                        </p:tgtEl>
                                        <p:attrNameLst>
                                          <p:attrName>style.visibility</p:attrName>
                                        </p:attrNameLst>
                                      </p:cBhvr>
                                      <p:to>
                                        <p:strVal val="visible"/>
                                      </p:to>
                                    </p:set>
                                    <p:animEffect transition="in" filter="wipe(up)">
                                      <p:cBhvr>
                                        <p:cTn id="7" dur="2000"/>
                                        <p:tgtEl>
                                          <p:spTgt spid="48333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4454" name="Group 102">
            <a:extLst>
              <a:ext uri="{FF2B5EF4-FFF2-40B4-BE49-F238E27FC236}">
                <a16:creationId xmlns:a16="http://schemas.microsoft.com/office/drawing/2014/main" id="{B5B66FB8-7947-4245-841E-219EF76064E3}"/>
              </a:ext>
            </a:extLst>
          </p:cNvPr>
          <p:cNvGrpSpPr>
            <a:grpSpLocks/>
          </p:cNvGrpSpPr>
          <p:nvPr/>
        </p:nvGrpSpPr>
        <p:grpSpPr bwMode="auto">
          <a:xfrm>
            <a:off x="152400" y="1412875"/>
            <a:ext cx="8915400" cy="4938713"/>
            <a:chOff x="96" y="890"/>
            <a:chExt cx="5616" cy="3111"/>
          </a:xfrm>
        </p:grpSpPr>
        <p:grpSp>
          <p:nvGrpSpPr>
            <p:cNvPr id="484358" name="Group 6">
              <a:extLst>
                <a:ext uri="{FF2B5EF4-FFF2-40B4-BE49-F238E27FC236}">
                  <a16:creationId xmlns:a16="http://schemas.microsoft.com/office/drawing/2014/main" id="{9E92E2D5-20BB-4963-927D-8C4846BFA45F}"/>
                </a:ext>
              </a:extLst>
            </p:cNvPr>
            <p:cNvGrpSpPr>
              <a:grpSpLocks/>
            </p:cNvGrpSpPr>
            <p:nvPr/>
          </p:nvGrpSpPr>
          <p:grpSpPr bwMode="auto">
            <a:xfrm>
              <a:off x="576" y="1608"/>
              <a:ext cx="1265" cy="206"/>
              <a:chOff x="2160" y="672"/>
              <a:chExt cx="1265" cy="192"/>
            </a:xfrm>
          </p:grpSpPr>
          <p:sp>
            <p:nvSpPr>
              <p:cNvPr id="484359" name="Rectangle 7">
                <a:extLst>
                  <a:ext uri="{FF2B5EF4-FFF2-40B4-BE49-F238E27FC236}">
                    <a16:creationId xmlns:a16="http://schemas.microsoft.com/office/drawing/2014/main" id="{A81107C1-DA1D-4739-A131-7143B885EADE}"/>
                  </a:ext>
                </a:extLst>
              </p:cNvPr>
              <p:cNvSpPr>
                <a:spLocks noChangeArrowheads="1"/>
              </p:cNvSpPr>
              <p:nvPr/>
            </p:nvSpPr>
            <p:spPr bwMode="auto">
              <a:xfrm>
                <a:off x="2160" y="672"/>
                <a:ext cx="1265"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2   </a:t>
                </a:r>
                <a:r>
                  <a:rPr lang="en-US" altLang="zh-CN" b="1">
                    <a:cs typeface="Arial" panose="020B0604020202020204" pitchFamily="34" charset="0"/>
                  </a:rPr>
                  <a:t>°  9    ° </a:t>
                </a:r>
                <a:r>
                  <a:rPr lang="zh-CN" altLang="en-US" b="1"/>
                  <a:t>－</a:t>
                </a:r>
                <a:r>
                  <a:rPr lang="zh-CN" altLang="en-US" b="1">
                    <a:cs typeface="Arial" panose="020B0604020202020204" pitchFamily="34" charset="0"/>
                  </a:rPr>
                  <a:t>  </a:t>
                </a:r>
                <a:r>
                  <a:rPr lang="zh-CN" altLang="en-US" b="1">
                    <a:ea typeface="Arial Unicode MS" panose="020B0604020202020204" pitchFamily="34" charset="-122"/>
                    <a:cs typeface="Arial Unicode MS" panose="020B0604020202020204" pitchFamily="34" charset="-122"/>
                  </a:rPr>
                  <a:t>∧</a:t>
                </a:r>
                <a:endParaRPr lang="zh-CN" altLang="en-US" b="1">
                  <a:cs typeface="Arial" panose="020B0604020202020204" pitchFamily="34" charset="0"/>
                </a:endParaRPr>
              </a:p>
            </p:txBody>
          </p:sp>
          <p:sp>
            <p:nvSpPr>
              <p:cNvPr id="484360" name="Line 8">
                <a:extLst>
                  <a:ext uri="{FF2B5EF4-FFF2-40B4-BE49-F238E27FC236}">
                    <a16:creationId xmlns:a16="http://schemas.microsoft.com/office/drawing/2014/main" id="{8789494D-4E50-49B3-99F7-EA3948F8B023}"/>
                  </a:ext>
                </a:extLst>
              </p:cNvPr>
              <p:cNvSpPr>
                <a:spLocks noChangeShapeType="1"/>
              </p:cNvSpPr>
              <p:nvPr/>
            </p:nvSpPr>
            <p:spPr bwMode="auto">
              <a:xfrm>
                <a:off x="2352"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61" name="Line 9">
                <a:extLst>
                  <a:ext uri="{FF2B5EF4-FFF2-40B4-BE49-F238E27FC236}">
                    <a16:creationId xmlns:a16="http://schemas.microsoft.com/office/drawing/2014/main" id="{A6AAD3D4-1FAF-4401-8883-54539AFCD404}"/>
                  </a:ext>
                </a:extLst>
              </p:cNvPr>
              <p:cNvSpPr>
                <a:spLocks noChangeShapeType="1"/>
              </p:cNvSpPr>
              <p:nvPr/>
            </p:nvSpPr>
            <p:spPr bwMode="auto">
              <a:xfrm>
                <a:off x="2544"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62" name="Line 10">
                <a:extLst>
                  <a:ext uri="{FF2B5EF4-FFF2-40B4-BE49-F238E27FC236}">
                    <a16:creationId xmlns:a16="http://schemas.microsoft.com/office/drawing/2014/main" id="{33580C19-17F5-4B2F-B9D6-761BF80019D1}"/>
                  </a:ext>
                </a:extLst>
              </p:cNvPr>
              <p:cNvSpPr>
                <a:spLocks noChangeShapeType="1"/>
              </p:cNvSpPr>
              <p:nvPr/>
            </p:nvSpPr>
            <p:spPr bwMode="auto">
              <a:xfrm>
                <a:off x="2784"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63" name="Line 11">
                <a:extLst>
                  <a:ext uri="{FF2B5EF4-FFF2-40B4-BE49-F238E27FC236}">
                    <a16:creationId xmlns:a16="http://schemas.microsoft.com/office/drawing/2014/main" id="{F20EA8F5-0CE0-4742-B5E9-91200E6A2F47}"/>
                  </a:ext>
                </a:extLst>
              </p:cNvPr>
              <p:cNvSpPr>
                <a:spLocks noChangeShapeType="1"/>
              </p:cNvSpPr>
              <p:nvPr/>
            </p:nvSpPr>
            <p:spPr bwMode="auto">
              <a:xfrm>
                <a:off x="2976"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64" name="Line 12">
                <a:extLst>
                  <a:ext uri="{FF2B5EF4-FFF2-40B4-BE49-F238E27FC236}">
                    <a16:creationId xmlns:a16="http://schemas.microsoft.com/office/drawing/2014/main" id="{1BD7B833-1ED8-4D5B-BCD3-866D4E438027}"/>
                  </a:ext>
                </a:extLst>
              </p:cNvPr>
              <p:cNvSpPr>
                <a:spLocks noChangeShapeType="1"/>
              </p:cNvSpPr>
              <p:nvPr/>
            </p:nvSpPr>
            <p:spPr bwMode="auto">
              <a:xfrm>
                <a:off x="3216"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365" name="Group 13">
              <a:extLst>
                <a:ext uri="{FF2B5EF4-FFF2-40B4-BE49-F238E27FC236}">
                  <a16:creationId xmlns:a16="http://schemas.microsoft.com/office/drawing/2014/main" id="{5C26CB1C-5F75-4F7B-B500-55CEB4A2CAD1}"/>
                </a:ext>
              </a:extLst>
            </p:cNvPr>
            <p:cNvGrpSpPr>
              <a:grpSpLocks/>
            </p:cNvGrpSpPr>
            <p:nvPr/>
          </p:nvGrpSpPr>
          <p:grpSpPr bwMode="auto">
            <a:xfrm>
              <a:off x="2112" y="1608"/>
              <a:ext cx="1265" cy="206"/>
              <a:chOff x="2160" y="672"/>
              <a:chExt cx="1265" cy="192"/>
            </a:xfrm>
          </p:grpSpPr>
          <p:sp>
            <p:nvSpPr>
              <p:cNvPr id="484366" name="Rectangle 14">
                <a:extLst>
                  <a:ext uri="{FF2B5EF4-FFF2-40B4-BE49-F238E27FC236}">
                    <a16:creationId xmlns:a16="http://schemas.microsoft.com/office/drawing/2014/main" id="{E095DFDB-3CAD-4450-A46B-1CF91CE0AE9E}"/>
                  </a:ext>
                </a:extLst>
              </p:cNvPr>
              <p:cNvSpPr>
                <a:spLocks noChangeArrowheads="1"/>
              </p:cNvSpPr>
              <p:nvPr/>
            </p:nvSpPr>
            <p:spPr bwMode="auto">
              <a:xfrm>
                <a:off x="2160" y="672"/>
                <a:ext cx="1265"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26   </a:t>
                </a:r>
                <a:r>
                  <a:rPr lang="en-US" altLang="zh-CN" b="1">
                    <a:cs typeface="Arial" panose="020B0604020202020204" pitchFamily="34" charset="0"/>
                  </a:rPr>
                  <a:t>°60  ° 99   °</a:t>
                </a:r>
              </a:p>
            </p:txBody>
          </p:sp>
          <p:sp>
            <p:nvSpPr>
              <p:cNvPr id="484367" name="Line 15">
                <a:extLst>
                  <a:ext uri="{FF2B5EF4-FFF2-40B4-BE49-F238E27FC236}">
                    <a16:creationId xmlns:a16="http://schemas.microsoft.com/office/drawing/2014/main" id="{BCCADA7F-9C21-4CAE-86A6-D035A6DC3D7B}"/>
                  </a:ext>
                </a:extLst>
              </p:cNvPr>
              <p:cNvSpPr>
                <a:spLocks noChangeShapeType="1"/>
              </p:cNvSpPr>
              <p:nvPr/>
            </p:nvSpPr>
            <p:spPr bwMode="auto">
              <a:xfrm>
                <a:off x="2352"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68" name="Line 16">
                <a:extLst>
                  <a:ext uri="{FF2B5EF4-FFF2-40B4-BE49-F238E27FC236}">
                    <a16:creationId xmlns:a16="http://schemas.microsoft.com/office/drawing/2014/main" id="{5AC3F8AE-FF57-4827-BFB3-55C02CD155DA}"/>
                  </a:ext>
                </a:extLst>
              </p:cNvPr>
              <p:cNvSpPr>
                <a:spLocks noChangeShapeType="1"/>
              </p:cNvSpPr>
              <p:nvPr/>
            </p:nvSpPr>
            <p:spPr bwMode="auto">
              <a:xfrm>
                <a:off x="2544"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69" name="Line 17">
                <a:extLst>
                  <a:ext uri="{FF2B5EF4-FFF2-40B4-BE49-F238E27FC236}">
                    <a16:creationId xmlns:a16="http://schemas.microsoft.com/office/drawing/2014/main" id="{A0E81EAB-D9E9-4C57-878D-C46F41EA7FB6}"/>
                  </a:ext>
                </a:extLst>
              </p:cNvPr>
              <p:cNvSpPr>
                <a:spLocks noChangeShapeType="1"/>
              </p:cNvSpPr>
              <p:nvPr/>
            </p:nvSpPr>
            <p:spPr bwMode="auto">
              <a:xfrm>
                <a:off x="2784"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70" name="Line 18">
                <a:extLst>
                  <a:ext uri="{FF2B5EF4-FFF2-40B4-BE49-F238E27FC236}">
                    <a16:creationId xmlns:a16="http://schemas.microsoft.com/office/drawing/2014/main" id="{C1E728C7-9ADD-4148-B721-A241A0022DB6}"/>
                  </a:ext>
                </a:extLst>
              </p:cNvPr>
              <p:cNvSpPr>
                <a:spLocks noChangeShapeType="1"/>
              </p:cNvSpPr>
              <p:nvPr/>
            </p:nvSpPr>
            <p:spPr bwMode="auto">
              <a:xfrm>
                <a:off x="2976"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71" name="Line 19">
                <a:extLst>
                  <a:ext uri="{FF2B5EF4-FFF2-40B4-BE49-F238E27FC236}">
                    <a16:creationId xmlns:a16="http://schemas.microsoft.com/office/drawing/2014/main" id="{F9DE6CB7-249F-4C44-887A-B3985E424977}"/>
                  </a:ext>
                </a:extLst>
              </p:cNvPr>
              <p:cNvSpPr>
                <a:spLocks noChangeShapeType="1"/>
              </p:cNvSpPr>
              <p:nvPr/>
            </p:nvSpPr>
            <p:spPr bwMode="auto">
              <a:xfrm>
                <a:off x="3216"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372" name="Group 20">
              <a:extLst>
                <a:ext uri="{FF2B5EF4-FFF2-40B4-BE49-F238E27FC236}">
                  <a16:creationId xmlns:a16="http://schemas.microsoft.com/office/drawing/2014/main" id="{E8250F65-0722-4789-93C0-4CF7925885BE}"/>
                </a:ext>
              </a:extLst>
            </p:cNvPr>
            <p:cNvGrpSpPr>
              <a:grpSpLocks/>
            </p:cNvGrpSpPr>
            <p:nvPr/>
          </p:nvGrpSpPr>
          <p:grpSpPr bwMode="auto">
            <a:xfrm>
              <a:off x="3648" y="1608"/>
              <a:ext cx="1265" cy="206"/>
              <a:chOff x="3648" y="1296"/>
              <a:chExt cx="1265" cy="192"/>
            </a:xfrm>
          </p:grpSpPr>
          <p:sp>
            <p:nvSpPr>
              <p:cNvPr id="484373" name="Rectangle 21">
                <a:extLst>
                  <a:ext uri="{FF2B5EF4-FFF2-40B4-BE49-F238E27FC236}">
                    <a16:creationId xmlns:a16="http://schemas.microsoft.com/office/drawing/2014/main" id="{5659B58B-84ED-4E84-87BE-7879057D754B}"/>
                  </a:ext>
                </a:extLst>
              </p:cNvPr>
              <p:cNvSpPr>
                <a:spLocks noChangeArrowheads="1"/>
              </p:cNvSpPr>
              <p:nvPr/>
            </p:nvSpPr>
            <p:spPr bwMode="auto">
              <a:xfrm>
                <a:off x="3648" y="1296"/>
                <a:ext cx="1265"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700" b="1"/>
                  <a:t>140 </a:t>
                </a:r>
                <a:r>
                  <a:rPr lang="en-US" altLang="zh-CN" sz="1700" b="1">
                    <a:cs typeface="Arial" panose="020B0604020202020204" pitchFamily="34" charset="0"/>
                  </a:rPr>
                  <a:t>°180  °</a:t>
                </a:r>
                <a:r>
                  <a:rPr lang="en-US" altLang="zh-CN" sz="1700" b="1"/>
                  <a:t> </a:t>
                </a:r>
                <a:r>
                  <a:rPr lang="zh-CN" altLang="en-US" sz="1700" b="1"/>
                  <a:t>－ </a:t>
                </a:r>
                <a:r>
                  <a:rPr lang="zh-CN" altLang="en-US" sz="1700" b="1">
                    <a:ea typeface="Arial Unicode MS" panose="020B0604020202020204" pitchFamily="34" charset="-122"/>
                    <a:cs typeface="Arial Unicode MS" panose="020B0604020202020204" pitchFamily="34" charset="-122"/>
                  </a:rPr>
                  <a:t>∧</a:t>
                </a:r>
              </a:p>
            </p:txBody>
          </p:sp>
          <p:sp>
            <p:nvSpPr>
              <p:cNvPr id="484374" name="Line 22">
                <a:extLst>
                  <a:ext uri="{FF2B5EF4-FFF2-40B4-BE49-F238E27FC236}">
                    <a16:creationId xmlns:a16="http://schemas.microsoft.com/office/drawing/2014/main" id="{5624ECD4-380C-4ECA-A5E8-8C80E03296D3}"/>
                  </a:ext>
                </a:extLst>
              </p:cNvPr>
              <p:cNvSpPr>
                <a:spLocks noChangeShapeType="1"/>
              </p:cNvSpPr>
              <p:nvPr/>
            </p:nvSpPr>
            <p:spPr bwMode="auto">
              <a:xfrm>
                <a:off x="3840" y="129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75" name="Line 23">
                <a:extLst>
                  <a:ext uri="{FF2B5EF4-FFF2-40B4-BE49-F238E27FC236}">
                    <a16:creationId xmlns:a16="http://schemas.microsoft.com/office/drawing/2014/main" id="{5AE043BB-B5C0-4E50-B7FB-3B3688C9BD6C}"/>
                  </a:ext>
                </a:extLst>
              </p:cNvPr>
              <p:cNvSpPr>
                <a:spLocks noChangeShapeType="1"/>
              </p:cNvSpPr>
              <p:nvPr/>
            </p:nvSpPr>
            <p:spPr bwMode="auto">
              <a:xfrm>
                <a:off x="4032" y="129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76" name="Line 24">
                <a:extLst>
                  <a:ext uri="{FF2B5EF4-FFF2-40B4-BE49-F238E27FC236}">
                    <a16:creationId xmlns:a16="http://schemas.microsoft.com/office/drawing/2014/main" id="{32B39520-A6F8-4D90-85B8-3F77F8472DDE}"/>
                  </a:ext>
                </a:extLst>
              </p:cNvPr>
              <p:cNvSpPr>
                <a:spLocks noChangeShapeType="1"/>
              </p:cNvSpPr>
              <p:nvPr/>
            </p:nvSpPr>
            <p:spPr bwMode="auto">
              <a:xfrm>
                <a:off x="4272" y="129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77" name="Line 25">
                <a:extLst>
                  <a:ext uri="{FF2B5EF4-FFF2-40B4-BE49-F238E27FC236}">
                    <a16:creationId xmlns:a16="http://schemas.microsoft.com/office/drawing/2014/main" id="{FC7E1BAC-4CA1-4510-B2B6-F2A37B839BD0}"/>
                  </a:ext>
                </a:extLst>
              </p:cNvPr>
              <p:cNvSpPr>
                <a:spLocks noChangeShapeType="1"/>
              </p:cNvSpPr>
              <p:nvPr/>
            </p:nvSpPr>
            <p:spPr bwMode="auto">
              <a:xfrm>
                <a:off x="4464" y="129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78" name="Line 26">
                <a:extLst>
                  <a:ext uri="{FF2B5EF4-FFF2-40B4-BE49-F238E27FC236}">
                    <a16:creationId xmlns:a16="http://schemas.microsoft.com/office/drawing/2014/main" id="{20673AF6-C8D9-4F30-B14F-A4AF1C9A033A}"/>
                  </a:ext>
                </a:extLst>
              </p:cNvPr>
              <p:cNvSpPr>
                <a:spLocks noChangeShapeType="1"/>
              </p:cNvSpPr>
              <p:nvPr/>
            </p:nvSpPr>
            <p:spPr bwMode="auto">
              <a:xfrm>
                <a:off x="4704" y="129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379" name="Group 27">
              <a:extLst>
                <a:ext uri="{FF2B5EF4-FFF2-40B4-BE49-F238E27FC236}">
                  <a16:creationId xmlns:a16="http://schemas.microsoft.com/office/drawing/2014/main" id="{EA4B04B7-554B-4613-906A-142958B367CE}"/>
                </a:ext>
              </a:extLst>
            </p:cNvPr>
            <p:cNvGrpSpPr>
              <a:grpSpLocks/>
            </p:cNvGrpSpPr>
            <p:nvPr/>
          </p:nvGrpSpPr>
          <p:grpSpPr bwMode="auto">
            <a:xfrm>
              <a:off x="96" y="2378"/>
              <a:ext cx="1265" cy="206"/>
              <a:chOff x="336" y="2016"/>
              <a:chExt cx="1265" cy="192"/>
            </a:xfrm>
          </p:grpSpPr>
          <p:sp>
            <p:nvSpPr>
              <p:cNvPr id="484380" name="Rectangle 28">
                <a:extLst>
                  <a:ext uri="{FF2B5EF4-FFF2-40B4-BE49-F238E27FC236}">
                    <a16:creationId xmlns:a16="http://schemas.microsoft.com/office/drawing/2014/main" id="{B6CF0C0A-048D-4FFC-9D4F-09FCE4DBB705}"/>
                  </a:ext>
                </a:extLst>
              </p:cNvPr>
              <p:cNvSpPr>
                <a:spLocks noChangeArrowheads="1"/>
              </p:cNvSpPr>
              <p:nvPr/>
            </p:nvSpPr>
            <p:spPr bwMode="auto">
              <a:xfrm>
                <a:off x="336" y="2016"/>
                <a:ext cx="1265"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a:t>2    </a:t>
                </a:r>
                <a:r>
                  <a:rPr lang="en-US" altLang="zh-CN" b="1">
                    <a:cs typeface="Arial" panose="020B0604020202020204" pitchFamily="34" charset="0"/>
                  </a:rPr>
                  <a:t>° 5    ° </a:t>
                </a:r>
                <a:r>
                  <a:rPr lang="zh-CN" altLang="en-US" b="1"/>
                  <a:t>－</a:t>
                </a:r>
                <a:r>
                  <a:rPr lang="zh-CN" altLang="en-US" b="1">
                    <a:cs typeface="Arial" panose="020B0604020202020204" pitchFamily="34" charset="0"/>
                  </a:rPr>
                  <a:t>  </a:t>
                </a:r>
                <a:r>
                  <a:rPr lang="zh-CN" altLang="en-US" b="1">
                    <a:ea typeface="Arial Unicode MS" panose="020B0604020202020204" pitchFamily="34" charset="-122"/>
                    <a:cs typeface="Arial Unicode MS" panose="020B0604020202020204" pitchFamily="34" charset="-122"/>
                  </a:rPr>
                  <a:t>∧</a:t>
                </a:r>
              </a:p>
            </p:txBody>
          </p:sp>
          <p:sp>
            <p:nvSpPr>
              <p:cNvPr id="484381" name="Line 29">
                <a:extLst>
                  <a:ext uri="{FF2B5EF4-FFF2-40B4-BE49-F238E27FC236}">
                    <a16:creationId xmlns:a16="http://schemas.microsoft.com/office/drawing/2014/main" id="{A611493B-E478-4D54-8773-90583B4E8F5C}"/>
                  </a:ext>
                </a:extLst>
              </p:cNvPr>
              <p:cNvSpPr>
                <a:spLocks noChangeShapeType="1"/>
              </p:cNvSpPr>
              <p:nvPr/>
            </p:nvSpPr>
            <p:spPr bwMode="auto">
              <a:xfrm>
                <a:off x="528"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82" name="Line 30">
                <a:extLst>
                  <a:ext uri="{FF2B5EF4-FFF2-40B4-BE49-F238E27FC236}">
                    <a16:creationId xmlns:a16="http://schemas.microsoft.com/office/drawing/2014/main" id="{F31A67F9-BDD0-439E-99B4-750C30014B11}"/>
                  </a:ext>
                </a:extLst>
              </p:cNvPr>
              <p:cNvSpPr>
                <a:spLocks noChangeShapeType="1"/>
              </p:cNvSpPr>
              <p:nvPr/>
            </p:nvSpPr>
            <p:spPr bwMode="auto">
              <a:xfrm>
                <a:off x="720"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83" name="Line 31">
                <a:extLst>
                  <a:ext uri="{FF2B5EF4-FFF2-40B4-BE49-F238E27FC236}">
                    <a16:creationId xmlns:a16="http://schemas.microsoft.com/office/drawing/2014/main" id="{6353CAD8-38EE-4D85-9E68-2F85EFA083DC}"/>
                  </a:ext>
                </a:extLst>
              </p:cNvPr>
              <p:cNvSpPr>
                <a:spLocks noChangeShapeType="1"/>
              </p:cNvSpPr>
              <p:nvPr/>
            </p:nvSpPr>
            <p:spPr bwMode="auto">
              <a:xfrm>
                <a:off x="960"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84" name="Line 32">
                <a:extLst>
                  <a:ext uri="{FF2B5EF4-FFF2-40B4-BE49-F238E27FC236}">
                    <a16:creationId xmlns:a16="http://schemas.microsoft.com/office/drawing/2014/main" id="{81BFB77A-E76B-42C6-A891-F21E6B51F02F}"/>
                  </a:ext>
                </a:extLst>
              </p:cNvPr>
              <p:cNvSpPr>
                <a:spLocks noChangeShapeType="1"/>
              </p:cNvSpPr>
              <p:nvPr/>
            </p:nvSpPr>
            <p:spPr bwMode="auto">
              <a:xfrm>
                <a:off x="1152"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85" name="Line 33">
                <a:extLst>
                  <a:ext uri="{FF2B5EF4-FFF2-40B4-BE49-F238E27FC236}">
                    <a16:creationId xmlns:a16="http://schemas.microsoft.com/office/drawing/2014/main" id="{EA1FC74A-04EA-44A9-9371-454B46F947F8}"/>
                  </a:ext>
                </a:extLst>
              </p:cNvPr>
              <p:cNvSpPr>
                <a:spLocks noChangeShapeType="1"/>
              </p:cNvSpPr>
              <p:nvPr/>
            </p:nvSpPr>
            <p:spPr bwMode="auto">
              <a:xfrm>
                <a:off x="1392"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386" name="Group 34">
              <a:extLst>
                <a:ext uri="{FF2B5EF4-FFF2-40B4-BE49-F238E27FC236}">
                  <a16:creationId xmlns:a16="http://schemas.microsoft.com/office/drawing/2014/main" id="{354970D3-0ED6-46DB-A473-F6077E9BE3BE}"/>
                </a:ext>
              </a:extLst>
            </p:cNvPr>
            <p:cNvGrpSpPr>
              <a:grpSpLocks/>
            </p:cNvGrpSpPr>
            <p:nvPr/>
          </p:nvGrpSpPr>
          <p:grpSpPr bwMode="auto">
            <a:xfrm>
              <a:off x="1440" y="2378"/>
              <a:ext cx="1265" cy="206"/>
              <a:chOff x="1680" y="2016"/>
              <a:chExt cx="1265" cy="192"/>
            </a:xfrm>
          </p:grpSpPr>
          <p:sp>
            <p:nvSpPr>
              <p:cNvPr id="484387" name="Rectangle 35">
                <a:extLst>
                  <a:ext uri="{FF2B5EF4-FFF2-40B4-BE49-F238E27FC236}">
                    <a16:creationId xmlns:a16="http://schemas.microsoft.com/office/drawing/2014/main" id="{C756D66B-9A72-45F5-A545-F934E38AE34E}"/>
                  </a:ext>
                </a:extLst>
              </p:cNvPr>
              <p:cNvSpPr>
                <a:spLocks noChangeArrowheads="1"/>
              </p:cNvSpPr>
              <p:nvPr/>
            </p:nvSpPr>
            <p:spPr bwMode="auto">
              <a:xfrm>
                <a:off x="1680" y="2016"/>
                <a:ext cx="1265"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a:t>26 </a:t>
                </a:r>
                <a:r>
                  <a:rPr lang="en-US" altLang="zh-CN" b="1">
                    <a:cs typeface="Arial" panose="020B0604020202020204" pitchFamily="34" charset="0"/>
                  </a:rPr>
                  <a:t>° 39  ° 48 </a:t>
                </a:r>
                <a:r>
                  <a:rPr lang="en-US" altLang="zh-CN" b="1">
                    <a:ea typeface="Arial Unicode MS" panose="020B0604020202020204" pitchFamily="34" charset="-122"/>
                    <a:cs typeface="Arial Unicode MS" panose="020B0604020202020204" pitchFamily="34" charset="-122"/>
                  </a:rPr>
                  <a:t>∧</a:t>
                </a:r>
              </a:p>
            </p:txBody>
          </p:sp>
          <p:sp>
            <p:nvSpPr>
              <p:cNvPr id="484388" name="Line 36">
                <a:extLst>
                  <a:ext uri="{FF2B5EF4-FFF2-40B4-BE49-F238E27FC236}">
                    <a16:creationId xmlns:a16="http://schemas.microsoft.com/office/drawing/2014/main" id="{860A2DDE-D669-408D-A0B7-99D1BDDC212E}"/>
                  </a:ext>
                </a:extLst>
              </p:cNvPr>
              <p:cNvSpPr>
                <a:spLocks noChangeShapeType="1"/>
              </p:cNvSpPr>
              <p:nvPr/>
            </p:nvSpPr>
            <p:spPr bwMode="auto">
              <a:xfrm>
                <a:off x="1872"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89" name="Line 37">
                <a:extLst>
                  <a:ext uri="{FF2B5EF4-FFF2-40B4-BE49-F238E27FC236}">
                    <a16:creationId xmlns:a16="http://schemas.microsoft.com/office/drawing/2014/main" id="{8E6F6A2E-5D8C-46AB-A861-7122EAE7E948}"/>
                  </a:ext>
                </a:extLst>
              </p:cNvPr>
              <p:cNvSpPr>
                <a:spLocks noChangeShapeType="1"/>
              </p:cNvSpPr>
              <p:nvPr/>
            </p:nvSpPr>
            <p:spPr bwMode="auto">
              <a:xfrm>
                <a:off x="2064"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90" name="Line 38">
                <a:extLst>
                  <a:ext uri="{FF2B5EF4-FFF2-40B4-BE49-F238E27FC236}">
                    <a16:creationId xmlns:a16="http://schemas.microsoft.com/office/drawing/2014/main" id="{9BB04AB3-D0A0-4973-A339-E5B33B9A9A27}"/>
                  </a:ext>
                </a:extLst>
              </p:cNvPr>
              <p:cNvSpPr>
                <a:spLocks noChangeShapeType="1"/>
              </p:cNvSpPr>
              <p:nvPr/>
            </p:nvSpPr>
            <p:spPr bwMode="auto">
              <a:xfrm>
                <a:off x="2304"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91" name="Line 39">
                <a:extLst>
                  <a:ext uri="{FF2B5EF4-FFF2-40B4-BE49-F238E27FC236}">
                    <a16:creationId xmlns:a16="http://schemas.microsoft.com/office/drawing/2014/main" id="{F9894FB6-CEF9-4750-9A65-FB743A5A4BC6}"/>
                  </a:ext>
                </a:extLst>
              </p:cNvPr>
              <p:cNvSpPr>
                <a:spLocks noChangeShapeType="1"/>
              </p:cNvSpPr>
              <p:nvPr/>
            </p:nvSpPr>
            <p:spPr bwMode="auto">
              <a:xfrm>
                <a:off x="2496"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92" name="Line 40">
                <a:extLst>
                  <a:ext uri="{FF2B5EF4-FFF2-40B4-BE49-F238E27FC236}">
                    <a16:creationId xmlns:a16="http://schemas.microsoft.com/office/drawing/2014/main" id="{C1FE14C4-BEA5-4858-8524-2163D7595C00}"/>
                  </a:ext>
                </a:extLst>
              </p:cNvPr>
              <p:cNvSpPr>
                <a:spLocks noChangeShapeType="1"/>
              </p:cNvSpPr>
              <p:nvPr/>
            </p:nvSpPr>
            <p:spPr bwMode="auto">
              <a:xfrm>
                <a:off x="2736"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393" name="Group 41">
              <a:extLst>
                <a:ext uri="{FF2B5EF4-FFF2-40B4-BE49-F238E27FC236}">
                  <a16:creationId xmlns:a16="http://schemas.microsoft.com/office/drawing/2014/main" id="{39273739-382A-40E0-82B1-FEC835B13425}"/>
                </a:ext>
              </a:extLst>
            </p:cNvPr>
            <p:cNvGrpSpPr>
              <a:grpSpLocks/>
            </p:cNvGrpSpPr>
            <p:nvPr/>
          </p:nvGrpSpPr>
          <p:grpSpPr bwMode="auto">
            <a:xfrm>
              <a:off x="2784" y="2378"/>
              <a:ext cx="1265" cy="206"/>
              <a:chOff x="3024" y="2016"/>
              <a:chExt cx="1265" cy="192"/>
            </a:xfrm>
          </p:grpSpPr>
          <p:sp>
            <p:nvSpPr>
              <p:cNvPr id="484394" name="Rectangle 42">
                <a:extLst>
                  <a:ext uri="{FF2B5EF4-FFF2-40B4-BE49-F238E27FC236}">
                    <a16:creationId xmlns:a16="http://schemas.microsoft.com/office/drawing/2014/main" id="{6F3AD4C5-713F-4BCE-85AB-B422224C65BD}"/>
                  </a:ext>
                </a:extLst>
              </p:cNvPr>
              <p:cNvSpPr>
                <a:spLocks noChangeArrowheads="1"/>
              </p:cNvSpPr>
              <p:nvPr/>
            </p:nvSpPr>
            <p:spPr bwMode="auto">
              <a:xfrm>
                <a:off x="3024" y="2016"/>
                <a:ext cx="1265"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a:t>99 </a:t>
                </a:r>
                <a:r>
                  <a:rPr lang="en-US" altLang="zh-CN" b="1">
                    <a:cs typeface="Arial" panose="020B0604020202020204" pitchFamily="34" charset="0"/>
                  </a:rPr>
                  <a:t>°120</a:t>
                </a:r>
                <a:r>
                  <a:rPr lang="en-US" altLang="zh-CN" b="1"/>
                  <a:t>  </a:t>
                </a:r>
                <a:r>
                  <a:rPr lang="en-US" altLang="zh-CN" b="1">
                    <a:cs typeface="Arial" panose="020B0604020202020204" pitchFamily="34" charset="0"/>
                  </a:rPr>
                  <a:t>° </a:t>
                </a:r>
                <a:r>
                  <a:rPr lang="zh-CN" altLang="en-US" b="1"/>
                  <a:t>－ </a:t>
                </a:r>
                <a:r>
                  <a:rPr lang="zh-CN" altLang="en-US" b="1">
                    <a:ea typeface="Arial Unicode MS" panose="020B0604020202020204" pitchFamily="34" charset="-122"/>
                    <a:cs typeface="Arial Unicode MS" panose="020B0604020202020204" pitchFamily="34" charset="-122"/>
                  </a:rPr>
                  <a:t>∧</a:t>
                </a:r>
                <a:endParaRPr lang="zh-CN" altLang="en-US"/>
              </a:p>
            </p:txBody>
          </p:sp>
          <p:sp>
            <p:nvSpPr>
              <p:cNvPr id="484395" name="Line 43">
                <a:extLst>
                  <a:ext uri="{FF2B5EF4-FFF2-40B4-BE49-F238E27FC236}">
                    <a16:creationId xmlns:a16="http://schemas.microsoft.com/office/drawing/2014/main" id="{E2CC03F5-9CED-43AB-8B19-45A03192A485}"/>
                  </a:ext>
                </a:extLst>
              </p:cNvPr>
              <p:cNvSpPr>
                <a:spLocks noChangeShapeType="1"/>
              </p:cNvSpPr>
              <p:nvPr/>
            </p:nvSpPr>
            <p:spPr bwMode="auto">
              <a:xfrm>
                <a:off x="3216"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96" name="Line 44">
                <a:extLst>
                  <a:ext uri="{FF2B5EF4-FFF2-40B4-BE49-F238E27FC236}">
                    <a16:creationId xmlns:a16="http://schemas.microsoft.com/office/drawing/2014/main" id="{E76EA825-93E6-4497-96EB-CB25EA75FEAA}"/>
                  </a:ext>
                </a:extLst>
              </p:cNvPr>
              <p:cNvSpPr>
                <a:spLocks noChangeShapeType="1"/>
              </p:cNvSpPr>
              <p:nvPr/>
            </p:nvSpPr>
            <p:spPr bwMode="auto">
              <a:xfrm>
                <a:off x="3408"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97" name="Line 45">
                <a:extLst>
                  <a:ext uri="{FF2B5EF4-FFF2-40B4-BE49-F238E27FC236}">
                    <a16:creationId xmlns:a16="http://schemas.microsoft.com/office/drawing/2014/main" id="{0BBE8FF2-BF6D-4282-919A-741E9CF095F3}"/>
                  </a:ext>
                </a:extLst>
              </p:cNvPr>
              <p:cNvSpPr>
                <a:spLocks noChangeShapeType="1"/>
              </p:cNvSpPr>
              <p:nvPr/>
            </p:nvSpPr>
            <p:spPr bwMode="auto">
              <a:xfrm>
                <a:off x="3648"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98" name="Line 46">
                <a:extLst>
                  <a:ext uri="{FF2B5EF4-FFF2-40B4-BE49-F238E27FC236}">
                    <a16:creationId xmlns:a16="http://schemas.microsoft.com/office/drawing/2014/main" id="{62C67CFE-E28D-4E73-A76E-5A709FF1DC13}"/>
                  </a:ext>
                </a:extLst>
              </p:cNvPr>
              <p:cNvSpPr>
                <a:spLocks noChangeShapeType="1"/>
              </p:cNvSpPr>
              <p:nvPr/>
            </p:nvSpPr>
            <p:spPr bwMode="auto">
              <a:xfrm>
                <a:off x="3840"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399" name="Line 47">
                <a:extLst>
                  <a:ext uri="{FF2B5EF4-FFF2-40B4-BE49-F238E27FC236}">
                    <a16:creationId xmlns:a16="http://schemas.microsoft.com/office/drawing/2014/main" id="{00D3FD96-80DC-4ABB-A0B9-2C5F54A06124}"/>
                  </a:ext>
                </a:extLst>
              </p:cNvPr>
              <p:cNvSpPr>
                <a:spLocks noChangeShapeType="1"/>
              </p:cNvSpPr>
              <p:nvPr/>
            </p:nvSpPr>
            <p:spPr bwMode="auto">
              <a:xfrm>
                <a:off x="4080"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400" name="Group 48">
              <a:extLst>
                <a:ext uri="{FF2B5EF4-FFF2-40B4-BE49-F238E27FC236}">
                  <a16:creationId xmlns:a16="http://schemas.microsoft.com/office/drawing/2014/main" id="{9D8BA50B-7AC7-4196-BF14-8B5212333C36}"/>
                </a:ext>
              </a:extLst>
            </p:cNvPr>
            <p:cNvGrpSpPr>
              <a:grpSpLocks/>
            </p:cNvGrpSpPr>
            <p:nvPr/>
          </p:nvGrpSpPr>
          <p:grpSpPr bwMode="auto">
            <a:xfrm>
              <a:off x="4128" y="2378"/>
              <a:ext cx="1265" cy="206"/>
              <a:chOff x="4368" y="2016"/>
              <a:chExt cx="1265" cy="192"/>
            </a:xfrm>
          </p:grpSpPr>
          <p:sp>
            <p:nvSpPr>
              <p:cNvPr id="484401" name="Rectangle 49">
                <a:extLst>
                  <a:ext uri="{FF2B5EF4-FFF2-40B4-BE49-F238E27FC236}">
                    <a16:creationId xmlns:a16="http://schemas.microsoft.com/office/drawing/2014/main" id="{A94D5070-05E5-410A-8985-F0EF14AB01D7}"/>
                  </a:ext>
                </a:extLst>
              </p:cNvPr>
              <p:cNvSpPr>
                <a:spLocks noChangeArrowheads="1"/>
              </p:cNvSpPr>
              <p:nvPr/>
            </p:nvSpPr>
            <p:spPr bwMode="auto">
              <a:xfrm>
                <a:off x="4368" y="2016"/>
                <a:ext cx="1265"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700" b="1"/>
                  <a:t>180</a:t>
                </a:r>
                <a:r>
                  <a:rPr lang="en-US" altLang="zh-CN" sz="1700" b="1">
                    <a:cs typeface="Arial" panose="020B0604020202020204" pitchFamily="34" charset="0"/>
                  </a:rPr>
                  <a:t>°201 °220 °</a:t>
                </a:r>
                <a:endParaRPr lang="en-US" altLang="zh-CN" sz="1700"/>
              </a:p>
            </p:txBody>
          </p:sp>
          <p:sp>
            <p:nvSpPr>
              <p:cNvPr id="484402" name="Line 50">
                <a:extLst>
                  <a:ext uri="{FF2B5EF4-FFF2-40B4-BE49-F238E27FC236}">
                    <a16:creationId xmlns:a16="http://schemas.microsoft.com/office/drawing/2014/main" id="{186377C9-E971-4657-8D2A-9F1457D08FE7}"/>
                  </a:ext>
                </a:extLst>
              </p:cNvPr>
              <p:cNvSpPr>
                <a:spLocks noChangeShapeType="1"/>
              </p:cNvSpPr>
              <p:nvPr/>
            </p:nvSpPr>
            <p:spPr bwMode="auto">
              <a:xfrm>
                <a:off x="4560"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03" name="Line 51">
                <a:extLst>
                  <a:ext uri="{FF2B5EF4-FFF2-40B4-BE49-F238E27FC236}">
                    <a16:creationId xmlns:a16="http://schemas.microsoft.com/office/drawing/2014/main" id="{795C516F-6D59-4A0D-9A59-0EB8AC6C7161}"/>
                  </a:ext>
                </a:extLst>
              </p:cNvPr>
              <p:cNvSpPr>
                <a:spLocks noChangeShapeType="1"/>
              </p:cNvSpPr>
              <p:nvPr/>
            </p:nvSpPr>
            <p:spPr bwMode="auto">
              <a:xfrm>
                <a:off x="4752"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04" name="Line 52">
                <a:extLst>
                  <a:ext uri="{FF2B5EF4-FFF2-40B4-BE49-F238E27FC236}">
                    <a16:creationId xmlns:a16="http://schemas.microsoft.com/office/drawing/2014/main" id="{A2FDE432-95E9-4892-8816-C6F9341BE62E}"/>
                  </a:ext>
                </a:extLst>
              </p:cNvPr>
              <p:cNvSpPr>
                <a:spLocks noChangeShapeType="1"/>
              </p:cNvSpPr>
              <p:nvPr/>
            </p:nvSpPr>
            <p:spPr bwMode="auto">
              <a:xfrm>
                <a:off x="4992"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05" name="Line 53">
                <a:extLst>
                  <a:ext uri="{FF2B5EF4-FFF2-40B4-BE49-F238E27FC236}">
                    <a16:creationId xmlns:a16="http://schemas.microsoft.com/office/drawing/2014/main" id="{5207003E-C50C-4EB1-9090-E1E4ADC45DA4}"/>
                  </a:ext>
                </a:extLst>
              </p:cNvPr>
              <p:cNvSpPr>
                <a:spLocks noChangeShapeType="1"/>
              </p:cNvSpPr>
              <p:nvPr/>
            </p:nvSpPr>
            <p:spPr bwMode="auto">
              <a:xfrm>
                <a:off x="5184"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06" name="Line 54">
                <a:extLst>
                  <a:ext uri="{FF2B5EF4-FFF2-40B4-BE49-F238E27FC236}">
                    <a16:creationId xmlns:a16="http://schemas.microsoft.com/office/drawing/2014/main" id="{BB9E5D83-2595-4159-B5E0-90BD5BDAB4B2}"/>
                  </a:ext>
                </a:extLst>
              </p:cNvPr>
              <p:cNvSpPr>
                <a:spLocks noChangeShapeType="1"/>
              </p:cNvSpPr>
              <p:nvPr/>
            </p:nvSpPr>
            <p:spPr bwMode="auto">
              <a:xfrm>
                <a:off x="5424" y="201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407" name="Group 55">
              <a:extLst>
                <a:ext uri="{FF2B5EF4-FFF2-40B4-BE49-F238E27FC236}">
                  <a16:creationId xmlns:a16="http://schemas.microsoft.com/office/drawing/2014/main" id="{641CDD05-BE71-4520-81BC-1F72E76D4EC0}"/>
                </a:ext>
              </a:extLst>
            </p:cNvPr>
            <p:cNvGrpSpPr>
              <a:grpSpLocks/>
            </p:cNvGrpSpPr>
            <p:nvPr/>
          </p:nvGrpSpPr>
          <p:grpSpPr bwMode="auto">
            <a:xfrm>
              <a:off x="576" y="3251"/>
              <a:ext cx="1265" cy="205"/>
              <a:chOff x="2160" y="672"/>
              <a:chExt cx="1265" cy="192"/>
            </a:xfrm>
          </p:grpSpPr>
          <p:sp>
            <p:nvSpPr>
              <p:cNvPr id="484408" name="Rectangle 56">
                <a:extLst>
                  <a:ext uri="{FF2B5EF4-FFF2-40B4-BE49-F238E27FC236}">
                    <a16:creationId xmlns:a16="http://schemas.microsoft.com/office/drawing/2014/main" id="{EDF0FFF8-B0D1-43DE-A8B6-843EFBE44877}"/>
                  </a:ext>
                </a:extLst>
              </p:cNvPr>
              <p:cNvSpPr>
                <a:spLocks noChangeArrowheads="1"/>
              </p:cNvSpPr>
              <p:nvPr/>
            </p:nvSpPr>
            <p:spPr bwMode="auto">
              <a:xfrm>
                <a:off x="2160" y="672"/>
                <a:ext cx="1265"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9   </a:t>
                </a:r>
                <a:r>
                  <a:rPr lang="en-US" altLang="zh-CN" b="1">
                    <a:cs typeface="Arial" panose="020B0604020202020204" pitchFamily="34" charset="0"/>
                  </a:rPr>
                  <a:t>° 15  °  </a:t>
                </a:r>
                <a:r>
                  <a:rPr lang="zh-CN" altLang="en-US" b="1"/>
                  <a:t>－</a:t>
                </a:r>
                <a:r>
                  <a:rPr lang="zh-CN" altLang="en-US" b="1">
                    <a:cs typeface="Arial" panose="020B0604020202020204" pitchFamily="34" charset="0"/>
                  </a:rPr>
                  <a:t> </a:t>
                </a:r>
                <a:r>
                  <a:rPr lang="zh-CN" altLang="en-US" b="1">
                    <a:ea typeface="Arial Unicode MS" panose="020B0604020202020204" pitchFamily="34" charset="-122"/>
                    <a:cs typeface="Arial Unicode MS" panose="020B0604020202020204" pitchFamily="34" charset="-122"/>
                  </a:rPr>
                  <a:t>∧</a:t>
                </a:r>
              </a:p>
            </p:txBody>
          </p:sp>
          <p:sp>
            <p:nvSpPr>
              <p:cNvPr id="484409" name="Line 57">
                <a:extLst>
                  <a:ext uri="{FF2B5EF4-FFF2-40B4-BE49-F238E27FC236}">
                    <a16:creationId xmlns:a16="http://schemas.microsoft.com/office/drawing/2014/main" id="{C797C9AF-8DA7-4C3E-9838-D1B29762BFDC}"/>
                  </a:ext>
                </a:extLst>
              </p:cNvPr>
              <p:cNvSpPr>
                <a:spLocks noChangeShapeType="1"/>
              </p:cNvSpPr>
              <p:nvPr/>
            </p:nvSpPr>
            <p:spPr bwMode="auto">
              <a:xfrm>
                <a:off x="2352"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10" name="Line 58">
                <a:extLst>
                  <a:ext uri="{FF2B5EF4-FFF2-40B4-BE49-F238E27FC236}">
                    <a16:creationId xmlns:a16="http://schemas.microsoft.com/office/drawing/2014/main" id="{1750E44A-1EAB-484E-8332-0A2545A65915}"/>
                  </a:ext>
                </a:extLst>
              </p:cNvPr>
              <p:cNvSpPr>
                <a:spLocks noChangeShapeType="1"/>
              </p:cNvSpPr>
              <p:nvPr/>
            </p:nvSpPr>
            <p:spPr bwMode="auto">
              <a:xfrm>
                <a:off x="2544"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11" name="Line 59">
                <a:extLst>
                  <a:ext uri="{FF2B5EF4-FFF2-40B4-BE49-F238E27FC236}">
                    <a16:creationId xmlns:a16="http://schemas.microsoft.com/office/drawing/2014/main" id="{4E360BD0-7A69-4561-A0A9-971CF9D504B1}"/>
                  </a:ext>
                </a:extLst>
              </p:cNvPr>
              <p:cNvSpPr>
                <a:spLocks noChangeShapeType="1"/>
              </p:cNvSpPr>
              <p:nvPr/>
            </p:nvSpPr>
            <p:spPr bwMode="auto">
              <a:xfrm>
                <a:off x="2784"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12" name="Line 60">
                <a:extLst>
                  <a:ext uri="{FF2B5EF4-FFF2-40B4-BE49-F238E27FC236}">
                    <a16:creationId xmlns:a16="http://schemas.microsoft.com/office/drawing/2014/main" id="{15A53819-8428-4CF0-AB53-CA2A71F9FD3D}"/>
                  </a:ext>
                </a:extLst>
              </p:cNvPr>
              <p:cNvSpPr>
                <a:spLocks noChangeShapeType="1"/>
              </p:cNvSpPr>
              <p:nvPr/>
            </p:nvSpPr>
            <p:spPr bwMode="auto">
              <a:xfrm>
                <a:off x="2976"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13" name="Line 61">
                <a:extLst>
                  <a:ext uri="{FF2B5EF4-FFF2-40B4-BE49-F238E27FC236}">
                    <a16:creationId xmlns:a16="http://schemas.microsoft.com/office/drawing/2014/main" id="{DF49CFE4-317B-4387-BFA0-8A43485039B0}"/>
                  </a:ext>
                </a:extLst>
              </p:cNvPr>
              <p:cNvSpPr>
                <a:spLocks noChangeShapeType="1"/>
              </p:cNvSpPr>
              <p:nvPr/>
            </p:nvSpPr>
            <p:spPr bwMode="auto">
              <a:xfrm>
                <a:off x="3216"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414" name="Group 62">
              <a:extLst>
                <a:ext uri="{FF2B5EF4-FFF2-40B4-BE49-F238E27FC236}">
                  <a16:creationId xmlns:a16="http://schemas.microsoft.com/office/drawing/2014/main" id="{51FDE15A-9028-4161-8D0E-3E41722B99C9}"/>
                </a:ext>
              </a:extLst>
            </p:cNvPr>
            <p:cNvGrpSpPr>
              <a:grpSpLocks/>
            </p:cNvGrpSpPr>
            <p:nvPr/>
          </p:nvGrpSpPr>
          <p:grpSpPr bwMode="auto">
            <a:xfrm>
              <a:off x="2160" y="3251"/>
              <a:ext cx="1265" cy="205"/>
              <a:chOff x="2160" y="672"/>
              <a:chExt cx="1265" cy="192"/>
            </a:xfrm>
          </p:grpSpPr>
          <p:sp>
            <p:nvSpPr>
              <p:cNvPr id="484415" name="Rectangle 63">
                <a:extLst>
                  <a:ext uri="{FF2B5EF4-FFF2-40B4-BE49-F238E27FC236}">
                    <a16:creationId xmlns:a16="http://schemas.microsoft.com/office/drawing/2014/main" id="{C031E462-CF24-4CD7-9657-458457F7968B}"/>
                  </a:ext>
                </a:extLst>
              </p:cNvPr>
              <p:cNvSpPr>
                <a:spLocks noChangeArrowheads="1"/>
              </p:cNvSpPr>
              <p:nvPr/>
            </p:nvSpPr>
            <p:spPr bwMode="auto">
              <a:xfrm>
                <a:off x="2160" y="672"/>
                <a:ext cx="1265"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60 </a:t>
                </a:r>
                <a:r>
                  <a:rPr lang="en-US" altLang="zh-CN" b="1">
                    <a:cs typeface="Arial" panose="020B0604020202020204" pitchFamily="34" charset="0"/>
                  </a:rPr>
                  <a:t>°  85  ° </a:t>
                </a:r>
                <a:r>
                  <a:rPr lang="zh-CN" altLang="en-US" b="1"/>
                  <a:t>－</a:t>
                </a:r>
                <a:r>
                  <a:rPr lang="zh-CN" altLang="en-US" b="1">
                    <a:cs typeface="Arial" panose="020B0604020202020204" pitchFamily="34" charset="0"/>
                  </a:rPr>
                  <a:t> </a:t>
                </a:r>
                <a:r>
                  <a:rPr lang="zh-CN" altLang="en-US" b="1">
                    <a:ea typeface="Arial Unicode MS" panose="020B0604020202020204" pitchFamily="34" charset="-122"/>
                    <a:cs typeface="Arial Unicode MS" panose="020B0604020202020204" pitchFamily="34" charset="-122"/>
                  </a:rPr>
                  <a:t>∧</a:t>
                </a:r>
                <a:r>
                  <a:rPr lang="zh-CN" altLang="en-US" sz="900">
                    <a:ea typeface="Arial Unicode MS" panose="020B0604020202020204" pitchFamily="34" charset="-122"/>
                    <a:cs typeface="Arial Unicode MS" panose="020B0604020202020204" pitchFamily="34" charset="-122"/>
                  </a:rPr>
                  <a:t>　</a:t>
                </a:r>
                <a:endParaRPr lang="zh-CN" altLang="en-US" sz="1600">
                  <a:ea typeface="Arial Unicode MS" panose="020B0604020202020204" pitchFamily="34" charset="-122"/>
                  <a:cs typeface="Arial Unicode MS" panose="020B0604020202020204" pitchFamily="34" charset="-122"/>
                </a:endParaRPr>
              </a:p>
            </p:txBody>
          </p:sp>
          <p:sp>
            <p:nvSpPr>
              <p:cNvPr id="484416" name="Line 64">
                <a:extLst>
                  <a:ext uri="{FF2B5EF4-FFF2-40B4-BE49-F238E27FC236}">
                    <a16:creationId xmlns:a16="http://schemas.microsoft.com/office/drawing/2014/main" id="{B0C42EDF-20FD-4A42-BF09-7DB6530FCC84}"/>
                  </a:ext>
                </a:extLst>
              </p:cNvPr>
              <p:cNvSpPr>
                <a:spLocks noChangeShapeType="1"/>
              </p:cNvSpPr>
              <p:nvPr/>
            </p:nvSpPr>
            <p:spPr bwMode="auto">
              <a:xfrm>
                <a:off x="2352"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17" name="Line 65">
                <a:extLst>
                  <a:ext uri="{FF2B5EF4-FFF2-40B4-BE49-F238E27FC236}">
                    <a16:creationId xmlns:a16="http://schemas.microsoft.com/office/drawing/2014/main" id="{666420B0-6FD5-4400-8A61-3E4FF24BC79E}"/>
                  </a:ext>
                </a:extLst>
              </p:cNvPr>
              <p:cNvSpPr>
                <a:spLocks noChangeShapeType="1"/>
              </p:cNvSpPr>
              <p:nvPr/>
            </p:nvSpPr>
            <p:spPr bwMode="auto">
              <a:xfrm>
                <a:off x="2544"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18" name="Line 66">
                <a:extLst>
                  <a:ext uri="{FF2B5EF4-FFF2-40B4-BE49-F238E27FC236}">
                    <a16:creationId xmlns:a16="http://schemas.microsoft.com/office/drawing/2014/main" id="{77180501-87C3-43BA-A8B6-4E187EDF0509}"/>
                  </a:ext>
                </a:extLst>
              </p:cNvPr>
              <p:cNvSpPr>
                <a:spLocks noChangeShapeType="1"/>
              </p:cNvSpPr>
              <p:nvPr/>
            </p:nvSpPr>
            <p:spPr bwMode="auto">
              <a:xfrm>
                <a:off x="2784"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19" name="Line 67">
                <a:extLst>
                  <a:ext uri="{FF2B5EF4-FFF2-40B4-BE49-F238E27FC236}">
                    <a16:creationId xmlns:a16="http://schemas.microsoft.com/office/drawing/2014/main" id="{6914376D-7568-4776-AFAA-E35CEE3DA513}"/>
                  </a:ext>
                </a:extLst>
              </p:cNvPr>
              <p:cNvSpPr>
                <a:spLocks noChangeShapeType="1"/>
              </p:cNvSpPr>
              <p:nvPr/>
            </p:nvSpPr>
            <p:spPr bwMode="auto">
              <a:xfrm>
                <a:off x="2976"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20" name="Line 68">
                <a:extLst>
                  <a:ext uri="{FF2B5EF4-FFF2-40B4-BE49-F238E27FC236}">
                    <a16:creationId xmlns:a16="http://schemas.microsoft.com/office/drawing/2014/main" id="{7FD6F9C3-EACC-4153-B5C0-355D46109BC8}"/>
                  </a:ext>
                </a:extLst>
              </p:cNvPr>
              <p:cNvSpPr>
                <a:spLocks noChangeShapeType="1"/>
              </p:cNvSpPr>
              <p:nvPr/>
            </p:nvSpPr>
            <p:spPr bwMode="auto">
              <a:xfrm>
                <a:off x="3216"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421" name="Group 69">
              <a:extLst>
                <a:ext uri="{FF2B5EF4-FFF2-40B4-BE49-F238E27FC236}">
                  <a16:creationId xmlns:a16="http://schemas.microsoft.com/office/drawing/2014/main" id="{47E293F5-C36F-4782-9738-997B9FF669E2}"/>
                </a:ext>
              </a:extLst>
            </p:cNvPr>
            <p:cNvGrpSpPr>
              <a:grpSpLocks/>
            </p:cNvGrpSpPr>
            <p:nvPr/>
          </p:nvGrpSpPr>
          <p:grpSpPr bwMode="auto">
            <a:xfrm>
              <a:off x="3744" y="3251"/>
              <a:ext cx="1265" cy="205"/>
              <a:chOff x="2160" y="672"/>
              <a:chExt cx="1265" cy="192"/>
            </a:xfrm>
          </p:grpSpPr>
          <p:sp>
            <p:nvSpPr>
              <p:cNvPr id="484422" name="Rectangle 70">
                <a:extLst>
                  <a:ext uri="{FF2B5EF4-FFF2-40B4-BE49-F238E27FC236}">
                    <a16:creationId xmlns:a16="http://schemas.microsoft.com/office/drawing/2014/main" id="{DD7C14D2-C24E-4D85-B524-BEBC7091554F}"/>
                  </a:ext>
                </a:extLst>
              </p:cNvPr>
              <p:cNvSpPr>
                <a:spLocks noChangeArrowheads="1"/>
              </p:cNvSpPr>
              <p:nvPr/>
            </p:nvSpPr>
            <p:spPr bwMode="auto">
              <a:xfrm>
                <a:off x="2160" y="672"/>
                <a:ext cx="1265"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a:t>140 </a:t>
                </a:r>
                <a:r>
                  <a:rPr lang="en-US" altLang="zh-CN" b="1">
                    <a:cs typeface="Arial" panose="020B0604020202020204" pitchFamily="34" charset="0"/>
                  </a:rPr>
                  <a:t>°159 °</a:t>
                </a:r>
                <a:r>
                  <a:rPr lang="zh-CN" altLang="en-US" b="1"/>
                  <a:t>－</a:t>
                </a:r>
                <a:r>
                  <a:rPr lang="zh-CN" altLang="en-US" b="1">
                    <a:ea typeface="Arial Unicode MS" panose="020B0604020202020204" pitchFamily="34" charset="-122"/>
                    <a:cs typeface="Arial Unicode MS" panose="020B0604020202020204" pitchFamily="34" charset="-122"/>
                  </a:rPr>
                  <a:t>∧</a:t>
                </a:r>
                <a:r>
                  <a:rPr lang="zh-CN" altLang="en-US" sz="800">
                    <a:ea typeface="Arial Unicode MS" panose="020B0604020202020204" pitchFamily="34" charset="-122"/>
                    <a:cs typeface="Arial Unicode MS" panose="020B0604020202020204" pitchFamily="34" charset="-122"/>
                  </a:rPr>
                  <a:t>　</a:t>
                </a:r>
                <a:endParaRPr lang="zh-CN" altLang="en-US" sz="1600">
                  <a:ea typeface="Arial Unicode MS" panose="020B0604020202020204" pitchFamily="34" charset="-122"/>
                  <a:cs typeface="Arial Unicode MS" panose="020B0604020202020204" pitchFamily="34" charset="-122"/>
                </a:endParaRPr>
              </a:p>
            </p:txBody>
          </p:sp>
          <p:sp>
            <p:nvSpPr>
              <p:cNvPr id="484423" name="Line 71">
                <a:extLst>
                  <a:ext uri="{FF2B5EF4-FFF2-40B4-BE49-F238E27FC236}">
                    <a16:creationId xmlns:a16="http://schemas.microsoft.com/office/drawing/2014/main" id="{7EA2441F-66B1-4B51-BBD4-7259F0ABC799}"/>
                  </a:ext>
                </a:extLst>
              </p:cNvPr>
              <p:cNvSpPr>
                <a:spLocks noChangeShapeType="1"/>
              </p:cNvSpPr>
              <p:nvPr/>
            </p:nvSpPr>
            <p:spPr bwMode="auto">
              <a:xfrm>
                <a:off x="2352"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24" name="Line 72">
                <a:extLst>
                  <a:ext uri="{FF2B5EF4-FFF2-40B4-BE49-F238E27FC236}">
                    <a16:creationId xmlns:a16="http://schemas.microsoft.com/office/drawing/2014/main" id="{7B907DFB-3C0D-4C9C-9A1B-1195C0ABD1CE}"/>
                  </a:ext>
                </a:extLst>
              </p:cNvPr>
              <p:cNvSpPr>
                <a:spLocks noChangeShapeType="1"/>
              </p:cNvSpPr>
              <p:nvPr/>
            </p:nvSpPr>
            <p:spPr bwMode="auto">
              <a:xfrm>
                <a:off x="2544"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25" name="Line 73">
                <a:extLst>
                  <a:ext uri="{FF2B5EF4-FFF2-40B4-BE49-F238E27FC236}">
                    <a16:creationId xmlns:a16="http://schemas.microsoft.com/office/drawing/2014/main" id="{8115D3EC-0E4B-4DCA-8689-276EF42A9B2E}"/>
                  </a:ext>
                </a:extLst>
              </p:cNvPr>
              <p:cNvSpPr>
                <a:spLocks noChangeShapeType="1"/>
              </p:cNvSpPr>
              <p:nvPr/>
            </p:nvSpPr>
            <p:spPr bwMode="auto">
              <a:xfrm>
                <a:off x="2784"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26" name="Line 74">
                <a:extLst>
                  <a:ext uri="{FF2B5EF4-FFF2-40B4-BE49-F238E27FC236}">
                    <a16:creationId xmlns:a16="http://schemas.microsoft.com/office/drawing/2014/main" id="{B532B2F5-7A98-48CE-B7B9-E329881F2539}"/>
                  </a:ext>
                </a:extLst>
              </p:cNvPr>
              <p:cNvSpPr>
                <a:spLocks noChangeShapeType="1"/>
              </p:cNvSpPr>
              <p:nvPr/>
            </p:nvSpPr>
            <p:spPr bwMode="auto">
              <a:xfrm>
                <a:off x="2976"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27" name="Line 75">
                <a:extLst>
                  <a:ext uri="{FF2B5EF4-FFF2-40B4-BE49-F238E27FC236}">
                    <a16:creationId xmlns:a16="http://schemas.microsoft.com/office/drawing/2014/main" id="{2FE8B183-0B20-4E10-A8E5-4EB06B1EFB21}"/>
                  </a:ext>
                </a:extLst>
              </p:cNvPr>
              <p:cNvSpPr>
                <a:spLocks noChangeShapeType="1"/>
              </p:cNvSpPr>
              <p:nvPr/>
            </p:nvSpPr>
            <p:spPr bwMode="auto">
              <a:xfrm>
                <a:off x="3216"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84428" name="Text Box 76">
              <a:extLst>
                <a:ext uri="{FF2B5EF4-FFF2-40B4-BE49-F238E27FC236}">
                  <a16:creationId xmlns:a16="http://schemas.microsoft.com/office/drawing/2014/main" id="{BC724F48-5134-4D2E-8456-054882D8781D}"/>
                </a:ext>
              </a:extLst>
            </p:cNvPr>
            <p:cNvSpPr txBox="1">
              <a:spLocks noChangeArrowheads="1"/>
            </p:cNvSpPr>
            <p:nvPr/>
          </p:nvSpPr>
          <p:spPr bwMode="auto">
            <a:xfrm>
              <a:off x="2112" y="3713"/>
              <a:ext cx="20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t>图</a:t>
              </a:r>
              <a:r>
                <a:rPr lang="en-US" altLang="zh-CN" sz="2400" b="1"/>
                <a:t>3.23</a:t>
              </a:r>
              <a:r>
                <a:rPr lang="zh-CN" altLang="en-US" sz="2400" b="1"/>
                <a:t>　多级索引</a:t>
              </a:r>
            </a:p>
          </p:txBody>
        </p:sp>
        <p:sp>
          <p:nvSpPr>
            <p:cNvPr id="484429" name="Text Box 77">
              <a:extLst>
                <a:ext uri="{FF2B5EF4-FFF2-40B4-BE49-F238E27FC236}">
                  <a16:creationId xmlns:a16="http://schemas.microsoft.com/office/drawing/2014/main" id="{A0D6B588-7D63-421F-BD20-CD59CE9FC3D2}"/>
                </a:ext>
              </a:extLst>
            </p:cNvPr>
            <p:cNvSpPr txBox="1">
              <a:spLocks noChangeArrowheads="1"/>
            </p:cNvSpPr>
            <p:nvPr/>
          </p:nvSpPr>
          <p:spPr bwMode="auto">
            <a:xfrm>
              <a:off x="4608" y="890"/>
              <a:ext cx="10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第一级索引</a:t>
              </a:r>
            </a:p>
          </p:txBody>
        </p:sp>
        <p:sp>
          <p:nvSpPr>
            <p:cNvPr id="484430" name="Text Box 78">
              <a:extLst>
                <a:ext uri="{FF2B5EF4-FFF2-40B4-BE49-F238E27FC236}">
                  <a16:creationId xmlns:a16="http://schemas.microsoft.com/office/drawing/2014/main" id="{FB012968-8AFD-4C08-A7BF-240D4CFF0902}"/>
                </a:ext>
              </a:extLst>
            </p:cNvPr>
            <p:cNvSpPr txBox="1">
              <a:spLocks noChangeArrowheads="1"/>
            </p:cNvSpPr>
            <p:nvPr/>
          </p:nvSpPr>
          <p:spPr bwMode="auto">
            <a:xfrm>
              <a:off x="4752" y="1823"/>
              <a:ext cx="9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第二级索引</a:t>
              </a:r>
            </a:p>
          </p:txBody>
        </p:sp>
        <p:sp>
          <p:nvSpPr>
            <p:cNvPr id="484431" name="Text Box 79">
              <a:extLst>
                <a:ext uri="{FF2B5EF4-FFF2-40B4-BE49-F238E27FC236}">
                  <a16:creationId xmlns:a16="http://schemas.microsoft.com/office/drawing/2014/main" id="{2829FE04-B67F-425B-B224-E4F7DBB7EE71}"/>
                </a:ext>
              </a:extLst>
            </p:cNvPr>
            <p:cNvSpPr txBox="1">
              <a:spLocks noChangeArrowheads="1"/>
            </p:cNvSpPr>
            <p:nvPr/>
          </p:nvSpPr>
          <p:spPr bwMode="auto">
            <a:xfrm>
              <a:off x="4800" y="2635"/>
              <a:ext cx="9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第三级索引</a:t>
              </a:r>
            </a:p>
          </p:txBody>
        </p:sp>
        <p:grpSp>
          <p:nvGrpSpPr>
            <p:cNvPr id="484432" name="Group 80">
              <a:extLst>
                <a:ext uri="{FF2B5EF4-FFF2-40B4-BE49-F238E27FC236}">
                  <a16:creationId xmlns:a16="http://schemas.microsoft.com/office/drawing/2014/main" id="{A7CE760A-0EB8-4229-83A4-C06137155210}"/>
                </a:ext>
              </a:extLst>
            </p:cNvPr>
            <p:cNvGrpSpPr>
              <a:grpSpLocks/>
            </p:cNvGrpSpPr>
            <p:nvPr/>
          </p:nvGrpSpPr>
          <p:grpSpPr bwMode="auto">
            <a:xfrm>
              <a:off x="1920" y="941"/>
              <a:ext cx="1265" cy="257"/>
              <a:chOff x="2160" y="672"/>
              <a:chExt cx="1265" cy="240"/>
            </a:xfrm>
          </p:grpSpPr>
          <p:sp>
            <p:nvSpPr>
              <p:cNvPr id="484433" name="Rectangle 81">
                <a:extLst>
                  <a:ext uri="{FF2B5EF4-FFF2-40B4-BE49-F238E27FC236}">
                    <a16:creationId xmlns:a16="http://schemas.microsoft.com/office/drawing/2014/main" id="{8B122E5C-E5D5-462F-843D-4628F67D5011}"/>
                  </a:ext>
                </a:extLst>
              </p:cNvPr>
              <p:cNvSpPr>
                <a:spLocks noChangeArrowheads="1"/>
              </p:cNvSpPr>
              <p:nvPr/>
            </p:nvSpPr>
            <p:spPr bwMode="auto">
              <a:xfrm>
                <a:off x="2160" y="672"/>
                <a:ext cx="1265"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t>2    </a:t>
                </a:r>
                <a:r>
                  <a:rPr lang="en-US" altLang="zh-CN" sz="1600" b="1">
                    <a:cs typeface="Arial" panose="020B0604020202020204" pitchFamily="34" charset="0"/>
                  </a:rPr>
                  <a:t>°  26   °</a:t>
                </a:r>
                <a:r>
                  <a:rPr lang="en-US" altLang="zh-CN" sz="1700" b="1">
                    <a:cs typeface="Arial" panose="020B0604020202020204" pitchFamily="34" charset="0"/>
                  </a:rPr>
                  <a:t>140</a:t>
                </a:r>
                <a:r>
                  <a:rPr lang="en-US" altLang="zh-CN" sz="1600" b="1">
                    <a:cs typeface="Arial" panose="020B0604020202020204" pitchFamily="34" charset="0"/>
                  </a:rPr>
                  <a:t>  °</a:t>
                </a:r>
              </a:p>
            </p:txBody>
          </p:sp>
          <p:sp>
            <p:nvSpPr>
              <p:cNvPr id="484434" name="Line 82">
                <a:extLst>
                  <a:ext uri="{FF2B5EF4-FFF2-40B4-BE49-F238E27FC236}">
                    <a16:creationId xmlns:a16="http://schemas.microsoft.com/office/drawing/2014/main" id="{5289BEDE-1580-49DA-975A-1CCCF4D429CF}"/>
                  </a:ext>
                </a:extLst>
              </p:cNvPr>
              <p:cNvSpPr>
                <a:spLocks noChangeShapeType="1"/>
              </p:cNvSpPr>
              <p:nvPr/>
            </p:nvSpPr>
            <p:spPr bwMode="auto">
              <a:xfrm>
                <a:off x="2352"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35" name="Line 83">
                <a:extLst>
                  <a:ext uri="{FF2B5EF4-FFF2-40B4-BE49-F238E27FC236}">
                    <a16:creationId xmlns:a16="http://schemas.microsoft.com/office/drawing/2014/main" id="{DDCC5E78-B963-4C36-90D7-3FA155ECC768}"/>
                  </a:ext>
                </a:extLst>
              </p:cNvPr>
              <p:cNvSpPr>
                <a:spLocks noChangeShapeType="1"/>
              </p:cNvSpPr>
              <p:nvPr/>
            </p:nvSpPr>
            <p:spPr bwMode="auto">
              <a:xfrm>
                <a:off x="2544"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36" name="Line 84">
                <a:extLst>
                  <a:ext uri="{FF2B5EF4-FFF2-40B4-BE49-F238E27FC236}">
                    <a16:creationId xmlns:a16="http://schemas.microsoft.com/office/drawing/2014/main" id="{914714F9-727A-4BB5-91FC-D458974A54E9}"/>
                  </a:ext>
                </a:extLst>
              </p:cNvPr>
              <p:cNvSpPr>
                <a:spLocks noChangeShapeType="1"/>
              </p:cNvSpPr>
              <p:nvPr/>
            </p:nvSpPr>
            <p:spPr bwMode="auto">
              <a:xfrm>
                <a:off x="2784"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37" name="Line 85">
                <a:extLst>
                  <a:ext uri="{FF2B5EF4-FFF2-40B4-BE49-F238E27FC236}">
                    <a16:creationId xmlns:a16="http://schemas.microsoft.com/office/drawing/2014/main" id="{3F0B2AD2-3ACA-4C59-B26C-0B217700CE83}"/>
                  </a:ext>
                </a:extLst>
              </p:cNvPr>
              <p:cNvSpPr>
                <a:spLocks noChangeShapeType="1"/>
              </p:cNvSpPr>
              <p:nvPr/>
            </p:nvSpPr>
            <p:spPr bwMode="auto">
              <a:xfrm>
                <a:off x="2976"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38" name="Line 86">
                <a:extLst>
                  <a:ext uri="{FF2B5EF4-FFF2-40B4-BE49-F238E27FC236}">
                    <a16:creationId xmlns:a16="http://schemas.microsoft.com/office/drawing/2014/main" id="{1950D7A3-4C1C-4C4A-9AE8-27A281FA3F7E}"/>
                  </a:ext>
                </a:extLst>
              </p:cNvPr>
              <p:cNvSpPr>
                <a:spLocks noChangeShapeType="1"/>
              </p:cNvSpPr>
              <p:nvPr/>
            </p:nvSpPr>
            <p:spPr bwMode="auto">
              <a:xfrm>
                <a:off x="3216" y="67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39" name="Line 87">
                <a:extLst>
                  <a:ext uri="{FF2B5EF4-FFF2-40B4-BE49-F238E27FC236}">
                    <a16:creationId xmlns:a16="http://schemas.microsoft.com/office/drawing/2014/main" id="{F9D4C449-768F-4669-9BEB-814AA522F9DF}"/>
                  </a:ext>
                </a:extLst>
              </p:cNvPr>
              <p:cNvSpPr>
                <a:spLocks noChangeShapeType="1"/>
              </p:cNvSpPr>
              <p:nvPr/>
            </p:nvSpPr>
            <p:spPr bwMode="auto">
              <a:xfrm>
                <a:off x="2448" y="81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40" name="Line 88">
                <a:extLst>
                  <a:ext uri="{FF2B5EF4-FFF2-40B4-BE49-F238E27FC236}">
                    <a16:creationId xmlns:a16="http://schemas.microsoft.com/office/drawing/2014/main" id="{EDF811E9-6809-43C4-A3B0-C5A3687F0B10}"/>
                  </a:ext>
                </a:extLst>
              </p:cNvPr>
              <p:cNvSpPr>
                <a:spLocks noChangeShapeType="1"/>
              </p:cNvSpPr>
              <p:nvPr/>
            </p:nvSpPr>
            <p:spPr bwMode="auto">
              <a:xfrm>
                <a:off x="2880" y="81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84441" name="Line 89">
              <a:extLst>
                <a:ext uri="{FF2B5EF4-FFF2-40B4-BE49-F238E27FC236}">
                  <a16:creationId xmlns:a16="http://schemas.microsoft.com/office/drawing/2014/main" id="{2AA1C5D0-6E49-48A6-8064-2DCE024E061C}"/>
                </a:ext>
              </a:extLst>
            </p:cNvPr>
            <p:cNvSpPr>
              <a:spLocks noChangeShapeType="1"/>
            </p:cNvSpPr>
            <p:nvPr/>
          </p:nvSpPr>
          <p:spPr bwMode="auto">
            <a:xfrm flipH="1">
              <a:off x="672" y="1198"/>
              <a:ext cx="1536" cy="41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42" name="Line 90">
              <a:extLst>
                <a:ext uri="{FF2B5EF4-FFF2-40B4-BE49-F238E27FC236}">
                  <a16:creationId xmlns:a16="http://schemas.microsoft.com/office/drawing/2014/main" id="{D7B5E7B6-F920-4616-9868-D635F28D5689}"/>
                </a:ext>
              </a:extLst>
            </p:cNvPr>
            <p:cNvSpPr>
              <a:spLocks noChangeShapeType="1"/>
            </p:cNvSpPr>
            <p:nvPr/>
          </p:nvSpPr>
          <p:spPr bwMode="auto">
            <a:xfrm flipH="1">
              <a:off x="2208" y="1198"/>
              <a:ext cx="432" cy="41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43" name="Line 91">
              <a:extLst>
                <a:ext uri="{FF2B5EF4-FFF2-40B4-BE49-F238E27FC236}">
                  <a16:creationId xmlns:a16="http://schemas.microsoft.com/office/drawing/2014/main" id="{6A7F97AC-747E-4883-B489-DE512A39AD2F}"/>
                </a:ext>
              </a:extLst>
            </p:cNvPr>
            <p:cNvSpPr>
              <a:spLocks noChangeShapeType="1"/>
            </p:cNvSpPr>
            <p:nvPr/>
          </p:nvSpPr>
          <p:spPr bwMode="auto">
            <a:xfrm>
              <a:off x="3072" y="1095"/>
              <a:ext cx="672" cy="51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44" name="Line 92">
              <a:extLst>
                <a:ext uri="{FF2B5EF4-FFF2-40B4-BE49-F238E27FC236}">
                  <a16:creationId xmlns:a16="http://schemas.microsoft.com/office/drawing/2014/main" id="{CA0F6833-30B4-4F5E-AE7E-57A20B38BA17}"/>
                </a:ext>
              </a:extLst>
            </p:cNvPr>
            <p:cNvSpPr>
              <a:spLocks noChangeShapeType="1"/>
            </p:cNvSpPr>
            <p:nvPr/>
          </p:nvSpPr>
          <p:spPr bwMode="auto">
            <a:xfrm flipH="1">
              <a:off x="192" y="1762"/>
              <a:ext cx="672" cy="6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45" name="Line 93">
              <a:extLst>
                <a:ext uri="{FF2B5EF4-FFF2-40B4-BE49-F238E27FC236}">
                  <a16:creationId xmlns:a16="http://schemas.microsoft.com/office/drawing/2014/main" id="{B66BEBD1-58F3-48E8-A187-FE85A5E606AD}"/>
                </a:ext>
              </a:extLst>
            </p:cNvPr>
            <p:cNvSpPr>
              <a:spLocks noChangeShapeType="1"/>
            </p:cNvSpPr>
            <p:nvPr/>
          </p:nvSpPr>
          <p:spPr bwMode="auto">
            <a:xfrm>
              <a:off x="1344" y="1762"/>
              <a:ext cx="96" cy="9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46" name="Line 94">
              <a:extLst>
                <a:ext uri="{FF2B5EF4-FFF2-40B4-BE49-F238E27FC236}">
                  <a16:creationId xmlns:a16="http://schemas.microsoft.com/office/drawing/2014/main" id="{8D70DBF2-0B17-4C21-927C-E76716857A92}"/>
                </a:ext>
              </a:extLst>
            </p:cNvPr>
            <p:cNvSpPr>
              <a:spLocks noChangeShapeType="1"/>
            </p:cNvSpPr>
            <p:nvPr/>
          </p:nvSpPr>
          <p:spPr bwMode="auto">
            <a:xfrm flipH="1">
              <a:off x="672" y="2737"/>
              <a:ext cx="768" cy="51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47" name="Line 95">
              <a:extLst>
                <a:ext uri="{FF2B5EF4-FFF2-40B4-BE49-F238E27FC236}">
                  <a16:creationId xmlns:a16="http://schemas.microsoft.com/office/drawing/2014/main" id="{C453F511-F3C7-4CF7-BF59-0E6AFFE4FBAC}"/>
                </a:ext>
              </a:extLst>
            </p:cNvPr>
            <p:cNvSpPr>
              <a:spLocks noChangeShapeType="1"/>
            </p:cNvSpPr>
            <p:nvPr/>
          </p:nvSpPr>
          <p:spPr bwMode="auto">
            <a:xfrm flipH="1">
              <a:off x="1536" y="1762"/>
              <a:ext cx="912" cy="6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48" name="Line 96">
              <a:extLst>
                <a:ext uri="{FF2B5EF4-FFF2-40B4-BE49-F238E27FC236}">
                  <a16:creationId xmlns:a16="http://schemas.microsoft.com/office/drawing/2014/main" id="{522852F4-ADC6-4452-9BAD-13536C2E499C}"/>
                </a:ext>
              </a:extLst>
            </p:cNvPr>
            <p:cNvSpPr>
              <a:spLocks noChangeShapeType="1"/>
            </p:cNvSpPr>
            <p:nvPr/>
          </p:nvSpPr>
          <p:spPr bwMode="auto">
            <a:xfrm flipH="1">
              <a:off x="2736" y="1762"/>
              <a:ext cx="48" cy="92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49" name="Line 97">
              <a:extLst>
                <a:ext uri="{FF2B5EF4-FFF2-40B4-BE49-F238E27FC236}">
                  <a16:creationId xmlns:a16="http://schemas.microsoft.com/office/drawing/2014/main" id="{6E9560B9-B8DB-4BD9-9E16-355F0A5B179D}"/>
                </a:ext>
              </a:extLst>
            </p:cNvPr>
            <p:cNvSpPr>
              <a:spLocks noChangeShapeType="1"/>
            </p:cNvSpPr>
            <p:nvPr/>
          </p:nvSpPr>
          <p:spPr bwMode="auto">
            <a:xfrm flipH="1">
              <a:off x="2208" y="2686"/>
              <a:ext cx="528" cy="565"/>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50" name="Line 98">
              <a:extLst>
                <a:ext uri="{FF2B5EF4-FFF2-40B4-BE49-F238E27FC236}">
                  <a16:creationId xmlns:a16="http://schemas.microsoft.com/office/drawing/2014/main" id="{AA147B1E-EF9D-4673-8204-60BD0D919889}"/>
                </a:ext>
              </a:extLst>
            </p:cNvPr>
            <p:cNvSpPr>
              <a:spLocks noChangeShapeType="1"/>
            </p:cNvSpPr>
            <p:nvPr/>
          </p:nvSpPr>
          <p:spPr bwMode="auto">
            <a:xfrm flipH="1">
              <a:off x="2928" y="1762"/>
              <a:ext cx="384" cy="6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51" name="Line 99">
              <a:extLst>
                <a:ext uri="{FF2B5EF4-FFF2-40B4-BE49-F238E27FC236}">
                  <a16:creationId xmlns:a16="http://schemas.microsoft.com/office/drawing/2014/main" id="{E78EC3ED-667C-458C-974D-A80330F3C44C}"/>
                </a:ext>
              </a:extLst>
            </p:cNvPr>
            <p:cNvSpPr>
              <a:spLocks noChangeShapeType="1"/>
            </p:cNvSpPr>
            <p:nvPr/>
          </p:nvSpPr>
          <p:spPr bwMode="auto">
            <a:xfrm>
              <a:off x="3936" y="1762"/>
              <a:ext cx="192" cy="92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52" name="Line 100">
              <a:extLst>
                <a:ext uri="{FF2B5EF4-FFF2-40B4-BE49-F238E27FC236}">
                  <a16:creationId xmlns:a16="http://schemas.microsoft.com/office/drawing/2014/main" id="{EF7B511F-76C6-4648-92AE-9B852C029759}"/>
                </a:ext>
              </a:extLst>
            </p:cNvPr>
            <p:cNvSpPr>
              <a:spLocks noChangeShapeType="1"/>
            </p:cNvSpPr>
            <p:nvPr/>
          </p:nvSpPr>
          <p:spPr bwMode="auto">
            <a:xfrm flipH="1">
              <a:off x="3840" y="2686"/>
              <a:ext cx="288" cy="565"/>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53" name="Line 101">
              <a:extLst>
                <a:ext uri="{FF2B5EF4-FFF2-40B4-BE49-F238E27FC236}">
                  <a16:creationId xmlns:a16="http://schemas.microsoft.com/office/drawing/2014/main" id="{171F9462-D9A7-4AFA-A90F-DD047247F91E}"/>
                </a:ext>
              </a:extLst>
            </p:cNvPr>
            <p:cNvSpPr>
              <a:spLocks noChangeShapeType="1"/>
            </p:cNvSpPr>
            <p:nvPr/>
          </p:nvSpPr>
          <p:spPr bwMode="auto">
            <a:xfrm flipH="1">
              <a:off x="4224" y="1762"/>
              <a:ext cx="192" cy="6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84455" name="Rectangle 103">
            <a:extLst>
              <a:ext uri="{FF2B5EF4-FFF2-40B4-BE49-F238E27FC236}">
                <a16:creationId xmlns:a16="http://schemas.microsoft.com/office/drawing/2014/main" id="{0589B2FD-F4E8-4D4E-B954-600B9D2EB738}"/>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81" name="Rectangle 5">
            <a:extLst>
              <a:ext uri="{FF2B5EF4-FFF2-40B4-BE49-F238E27FC236}">
                <a16:creationId xmlns:a16="http://schemas.microsoft.com/office/drawing/2014/main" id="{7DCDE1A4-46C0-4D2D-8A51-01C66CCEC15A}"/>
              </a:ext>
            </a:extLst>
          </p:cNvPr>
          <p:cNvSpPr>
            <a:spLocks noChangeArrowheads="1"/>
          </p:cNvSpPr>
          <p:nvPr/>
        </p:nvSpPr>
        <p:spPr bwMode="auto">
          <a:xfrm>
            <a:off x="468313" y="1185863"/>
            <a:ext cx="8207375" cy="512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b="0">
                <a:solidFill>
                  <a:srgbClr val="660066"/>
                </a:solidFill>
                <a:effectLst/>
                <a:latin typeface="黑体" panose="02010609060101010101" pitchFamily="49" charset="-122"/>
                <a:ea typeface="黑体" panose="02010609060101010101" pitchFamily="49" charset="-122"/>
              </a:rPr>
              <a:t>  与</a:t>
            </a:r>
            <a:r>
              <a:rPr lang="en-US" altLang="zh-CN" b="0">
                <a:solidFill>
                  <a:srgbClr val="660066"/>
                </a:solidFill>
                <a:effectLst/>
                <a:latin typeface="黑体" panose="02010609060101010101" pitchFamily="49" charset="-122"/>
                <a:ea typeface="黑体" panose="02010609060101010101" pitchFamily="49" charset="-122"/>
              </a:rPr>
              <a:t>B-</a:t>
            </a:r>
            <a:r>
              <a:rPr lang="zh-CN" altLang="en-US" b="0">
                <a:solidFill>
                  <a:srgbClr val="660066"/>
                </a:solidFill>
                <a:effectLst/>
                <a:latin typeface="黑体" panose="02010609060101010101" pitchFamily="49" charset="-122"/>
                <a:ea typeface="黑体" panose="02010609060101010101" pitchFamily="49" charset="-122"/>
              </a:rPr>
              <a:t>树相关的概念、术语：</a:t>
            </a:r>
          </a:p>
          <a:p>
            <a:pPr>
              <a:lnSpc>
                <a:spcPct val="125000"/>
              </a:lnSpc>
              <a:spcBef>
                <a:spcPct val="10000"/>
              </a:spcBef>
            </a:pPr>
            <a:r>
              <a:rPr lang="zh-CN" altLang="en-US"/>
              <a:t>         （</a:t>
            </a:r>
            <a:r>
              <a:rPr lang="en-US" altLang="zh-CN"/>
              <a:t>1</a:t>
            </a:r>
            <a:r>
              <a:rPr lang="zh-CN" altLang="en-US"/>
              <a:t>）</a:t>
            </a:r>
            <a:r>
              <a:rPr lang="zh-CN" altLang="en-US">
                <a:solidFill>
                  <a:srgbClr val="800000"/>
                </a:solidFill>
              </a:rPr>
              <a:t>结点</a:t>
            </a:r>
          </a:p>
          <a:p>
            <a:pPr>
              <a:lnSpc>
                <a:spcPct val="125000"/>
              </a:lnSpc>
              <a:spcBef>
                <a:spcPct val="10000"/>
              </a:spcBef>
            </a:pPr>
            <a:r>
              <a:rPr lang="zh-CN" altLang="en-US">
                <a:solidFill>
                  <a:srgbClr val="800000"/>
                </a:solidFill>
              </a:rPr>
              <a:t>          </a:t>
            </a:r>
            <a:r>
              <a:rPr lang="zh-CN" altLang="en-US"/>
              <a:t>在</a:t>
            </a:r>
            <a:r>
              <a:rPr lang="en-US" altLang="zh-CN"/>
              <a:t>B-</a:t>
            </a:r>
            <a:r>
              <a:rPr lang="zh-CN" altLang="en-US"/>
              <a:t>树中，将根结点、叶结点和内结点统称为结点。</a:t>
            </a:r>
          </a:p>
          <a:p>
            <a:pPr>
              <a:lnSpc>
                <a:spcPct val="125000"/>
              </a:lnSpc>
              <a:spcBef>
                <a:spcPct val="10000"/>
              </a:spcBef>
            </a:pPr>
            <a:r>
              <a:rPr lang="zh-CN" altLang="en-US"/>
              <a:t>          </a:t>
            </a:r>
            <a:r>
              <a:rPr lang="zh-CN" altLang="en-US">
                <a:solidFill>
                  <a:srgbClr val="006666"/>
                </a:solidFill>
                <a:ea typeface="黑体" panose="02010609060101010101" pitchFamily="49" charset="-122"/>
              </a:rPr>
              <a:t>其中，</a:t>
            </a:r>
            <a:r>
              <a:rPr lang="zh-CN" altLang="en-US"/>
              <a:t> </a:t>
            </a:r>
            <a:r>
              <a:rPr lang="zh-CN" altLang="en-US">
                <a:solidFill>
                  <a:srgbClr val="003366"/>
                </a:solidFill>
              </a:rPr>
              <a:t>内结点是指</a:t>
            </a:r>
            <a:r>
              <a:rPr lang="en-US" altLang="zh-CN">
                <a:solidFill>
                  <a:srgbClr val="003366"/>
                </a:solidFill>
              </a:rPr>
              <a:t>B-</a:t>
            </a:r>
            <a:r>
              <a:rPr lang="zh-CN" altLang="en-US">
                <a:solidFill>
                  <a:srgbClr val="003366"/>
                </a:solidFill>
              </a:rPr>
              <a:t>树中除根结点和叶结点以外的其它结点。</a:t>
            </a:r>
            <a:endParaRPr lang="en-US" altLang="zh-CN">
              <a:solidFill>
                <a:srgbClr val="003366"/>
              </a:solidFill>
            </a:endParaRPr>
          </a:p>
          <a:p>
            <a:pPr>
              <a:lnSpc>
                <a:spcPct val="125000"/>
              </a:lnSpc>
              <a:spcBef>
                <a:spcPct val="10000"/>
              </a:spcBef>
            </a:pPr>
            <a:r>
              <a:rPr lang="zh-CN" altLang="en-US"/>
              <a:t>          </a:t>
            </a:r>
          </a:p>
        </p:txBody>
      </p:sp>
      <p:sp>
        <p:nvSpPr>
          <p:cNvPr id="485384" name="Rectangle 8">
            <a:extLst>
              <a:ext uri="{FF2B5EF4-FFF2-40B4-BE49-F238E27FC236}">
                <a16:creationId xmlns:a16="http://schemas.microsoft.com/office/drawing/2014/main" id="{4ED81E3E-44EA-4FEB-B6BC-6F39CD540DDC}"/>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5381">
                                            <p:txEl>
                                              <p:pRg st="0" end="0"/>
                                            </p:txEl>
                                          </p:spTgt>
                                        </p:tgtEl>
                                        <p:attrNameLst>
                                          <p:attrName>style.visibility</p:attrName>
                                        </p:attrNameLst>
                                      </p:cBhvr>
                                      <p:to>
                                        <p:strVal val="visible"/>
                                      </p:to>
                                    </p:set>
                                    <p:animEffect transition="in" filter="wipe(left)">
                                      <p:cBhvr>
                                        <p:cTn id="7" dur="1000"/>
                                        <p:tgtEl>
                                          <p:spTgt spid="485381">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485381">
                                            <p:txEl>
                                              <p:pRg st="1" end="1"/>
                                            </p:txEl>
                                          </p:spTgt>
                                        </p:tgtEl>
                                        <p:attrNameLst>
                                          <p:attrName>style.visibility</p:attrName>
                                        </p:attrNameLst>
                                      </p:cBhvr>
                                      <p:to>
                                        <p:strVal val="visible"/>
                                      </p:to>
                                    </p:set>
                                    <p:animEffect transition="in" filter="wipe(up)">
                                      <p:cBhvr>
                                        <p:cTn id="11" dur="1000"/>
                                        <p:tgtEl>
                                          <p:spTgt spid="485381">
                                            <p:txEl>
                                              <p:pRg st="1" end="1"/>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485381">
                                            <p:txEl>
                                              <p:pRg st="2" end="2"/>
                                            </p:txEl>
                                          </p:spTgt>
                                        </p:tgtEl>
                                        <p:attrNameLst>
                                          <p:attrName>style.visibility</p:attrName>
                                        </p:attrNameLst>
                                      </p:cBhvr>
                                      <p:to>
                                        <p:strVal val="visible"/>
                                      </p:to>
                                    </p:set>
                                    <p:animEffect transition="in" filter="wipe(up)">
                                      <p:cBhvr>
                                        <p:cTn id="15" dur="1000"/>
                                        <p:tgtEl>
                                          <p:spTgt spid="485381">
                                            <p:txEl>
                                              <p:pRg st="2" end="2"/>
                                            </p:txEl>
                                          </p:spTgt>
                                        </p:tgtEl>
                                      </p:cBhvr>
                                    </p:animEffect>
                                  </p:childTnLst>
                                </p:cTn>
                              </p:par>
                            </p:childTnLst>
                          </p:cTn>
                        </p:par>
                        <p:par>
                          <p:cTn id="16" fill="hold" nodeType="afterGroup">
                            <p:stCondLst>
                              <p:cond delay="3000"/>
                            </p:stCondLst>
                            <p:childTnLst>
                              <p:par>
                                <p:cTn id="17" presetID="22" presetClass="entr" presetSubtype="1" fill="hold" nodeType="afterEffect">
                                  <p:stCondLst>
                                    <p:cond delay="0"/>
                                  </p:stCondLst>
                                  <p:childTnLst>
                                    <p:set>
                                      <p:cBhvr>
                                        <p:cTn id="18" dur="1" fill="hold">
                                          <p:stCondLst>
                                            <p:cond delay="0"/>
                                          </p:stCondLst>
                                        </p:cTn>
                                        <p:tgtEl>
                                          <p:spTgt spid="485381">
                                            <p:txEl>
                                              <p:pRg st="3" end="3"/>
                                            </p:txEl>
                                          </p:spTgt>
                                        </p:tgtEl>
                                        <p:attrNameLst>
                                          <p:attrName>style.visibility</p:attrName>
                                        </p:attrNameLst>
                                      </p:cBhvr>
                                      <p:to>
                                        <p:strVal val="visible"/>
                                      </p:to>
                                    </p:set>
                                    <p:animEffect transition="in" filter="wipe(up)">
                                      <p:cBhvr>
                                        <p:cTn id="19" dur="1000"/>
                                        <p:tgtEl>
                                          <p:spTgt spid="48538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8804" name="Group 4">
            <a:extLst>
              <a:ext uri="{FF2B5EF4-FFF2-40B4-BE49-F238E27FC236}">
                <a16:creationId xmlns:a16="http://schemas.microsoft.com/office/drawing/2014/main" id="{ABA42E9B-D527-4F14-A706-979C792C7AB6}"/>
              </a:ext>
            </a:extLst>
          </p:cNvPr>
          <p:cNvGrpSpPr>
            <a:grpSpLocks/>
          </p:cNvGrpSpPr>
          <p:nvPr/>
        </p:nvGrpSpPr>
        <p:grpSpPr bwMode="auto">
          <a:xfrm>
            <a:off x="395288" y="1635125"/>
            <a:ext cx="8408987" cy="2895600"/>
            <a:chOff x="247" y="1689"/>
            <a:chExt cx="5297" cy="1824"/>
          </a:xfrm>
        </p:grpSpPr>
        <p:grpSp>
          <p:nvGrpSpPr>
            <p:cNvPr id="588805" name="Group 5">
              <a:extLst>
                <a:ext uri="{FF2B5EF4-FFF2-40B4-BE49-F238E27FC236}">
                  <a16:creationId xmlns:a16="http://schemas.microsoft.com/office/drawing/2014/main" id="{08163589-18FB-46A8-8138-38FDBD578688}"/>
                </a:ext>
              </a:extLst>
            </p:cNvPr>
            <p:cNvGrpSpPr>
              <a:grpSpLocks/>
            </p:cNvGrpSpPr>
            <p:nvPr/>
          </p:nvGrpSpPr>
          <p:grpSpPr bwMode="auto">
            <a:xfrm>
              <a:off x="823" y="2457"/>
              <a:ext cx="1169" cy="192"/>
              <a:chOff x="1056" y="2112"/>
              <a:chExt cx="1073" cy="192"/>
            </a:xfrm>
          </p:grpSpPr>
          <p:sp>
            <p:nvSpPr>
              <p:cNvPr id="588806" name="Rectangle 6">
                <a:extLst>
                  <a:ext uri="{FF2B5EF4-FFF2-40B4-BE49-F238E27FC236}">
                    <a16:creationId xmlns:a16="http://schemas.microsoft.com/office/drawing/2014/main" id="{A8BA3F36-697B-43FE-8678-F050ECDE5A64}"/>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9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600">
                  <a:cs typeface="Arial" panose="020B0604020202020204" pitchFamily="34" charset="0"/>
                </a:endParaRPr>
              </a:p>
            </p:txBody>
          </p:sp>
          <p:sp>
            <p:nvSpPr>
              <p:cNvPr id="588807" name="Line 7">
                <a:extLst>
                  <a:ext uri="{FF2B5EF4-FFF2-40B4-BE49-F238E27FC236}">
                    <a16:creationId xmlns:a16="http://schemas.microsoft.com/office/drawing/2014/main" id="{54B04F38-F8CC-4E0E-B587-EB0A1D810723}"/>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08" name="Line 8">
                <a:extLst>
                  <a:ext uri="{FF2B5EF4-FFF2-40B4-BE49-F238E27FC236}">
                    <a16:creationId xmlns:a16="http://schemas.microsoft.com/office/drawing/2014/main" id="{0A3F1E32-3EDD-436B-A533-655FF160133F}"/>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09" name="Line 9">
                <a:extLst>
                  <a:ext uri="{FF2B5EF4-FFF2-40B4-BE49-F238E27FC236}">
                    <a16:creationId xmlns:a16="http://schemas.microsoft.com/office/drawing/2014/main" id="{EA17BDCE-C00E-4C9E-BC78-C41BB730E995}"/>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10" name="Line 10">
                <a:extLst>
                  <a:ext uri="{FF2B5EF4-FFF2-40B4-BE49-F238E27FC236}">
                    <a16:creationId xmlns:a16="http://schemas.microsoft.com/office/drawing/2014/main" id="{4FC779E5-C5E8-472F-A331-84E77A2AF28C}"/>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8811" name="Group 11">
              <a:extLst>
                <a:ext uri="{FF2B5EF4-FFF2-40B4-BE49-F238E27FC236}">
                  <a16:creationId xmlns:a16="http://schemas.microsoft.com/office/drawing/2014/main" id="{9B7ABD29-F139-4146-AE64-23A139D20F94}"/>
                </a:ext>
              </a:extLst>
            </p:cNvPr>
            <p:cNvGrpSpPr>
              <a:grpSpLocks/>
            </p:cNvGrpSpPr>
            <p:nvPr/>
          </p:nvGrpSpPr>
          <p:grpSpPr bwMode="auto">
            <a:xfrm>
              <a:off x="2263" y="2457"/>
              <a:ext cx="1169" cy="192"/>
              <a:chOff x="1056" y="2112"/>
              <a:chExt cx="1073" cy="192"/>
            </a:xfrm>
          </p:grpSpPr>
          <p:sp>
            <p:nvSpPr>
              <p:cNvPr id="588812" name="Rectangle 12">
                <a:extLst>
                  <a:ext uri="{FF2B5EF4-FFF2-40B4-BE49-F238E27FC236}">
                    <a16:creationId xmlns:a16="http://schemas.microsoft.com/office/drawing/2014/main" id="{F48B361E-E9EA-440C-A62C-EC9933111D35}"/>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60  °  </a:t>
                </a:r>
                <a:r>
                  <a:rPr lang="en-US" altLang="zh-CN" sz="1700" b="1"/>
                  <a:t>99</a:t>
                </a:r>
                <a:r>
                  <a:rPr lang="zh-CN" altLang="en-US" sz="1700" b="1"/>
                  <a:t>　</a:t>
                </a:r>
                <a:r>
                  <a:rPr lang="en-US" altLang="zh-CN" sz="17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88813" name="Line 13">
                <a:extLst>
                  <a:ext uri="{FF2B5EF4-FFF2-40B4-BE49-F238E27FC236}">
                    <a16:creationId xmlns:a16="http://schemas.microsoft.com/office/drawing/2014/main" id="{4C19ED45-2A55-4B44-87EC-CED5D0EC9032}"/>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14" name="Line 14">
                <a:extLst>
                  <a:ext uri="{FF2B5EF4-FFF2-40B4-BE49-F238E27FC236}">
                    <a16:creationId xmlns:a16="http://schemas.microsoft.com/office/drawing/2014/main" id="{E2B11CBF-82F4-42FD-AAAA-B52C8E021B84}"/>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15" name="Line 15">
                <a:extLst>
                  <a:ext uri="{FF2B5EF4-FFF2-40B4-BE49-F238E27FC236}">
                    <a16:creationId xmlns:a16="http://schemas.microsoft.com/office/drawing/2014/main" id="{CD05F9E8-DEBC-4667-AF9D-EA0483EAB08F}"/>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16" name="Line 16">
                <a:extLst>
                  <a:ext uri="{FF2B5EF4-FFF2-40B4-BE49-F238E27FC236}">
                    <a16:creationId xmlns:a16="http://schemas.microsoft.com/office/drawing/2014/main" id="{B1EBC671-5AAE-4AE1-A7CD-F04CD249DB13}"/>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8817" name="Group 17">
              <a:extLst>
                <a:ext uri="{FF2B5EF4-FFF2-40B4-BE49-F238E27FC236}">
                  <a16:creationId xmlns:a16="http://schemas.microsoft.com/office/drawing/2014/main" id="{B2727CD5-6B31-47F7-A9D3-61E7EF0AB992}"/>
                </a:ext>
              </a:extLst>
            </p:cNvPr>
            <p:cNvGrpSpPr>
              <a:grpSpLocks/>
            </p:cNvGrpSpPr>
            <p:nvPr/>
          </p:nvGrpSpPr>
          <p:grpSpPr bwMode="auto">
            <a:xfrm>
              <a:off x="3751" y="2457"/>
              <a:ext cx="1248" cy="192"/>
              <a:chOff x="1056" y="2112"/>
              <a:chExt cx="1073" cy="192"/>
            </a:xfrm>
          </p:grpSpPr>
          <p:sp>
            <p:nvSpPr>
              <p:cNvPr id="588818" name="Rectangle 18">
                <a:extLst>
                  <a:ext uri="{FF2B5EF4-FFF2-40B4-BE49-F238E27FC236}">
                    <a16:creationId xmlns:a16="http://schemas.microsoft.com/office/drawing/2014/main" id="{D0816D20-3918-4984-8CA7-7C93FA6AFF72}"/>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180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700">
                  <a:cs typeface="Arial" panose="020B0604020202020204" pitchFamily="34" charset="0"/>
                </a:endParaRPr>
              </a:p>
            </p:txBody>
          </p:sp>
          <p:sp>
            <p:nvSpPr>
              <p:cNvPr id="588819" name="Line 19">
                <a:extLst>
                  <a:ext uri="{FF2B5EF4-FFF2-40B4-BE49-F238E27FC236}">
                    <a16:creationId xmlns:a16="http://schemas.microsoft.com/office/drawing/2014/main" id="{CFE87151-7958-499D-B2A1-588A68D4A926}"/>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20" name="Line 20">
                <a:extLst>
                  <a:ext uri="{FF2B5EF4-FFF2-40B4-BE49-F238E27FC236}">
                    <a16:creationId xmlns:a16="http://schemas.microsoft.com/office/drawing/2014/main" id="{44AED31C-BE71-41F3-9C61-FF2273BC12EC}"/>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21" name="Line 21">
                <a:extLst>
                  <a:ext uri="{FF2B5EF4-FFF2-40B4-BE49-F238E27FC236}">
                    <a16:creationId xmlns:a16="http://schemas.microsoft.com/office/drawing/2014/main" id="{B5E0575D-31CC-4ECA-8302-165610F600E1}"/>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22" name="Line 22">
                <a:extLst>
                  <a:ext uri="{FF2B5EF4-FFF2-40B4-BE49-F238E27FC236}">
                    <a16:creationId xmlns:a16="http://schemas.microsoft.com/office/drawing/2014/main" id="{CB87CFA7-97E2-433A-AAE8-847F250B35AA}"/>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8823" name="Group 23">
              <a:extLst>
                <a:ext uri="{FF2B5EF4-FFF2-40B4-BE49-F238E27FC236}">
                  <a16:creationId xmlns:a16="http://schemas.microsoft.com/office/drawing/2014/main" id="{AC100B8D-3732-4746-B52A-6CDBDCD136B1}"/>
                </a:ext>
              </a:extLst>
            </p:cNvPr>
            <p:cNvGrpSpPr>
              <a:grpSpLocks/>
            </p:cNvGrpSpPr>
            <p:nvPr/>
          </p:nvGrpSpPr>
          <p:grpSpPr bwMode="auto">
            <a:xfrm>
              <a:off x="247" y="3321"/>
              <a:ext cx="641" cy="192"/>
              <a:chOff x="1056" y="2976"/>
              <a:chExt cx="641" cy="192"/>
            </a:xfrm>
          </p:grpSpPr>
          <p:sp>
            <p:nvSpPr>
              <p:cNvPr id="588824" name="Rectangle 24">
                <a:extLst>
                  <a:ext uri="{FF2B5EF4-FFF2-40B4-BE49-F238E27FC236}">
                    <a16:creationId xmlns:a16="http://schemas.microsoft.com/office/drawing/2014/main" id="{97982FAA-B839-4BC3-8A75-18810464D33E}"/>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2    5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88825" name="Line 25">
                <a:extLst>
                  <a:ext uri="{FF2B5EF4-FFF2-40B4-BE49-F238E27FC236}">
                    <a16:creationId xmlns:a16="http://schemas.microsoft.com/office/drawing/2014/main" id="{25141F49-6899-4E88-8BED-6DB0ECC76402}"/>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26" name="Line 26">
                <a:extLst>
                  <a:ext uri="{FF2B5EF4-FFF2-40B4-BE49-F238E27FC236}">
                    <a16:creationId xmlns:a16="http://schemas.microsoft.com/office/drawing/2014/main" id="{6E771F4D-812B-4158-A346-11A5D9D5813A}"/>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27" name="Line 27">
                <a:extLst>
                  <a:ext uri="{FF2B5EF4-FFF2-40B4-BE49-F238E27FC236}">
                    <a16:creationId xmlns:a16="http://schemas.microsoft.com/office/drawing/2014/main" id="{AC0F8306-2083-48D8-A218-0B17D9E940F6}"/>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8828" name="Group 28">
              <a:extLst>
                <a:ext uri="{FF2B5EF4-FFF2-40B4-BE49-F238E27FC236}">
                  <a16:creationId xmlns:a16="http://schemas.microsoft.com/office/drawing/2014/main" id="{68544EEA-9615-47E5-A759-1801E5CA6B1C}"/>
                </a:ext>
              </a:extLst>
            </p:cNvPr>
            <p:cNvGrpSpPr>
              <a:grpSpLocks/>
            </p:cNvGrpSpPr>
            <p:nvPr/>
          </p:nvGrpSpPr>
          <p:grpSpPr bwMode="auto">
            <a:xfrm>
              <a:off x="1015" y="3321"/>
              <a:ext cx="641" cy="192"/>
              <a:chOff x="1056" y="2976"/>
              <a:chExt cx="641" cy="192"/>
            </a:xfrm>
          </p:grpSpPr>
          <p:sp>
            <p:nvSpPr>
              <p:cNvPr id="588829" name="Rectangle 29">
                <a:extLst>
                  <a:ext uri="{FF2B5EF4-FFF2-40B4-BE49-F238E27FC236}">
                    <a16:creationId xmlns:a16="http://schemas.microsoft.com/office/drawing/2014/main" id="{5BFBAD80-667F-480B-B718-EFC63FD3DE27}"/>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15  </a:t>
                </a:r>
                <a:r>
                  <a:rPr lang="zh-CN" altLang="en-US" sz="1700" b="1"/>
                  <a:t>－</a:t>
                </a:r>
                <a:r>
                  <a:rPr lang="zh-CN" altLang="en-US" sz="1700" b="1">
                    <a:cs typeface="Arial" panose="020B0604020202020204" pitchFamily="34" charset="0"/>
                  </a:rPr>
                  <a:t>   </a:t>
                </a:r>
                <a:r>
                  <a:rPr lang="zh-CN" altLang="en-US" sz="17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88830" name="Line 30">
                <a:extLst>
                  <a:ext uri="{FF2B5EF4-FFF2-40B4-BE49-F238E27FC236}">
                    <a16:creationId xmlns:a16="http://schemas.microsoft.com/office/drawing/2014/main" id="{29A25E61-2830-428C-9120-09F9FC8C1E0D}"/>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31" name="Line 31">
                <a:extLst>
                  <a:ext uri="{FF2B5EF4-FFF2-40B4-BE49-F238E27FC236}">
                    <a16:creationId xmlns:a16="http://schemas.microsoft.com/office/drawing/2014/main" id="{1852267F-B7CB-4EFF-A5F2-FE471F5A96AF}"/>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32" name="Line 32">
                <a:extLst>
                  <a:ext uri="{FF2B5EF4-FFF2-40B4-BE49-F238E27FC236}">
                    <a16:creationId xmlns:a16="http://schemas.microsoft.com/office/drawing/2014/main" id="{FCE49F1F-994A-49C2-8E48-6BD153340DDF}"/>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8833" name="Group 33">
              <a:extLst>
                <a:ext uri="{FF2B5EF4-FFF2-40B4-BE49-F238E27FC236}">
                  <a16:creationId xmlns:a16="http://schemas.microsoft.com/office/drawing/2014/main" id="{6C6FE028-B5CF-4258-B91F-7DEF14665027}"/>
                </a:ext>
              </a:extLst>
            </p:cNvPr>
            <p:cNvGrpSpPr>
              <a:grpSpLocks/>
            </p:cNvGrpSpPr>
            <p:nvPr/>
          </p:nvGrpSpPr>
          <p:grpSpPr bwMode="auto">
            <a:xfrm>
              <a:off x="1783" y="3321"/>
              <a:ext cx="641" cy="192"/>
              <a:chOff x="1056" y="2976"/>
              <a:chExt cx="641" cy="192"/>
            </a:xfrm>
          </p:grpSpPr>
          <p:sp>
            <p:nvSpPr>
              <p:cNvPr id="588834" name="Rectangle 34">
                <a:extLst>
                  <a:ext uri="{FF2B5EF4-FFF2-40B4-BE49-F238E27FC236}">
                    <a16:creationId xmlns:a16="http://schemas.microsoft.com/office/drawing/2014/main" id="{8B10A3A3-D03C-4FFA-87DC-C6DB9D595D19}"/>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39   48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88835" name="Line 35">
                <a:extLst>
                  <a:ext uri="{FF2B5EF4-FFF2-40B4-BE49-F238E27FC236}">
                    <a16:creationId xmlns:a16="http://schemas.microsoft.com/office/drawing/2014/main" id="{1EEE6CC9-2218-4CD5-9D3A-0F2FA8F9EBC4}"/>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36" name="Line 36">
                <a:extLst>
                  <a:ext uri="{FF2B5EF4-FFF2-40B4-BE49-F238E27FC236}">
                    <a16:creationId xmlns:a16="http://schemas.microsoft.com/office/drawing/2014/main" id="{7B0134C8-5A81-4089-AC3D-FCD80D20F8B2}"/>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37" name="Line 37">
                <a:extLst>
                  <a:ext uri="{FF2B5EF4-FFF2-40B4-BE49-F238E27FC236}">
                    <a16:creationId xmlns:a16="http://schemas.microsoft.com/office/drawing/2014/main" id="{D50AEE07-77F4-4FBD-A697-D780A6361635}"/>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8838" name="Group 38">
              <a:extLst>
                <a:ext uri="{FF2B5EF4-FFF2-40B4-BE49-F238E27FC236}">
                  <a16:creationId xmlns:a16="http://schemas.microsoft.com/office/drawing/2014/main" id="{CC0AEBB7-9B1F-46B6-A5AC-EEF816956958}"/>
                </a:ext>
              </a:extLst>
            </p:cNvPr>
            <p:cNvGrpSpPr>
              <a:grpSpLocks/>
            </p:cNvGrpSpPr>
            <p:nvPr/>
          </p:nvGrpSpPr>
          <p:grpSpPr bwMode="auto">
            <a:xfrm>
              <a:off x="2599" y="3321"/>
              <a:ext cx="641" cy="192"/>
              <a:chOff x="1056" y="2976"/>
              <a:chExt cx="641" cy="192"/>
            </a:xfrm>
          </p:grpSpPr>
          <p:sp>
            <p:nvSpPr>
              <p:cNvPr id="588839" name="Rectangle 39">
                <a:extLst>
                  <a:ext uri="{FF2B5EF4-FFF2-40B4-BE49-F238E27FC236}">
                    <a16:creationId xmlns:a16="http://schemas.microsoft.com/office/drawing/2014/main" id="{48676FC8-5605-4042-B238-7BA08B29FCE8}"/>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700">
                    <a:cs typeface="Arial" panose="020B0604020202020204" pitchFamily="34" charset="0"/>
                  </a:rPr>
                  <a:t> </a:t>
                </a:r>
                <a:r>
                  <a:rPr lang="en-US" altLang="zh-CN" sz="1700" b="1">
                    <a:cs typeface="Arial" panose="020B0604020202020204" pitchFamily="34" charset="0"/>
                  </a:rPr>
                  <a:t>85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88840" name="Line 40">
                <a:extLst>
                  <a:ext uri="{FF2B5EF4-FFF2-40B4-BE49-F238E27FC236}">
                    <a16:creationId xmlns:a16="http://schemas.microsoft.com/office/drawing/2014/main" id="{E71E753F-4ABB-40DC-A4AD-546184BC38C8}"/>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41" name="Line 41">
                <a:extLst>
                  <a:ext uri="{FF2B5EF4-FFF2-40B4-BE49-F238E27FC236}">
                    <a16:creationId xmlns:a16="http://schemas.microsoft.com/office/drawing/2014/main" id="{5EB15208-7798-449E-9D9B-BF68E8D8D35F}"/>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42" name="Line 42">
                <a:extLst>
                  <a:ext uri="{FF2B5EF4-FFF2-40B4-BE49-F238E27FC236}">
                    <a16:creationId xmlns:a16="http://schemas.microsoft.com/office/drawing/2014/main" id="{E1B89536-F5DE-491D-9D7A-23D077867AFE}"/>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8843" name="Group 43">
              <a:extLst>
                <a:ext uri="{FF2B5EF4-FFF2-40B4-BE49-F238E27FC236}">
                  <a16:creationId xmlns:a16="http://schemas.microsoft.com/office/drawing/2014/main" id="{D814DF30-DA45-4A8D-9481-A23E891BECB8}"/>
                </a:ext>
              </a:extLst>
            </p:cNvPr>
            <p:cNvGrpSpPr>
              <a:grpSpLocks/>
            </p:cNvGrpSpPr>
            <p:nvPr/>
          </p:nvGrpSpPr>
          <p:grpSpPr bwMode="auto">
            <a:xfrm>
              <a:off x="3319" y="3321"/>
              <a:ext cx="720" cy="192"/>
              <a:chOff x="1056" y="2976"/>
              <a:chExt cx="641" cy="192"/>
            </a:xfrm>
          </p:grpSpPr>
          <p:sp>
            <p:nvSpPr>
              <p:cNvPr id="588844" name="Rectangle 44">
                <a:extLst>
                  <a:ext uri="{FF2B5EF4-FFF2-40B4-BE49-F238E27FC236}">
                    <a16:creationId xmlns:a16="http://schemas.microsoft.com/office/drawing/2014/main" id="{A2A29D70-66A2-47E6-AAE8-DE942BB368F1}"/>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120  </a:t>
                </a:r>
                <a:r>
                  <a:rPr lang="zh-CN" altLang="en-US" sz="1700" b="1"/>
                  <a:t>－ </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88845" name="Line 45">
                <a:extLst>
                  <a:ext uri="{FF2B5EF4-FFF2-40B4-BE49-F238E27FC236}">
                    <a16:creationId xmlns:a16="http://schemas.microsoft.com/office/drawing/2014/main" id="{516C7648-7857-4E4A-958F-BC5204D5A388}"/>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46" name="Line 46">
                <a:extLst>
                  <a:ext uri="{FF2B5EF4-FFF2-40B4-BE49-F238E27FC236}">
                    <a16:creationId xmlns:a16="http://schemas.microsoft.com/office/drawing/2014/main" id="{6066F15E-8D1C-40CB-AC03-64AFB2A8F268}"/>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47" name="Line 47">
                <a:extLst>
                  <a:ext uri="{FF2B5EF4-FFF2-40B4-BE49-F238E27FC236}">
                    <a16:creationId xmlns:a16="http://schemas.microsoft.com/office/drawing/2014/main" id="{73409C8D-D333-4E62-AC08-59AB1EDEF309}"/>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8848" name="Group 48">
              <a:extLst>
                <a:ext uri="{FF2B5EF4-FFF2-40B4-BE49-F238E27FC236}">
                  <a16:creationId xmlns:a16="http://schemas.microsoft.com/office/drawing/2014/main" id="{4C361420-0E9C-4431-88D2-E100332A873C}"/>
                </a:ext>
              </a:extLst>
            </p:cNvPr>
            <p:cNvGrpSpPr>
              <a:grpSpLocks/>
            </p:cNvGrpSpPr>
            <p:nvPr/>
          </p:nvGrpSpPr>
          <p:grpSpPr bwMode="auto">
            <a:xfrm>
              <a:off x="4087" y="3321"/>
              <a:ext cx="672" cy="192"/>
              <a:chOff x="1056" y="2976"/>
              <a:chExt cx="641" cy="192"/>
            </a:xfrm>
          </p:grpSpPr>
          <p:sp>
            <p:nvSpPr>
              <p:cNvPr id="588849" name="Rectangle 49">
                <a:extLst>
                  <a:ext uri="{FF2B5EF4-FFF2-40B4-BE49-F238E27FC236}">
                    <a16:creationId xmlns:a16="http://schemas.microsoft.com/office/drawing/2014/main" id="{BC83270F-4B31-42FE-85A7-2A834AAAA296}"/>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159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88850" name="Line 50">
                <a:extLst>
                  <a:ext uri="{FF2B5EF4-FFF2-40B4-BE49-F238E27FC236}">
                    <a16:creationId xmlns:a16="http://schemas.microsoft.com/office/drawing/2014/main" id="{B4C54BBE-81FB-4E31-9634-AC0DED26C577}"/>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51" name="Line 51">
                <a:extLst>
                  <a:ext uri="{FF2B5EF4-FFF2-40B4-BE49-F238E27FC236}">
                    <a16:creationId xmlns:a16="http://schemas.microsoft.com/office/drawing/2014/main" id="{15E83919-0DB5-4EE4-A2B0-2C7055FAC47D}"/>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52" name="Line 52">
                <a:extLst>
                  <a:ext uri="{FF2B5EF4-FFF2-40B4-BE49-F238E27FC236}">
                    <a16:creationId xmlns:a16="http://schemas.microsoft.com/office/drawing/2014/main" id="{50153545-91B3-4872-82AD-C4343F721250}"/>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8853" name="Group 53">
              <a:extLst>
                <a:ext uri="{FF2B5EF4-FFF2-40B4-BE49-F238E27FC236}">
                  <a16:creationId xmlns:a16="http://schemas.microsoft.com/office/drawing/2014/main" id="{50616A4E-A83A-40FC-B1C7-4638FD5769B5}"/>
                </a:ext>
              </a:extLst>
            </p:cNvPr>
            <p:cNvGrpSpPr>
              <a:grpSpLocks/>
            </p:cNvGrpSpPr>
            <p:nvPr/>
          </p:nvGrpSpPr>
          <p:grpSpPr bwMode="auto">
            <a:xfrm>
              <a:off x="4807" y="3321"/>
              <a:ext cx="737" cy="192"/>
              <a:chOff x="1056" y="2976"/>
              <a:chExt cx="641" cy="192"/>
            </a:xfrm>
          </p:grpSpPr>
          <p:sp>
            <p:nvSpPr>
              <p:cNvPr id="588854" name="Rectangle 54">
                <a:extLst>
                  <a:ext uri="{FF2B5EF4-FFF2-40B4-BE49-F238E27FC236}">
                    <a16:creationId xmlns:a16="http://schemas.microsoft.com/office/drawing/2014/main" id="{4A7F2784-A92D-4C6C-9E68-F8C0DB8D9B59}"/>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201 220 </a:t>
                </a:r>
                <a:r>
                  <a:rPr lang="zh-CN" altLang="en-US" sz="1700" b="1"/>
                  <a:t>－</a:t>
                </a:r>
                <a:endParaRPr lang="zh-CN" altLang="en-US" sz="1600">
                  <a:cs typeface="Arial" panose="020B0604020202020204" pitchFamily="34" charset="0"/>
                </a:endParaRPr>
              </a:p>
            </p:txBody>
          </p:sp>
          <p:sp>
            <p:nvSpPr>
              <p:cNvPr id="588855" name="Line 55">
                <a:extLst>
                  <a:ext uri="{FF2B5EF4-FFF2-40B4-BE49-F238E27FC236}">
                    <a16:creationId xmlns:a16="http://schemas.microsoft.com/office/drawing/2014/main" id="{B3748159-31C9-40C0-9E86-B6F6EB070FA9}"/>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56" name="Line 56">
                <a:extLst>
                  <a:ext uri="{FF2B5EF4-FFF2-40B4-BE49-F238E27FC236}">
                    <a16:creationId xmlns:a16="http://schemas.microsoft.com/office/drawing/2014/main" id="{93D1B4D8-DCC0-46A3-943B-9895C5F8AEAC}"/>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57" name="Line 57">
                <a:extLst>
                  <a:ext uri="{FF2B5EF4-FFF2-40B4-BE49-F238E27FC236}">
                    <a16:creationId xmlns:a16="http://schemas.microsoft.com/office/drawing/2014/main" id="{C508526A-12D1-4254-B901-009D60CFDAFD}"/>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8858" name="Group 58">
              <a:extLst>
                <a:ext uri="{FF2B5EF4-FFF2-40B4-BE49-F238E27FC236}">
                  <a16:creationId xmlns:a16="http://schemas.microsoft.com/office/drawing/2014/main" id="{CA601785-2DF1-444D-8364-02BE44E010AE}"/>
                </a:ext>
              </a:extLst>
            </p:cNvPr>
            <p:cNvGrpSpPr>
              <a:grpSpLocks/>
            </p:cNvGrpSpPr>
            <p:nvPr/>
          </p:nvGrpSpPr>
          <p:grpSpPr bwMode="auto">
            <a:xfrm>
              <a:off x="2071" y="1689"/>
              <a:ext cx="1169" cy="192"/>
              <a:chOff x="1056" y="2112"/>
              <a:chExt cx="1073" cy="192"/>
            </a:xfrm>
          </p:grpSpPr>
          <p:sp>
            <p:nvSpPr>
              <p:cNvPr id="588859" name="Rectangle 59">
                <a:extLst>
                  <a:ext uri="{FF2B5EF4-FFF2-40B4-BE49-F238E27FC236}">
                    <a16:creationId xmlns:a16="http://schemas.microsoft.com/office/drawing/2014/main" id="{C1515D7D-3275-44C0-9233-F1DD50D751E4}"/>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en-US" altLang="zh-CN" sz="1700" b="1">
                    <a:cs typeface="Arial" panose="020B0604020202020204" pitchFamily="34" charset="0"/>
                  </a:rPr>
                  <a:t>°  26   ° </a:t>
                </a:r>
                <a:r>
                  <a:rPr lang="en-US" altLang="zh-CN" sz="1700" b="1"/>
                  <a:t>140</a:t>
                </a:r>
                <a:r>
                  <a:rPr lang="en-US" altLang="zh-CN" sz="1400" b="1"/>
                  <a:t>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88860" name="Line 60">
                <a:extLst>
                  <a:ext uri="{FF2B5EF4-FFF2-40B4-BE49-F238E27FC236}">
                    <a16:creationId xmlns:a16="http://schemas.microsoft.com/office/drawing/2014/main" id="{580FA168-59D1-4907-A926-E7253F8B3BA6}"/>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61" name="Line 61">
                <a:extLst>
                  <a:ext uri="{FF2B5EF4-FFF2-40B4-BE49-F238E27FC236}">
                    <a16:creationId xmlns:a16="http://schemas.microsoft.com/office/drawing/2014/main" id="{5B3CFBB1-B010-401F-947F-D8833E4CF398}"/>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62" name="Line 62">
                <a:extLst>
                  <a:ext uri="{FF2B5EF4-FFF2-40B4-BE49-F238E27FC236}">
                    <a16:creationId xmlns:a16="http://schemas.microsoft.com/office/drawing/2014/main" id="{FC3B3572-8276-4127-9CF3-B9AF1B313868}"/>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63" name="Line 63">
                <a:extLst>
                  <a:ext uri="{FF2B5EF4-FFF2-40B4-BE49-F238E27FC236}">
                    <a16:creationId xmlns:a16="http://schemas.microsoft.com/office/drawing/2014/main" id="{8CDE4018-15F1-4C65-BAB3-604528E57FB3}"/>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8864" name="Line 64">
              <a:extLst>
                <a:ext uri="{FF2B5EF4-FFF2-40B4-BE49-F238E27FC236}">
                  <a16:creationId xmlns:a16="http://schemas.microsoft.com/office/drawing/2014/main" id="{FDF08784-7420-4756-9099-2FD33EFE17F0}"/>
                </a:ext>
              </a:extLst>
            </p:cNvPr>
            <p:cNvSpPr>
              <a:spLocks noChangeShapeType="1"/>
            </p:cNvSpPr>
            <p:nvPr/>
          </p:nvSpPr>
          <p:spPr bwMode="auto">
            <a:xfrm flipH="1">
              <a:off x="1015" y="1785"/>
              <a:ext cx="1200"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65" name="Line 65">
              <a:extLst>
                <a:ext uri="{FF2B5EF4-FFF2-40B4-BE49-F238E27FC236}">
                  <a16:creationId xmlns:a16="http://schemas.microsoft.com/office/drawing/2014/main" id="{DBC5DBDB-CD4F-4B61-A4D1-B0510B54B2B3}"/>
                </a:ext>
              </a:extLst>
            </p:cNvPr>
            <p:cNvSpPr>
              <a:spLocks noChangeShapeType="1"/>
            </p:cNvSpPr>
            <p:nvPr/>
          </p:nvSpPr>
          <p:spPr bwMode="auto">
            <a:xfrm flipH="1">
              <a:off x="2359" y="1785"/>
              <a:ext cx="288"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66" name="Line 66">
              <a:extLst>
                <a:ext uri="{FF2B5EF4-FFF2-40B4-BE49-F238E27FC236}">
                  <a16:creationId xmlns:a16="http://schemas.microsoft.com/office/drawing/2014/main" id="{C81DDA99-8144-4DF1-AAFC-C2FBE79D8ED0}"/>
                </a:ext>
              </a:extLst>
            </p:cNvPr>
            <p:cNvSpPr>
              <a:spLocks noChangeShapeType="1"/>
            </p:cNvSpPr>
            <p:nvPr/>
          </p:nvSpPr>
          <p:spPr bwMode="auto">
            <a:xfrm flipH="1">
              <a:off x="343" y="2601"/>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67" name="Line 67">
              <a:extLst>
                <a:ext uri="{FF2B5EF4-FFF2-40B4-BE49-F238E27FC236}">
                  <a16:creationId xmlns:a16="http://schemas.microsoft.com/office/drawing/2014/main" id="{A948861C-C18B-4681-AA0E-CD4E2E5C371D}"/>
                </a:ext>
              </a:extLst>
            </p:cNvPr>
            <p:cNvSpPr>
              <a:spLocks noChangeShapeType="1"/>
            </p:cNvSpPr>
            <p:nvPr/>
          </p:nvSpPr>
          <p:spPr bwMode="auto">
            <a:xfrm flipH="1">
              <a:off x="1111" y="2601"/>
              <a:ext cx="33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68" name="Line 68">
              <a:extLst>
                <a:ext uri="{FF2B5EF4-FFF2-40B4-BE49-F238E27FC236}">
                  <a16:creationId xmlns:a16="http://schemas.microsoft.com/office/drawing/2014/main" id="{64B33B3C-5085-4074-BF1D-BBFDAA495EB1}"/>
                </a:ext>
              </a:extLst>
            </p:cNvPr>
            <p:cNvSpPr>
              <a:spLocks noChangeShapeType="1"/>
            </p:cNvSpPr>
            <p:nvPr/>
          </p:nvSpPr>
          <p:spPr bwMode="auto">
            <a:xfrm flipH="1">
              <a:off x="1879" y="2553"/>
              <a:ext cx="432"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69" name="Line 69">
              <a:extLst>
                <a:ext uri="{FF2B5EF4-FFF2-40B4-BE49-F238E27FC236}">
                  <a16:creationId xmlns:a16="http://schemas.microsoft.com/office/drawing/2014/main" id="{DCCFA9A4-6BA0-4295-B4B3-EDCF47DDC164}"/>
                </a:ext>
              </a:extLst>
            </p:cNvPr>
            <p:cNvSpPr>
              <a:spLocks noChangeShapeType="1"/>
            </p:cNvSpPr>
            <p:nvPr/>
          </p:nvSpPr>
          <p:spPr bwMode="auto">
            <a:xfrm flipH="1">
              <a:off x="2695" y="2601"/>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70" name="Line 70">
              <a:extLst>
                <a:ext uri="{FF2B5EF4-FFF2-40B4-BE49-F238E27FC236}">
                  <a16:creationId xmlns:a16="http://schemas.microsoft.com/office/drawing/2014/main" id="{B24F2989-6626-4B83-AAAC-EA8B5454794E}"/>
                </a:ext>
              </a:extLst>
            </p:cNvPr>
            <p:cNvSpPr>
              <a:spLocks noChangeShapeType="1"/>
            </p:cNvSpPr>
            <p:nvPr/>
          </p:nvSpPr>
          <p:spPr bwMode="auto">
            <a:xfrm>
              <a:off x="3319" y="2601"/>
              <a:ext cx="9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71" name="Line 71">
              <a:extLst>
                <a:ext uri="{FF2B5EF4-FFF2-40B4-BE49-F238E27FC236}">
                  <a16:creationId xmlns:a16="http://schemas.microsoft.com/office/drawing/2014/main" id="{FF83D59F-4709-4DC5-9869-4C80F60F22A8}"/>
                </a:ext>
              </a:extLst>
            </p:cNvPr>
            <p:cNvSpPr>
              <a:spLocks noChangeShapeType="1"/>
            </p:cNvSpPr>
            <p:nvPr/>
          </p:nvSpPr>
          <p:spPr bwMode="auto">
            <a:xfrm>
              <a:off x="3943" y="2553"/>
              <a:ext cx="33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72" name="Line 72">
              <a:extLst>
                <a:ext uri="{FF2B5EF4-FFF2-40B4-BE49-F238E27FC236}">
                  <a16:creationId xmlns:a16="http://schemas.microsoft.com/office/drawing/2014/main" id="{8A044DAB-2EA8-43D4-BD41-32D6184FC265}"/>
                </a:ext>
              </a:extLst>
            </p:cNvPr>
            <p:cNvSpPr>
              <a:spLocks noChangeShapeType="1"/>
            </p:cNvSpPr>
            <p:nvPr/>
          </p:nvSpPr>
          <p:spPr bwMode="auto">
            <a:xfrm>
              <a:off x="4375" y="2601"/>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8873" name="Line 73">
              <a:extLst>
                <a:ext uri="{FF2B5EF4-FFF2-40B4-BE49-F238E27FC236}">
                  <a16:creationId xmlns:a16="http://schemas.microsoft.com/office/drawing/2014/main" id="{0ABC394B-51B5-4DCA-81A4-8F9EF6C0A5A1}"/>
                </a:ext>
              </a:extLst>
            </p:cNvPr>
            <p:cNvSpPr>
              <a:spLocks noChangeShapeType="1"/>
            </p:cNvSpPr>
            <p:nvPr/>
          </p:nvSpPr>
          <p:spPr bwMode="auto">
            <a:xfrm>
              <a:off x="3127" y="1833"/>
              <a:ext cx="816"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8878" name="Text Box 78">
            <a:extLst>
              <a:ext uri="{FF2B5EF4-FFF2-40B4-BE49-F238E27FC236}">
                <a16:creationId xmlns:a16="http://schemas.microsoft.com/office/drawing/2014/main" id="{4737A86B-9AB7-4FC5-9FD4-347F7D7DF352}"/>
              </a:ext>
            </a:extLst>
          </p:cNvPr>
          <p:cNvSpPr txBox="1">
            <a:spLocks noChangeArrowheads="1"/>
          </p:cNvSpPr>
          <p:nvPr/>
        </p:nvSpPr>
        <p:spPr bwMode="auto">
          <a:xfrm>
            <a:off x="2627313" y="5862638"/>
            <a:ext cx="495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t>图</a:t>
            </a:r>
            <a:r>
              <a:rPr lang="en-US" altLang="zh-CN" sz="2400" b="1"/>
              <a:t>3.23</a:t>
            </a:r>
            <a:r>
              <a:rPr lang="zh-CN" altLang="en-US" sz="2400" b="1"/>
              <a:t>中多级索引的</a:t>
            </a:r>
            <a:r>
              <a:rPr lang="en-US" altLang="zh-CN" sz="2400" b="1"/>
              <a:t>B- </a:t>
            </a:r>
            <a:r>
              <a:rPr lang="zh-CN" altLang="en-US" sz="2400" b="1"/>
              <a:t>树</a:t>
            </a:r>
          </a:p>
        </p:txBody>
      </p:sp>
      <p:sp>
        <p:nvSpPr>
          <p:cNvPr id="588880" name="Text Box 80">
            <a:extLst>
              <a:ext uri="{FF2B5EF4-FFF2-40B4-BE49-F238E27FC236}">
                <a16:creationId xmlns:a16="http://schemas.microsoft.com/office/drawing/2014/main" id="{BAB7CD3C-B997-4A9B-A43E-14A81B2D235E}"/>
              </a:ext>
            </a:extLst>
          </p:cNvPr>
          <p:cNvSpPr txBox="1">
            <a:spLocks noChangeArrowheads="1"/>
          </p:cNvSpPr>
          <p:nvPr/>
        </p:nvSpPr>
        <p:spPr bwMode="auto">
          <a:xfrm>
            <a:off x="5364163" y="1628775"/>
            <a:ext cx="10017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003366"/>
                </a:solidFill>
              </a:rPr>
              <a:t>根结点</a:t>
            </a:r>
          </a:p>
        </p:txBody>
      </p:sp>
      <p:sp>
        <p:nvSpPr>
          <p:cNvPr id="588881" name="Line 81">
            <a:extLst>
              <a:ext uri="{FF2B5EF4-FFF2-40B4-BE49-F238E27FC236}">
                <a16:creationId xmlns:a16="http://schemas.microsoft.com/office/drawing/2014/main" id="{0CA95A02-6BF1-48EA-8DF0-94D9313977C9}"/>
              </a:ext>
            </a:extLst>
          </p:cNvPr>
          <p:cNvSpPr>
            <a:spLocks noChangeShapeType="1"/>
          </p:cNvSpPr>
          <p:nvPr/>
        </p:nvSpPr>
        <p:spPr bwMode="auto">
          <a:xfrm>
            <a:off x="900113" y="2601913"/>
            <a:ext cx="7920037" cy="0"/>
          </a:xfrm>
          <a:prstGeom prst="line">
            <a:avLst/>
          </a:prstGeom>
          <a:noFill/>
          <a:ln w="28575">
            <a:solidFill>
              <a:srgbClr val="006666"/>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588882" name="Line 82">
            <a:extLst>
              <a:ext uri="{FF2B5EF4-FFF2-40B4-BE49-F238E27FC236}">
                <a16:creationId xmlns:a16="http://schemas.microsoft.com/office/drawing/2014/main" id="{9E9545F1-8D03-4B27-86E3-1EBC7D48A50A}"/>
              </a:ext>
            </a:extLst>
          </p:cNvPr>
          <p:cNvSpPr>
            <a:spLocks noChangeShapeType="1"/>
          </p:cNvSpPr>
          <p:nvPr/>
        </p:nvSpPr>
        <p:spPr bwMode="auto">
          <a:xfrm>
            <a:off x="885825" y="3408363"/>
            <a:ext cx="7920038" cy="0"/>
          </a:xfrm>
          <a:prstGeom prst="line">
            <a:avLst/>
          </a:prstGeom>
          <a:noFill/>
          <a:ln w="28575">
            <a:solidFill>
              <a:srgbClr val="006666"/>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588883" name="Line 83">
            <a:extLst>
              <a:ext uri="{FF2B5EF4-FFF2-40B4-BE49-F238E27FC236}">
                <a16:creationId xmlns:a16="http://schemas.microsoft.com/office/drawing/2014/main" id="{D2CE27CC-4D70-4C15-A8D6-01FB2602CCAF}"/>
              </a:ext>
            </a:extLst>
          </p:cNvPr>
          <p:cNvSpPr>
            <a:spLocks noChangeShapeType="1"/>
          </p:cNvSpPr>
          <p:nvPr/>
        </p:nvSpPr>
        <p:spPr bwMode="auto">
          <a:xfrm>
            <a:off x="8820150" y="2686050"/>
            <a:ext cx="0" cy="720725"/>
          </a:xfrm>
          <a:prstGeom prst="line">
            <a:avLst/>
          </a:prstGeom>
          <a:noFill/>
          <a:ln w="28575">
            <a:solidFill>
              <a:srgbClr val="006666"/>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588884" name="Text Box 84">
            <a:extLst>
              <a:ext uri="{FF2B5EF4-FFF2-40B4-BE49-F238E27FC236}">
                <a16:creationId xmlns:a16="http://schemas.microsoft.com/office/drawing/2014/main" id="{400904F1-9F55-4B1E-9D5F-F213D2E2EFA7}"/>
              </a:ext>
            </a:extLst>
          </p:cNvPr>
          <p:cNvSpPr txBox="1">
            <a:spLocks noChangeArrowheads="1"/>
          </p:cNvSpPr>
          <p:nvPr/>
        </p:nvSpPr>
        <p:spPr bwMode="auto">
          <a:xfrm>
            <a:off x="7904163" y="2852738"/>
            <a:ext cx="989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内结点</a:t>
            </a:r>
          </a:p>
        </p:txBody>
      </p:sp>
      <p:sp>
        <p:nvSpPr>
          <p:cNvPr id="588885" name="Line 85">
            <a:extLst>
              <a:ext uri="{FF2B5EF4-FFF2-40B4-BE49-F238E27FC236}">
                <a16:creationId xmlns:a16="http://schemas.microsoft.com/office/drawing/2014/main" id="{FA026BB6-02DA-4C74-8F2B-7C3B8A1DD31A}"/>
              </a:ext>
            </a:extLst>
          </p:cNvPr>
          <p:cNvSpPr>
            <a:spLocks noChangeShapeType="1"/>
          </p:cNvSpPr>
          <p:nvPr/>
        </p:nvSpPr>
        <p:spPr bwMode="auto">
          <a:xfrm>
            <a:off x="900113" y="2614613"/>
            <a:ext cx="0" cy="720725"/>
          </a:xfrm>
          <a:prstGeom prst="line">
            <a:avLst/>
          </a:prstGeom>
          <a:noFill/>
          <a:ln w="28575">
            <a:solidFill>
              <a:srgbClr val="006666"/>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588886" name="Line 86">
            <a:extLst>
              <a:ext uri="{FF2B5EF4-FFF2-40B4-BE49-F238E27FC236}">
                <a16:creationId xmlns:a16="http://schemas.microsoft.com/office/drawing/2014/main" id="{94317FF2-2C50-40B3-88DC-0C6E748C9A34}"/>
              </a:ext>
            </a:extLst>
          </p:cNvPr>
          <p:cNvSpPr>
            <a:spLocks noChangeShapeType="1"/>
          </p:cNvSpPr>
          <p:nvPr/>
        </p:nvSpPr>
        <p:spPr bwMode="auto">
          <a:xfrm>
            <a:off x="250825" y="3940175"/>
            <a:ext cx="8713788" cy="0"/>
          </a:xfrm>
          <a:prstGeom prst="line">
            <a:avLst/>
          </a:prstGeom>
          <a:noFill/>
          <a:ln w="28575">
            <a:solidFill>
              <a:srgbClr val="CC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588887" name="Line 87">
            <a:extLst>
              <a:ext uri="{FF2B5EF4-FFF2-40B4-BE49-F238E27FC236}">
                <a16:creationId xmlns:a16="http://schemas.microsoft.com/office/drawing/2014/main" id="{990A3654-F9E0-48A7-A54A-A1E78F6F8EFA}"/>
              </a:ext>
            </a:extLst>
          </p:cNvPr>
          <p:cNvSpPr>
            <a:spLocks noChangeShapeType="1"/>
          </p:cNvSpPr>
          <p:nvPr/>
        </p:nvSpPr>
        <p:spPr bwMode="auto">
          <a:xfrm>
            <a:off x="250825" y="5308600"/>
            <a:ext cx="8713788" cy="0"/>
          </a:xfrm>
          <a:prstGeom prst="line">
            <a:avLst/>
          </a:prstGeom>
          <a:noFill/>
          <a:ln w="28575">
            <a:solidFill>
              <a:srgbClr val="CC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588888" name="Text Box 88">
            <a:extLst>
              <a:ext uri="{FF2B5EF4-FFF2-40B4-BE49-F238E27FC236}">
                <a16:creationId xmlns:a16="http://schemas.microsoft.com/office/drawing/2014/main" id="{1B02A533-F1BF-48C0-93BE-21620EDD738E}"/>
              </a:ext>
            </a:extLst>
          </p:cNvPr>
          <p:cNvSpPr txBox="1">
            <a:spLocks noChangeArrowheads="1"/>
          </p:cNvSpPr>
          <p:nvPr/>
        </p:nvSpPr>
        <p:spPr bwMode="auto">
          <a:xfrm>
            <a:off x="7762875" y="4725988"/>
            <a:ext cx="9128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CC0000"/>
                </a:solidFill>
              </a:rPr>
              <a:t>叶结点</a:t>
            </a:r>
          </a:p>
        </p:txBody>
      </p:sp>
      <p:sp>
        <p:nvSpPr>
          <p:cNvPr id="588889" name="Line 89">
            <a:extLst>
              <a:ext uri="{FF2B5EF4-FFF2-40B4-BE49-F238E27FC236}">
                <a16:creationId xmlns:a16="http://schemas.microsoft.com/office/drawing/2014/main" id="{C8E11356-95D0-41FE-975F-820CDCAB6F4A}"/>
              </a:ext>
            </a:extLst>
          </p:cNvPr>
          <p:cNvSpPr>
            <a:spLocks noChangeShapeType="1"/>
          </p:cNvSpPr>
          <p:nvPr/>
        </p:nvSpPr>
        <p:spPr bwMode="auto">
          <a:xfrm>
            <a:off x="8964613" y="4011613"/>
            <a:ext cx="0" cy="1284287"/>
          </a:xfrm>
          <a:prstGeom prst="line">
            <a:avLst/>
          </a:prstGeom>
          <a:noFill/>
          <a:ln w="28575">
            <a:solidFill>
              <a:srgbClr val="CC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588890" name="Line 90">
            <a:extLst>
              <a:ext uri="{FF2B5EF4-FFF2-40B4-BE49-F238E27FC236}">
                <a16:creationId xmlns:a16="http://schemas.microsoft.com/office/drawing/2014/main" id="{223DEAE7-94BD-466A-A7A4-F3979DE023BD}"/>
              </a:ext>
            </a:extLst>
          </p:cNvPr>
          <p:cNvSpPr>
            <a:spLocks noChangeShapeType="1"/>
          </p:cNvSpPr>
          <p:nvPr/>
        </p:nvSpPr>
        <p:spPr bwMode="auto">
          <a:xfrm>
            <a:off x="250825" y="3983038"/>
            <a:ext cx="0" cy="1284287"/>
          </a:xfrm>
          <a:prstGeom prst="line">
            <a:avLst/>
          </a:prstGeom>
          <a:noFill/>
          <a:ln w="28575">
            <a:solidFill>
              <a:srgbClr val="CC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588891" name="Rectangle 91">
            <a:extLst>
              <a:ext uri="{FF2B5EF4-FFF2-40B4-BE49-F238E27FC236}">
                <a16:creationId xmlns:a16="http://schemas.microsoft.com/office/drawing/2014/main" id="{9AF6D9CA-9168-4E3E-82F5-1C4539E5ED87}"/>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7" name="Rectangle 5">
            <a:extLst>
              <a:ext uri="{FF2B5EF4-FFF2-40B4-BE49-F238E27FC236}">
                <a16:creationId xmlns:a16="http://schemas.microsoft.com/office/drawing/2014/main" id="{8B6CF21B-62CA-4FA2-81B2-79367DA67376}"/>
              </a:ext>
            </a:extLst>
          </p:cNvPr>
          <p:cNvSpPr>
            <a:spLocks noChangeArrowheads="1"/>
          </p:cNvSpPr>
          <p:nvPr/>
        </p:nvSpPr>
        <p:spPr bwMode="auto">
          <a:xfrm>
            <a:off x="468313" y="1185863"/>
            <a:ext cx="8207375" cy="512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b="0">
                <a:solidFill>
                  <a:srgbClr val="660066"/>
                </a:solidFill>
                <a:effectLst/>
                <a:latin typeface="黑体" panose="02010609060101010101" pitchFamily="49" charset="-122"/>
                <a:ea typeface="黑体" panose="02010609060101010101" pitchFamily="49" charset="-122"/>
              </a:rPr>
              <a:t>  与</a:t>
            </a:r>
            <a:r>
              <a:rPr lang="en-US" altLang="zh-CN" b="0">
                <a:solidFill>
                  <a:srgbClr val="660066"/>
                </a:solidFill>
                <a:effectLst/>
                <a:latin typeface="黑体" panose="02010609060101010101" pitchFamily="49" charset="-122"/>
                <a:ea typeface="黑体" panose="02010609060101010101" pitchFamily="49" charset="-122"/>
              </a:rPr>
              <a:t>B-</a:t>
            </a:r>
            <a:r>
              <a:rPr lang="zh-CN" altLang="en-US" b="0">
                <a:solidFill>
                  <a:srgbClr val="660066"/>
                </a:solidFill>
                <a:effectLst/>
                <a:latin typeface="黑体" panose="02010609060101010101" pitchFamily="49" charset="-122"/>
                <a:ea typeface="黑体" panose="02010609060101010101" pitchFamily="49" charset="-122"/>
              </a:rPr>
              <a:t>树相关的概念、术语：</a:t>
            </a:r>
          </a:p>
          <a:p>
            <a:pPr>
              <a:lnSpc>
                <a:spcPct val="125000"/>
              </a:lnSpc>
              <a:spcBef>
                <a:spcPct val="10000"/>
              </a:spcBef>
            </a:pPr>
            <a:r>
              <a:rPr lang="zh-CN" altLang="en-US"/>
              <a:t>         （</a:t>
            </a:r>
            <a:r>
              <a:rPr lang="en-US" altLang="zh-CN"/>
              <a:t>1</a:t>
            </a:r>
            <a:r>
              <a:rPr lang="zh-CN" altLang="en-US"/>
              <a:t>）</a:t>
            </a:r>
            <a:r>
              <a:rPr lang="zh-CN" altLang="en-US">
                <a:solidFill>
                  <a:srgbClr val="800000"/>
                </a:solidFill>
              </a:rPr>
              <a:t>结点</a:t>
            </a:r>
            <a:r>
              <a:rPr lang="zh-CN" altLang="en-US"/>
              <a:t>：</a:t>
            </a:r>
            <a:r>
              <a:rPr lang="zh-CN" altLang="en-US">
                <a:solidFill>
                  <a:srgbClr val="777777"/>
                </a:solidFill>
              </a:rPr>
              <a:t>在</a:t>
            </a:r>
            <a:r>
              <a:rPr lang="en-US" altLang="zh-CN">
                <a:solidFill>
                  <a:srgbClr val="777777"/>
                </a:solidFill>
              </a:rPr>
              <a:t>B-</a:t>
            </a:r>
            <a:r>
              <a:rPr lang="zh-CN" altLang="en-US">
                <a:solidFill>
                  <a:srgbClr val="777777"/>
                </a:solidFill>
              </a:rPr>
              <a:t>树中，将根结点、叶结点和内结点（</a:t>
            </a:r>
            <a:r>
              <a:rPr lang="en-US" altLang="zh-CN">
                <a:solidFill>
                  <a:srgbClr val="777777"/>
                </a:solidFill>
              </a:rPr>
              <a:t>B-</a:t>
            </a:r>
            <a:r>
              <a:rPr lang="zh-CN" altLang="en-US">
                <a:solidFill>
                  <a:srgbClr val="777777"/>
                </a:solidFill>
              </a:rPr>
              <a:t>树中除根结点和叶结点以外的结点）统称为结点。</a:t>
            </a:r>
          </a:p>
          <a:p>
            <a:pPr>
              <a:lnSpc>
                <a:spcPct val="140000"/>
              </a:lnSpc>
              <a:spcBef>
                <a:spcPct val="10000"/>
              </a:spcBef>
            </a:pPr>
            <a:r>
              <a:rPr lang="zh-CN" altLang="en-US"/>
              <a:t>          </a:t>
            </a:r>
            <a:r>
              <a:rPr lang="zh-CN" altLang="en-US">
                <a:solidFill>
                  <a:srgbClr val="006699"/>
                </a:solidFill>
              </a:rPr>
              <a:t>根结点和内结点是存放索引项的存储块，简称为</a:t>
            </a:r>
            <a:r>
              <a:rPr lang="zh-CN" altLang="en-US">
                <a:solidFill>
                  <a:srgbClr val="663300"/>
                </a:solidFill>
              </a:rPr>
              <a:t>索引存储块</a:t>
            </a:r>
            <a:r>
              <a:rPr lang="zh-CN" altLang="en-US">
                <a:solidFill>
                  <a:srgbClr val="006699"/>
                </a:solidFill>
              </a:rPr>
              <a:t>或索引块。</a:t>
            </a:r>
            <a:endParaRPr lang="zh-CN" altLang="en-US">
              <a:solidFill>
                <a:srgbClr val="660066"/>
              </a:solidFill>
              <a:ea typeface="华文中宋" panose="02010600040101010101" pitchFamily="2" charset="-122"/>
            </a:endParaRPr>
          </a:p>
        </p:txBody>
      </p:sp>
      <p:sp>
        <p:nvSpPr>
          <p:cNvPr id="581640" name="Rectangle 8">
            <a:extLst>
              <a:ext uri="{FF2B5EF4-FFF2-40B4-BE49-F238E27FC236}">
                <a16:creationId xmlns:a16="http://schemas.microsoft.com/office/drawing/2014/main" id="{A2E45DC6-5A37-4001-9C59-36F0AD99A639}"/>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81637">
                                            <p:txEl>
                                              <p:pRg st="2" end="2"/>
                                            </p:txEl>
                                          </p:spTgt>
                                        </p:tgtEl>
                                        <p:attrNameLst>
                                          <p:attrName>style.visibility</p:attrName>
                                        </p:attrNameLst>
                                      </p:cBhvr>
                                      <p:to>
                                        <p:strVal val="visible"/>
                                      </p:to>
                                    </p:set>
                                    <p:animEffect transition="in" filter="wipe(up)">
                                      <p:cBhvr>
                                        <p:cTn id="7" dur="1000"/>
                                        <p:tgtEl>
                                          <p:spTgt spid="58163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3" name="Rectangle 5">
            <a:extLst>
              <a:ext uri="{FF2B5EF4-FFF2-40B4-BE49-F238E27FC236}">
                <a16:creationId xmlns:a16="http://schemas.microsoft.com/office/drawing/2014/main" id="{CD9E62BC-6556-4052-8F98-4D81743A28DB}"/>
              </a:ext>
            </a:extLst>
          </p:cNvPr>
          <p:cNvSpPr>
            <a:spLocks noChangeArrowheads="1"/>
          </p:cNvSpPr>
          <p:nvPr/>
        </p:nvSpPr>
        <p:spPr bwMode="auto">
          <a:xfrm>
            <a:off x="468313" y="1185863"/>
            <a:ext cx="8207375" cy="512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b="0">
                <a:solidFill>
                  <a:srgbClr val="660066"/>
                </a:solidFill>
                <a:effectLst/>
                <a:latin typeface="黑体" panose="02010609060101010101" pitchFamily="49" charset="-122"/>
                <a:ea typeface="黑体" panose="02010609060101010101" pitchFamily="49" charset="-122"/>
              </a:rPr>
              <a:t>  与</a:t>
            </a:r>
            <a:r>
              <a:rPr lang="en-US" altLang="zh-CN" b="0">
                <a:solidFill>
                  <a:srgbClr val="660066"/>
                </a:solidFill>
                <a:effectLst/>
                <a:latin typeface="黑体" panose="02010609060101010101" pitchFamily="49" charset="-122"/>
                <a:ea typeface="黑体" panose="02010609060101010101" pitchFamily="49" charset="-122"/>
              </a:rPr>
              <a:t>B-</a:t>
            </a:r>
            <a:r>
              <a:rPr lang="zh-CN" altLang="en-US" b="0">
                <a:solidFill>
                  <a:srgbClr val="660066"/>
                </a:solidFill>
                <a:effectLst/>
                <a:latin typeface="黑体" panose="02010609060101010101" pitchFamily="49" charset="-122"/>
                <a:ea typeface="黑体" panose="02010609060101010101" pitchFamily="49" charset="-122"/>
              </a:rPr>
              <a:t>树相关的概念、术语：</a:t>
            </a:r>
          </a:p>
          <a:p>
            <a:pPr>
              <a:lnSpc>
                <a:spcPct val="125000"/>
              </a:lnSpc>
              <a:spcBef>
                <a:spcPct val="10000"/>
              </a:spcBef>
            </a:pPr>
            <a:r>
              <a:rPr lang="zh-CN" altLang="en-US"/>
              <a:t>         </a:t>
            </a:r>
            <a:r>
              <a:rPr lang="zh-CN" altLang="en-US">
                <a:solidFill>
                  <a:srgbClr val="969696"/>
                </a:solidFill>
              </a:rPr>
              <a:t>（</a:t>
            </a:r>
            <a:r>
              <a:rPr lang="en-US" altLang="zh-CN">
                <a:solidFill>
                  <a:srgbClr val="969696"/>
                </a:solidFill>
              </a:rPr>
              <a:t>1</a:t>
            </a:r>
            <a:r>
              <a:rPr lang="zh-CN" altLang="en-US">
                <a:solidFill>
                  <a:srgbClr val="969696"/>
                </a:solidFill>
              </a:rPr>
              <a:t>）结点：在</a:t>
            </a:r>
            <a:r>
              <a:rPr lang="en-US" altLang="zh-CN">
                <a:solidFill>
                  <a:srgbClr val="969696"/>
                </a:solidFill>
              </a:rPr>
              <a:t>B-</a:t>
            </a:r>
            <a:r>
              <a:rPr lang="zh-CN" altLang="en-US">
                <a:solidFill>
                  <a:srgbClr val="969696"/>
                </a:solidFill>
              </a:rPr>
              <a:t>树中，将根结点、叶结点和内结点（</a:t>
            </a:r>
            <a:r>
              <a:rPr lang="en-US" altLang="zh-CN">
                <a:solidFill>
                  <a:srgbClr val="969696"/>
                </a:solidFill>
              </a:rPr>
              <a:t>B-</a:t>
            </a:r>
            <a:r>
              <a:rPr lang="zh-CN" altLang="en-US">
                <a:solidFill>
                  <a:srgbClr val="969696"/>
                </a:solidFill>
              </a:rPr>
              <a:t>树中除根结点和叶结点以外的结点）统称为结点。</a:t>
            </a:r>
          </a:p>
          <a:p>
            <a:pPr>
              <a:lnSpc>
                <a:spcPct val="125000"/>
              </a:lnSpc>
              <a:spcBef>
                <a:spcPct val="10000"/>
              </a:spcBef>
            </a:pPr>
            <a:r>
              <a:rPr lang="zh-CN" altLang="en-US"/>
              <a:t>          </a:t>
            </a:r>
            <a:r>
              <a:rPr lang="zh-CN" altLang="en-US">
                <a:solidFill>
                  <a:srgbClr val="006699"/>
                </a:solidFill>
              </a:rPr>
              <a:t>叶结点是存放记录索引项的存储块，简称为</a:t>
            </a:r>
            <a:r>
              <a:rPr lang="zh-CN" altLang="en-US">
                <a:solidFill>
                  <a:srgbClr val="663300"/>
                </a:solidFill>
              </a:rPr>
              <a:t>记录索引块</a:t>
            </a:r>
            <a:r>
              <a:rPr lang="zh-CN" altLang="en-US"/>
              <a:t>或叶块。</a:t>
            </a:r>
          </a:p>
          <a:p>
            <a:pPr>
              <a:lnSpc>
                <a:spcPct val="125000"/>
              </a:lnSpc>
              <a:spcBef>
                <a:spcPct val="50000"/>
              </a:spcBef>
            </a:pPr>
            <a:r>
              <a:rPr lang="zh-CN" altLang="en-US"/>
              <a:t>          </a:t>
            </a:r>
            <a:r>
              <a:rPr lang="zh-CN" altLang="en-US">
                <a:solidFill>
                  <a:srgbClr val="006666"/>
                </a:solidFill>
              </a:rPr>
              <a:t>也即，</a:t>
            </a:r>
            <a:r>
              <a:rPr lang="zh-CN" altLang="en-US">
                <a:solidFill>
                  <a:srgbClr val="660066"/>
                </a:solidFill>
                <a:ea typeface="华文中宋" panose="02010600040101010101" pitchFamily="2" charset="-122"/>
              </a:rPr>
              <a:t>每个记录索引项中包含的是关系中一个记录的主键和它的地址指针。</a:t>
            </a:r>
          </a:p>
        </p:txBody>
      </p:sp>
      <p:sp>
        <p:nvSpPr>
          <p:cNvPr id="580616" name="Line 8">
            <a:extLst>
              <a:ext uri="{FF2B5EF4-FFF2-40B4-BE49-F238E27FC236}">
                <a16:creationId xmlns:a16="http://schemas.microsoft.com/office/drawing/2014/main" id="{D12E6A81-6ABC-4AA0-8D28-CFB54245A565}"/>
              </a:ext>
            </a:extLst>
          </p:cNvPr>
          <p:cNvSpPr>
            <a:spLocks noChangeShapeType="1"/>
          </p:cNvSpPr>
          <p:nvPr/>
        </p:nvSpPr>
        <p:spPr bwMode="auto">
          <a:xfrm>
            <a:off x="1042988" y="4508500"/>
            <a:ext cx="1511300" cy="0"/>
          </a:xfrm>
          <a:prstGeom prst="line">
            <a:avLst/>
          </a:prstGeom>
          <a:noFill/>
          <a:ln w="28575" cap="sq">
            <a:solidFill>
              <a:srgbClr val="D60093"/>
            </a:solidFill>
            <a:round/>
            <a:headEnd type="none" w="sm" len="sm"/>
            <a:tailEnd type="none" w="sm" len="sm"/>
          </a:ln>
          <a:effectLst>
            <a:outerShdw dist="35921" dir="2700000" algn="ctr" rotWithShape="0">
              <a:srgbClr val="000066"/>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580617" name="Line 9">
            <a:extLst>
              <a:ext uri="{FF2B5EF4-FFF2-40B4-BE49-F238E27FC236}">
                <a16:creationId xmlns:a16="http://schemas.microsoft.com/office/drawing/2014/main" id="{71AAF501-9C49-4D4E-A247-BE6B33F1AA5F}"/>
              </a:ext>
            </a:extLst>
          </p:cNvPr>
          <p:cNvSpPr>
            <a:spLocks noChangeShapeType="1"/>
          </p:cNvSpPr>
          <p:nvPr/>
        </p:nvSpPr>
        <p:spPr bwMode="auto">
          <a:xfrm>
            <a:off x="1546225" y="4524375"/>
            <a:ext cx="0" cy="431800"/>
          </a:xfrm>
          <a:prstGeom prst="line">
            <a:avLst/>
          </a:prstGeom>
          <a:noFill/>
          <a:ln w="571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580618" name="Rectangle 10">
            <a:extLst>
              <a:ext uri="{FF2B5EF4-FFF2-40B4-BE49-F238E27FC236}">
                <a16:creationId xmlns:a16="http://schemas.microsoft.com/office/drawing/2014/main" id="{8CADC312-EC27-4107-9A96-2E9A722F9526}"/>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80613">
                                            <p:txEl>
                                              <p:pRg st="2" end="2"/>
                                            </p:txEl>
                                          </p:spTgt>
                                        </p:tgtEl>
                                        <p:attrNameLst>
                                          <p:attrName>style.visibility</p:attrName>
                                        </p:attrNameLst>
                                      </p:cBhvr>
                                      <p:to>
                                        <p:strVal val="visible"/>
                                      </p:to>
                                    </p:set>
                                    <p:animEffect transition="in" filter="wipe(up)">
                                      <p:cBhvr>
                                        <p:cTn id="7" dur="2000"/>
                                        <p:tgtEl>
                                          <p:spTgt spid="58061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80616"/>
                                        </p:tgtEl>
                                        <p:attrNameLst>
                                          <p:attrName>style.visibility</p:attrName>
                                        </p:attrNameLst>
                                      </p:cBhvr>
                                      <p:to>
                                        <p:strVal val="visible"/>
                                      </p:to>
                                    </p:set>
                                    <p:animEffect transition="in" filter="wipe(left)">
                                      <p:cBhvr>
                                        <p:cTn id="12" dur="500"/>
                                        <p:tgtEl>
                                          <p:spTgt spid="580616"/>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580617"/>
                                        </p:tgtEl>
                                        <p:attrNameLst>
                                          <p:attrName>style.visibility</p:attrName>
                                        </p:attrNameLst>
                                      </p:cBhvr>
                                      <p:to>
                                        <p:strVal val="visible"/>
                                      </p:to>
                                    </p:set>
                                    <p:animEffect transition="in" filter="wipe(up)">
                                      <p:cBhvr>
                                        <p:cTn id="16" dur="500"/>
                                        <p:tgtEl>
                                          <p:spTgt spid="580617"/>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580613">
                                            <p:txEl>
                                              <p:pRg st="3" end="3"/>
                                            </p:txEl>
                                          </p:spTgt>
                                        </p:tgtEl>
                                        <p:attrNameLst>
                                          <p:attrName>style.visibility</p:attrName>
                                        </p:attrNameLst>
                                      </p:cBhvr>
                                      <p:to>
                                        <p:strVal val="visible"/>
                                      </p:to>
                                    </p:set>
                                    <p:animEffect transition="in" filter="wipe(up)">
                                      <p:cBhvr>
                                        <p:cTn id="20" dur="500"/>
                                        <p:tgtEl>
                                          <p:spTgt spid="5806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9" name="Rectangle 5">
            <a:extLst>
              <a:ext uri="{FF2B5EF4-FFF2-40B4-BE49-F238E27FC236}">
                <a16:creationId xmlns:a16="http://schemas.microsoft.com/office/drawing/2014/main" id="{9F76A146-9423-4CBF-BA11-9921C9129BE1}"/>
              </a:ext>
            </a:extLst>
          </p:cNvPr>
          <p:cNvSpPr>
            <a:spLocks noChangeArrowheads="1"/>
          </p:cNvSpPr>
          <p:nvPr/>
        </p:nvSpPr>
        <p:spPr bwMode="auto">
          <a:xfrm>
            <a:off x="468313" y="1185863"/>
            <a:ext cx="8280400" cy="512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b="0">
                <a:solidFill>
                  <a:srgbClr val="660066"/>
                </a:solidFill>
                <a:effectLst/>
                <a:latin typeface="黑体" panose="02010609060101010101" pitchFamily="49" charset="-122"/>
                <a:ea typeface="黑体" panose="02010609060101010101" pitchFamily="49" charset="-122"/>
              </a:rPr>
              <a:t>  与</a:t>
            </a:r>
            <a:r>
              <a:rPr lang="en-US" altLang="zh-CN" b="0">
                <a:solidFill>
                  <a:srgbClr val="660066"/>
                </a:solidFill>
                <a:effectLst/>
                <a:latin typeface="黑体" panose="02010609060101010101" pitchFamily="49" charset="-122"/>
                <a:ea typeface="黑体" panose="02010609060101010101" pitchFamily="49" charset="-122"/>
              </a:rPr>
              <a:t>B-</a:t>
            </a:r>
            <a:r>
              <a:rPr lang="zh-CN" altLang="en-US" b="0">
                <a:solidFill>
                  <a:srgbClr val="660066"/>
                </a:solidFill>
                <a:effectLst/>
                <a:latin typeface="黑体" panose="02010609060101010101" pitchFamily="49" charset="-122"/>
                <a:ea typeface="黑体" panose="02010609060101010101" pitchFamily="49" charset="-122"/>
              </a:rPr>
              <a:t>树相关的概念、术语：</a:t>
            </a:r>
          </a:p>
          <a:p>
            <a:pPr>
              <a:lnSpc>
                <a:spcPct val="130000"/>
              </a:lnSpc>
              <a:spcBef>
                <a:spcPct val="5000"/>
              </a:spcBef>
            </a:pPr>
            <a:r>
              <a:rPr lang="zh-CN" altLang="en-US"/>
              <a:t>         （</a:t>
            </a:r>
            <a:r>
              <a:rPr lang="en-US" altLang="zh-CN"/>
              <a:t>2</a:t>
            </a:r>
            <a:r>
              <a:rPr lang="zh-CN" altLang="en-US"/>
              <a:t>）</a:t>
            </a:r>
            <a:r>
              <a:rPr lang="zh-CN" altLang="en-US">
                <a:solidFill>
                  <a:srgbClr val="800000"/>
                </a:solidFill>
              </a:rPr>
              <a:t>子树</a:t>
            </a:r>
            <a:r>
              <a:rPr lang="zh-CN" altLang="en-US"/>
              <a:t>：结点中每个地址指针指向一棵子树，也即结点中的每个分支称为一棵子树。</a:t>
            </a:r>
          </a:p>
          <a:p>
            <a:pPr>
              <a:lnSpc>
                <a:spcPct val="130000"/>
              </a:lnSpc>
              <a:spcBef>
                <a:spcPct val="5000"/>
              </a:spcBef>
            </a:pPr>
            <a:r>
              <a:rPr lang="zh-CN" altLang="en-US"/>
              <a:t>         </a:t>
            </a:r>
          </a:p>
        </p:txBody>
      </p:sp>
      <p:sp>
        <p:nvSpPr>
          <p:cNvPr id="492550" name="Rectangle 6">
            <a:extLst>
              <a:ext uri="{FF2B5EF4-FFF2-40B4-BE49-F238E27FC236}">
                <a16:creationId xmlns:a16="http://schemas.microsoft.com/office/drawing/2014/main" id="{077FC781-1F47-433D-B5CD-95C13E948B8D}"/>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92549">
                                            <p:txEl>
                                              <p:pRg st="1" end="1"/>
                                            </p:txEl>
                                          </p:spTgt>
                                        </p:tgtEl>
                                        <p:attrNameLst>
                                          <p:attrName>style.visibility</p:attrName>
                                        </p:attrNameLst>
                                      </p:cBhvr>
                                      <p:to>
                                        <p:strVal val="visible"/>
                                      </p:to>
                                    </p:set>
                                    <p:animEffect transition="in" filter="wipe(up)">
                                      <p:cBhvr>
                                        <p:cTn id="7" dur="1000"/>
                                        <p:tgtEl>
                                          <p:spTgt spid="49254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4806" name="Group 102">
            <a:extLst>
              <a:ext uri="{FF2B5EF4-FFF2-40B4-BE49-F238E27FC236}">
                <a16:creationId xmlns:a16="http://schemas.microsoft.com/office/drawing/2014/main" id="{BA085675-B411-47F2-B57A-3C56B04B30A0}"/>
              </a:ext>
            </a:extLst>
          </p:cNvPr>
          <p:cNvGrpSpPr>
            <a:grpSpLocks/>
          </p:cNvGrpSpPr>
          <p:nvPr/>
        </p:nvGrpSpPr>
        <p:grpSpPr bwMode="auto">
          <a:xfrm>
            <a:off x="323850" y="1901825"/>
            <a:ext cx="8408988" cy="2895600"/>
            <a:chOff x="247" y="1689"/>
            <a:chExt cx="5297" cy="1824"/>
          </a:xfrm>
        </p:grpSpPr>
        <p:grpSp>
          <p:nvGrpSpPr>
            <p:cNvPr id="584807" name="Group 103">
              <a:extLst>
                <a:ext uri="{FF2B5EF4-FFF2-40B4-BE49-F238E27FC236}">
                  <a16:creationId xmlns:a16="http://schemas.microsoft.com/office/drawing/2014/main" id="{F2C52F16-96C4-41DB-9502-50386725FA72}"/>
                </a:ext>
              </a:extLst>
            </p:cNvPr>
            <p:cNvGrpSpPr>
              <a:grpSpLocks/>
            </p:cNvGrpSpPr>
            <p:nvPr/>
          </p:nvGrpSpPr>
          <p:grpSpPr bwMode="auto">
            <a:xfrm>
              <a:off x="823" y="2457"/>
              <a:ext cx="1169" cy="192"/>
              <a:chOff x="1056" y="2112"/>
              <a:chExt cx="1073" cy="192"/>
            </a:xfrm>
          </p:grpSpPr>
          <p:sp>
            <p:nvSpPr>
              <p:cNvPr id="584808" name="Rectangle 104">
                <a:extLst>
                  <a:ext uri="{FF2B5EF4-FFF2-40B4-BE49-F238E27FC236}">
                    <a16:creationId xmlns:a16="http://schemas.microsoft.com/office/drawing/2014/main" id="{62FA2FAC-9AD3-447A-9052-83552B82AB39}"/>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9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600">
                  <a:cs typeface="Arial" panose="020B0604020202020204" pitchFamily="34" charset="0"/>
                </a:endParaRPr>
              </a:p>
            </p:txBody>
          </p:sp>
          <p:sp>
            <p:nvSpPr>
              <p:cNvPr id="584809" name="Line 105">
                <a:extLst>
                  <a:ext uri="{FF2B5EF4-FFF2-40B4-BE49-F238E27FC236}">
                    <a16:creationId xmlns:a16="http://schemas.microsoft.com/office/drawing/2014/main" id="{0E095C6B-B260-4905-A2E8-668AE8D539B8}"/>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10" name="Line 106">
                <a:extLst>
                  <a:ext uri="{FF2B5EF4-FFF2-40B4-BE49-F238E27FC236}">
                    <a16:creationId xmlns:a16="http://schemas.microsoft.com/office/drawing/2014/main" id="{FAFCE87E-E894-4939-865A-F25BC3743835}"/>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11" name="Line 107">
                <a:extLst>
                  <a:ext uri="{FF2B5EF4-FFF2-40B4-BE49-F238E27FC236}">
                    <a16:creationId xmlns:a16="http://schemas.microsoft.com/office/drawing/2014/main" id="{E7D73EBA-B5D5-4503-A279-5B56B64C97C7}"/>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12" name="Line 108">
                <a:extLst>
                  <a:ext uri="{FF2B5EF4-FFF2-40B4-BE49-F238E27FC236}">
                    <a16:creationId xmlns:a16="http://schemas.microsoft.com/office/drawing/2014/main" id="{52E6F201-BF11-469C-8D66-BED538E75D5C}"/>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4813" name="Group 109">
              <a:extLst>
                <a:ext uri="{FF2B5EF4-FFF2-40B4-BE49-F238E27FC236}">
                  <a16:creationId xmlns:a16="http://schemas.microsoft.com/office/drawing/2014/main" id="{7C111D27-0FB3-4414-ABDD-EB1CA2ED7426}"/>
                </a:ext>
              </a:extLst>
            </p:cNvPr>
            <p:cNvGrpSpPr>
              <a:grpSpLocks/>
            </p:cNvGrpSpPr>
            <p:nvPr/>
          </p:nvGrpSpPr>
          <p:grpSpPr bwMode="auto">
            <a:xfrm>
              <a:off x="2263" y="2457"/>
              <a:ext cx="1169" cy="192"/>
              <a:chOff x="1056" y="2112"/>
              <a:chExt cx="1073" cy="192"/>
            </a:xfrm>
          </p:grpSpPr>
          <p:sp>
            <p:nvSpPr>
              <p:cNvPr id="584814" name="Rectangle 110">
                <a:extLst>
                  <a:ext uri="{FF2B5EF4-FFF2-40B4-BE49-F238E27FC236}">
                    <a16:creationId xmlns:a16="http://schemas.microsoft.com/office/drawing/2014/main" id="{5A4E4AF6-7BA1-4FA4-B48E-F79270F79E1D}"/>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60  °  </a:t>
                </a:r>
                <a:r>
                  <a:rPr lang="en-US" altLang="zh-CN" sz="1700" b="1"/>
                  <a:t>99</a:t>
                </a:r>
                <a:r>
                  <a:rPr lang="zh-CN" altLang="en-US" sz="1700" b="1"/>
                  <a:t>　</a:t>
                </a:r>
                <a:r>
                  <a:rPr lang="en-US" altLang="zh-CN" sz="17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84815" name="Line 111">
                <a:extLst>
                  <a:ext uri="{FF2B5EF4-FFF2-40B4-BE49-F238E27FC236}">
                    <a16:creationId xmlns:a16="http://schemas.microsoft.com/office/drawing/2014/main" id="{9E7E6A14-8CFB-46DA-B88C-A571C3BC7087}"/>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16" name="Line 112">
                <a:extLst>
                  <a:ext uri="{FF2B5EF4-FFF2-40B4-BE49-F238E27FC236}">
                    <a16:creationId xmlns:a16="http://schemas.microsoft.com/office/drawing/2014/main" id="{711B6CDF-996A-44BD-A514-01A677FEFFEE}"/>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17" name="Line 113">
                <a:extLst>
                  <a:ext uri="{FF2B5EF4-FFF2-40B4-BE49-F238E27FC236}">
                    <a16:creationId xmlns:a16="http://schemas.microsoft.com/office/drawing/2014/main" id="{05E7B75B-EFE9-4F18-B3FC-DA25A70A1402}"/>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18" name="Line 114">
                <a:extLst>
                  <a:ext uri="{FF2B5EF4-FFF2-40B4-BE49-F238E27FC236}">
                    <a16:creationId xmlns:a16="http://schemas.microsoft.com/office/drawing/2014/main" id="{14A89CE1-B657-47A1-BDE0-9EA1E78840A8}"/>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4819" name="Group 115">
              <a:extLst>
                <a:ext uri="{FF2B5EF4-FFF2-40B4-BE49-F238E27FC236}">
                  <a16:creationId xmlns:a16="http://schemas.microsoft.com/office/drawing/2014/main" id="{C77CD400-94A4-419C-96A7-DDE1507B91EB}"/>
                </a:ext>
              </a:extLst>
            </p:cNvPr>
            <p:cNvGrpSpPr>
              <a:grpSpLocks/>
            </p:cNvGrpSpPr>
            <p:nvPr/>
          </p:nvGrpSpPr>
          <p:grpSpPr bwMode="auto">
            <a:xfrm>
              <a:off x="3751" y="2457"/>
              <a:ext cx="1248" cy="192"/>
              <a:chOff x="1056" y="2112"/>
              <a:chExt cx="1073" cy="192"/>
            </a:xfrm>
          </p:grpSpPr>
          <p:sp>
            <p:nvSpPr>
              <p:cNvPr id="584820" name="Rectangle 116">
                <a:extLst>
                  <a:ext uri="{FF2B5EF4-FFF2-40B4-BE49-F238E27FC236}">
                    <a16:creationId xmlns:a16="http://schemas.microsoft.com/office/drawing/2014/main" id="{973ED473-E188-4732-862E-BD90B2506553}"/>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180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700">
                  <a:cs typeface="Arial" panose="020B0604020202020204" pitchFamily="34" charset="0"/>
                </a:endParaRPr>
              </a:p>
            </p:txBody>
          </p:sp>
          <p:sp>
            <p:nvSpPr>
              <p:cNvPr id="584821" name="Line 117">
                <a:extLst>
                  <a:ext uri="{FF2B5EF4-FFF2-40B4-BE49-F238E27FC236}">
                    <a16:creationId xmlns:a16="http://schemas.microsoft.com/office/drawing/2014/main" id="{F7657B39-E683-4BCD-B3BB-278388FCD83B}"/>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22" name="Line 118">
                <a:extLst>
                  <a:ext uri="{FF2B5EF4-FFF2-40B4-BE49-F238E27FC236}">
                    <a16:creationId xmlns:a16="http://schemas.microsoft.com/office/drawing/2014/main" id="{509BF475-D132-4A67-9440-317ACA66D29E}"/>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23" name="Line 119">
                <a:extLst>
                  <a:ext uri="{FF2B5EF4-FFF2-40B4-BE49-F238E27FC236}">
                    <a16:creationId xmlns:a16="http://schemas.microsoft.com/office/drawing/2014/main" id="{FA746B1B-BADC-4206-87C6-471F740F0C98}"/>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24" name="Line 120">
                <a:extLst>
                  <a:ext uri="{FF2B5EF4-FFF2-40B4-BE49-F238E27FC236}">
                    <a16:creationId xmlns:a16="http://schemas.microsoft.com/office/drawing/2014/main" id="{98DA12DB-40D4-4478-8A76-4E7139666FD5}"/>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4825" name="Group 121">
              <a:extLst>
                <a:ext uri="{FF2B5EF4-FFF2-40B4-BE49-F238E27FC236}">
                  <a16:creationId xmlns:a16="http://schemas.microsoft.com/office/drawing/2014/main" id="{18B377D5-B173-4B40-89C7-D9E88A59B805}"/>
                </a:ext>
              </a:extLst>
            </p:cNvPr>
            <p:cNvGrpSpPr>
              <a:grpSpLocks/>
            </p:cNvGrpSpPr>
            <p:nvPr/>
          </p:nvGrpSpPr>
          <p:grpSpPr bwMode="auto">
            <a:xfrm>
              <a:off x="247" y="3321"/>
              <a:ext cx="641" cy="192"/>
              <a:chOff x="1056" y="2976"/>
              <a:chExt cx="641" cy="192"/>
            </a:xfrm>
          </p:grpSpPr>
          <p:sp>
            <p:nvSpPr>
              <p:cNvPr id="584826" name="Rectangle 122">
                <a:extLst>
                  <a:ext uri="{FF2B5EF4-FFF2-40B4-BE49-F238E27FC236}">
                    <a16:creationId xmlns:a16="http://schemas.microsoft.com/office/drawing/2014/main" id="{DB9539AD-6BCB-4651-912D-00CDE44E8F13}"/>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2    5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84827" name="Line 123">
                <a:extLst>
                  <a:ext uri="{FF2B5EF4-FFF2-40B4-BE49-F238E27FC236}">
                    <a16:creationId xmlns:a16="http://schemas.microsoft.com/office/drawing/2014/main" id="{AE5FAF1F-F4CB-49AB-A1D0-F832777ADCCB}"/>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28" name="Line 124">
                <a:extLst>
                  <a:ext uri="{FF2B5EF4-FFF2-40B4-BE49-F238E27FC236}">
                    <a16:creationId xmlns:a16="http://schemas.microsoft.com/office/drawing/2014/main" id="{D863F10A-ADA2-46B4-BB4A-45BE4E92569F}"/>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29" name="Line 125">
                <a:extLst>
                  <a:ext uri="{FF2B5EF4-FFF2-40B4-BE49-F238E27FC236}">
                    <a16:creationId xmlns:a16="http://schemas.microsoft.com/office/drawing/2014/main" id="{66A86584-CA93-480A-9482-7727B28E3250}"/>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4830" name="Group 126">
              <a:extLst>
                <a:ext uri="{FF2B5EF4-FFF2-40B4-BE49-F238E27FC236}">
                  <a16:creationId xmlns:a16="http://schemas.microsoft.com/office/drawing/2014/main" id="{A653F5B9-A5D0-49AE-9597-4B90FBCDDAC4}"/>
                </a:ext>
              </a:extLst>
            </p:cNvPr>
            <p:cNvGrpSpPr>
              <a:grpSpLocks/>
            </p:cNvGrpSpPr>
            <p:nvPr/>
          </p:nvGrpSpPr>
          <p:grpSpPr bwMode="auto">
            <a:xfrm>
              <a:off x="1015" y="3321"/>
              <a:ext cx="641" cy="192"/>
              <a:chOff x="1056" y="2976"/>
              <a:chExt cx="641" cy="192"/>
            </a:xfrm>
          </p:grpSpPr>
          <p:sp>
            <p:nvSpPr>
              <p:cNvPr id="584831" name="Rectangle 127">
                <a:extLst>
                  <a:ext uri="{FF2B5EF4-FFF2-40B4-BE49-F238E27FC236}">
                    <a16:creationId xmlns:a16="http://schemas.microsoft.com/office/drawing/2014/main" id="{F39F656E-78D0-48EF-BA53-6765F8C92846}"/>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15  </a:t>
                </a:r>
                <a:r>
                  <a:rPr lang="zh-CN" altLang="en-US" sz="1700" b="1"/>
                  <a:t>－</a:t>
                </a:r>
                <a:r>
                  <a:rPr lang="zh-CN" altLang="en-US" sz="1700" b="1">
                    <a:cs typeface="Arial" panose="020B0604020202020204" pitchFamily="34" charset="0"/>
                  </a:rPr>
                  <a:t>   </a:t>
                </a:r>
                <a:r>
                  <a:rPr lang="zh-CN" altLang="en-US" sz="17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84832" name="Line 128">
                <a:extLst>
                  <a:ext uri="{FF2B5EF4-FFF2-40B4-BE49-F238E27FC236}">
                    <a16:creationId xmlns:a16="http://schemas.microsoft.com/office/drawing/2014/main" id="{C1188579-CA2A-4180-943E-19C80298833E}"/>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33" name="Line 129">
                <a:extLst>
                  <a:ext uri="{FF2B5EF4-FFF2-40B4-BE49-F238E27FC236}">
                    <a16:creationId xmlns:a16="http://schemas.microsoft.com/office/drawing/2014/main" id="{ACF68E93-DAEF-4D1E-B4CF-A127F7F2C263}"/>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34" name="Line 130">
                <a:extLst>
                  <a:ext uri="{FF2B5EF4-FFF2-40B4-BE49-F238E27FC236}">
                    <a16:creationId xmlns:a16="http://schemas.microsoft.com/office/drawing/2014/main" id="{856B4988-3404-4587-8439-139CD25AB083}"/>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4835" name="Group 131">
              <a:extLst>
                <a:ext uri="{FF2B5EF4-FFF2-40B4-BE49-F238E27FC236}">
                  <a16:creationId xmlns:a16="http://schemas.microsoft.com/office/drawing/2014/main" id="{667171C6-93DB-493A-8556-8E0680F8016D}"/>
                </a:ext>
              </a:extLst>
            </p:cNvPr>
            <p:cNvGrpSpPr>
              <a:grpSpLocks/>
            </p:cNvGrpSpPr>
            <p:nvPr/>
          </p:nvGrpSpPr>
          <p:grpSpPr bwMode="auto">
            <a:xfrm>
              <a:off x="1783" y="3321"/>
              <a:ext cx="641" cy="192"/>
              <a:chOff x="1056" y="2976"/>
              <a:chExt cx="641" cy="192"/>
            </a:xfrm>
          </p:grpSpPr>
          <p:sp>
            <p:nvSpPr>
              <p:cNvPr id="584836" name="Rectangle 132">
                <a:extLst>
                  <a:ext uri="{FF2B5EF4-FFF2-40B4-BE49-F238E27FC236}">
                    <a16:creationId xmlns:a16="http://schemas.microsoft.com/office/drawing/2014/main" id="{693AD9C0-5C17-478D-92D6-CF9A10C86A38}"/>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39   48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84837" name="Line 133">
                <a:extLst>
                  <a:ext uri="{FF2B5EF4-FFF2-40B4-BE49-F238E27FC236}">
                    <a16:creationId xmlns:a16="http://schemas.microsoft.com/office/drawing/2014/main" id="{A703B48C-CEBA-4A1F-B19F-8AC493E76723}"/>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38" name="Line 134">
                <a:extLst>
                  <a:ext uri="{FF2B5EF4-FFF2-40B4-BE49-F238E27FC236}">
                    <a16:creationId xmlns:a16="http://schemas.microsoft.com/office/drawing/2014/main" id="{71000BBA-9048-4E53-9544-3A413B5958F2}"/>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39" name="Line 135">
                <a:extLst>
                  <a:ext uri="{FF2B5EF4-FFF2-40B4-BE49-F238E27FC236}">
                    <a16:creationId xmlns:a16="http://schemas.microsoft.com/office/drawing/2014/main" id="{8C1CA068-53B0-43E6-9E48-2061F5E83203}"/>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4840" name="Group 136">
              <a:extLst>
                <a:ext uri="{FF2B5EF4-FFF2-40B4-BE49-F238E27FC236}">
                  <a16:creationId xmlns:a16="http://schemas.microsoft.com/office/drawing/2014/main" id="{B84627B6-9205-47D6-AF42-5D4E92C752A5}"/>
                </a:ext>
              </a:extLst>
            </p:cNvPr>
            <p:cNvGrpSpPr>
              <a:grpSpLocks/>
            </p:cNvGrpSpPr>
            <p:nvPr/>
          </p:nvGrpSpPr>
          <p:grpSpPr bwMode="auto">
            <a:xfrm>
              <a:off x="2599" y="3321"/>
              <a:ext cx="641" cy="192"/>
              <a:chOff x="1056" y="2976"/>
              <a:chExt cx="641" cy="192"/>
            </a:xfrm>
          </p:grpSpPr>
          <p:sp>
            <p:nvSpPr>
              <p:cNvPr id="584841" name="Rectangle 137">
                <a:extLst>
                  <a:ext uri="{FF2B5EF4-FFF2-40B4-BE49-F238E27FC236}">
                    <a16:creationId xmlns:a16="http://schemas.microsoft.com/office/drawing/2014/main" id="{D38FCEC5-AA27-4F00-B9D4-5E983F3BC6D9}"/>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700">
                    <a:cs typeface="Arial" panose="020B0604020202020204" pitchFamily="34" charset="0"/>
                  </a:rPr>
                  <a:t> </a:t>
                </a:r>
                <a:r>
                  <a:rPr lang="en-US" altLang="zh-CN" sz="1700" b="1">
                    <a:cs typeface="Arial" panose="020B0604020202020204" pitchFamily="34" charset="0"/>
                  </a:rPr>
                  <a:t>85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84842" name="Line 138">
                <a:extLst>
                  <a:ext uri="{FF2B5EF4-FFF2-40B4-BE49-F238E27FC236}">
                    <a16:creationId xmlns:a16="http://schemas.microsoft.com/office/drawing/2014/main" id="{37B5F99A-26F3-4EE1-89E9-EE8C8185BB38}"/>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43" name="Line 139">
                <a:extLst>
                  <a:ext uri="{FF2B5EF4-FFF2-40B4-BE49-F238E27FC236}">
                    <a16:creationId xmlns:a16="http://schemas.microsoft.com/office/drawing/2014/main" id="{3D8BBC0E-BF8B-4A33-B344-692AC4F6222D}"/>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44" name="Line 140">
                <a:extLst>
                  <a:ext uri="{FF2B5EF4-FFF2-40B4-BE49-F238E27FC236}">
                    <a16:creationId xmlns:a16="http://schemas.microsoft.com/office/drawing/2014/main" id="{19433087-C176-4070-A913-22BBB6C12F8E}"/>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4845" name="Group 141">
              <a:extLst>
                <a:ext uri="{FF2B5EF4-FFF2-40B4-BE49-F238E27FC236}">
                  <a16:creationId xmlns:a16="http://schemas.microsoft.com/office/drawing/2014/main" id="{A4C565C9-8CBD-4A86-9CDD-5934F878A771}"/>
                </a:ext>
              </a:extLst>
            </p:cNvPr>
            <p:cNvGrpSpPr>
              <a:grpSpLocks/>
            </p:cNvGrpSpPr>
            <p:nvPr/>
          </p:nvGrpSpPr>
          <p:grpSpPr bwMode="auto">
            <a:xfrm>
              <a:off x="3319" y="3321"/>
              <a:ext cx="720" cy="192"/>
              <a:chOff x="1056" y="2976"/>
              <a:chExt cx="641" cy="192"/>
            </a:xfrm>
          </p:grpSpPr>
          <p:sp>
            <p:nvSpPr>
              <p:cNvPr id="584846" name="Rectangle 142">
                <a:extLst>
                  <a:ext uri="{FF2B5EF4-FFF2-40B4-BE49-F238E27FC236}">
                    <a16:creationId xmlns:a16="http://schemas.microsoft.com/office/drawing/2014/main" id="{DAE021BD-FEE7-488C-A445-8EA1A0C3D9A6}"/>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120  </a:t>
                </a:r>
                <a:r>
                  <a:rPr lang="zh-CN" altLang="en-US" sz="1700" b="1"/>
                  <a:t>－ </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84847" name="Line 143">
                <a:extLst>
                  <a:ext uri="{FF2B5EF4-FFF2-40B4-BE49-F238E27FC236}">
                    <a16:creationId xmlns:a16="http://schemas.microsoft.com/office/drawing/2014/main" id="{3B49B274-1301-49E9-B9EF-841233FF5E5F}"/>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48" name="Line 144">
                <a:extLst>
                  <a:ext uri="{FF2B5EF4-FFF2-40B4-BE49-F238E27FC236}">
                    <a16:creationId xmlns:a16="http://schemas.microsoft.com/office/drawing/2014/main" id="{7504D168-E0AA-4048-8D4F-8AD387479578}"/>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49" name="Line 145">
                <a:extLst>
                  <a:ext uri="{FF2B5EF4-FFF2-40B4-BE49-F238E27FC236}">
                    <a16:creationId xmlns:a16="http://schemas.microsoft.com/office/drawing/2014/main" id="{D5F25F74-BAB7-40F4-8AE7-4619285DBF2F}"/>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4850" name="Group 146">
              <a:extLst>
                <a:ext uri="{FF2B5EF4-FFF2-40B4-BE49-F238E27FC236}">
                  <a16:creationId xmlns:a16="http://schemas.microsoft.com/office/drawing/2014/main" id="{7C8A0C6E-6C12-4718-8BC8-FDC8C7E44F6A}"/>
                </a:ext>
              </a:extLst>
            </p:cNvPr>
            <p:cNvGrpSpPr>
              <a:grpSpLocks/>
            </p:cNvGrpSpPr>
            <p:nvPr/>
          </p:nvGrpSpPr>
          <p:grpSpPr bwMode="auto">
            <a:xfrm>
              <a:off x="4087" y="3321"/>
              <a:ext cx="672" cy="192"/>
              <a:chOff x="1056" y="2976"/>
              <a:chExt cx="641" cy="192"/>
            </a:xfrm>
          </p:grpSpPr>
          <p:sp>
            <p:nvSpPr>
              <p:cNvPr id="584851" name="Rectangle 147">
                <a:extLst>
                  <a:ext uri="{FF2B5EF4-FFF2-40B4-BE49-F238E27FC236}">
                    <a16:creationId xmlns:a16="http://schemas.microsoft.com/office/drawing/2014/main" id="{7899F8EB-7DAA-404D-927D-946AA1C99744}"/>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159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84852" name="Line 148">
                <a:extLst>
                  <a:ext uri="{FF2B5EF4-FFF2-40B4-BE49-F238E27FC236}">
                    <a16:creationId xmlns:a16="http://schemas.microsoft.com/office/drawing/2014/main" id="{7B86E2AB-0FF7-437C-BE35-536CED3B7CEE}"/>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53" name="Line 149">
                <a:extLst>
                  <a:ext uri="{FF2B5EF4-FFF2-40B4-BE49-F238E27FC236}">
                    <a16:creationId xmlns:a16="http://schemas.microsoft.com/office/drawing/2014/main" id="{6525B0D3-34B8-4F08-9E0E-0569BDBB5FA3}"/>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54" name="Line 150">
                <a:extLst>
                  <a:ext uri="{FF2B5EF4-FFF2-40B4-BE49-F238E27FC236}">
                    <a16:creationId xmlns:a16="http://schemas.microsoft.com/office/drawing/2014/main" id="{8E1AF68E-2460-4416-A244-01320E5FCA38}"/>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4855" name="Group 151">
              <a:extLst>
                <a:ext uri="{FF2B5EF4-FFF2-40B4-BE49-F238E27FC236}">
                  <a16:creationId xmlns:a16="http://schemas.microsoft.com/office/drawing/2014/main" id="{78CD1D18-80A0-4E2B-AA9A-A3DE627E9D2A}"/>
                </a:ext>
              </a:extLst>
            </p:cNvPr>
            <p:cNvGrpSpPr>
              <a:grpSpLocks/>
            </p:cNvGrpSpPr>
            <p:nvPr/>
          </p:nvGrpSpPr>
          <p:grpSpPr bwMode="auto">
            <a:xfrm>
              <a:off x="4807" y="3321"/>
              <a:ext cx="737" cy="192"/>
              <a:chOff x="1056" y="2976"/>
              <a:chExt cx="641" cy="192"/>
            </a:xfrm>
          </p:grpSpPr>
          <p:sp>
            <p:nvSpPr>
              <p:cNvPr id="584856" name="Rectangle 152">
                <a:extLst>
                  <a:ext uri="{FF2B5EF4-FFF2-40B4-BE49-F238E27FC236}">
                    <a16:creationId xmlns:a16="http://schemas.microsoft.com/office/drawing/2014/main" id="{8F6B7E71-011C-42AF-A0F2-3B1F7261C5A2}"/>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201 220 </a:t>
                </a:r>
                <a:r>
                  <a:rPr lang="zh-CN" altLang="en-US" sz="1700" b="1"/>
                  <a:t>－</a:t>
                </a:r>
                <a:endParaRPr lang="zh-CN" altLang="en-US" sz="1600">
                  <a:cs typeface="Arial" panose="020B0604020202020204" pitchFamily="34" charset="0"/>
                </a:endParaRPr>
              </a:p>
            </p:txBody>
          </p:sp>
          <p:sp>
            <p:nvSpPr>
              <p:cNvPr id="584857" name="Line 153">
                <a:extLst>
                  <a:ext uri="{FF2B5EF4-FFF2-40B4-BE49-F238E27FC236}">
                    <a16:creationId xmlns:a16="http://schemas.microsoft.com/office/drawing/2014/main" id="{25E4CED5-A8C9-4F87-869B-B1613C647134}"/>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58" name="Line 154">
                <a:extLst>
                  <a:ext uri="{FF2B5EF4-FFF2-40B4-BE49-F238E27FC236}">
                    <a16:creationId xmlns:a16="http://schemas.microsoft.com/office/drawing/2014/main" id="{70EFA54E-8BF3-40B8-A317-7059A480357C}"/>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59" name="Line 155">
                <a:extLst>
                  <a:ext uri="{FF2B5EF4-FFF2-40B4-BE49-F238E27FC236}">
                    <a16:creationId xmlns:a16="http://schemas.microsoft.com/office/drawing/2014/main" id="{3A852FEB-2D7D-4C56-8F5D-69C196DB5697}"/>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4860" name="Group 156">
              <a:extLst>
                <a:ext uri="{FF2B5EF4-FFF2-40B4-BE49-F238E27FC236}">
                  <a16:creationId xmlns:a16="http://schemas.microsoft.com/office/drawing/2014/main" id="{45BFB409-EFAC-4652-B03F-9EFBB8A087CE}"/>
                </a:ext>
              </a:extLst>
            </p:cNvPr>
            <p:cNvGrpSpPr>
              <a:grpSpLocks/>
            </p:cNvGrpSpPr>
            <p:nvPr/>
          </p:nvGrpSpPr>
          <p:grpSpPr bwMode="auto">
            <a:xfrm>
              <a:off x="2071" y="1689"/>
              <a:ext cx="1169" cy="192"/>
              <a:chOff x="1056" y="2112"/>
              <a:chExt cx="1073" cy="192"/>
            </a:xfrm>
          </p:grpSpPr>
          <p:sp>
            <p:nvSpPr>
              <p:cNvPr id="584861" name="Rectangle 157">
                <a:extLst>
                  <a:ext uri="{FF2B5EF4-FFF2-40B4-BE49-F238E27FC236}">
                    <a16:creationId xmlns:a16="http://schemas.microsoft.com/office/drawing/2014/main" id="{EB664E5B-80DC-4715-B360-D9BF36CCF16E}"/>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en-US" altLang="zh-CN" sz="1700" b="1">
                    <a:cs typeface="Arial" panose="020B0604020202020204" pitchFamily="34" charset="0"/>
                  </a:rPr>
                  <a:t>°  26   ° </a:t>
                </a:r>
                <a:r>
                  <a:rPr lang="en-US" altLang="zh-CN" sz="1700" b="1"/>
                  <a:t>140</a:t>
                </a:r>
                <a:r>
                  <a:rPr lang="en-US" altLang="zh-CN" sz="1400" b="1"/>
                  <a:t>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84862" name="Line 158">
                <a:extLst>
                  <a:ext uri="{FF2B5EF4-FFF2-40B4-BE49-F238E27FC236}">
                    <a16:creationId xmlns:a16="http://schemas.microsoft.com/office/drawing/2014/main" id="{99C7105E-15A7-4B2C-A422-B53B35494CF4}"/>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63" name="Line 159">
                <a:extLst>
                  <a:ext uri="{FF2B5EF4-FFF2-40B4-BE49-F238E27FC236}">
                    <a16:creationId xmlns:a16="http://schemas.microsoft.com/office/drawing/2014/main" id="{4AA3ED53-DB9F-4E05-B46F-3DE7CF58A995}"/>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64" name="Line 160">
                <a:extLst>
                  <a:ext uri="{FF2B5EF4-FFF2-40B4-BE49-F238E27FC236}">
                    <a16:creationId xmlns:a16="http://schemas.microsoft.com/office/drawing/2014/main" id="{0C7B86AF-FFEE-4A53-B81F-12EBE27FE035}"/>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65" name="Line 161">
                <a:extLst>
                  <a:ext uri="{FF2B5EF4-FFF2-40B4-BE49-F238E27FC236}">
                    <a16:creationId xmlns:a16="http://schemas.microsoft.com/office/drawing/2014/main" id="{361799C2-74EC-47DE-B2C3-89865333CBE7}"/>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4866" name="Line 162">
              <a:extLst>
                <a:ext uri="{FF2B5EF4-FFF2-40B4-BE49-F238E27FC236}">
                  <a16:creationId xmlns:a16="http://schemas.microsoft.com/office/drawing/2014/main" id="{09B25673-D0F6-42AE-9313-6971409D8C16}"/>
                </a:ext>
              </a:extLst>
            </p:cNvPr>
            <p:cNvSpPr>
              <a:spLocks noChangeShapeType="1"/>
            </p:cNvSpPr>
            <p:nvPr/>
          </p:nvSpPr>
          <p:spPr bwMode="auto">
            <a:xfrm flipH="1">
              <a:off x="1015" y="1785"/>
              <a:ext cx="1200"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67" name="Line 163">
              <a:extLst>
                <a:ext uri="{FF2B5EF4-FFF2-40B4-BE49-F238E27FC236}">
                  <a16:creationId xmlns:a16="http://schemas.microsoft.com/office/drawing/2014/main" id="{6480B450-FA7E-40A1-B5B9-08CEE6B929CC}"/>
                </a:ext>
              </a:extLst>
            </p:cNvPr>
            <p:cNvSpPr>
              <a:spLocks noChangeShapeType="1"/>
            </p:cNvSpPr>
            <p:nvPr/>
          </p:nvSpPr>
          <p:spPr bwMode="auto">
            <a:xfrm flipH="1">
              <a:off x="2359" y="1785"/>
              <a:ext cx="288"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68" name="Line 164">
              <a:extLst>
                <a:ext uri="{FF2B5EF4-FFF2-40B4-BE49-F238E27FC236}">
                  <a16:creationId xmlns:a16="http://schemas.microsoft.com/office/drawing/2014/main" id="{B79A5EB2-388C-43BC-9A84-84E97EB2C93F}"/>
                </a:ext>
              </a:extLst>
            </p:cNvPr>
            <p:cNvSpPr>
              <a:spLocks noChangeShapeType="1"/>
            </p:cNvSpPr>
            <p:nvPr/>
          </p:nvSpPr>
          <p:spPr bwMode="auto">
            <a:xfrm flipH="1">
              <a:off x="343" y="2601"/>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69" name="Line 165">
              <a:extLst>
                <a:ext uri="{FF2B5EF4-FFF2-40B4-BE49-F238E27FC236}">
                  <a16:creationId xmlns:a16="http://schemas.microsoft.com/office/drawing/2014/main" id="{0CCF1E88-7F00-46BF-8BBE-984BB04F4B2D}"/>
                </a:ext>
              </a:extLst>
            </p:cNvPr>
            <p:cNvSpPr>
              <a:spLocks noChangeShapeType="1"/>
            </p:cNvSpPr>
            <p:nvPr/>
          </p:nvSpPr>
          <p:spPr bwMode="auto">
            <a:xfrm flipH="1">
              <a:off x="1111" y="2601"/>
              <a:ext cx="33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70" name="Line 166">
              <a:extLst>
                <a:ext uri="{FF2B5EF4-FFF2-40B4-BE49-F238E27FC236}">
                  <a16:creationId xmlns:a16="http://schemas.microsoft.com/office/drawing/2014/main" id="{14BE6608-12E2-499A-A82F-9D142BBF106A}"/>
                </a:ext>
              </a:extLst>
            </p:cNvPr>
            <p:cNvSpPr>
              <a:spLocks noChangeShapeType="1"/>
            </p:cNvSpPr>
            <p:nvPr/>
          </p:nvSpPr>
          <p:spPr bwMode="auto">
            <a:xfrm flipH="1">
              <a:off x="1879" y="2553"/>
              <a:ext cx="432"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71" name="Line 167">
              <a:extLst>
                <a:ext uri="{FF2B5EF4-FFF2-40B4-BE49-F238E27FC236}">
                  <a16:creationId xmlns:a16="http://schemas.microsoft.com/office/drawing/2014/main" id="{0F737A03-9BCB-49B3-A70E-A169683E4985}"/>
                </a:ext>
              </a:extLst>
            </p:cNvPr>
            <p:cNvSpPr>
              <a:spLocks noChangeShapeType="1"/>
            </p:cNvSpPr>
            <p:nvPr/>
          </p:nvSpPr>
          <p:spPr bwMode="auto">
            <a:xfrm flipH="1">
              <a:off x="2695" y="2601"/>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72" name="Line 168">
              <a:extLst>
                <a:ext uri="{FF2B5EF4-FFF2-40B4-BE49-F238E27FC236}">
                  <a16:creationId xmlns:a16="http://schemas.microsoft.com/office/drawing/2014/main" id="{CAE126FA-3F42-4204-B982-0670C85ADCA3}"/>
                </a:ext>
              </a:extLst>
            </p:cNvPr>
            <p:cNvSpPr>
              <a:spLocks noChangeShapeType="1"/>
            </p:cNvSpPr>
            <p:nvPr/>
          </p:nvSpPr>
          <p:spPr bwMode="auto">
            <a:xfrm>
              <a:off x="3319" y="2601"/>
              <a:ext cx="9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73" name="Line 169">
              <a:extLst>
                <a:ext uri="{FF2B5EF4-FFF2-40B4-BE49-F238E27FC236}">
                  <a16:creationId xmlns:a16="http://schemas.microsoft.com/office/drawing/2014/main" id="{AFE4A270-C7C9-4D46-A6E3-63C732399581}"/>
                </a:ext>
              </a:extLst>
            </p:cNvPr>
            <p:cNvSpPr>
              <a:spLocks noChangeShapeType="1"/>
            </p:cNvSpPr>
            <p:nvPr/>
          </p:nvSpPr>
          <p:spPr bwMode="auto">
            <a:xfrm>
              <a:off x="3943" y="2553"/>
              <a:ext cx="33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74" name="Line 170">
              <a:extLst>
                <a:ext uri="{FF2B5EF4-FFF2-40B4-BE49-F238E27FC236}">
                  <a16:creationId xmlns:a16="http://schemas.microsoft.com/office/drawing/2014/main" id="{584475A7-3940-48EA-AC17-8A0497DCD17D}"/>
                </a:ext>
              </a:extLst>
            </p:cNvPr>
            <p:cNvSpPr>
              <a:spLocks noChangeShapeType="1"/>
            </p:cNvSpPr>
            <p:nvPr/>
          </p:nvSpPr>
          <p:spPr bwMode="auto">
            <a:xfrm>
              <a:off x="4375" y="2601"/>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875" name="Line 171">
              <a:extLst>
                <a:ext uri="{FF2B5EF4-FFF2-40B4-BE49-F238E27FC236}">
                  <a16:creationId xmlns:a16="http://schemas.microsoft.com/office/drawing/2014/main" id="{4F47DCC2-42E1-409C-8F9B-535FB21728AC}"/>
                </a:ext>
              </a:extLst>
            </p:cNvPr>
            <p:cNvSpPr>
              <a:spLocks noChangeShapeType="1"/>
            </p:cNvSpPr>
            <p:nvPr/>
          </p:nvSpPr>
          <p:spPr bwMode="auto">
            <a:xfrm>
              <a:off x="3127" y="1833"/>
              <a:ext cx="816"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4876" name="Text Box 172">
            <a:extLst>
              <a:ext uri="{FF2B5EF4-FFF2-40B4-BE49-F238E27FC236}">
                <a16:creationId xmlns:a16="http://schemas.microsoft.com/office/drawing/2014/main" id="{2BC01005-D1B6-45CA-9711-F3DB2F13E3CD}"/>
              </a:ext>
            </a:extLst>
          </p:cNvPr>
          <p:cNvSpPr txBox="1">
            <a:spLocks noChangeArrowheads="1"/>
          </p:cNvSpPr>
          <p:nvPr/>
        </p:nvSpPr>
        <p:spPr bwMode="auto">
          <a:xfrm>
            <a:off x="5437188" y="1844675"/>
            <a:ext cx="10017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003366"/>
                </a:solidFill>
              </a:rPr>
              <a:t>根结点</a:t>
            </a:r>
          </a:p>
        </p:txBody>
      </p:sp>
      <p:sp>
        <p:nvSpPr>
          <p:cNvPr id="584880" name="Text Box 176">
            <a:extLst>
              <a:ext uri="{FF2B5EF4-FFF2-40B4-BE49-F238E27FC236}">
                <a16:creationId xmlns:a16="http://schemas.microsoft.com/office/drawing/2014/main" id="{239623BA-0B37-459D-A7B1-6CAFCE370406}"/>
              </a:ext>
            </a:extLst>
          </p:cNvPr>
          <p:cNvSpPr txBox="1">
            <a:spLocks noChangeArrowheads="1"/>
          </p:cNvSpPr>
          <p:nvPr/>
        </p:nvSpPr>
        <p:spPr bwMode="auto">
          <a:xfrm>
            <a:off x="7977188" y="3068638"/>
            <a:ext cx="989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内结点</a:t>
            </a:r>
          </a:p>
        </p:txBody>
      </p:sp>
      <p:sp>
        <p:nvSpPr>
          <p:cNvPr id="584884" name="Text Box 180">
            <a:extLst>
              <a:ext uri="{FF2B5EF4-FFF2-40B4-BE49-F238E27FC236}">
                <a16:creationId xmlns:a16="http://schemas.microsoft.com/office/drawing/2014/main" id="{DD8B66C2-8102-4018-90EF-785FDFDE5836}"/>
              </a:ext>
            </a:extLst>
          </p:cNvPr>
          <p:cNvSpPr txBox="1">
            <a:spLocks noChangeArrowheads="1"/>
          </p:cNvSpPr>
          <p:nvPr/>
        </p:nvSpPr>
        <p:spPr bwMode="auto">
          <a:xfrm>
            <a:off x="7835900" y="4941888"/>
            <a:ext cx="9128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CC0000"/>
                </a:solidFill>
              </a:rPr>
              <a:t>叶结点</a:t>
            </a:r>
          </a:p>
        </p:txBody>
      </p:sp>
      <p:sp>
        <p:nvSpPr>
          <p:cNvPr id="584887" name="Text Box 183">
            <a:extLst>
              <a:ext uri="{FF2B5EF4-FFF2-40B4-BE49-F238E27FC236}">
                <a16:creationId xmlns:a16="http://schemas.microsoft.com/office/drawing/2014/main" id="{52F73FB6-3C5B-4DEA-A935-D71C2679E408}"/>
              </a:ext>
            </a:extLst>
          </p:cNvPr>
          <p:cNvSpPr txBox="1">
            <a:spLocks noChangeArrowheads="1"/>
          </p:cNvSpPr>
          <p:nvPr/>
        </p:nvSpPr>
        <p:spPr bwMode="auto">
          <a:xfrm>
            <a:off x="2195513" y="5589588"/>
            <a:ext cx="495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t>图</a:t>
            </a:r>
            <a:r>
              <a:rPr lang="en-US" altLang="zh-CN" sz="2400" b="1"/>
              <a:t>3.23</a:t>
            </a:r>
            <a:r>
              <a:rPr lang="zh-CN" altLang="en-US" sz="2400" b="1"/>
              <a:t>中多级索引的</a:t>
            </a:r>
            <a:r>
              <a:rPr lang="en-US" altLang="zh-CN" sz="2400" b="1"/>
              <a:t>B- </a:t>
            </a:r>
            <a:r>
              <a:rPr lang="zh-CN" altLang="en-US" sz="2400" b="1"/>
              <a:t>树</a:t>
            </a:r>
          </a:p>
        </p:txBody>
      </p:sp>
      <p:sp>
        <p:nvSpPr>
          <p:cNvPr id="584888" name="Rectangle 184">
            <a:extLst>
              <a:ext uri="{FF2B5EF4-FFF2-40B4-BE49-F238E27FC236}">
                <a16:creationId xmlns:a16="http://schemas.microsoft.com/office/drawing/2014/main" id="{DD973669-A288-4253-B142-D8C0BF801F81}"/>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5" name="Rectangle 5">
            <a:extLst>
              <a:ext uri="{FF2B5EF4-FFF2-40B4-BE49-F238E27FC236}">
                <a16:creationId xmlns:a16="http://schemas.microsoft.com/office/drawing/2014/main" id="{A2B77242-7EA4-4020-9EAE-2C7993CCEB72}"/>
              </a:ext>
            </a:extLst>
          </p:cNvPr>
          <p:cNvSpPr>
            <a:spLocks noChangeArrowheads="1"/>
          </p:cNvSpPr>
          <p:nvPr/>
        </p:nvSpPr>
        <p:spPr bwMode="auto">
          <a:xfrm>
            <a:off x="468313" y="1185863"/>
            <a:ext cx="8280400" cy="512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b="0">
                <a:solidFill>
                  <a:srgbClr val="660066"/>
                </a:solidFill>
                <a:effectLst/>
                <a:latin typeface="黑体" panose="02010609060101010101" pitchFamily="49" charset="-122"/>
                <a:ea typeface="黑体" panose="02010609060101010101" pitchFamily="49" charset="-122"/>
              </a:rPr>
              <a:t>  与</a:t>
            </a:r>
            <a:r>
              <a:rPr lang="en-US" altLang="zh-CN" b="0">
                <a:solidFill>
                  <a:srgbClr val="660066"/>
                </a:solidFill>
                <a:effectLst/>
                <a:latin typeface="黑体" panose="02010609060101010101" pitchFamily="49" charset="-122"/>
                <a:ea typeface="黑体" panose="02010609060101010101" pitchFamily="49" charset="-122"/>
              </a:rPr>
              <a:t>B-</a:t>
            </a:r>
            <a:r>
              <a:rPr lang="zh-CN" altLang="en-US" b="0">
                <a:solidFill>
                  <a:srgbClr val="660066"/>
                </a:solidFill>
                <a:effectLst/>
                <a:latin typeface="黑体" panose="02010609060101010101" pitchFamily="49" charset="-122"/>
                <a:ea typeface="黑体" panose="02010609060101010101" pitchFamily="49" charset="-122"/>
              </a:rPr>
              <a:t>树相关的概念、术语：</a:t>
            </a:r>
          </a:p>
          <a:p>
            <a:pPr>
              <a:lnSpc>
                <a:spcPct val="130000"/>
              </a:lnSpc>
              <a:spcBef>
                <a:spcPct val="5000"/>
              </a:spcBef>
            </a:pPr>
            <a:r>
              <a:rPr lang="zh-CN" altLang="en-US"/>
              <a:t>         （</a:t>
            </a:r>
            <a:r>
              <a:rPr lang="en-US" altLang="zh-CN"/>
              <a:t>3</a:t>
            </a:r>
            <a:r>
              <a:rPr lang="zh-CN" altLang="en-US"/>
              <a:t>）</a:t>
            </a:r>
            <a:r>
              <a:rPr lang="en-US" altLang="zh-CN">
                <a:solidFill>
                  <a:srgbClr val="800000"/>
                </a:solidFill>
              </a:rPr>
              <a:t>B-</a:t>
            </a:r>
            <a:r>
              <a:rPr lang="zh-CN" altLang="en-US">
                <a:solidFill>
                  <a:srgbClr val="800000"/>
                </a:solidFill>
              </a:rPr>
              <a:t>树的深度</a:t>
            </a:r>
            <a:r>
              <a:rPr lang="zh-CN" altLang="en-US"/>
              <a:t>：每棵</a:t>
            </a:r>
            <a:r>
              <a:rPr lang="en-US" altLang="zh-CN"/>
              <a:t>B-</a:t>
            </a:r>
            <a:r>
              <a:rPr lang="zh-CN" altLang="en-US"/>
              <a:t>树所包含的层数，包括叶结点，称为</a:t>
            </a:r>
            <a:r>
              <a:rPr lang="en-US" altLang="zh-CN"/>
              <a:t>B-</a:t>
            </a:r>
            <a:r>
              <a:rPr lang="zh-CN" altLang="en-US"/>
              <a:t>树的深度。</a:t>
            </a:r>
          </a:p>
          <a:p>
            <a:pPr>
              <a:lnSpc>
                <a:spcPct val="130000"/>
              </a:lnSpc>
              <a:spcBef>
                <a:spcPct val="5000"/>
              </a:spcBef>
            </a:pPr>
            <a:r>
              <a:rPr lang="zh-CN" altLang="en-US"/>
              <a:t>         </a:t>
            </a:r>
          </a:p>
        </p:txBody>
      </p:sp>
      <p:sp>
        <p:nvSpPr>
          <p:cNvPr id="583686" name="Rectangle 6">
            <a:extLst>
              <a:ext uri="{FF2B5EF4-FFF2-40B4-BE49-F238E27FC236}">
                <a16:creationId xmlns:a16="http://schemas.microsoft.com/office/drawing/2014/main" id="{84F415FC-65C2-49B7-AFAA-A2C5A3FBF548}"/>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83685">
                                            <p:txEl>
                                              <p:pRg st="1" end="1"/>
                                            </p:txEl>
                                          </p:spTgt>
                                        </p:tgtEl>
                                        <p:attrNameLst>
                                          <p:attrName>style.visibility</p:attrName>
                                        </p:attrNameLst>
                                      </p:cBhvr>
                                      <p:to>
                                        <p:strVal val="visible"/>
                                      </p:to>
                                    </p:set>
                                    <p:animEffect transition="in" filter="wipe(up)">
                                      <p:cBhvr>
                                        <p:cTn id="7" dur="1000"/>
                                        <p:tgtEl>
                                          <p:spTgt spid="58368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5830" name="Group 102">
            <a:extLst>
              <a:ext uri="{FF2B5EF4-FFF2-40B4-BE49-F238E27FC236}">
                <a16:creationId xmlns:a16="http://schemas.microsoft.com/office/drawing/2014/main" id="{404AB38D-623B-42AD-8D71-D7B98AFF3AEA}"/>
              </a:ext>
            </a:extLst>
          </p:cNvPr>
          <p:cNvGrpSpPr>
            <a:grpSpLocks/>
          </p:cNvGrpSpPr>
          <p:nvPr/>
        </p:nvGrpSpPr>
        <p:grpSpPr bwMode="auto">
          <a:xfrm>
            <a:off x="252413" y="2066925"/>
            <a:ext cx="8408987" cy="2895600"/>
            <a:chOff x="247" y="1689"/>
            <a:chExt cx="5297" cy="1824"/>
          </a:xfrm>
        </p:grpSpPr>
        <p:grpSp>
          <p:nvGrpSpPr>
            <p:cNvPr id="585831" name="Group 103">
              <a:extLst>
                <a:ext uri="{FF2B5EF4-FFF2-40B4-BE49-F238E27FC236}">
                  <a16:creationId xmlns:a16="http://schemas.microsoft.com/office/drawing/2014/main" id="{7FBDD9CC-1AF6-4293-8A5A-1D5759A80735}"/>
                </a:ext>
              </a:extLst>
            </p:cNvPr>
            <p:cNvGrpSpPr>
              <a:grpSpLocks/>
            </p:cNvGrpSpPr>
            <p:nvPr/>
          </p:nvGrpSpPr>
          <p:grpSpPr bwMode="auto">
            <a:xfrm>
              <a:off x="823" y="2457"/>
              <a:ext cx="1169" cy="192"/>
              <a:chOff x="1056" y="2112"/>
              <a:chExt cx="1073" cy="192"/>
            </a:xfrm>
          </p:grpSpPr>
          <p:sp>
            <p:nvSpPr>
              <p:cNvPr id="585832" name="Rectangle 104">
                <a:extLst>
                  <a:ext uri="{FF2B5EF4-FFF2-40B4-BE49-F238E27FC236}">
                    <a16:creationId xmlns:a16="http://schemas.microsoft.com/office/drawing/2014/main" id="{9DA123A3-0EE3-44AB-B7E2-4844120242AD}"/>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9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600">
                  <a:cs typeface="Arial" panose="020B0604020202020204" pitchFamily="34" charset="0"/>
                </a:endParaRPr>
              </a:p>
            </p:txBody>
          </p:sp>
          <p:sp>
            <p:nvSpPr>
              <p:cNvPr id="585833" name="Line 105">
                <a:extLst>
                  <a:ext uri="{FF2B5EF4-FFF2-40B4-BE49-F238E27FC236}">
                    <a16:creationId xmlns:a16="http://schemas.microsoft.com/office/drawing/2014/main" id="{FA2879CB-04A8-43EE-B751-14F8A2AD3E90}"/>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34" name="Line 106">
                <a:extLst>
                  <a:ext uri="{FF2B5EF4-FFF2-40B4-BE49-F238E27FC236}">
                    <a16:creationId xmlns:a16="http://schemas.microsoft.com/office/drawing/2014/main" id="{10C6E09F-6B33-4D61-AA4A-BBAD24BD2487}"/>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35" name="Line 107">
                <a:extLst>
                  <a:ext uri="{FF2B5EF4-FFF2-40B4-BE49-F238E27FC236}">
                    <a16:creationId xmlns:a16="http://schemas.microsoft.com/office/drawing/2014/main" id="{C89583F0-962D-45A3-A0DF-ACE6091DE190}"/>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36" name="Line 108">
                <a:extLst>
                  <a:ext uri="{FF2B5EF4-FFF2-40B4-BE49-F238E27FC236}">
                    <a16:creationId xmlns:a16="http://schemas.microsoft.com/office/drawing/2014/main" id="{EDDB04DC-0089-4381-93D4-F1C5756B264E}"/>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5837" name="Group 109">
              <a:extLst>
                <a:ext uri="{FF2B5EF4-FFF2-40B4-BE49-F238E27FC236}">
                  <a16:creationId xmlns:a16="http://schemas.microsoft.com/office/drawing/2014/main" id="{D0DF6A26-3D32-4D04-8C53-8DE27DD3F017}"/>
                </a:ext>
              </a:extLst>
            </p:cNvPr>
            <p:cNvGrpSpPr>
              <a:grpSpLocks/>
            </p:cNvGrpSpPr>
            <p:nvPr/>
          </p:nvGrpSpPr>
          <p:grpSpPr bwMode="auto">
            <a:xfrm>
              <a:off x="2263" y="2457"/>
              <a:ext cx="1169" cy="192"/>
              <a:chOff x="1056" y="2112"/>
              <a:chExt cx="1073" cy="192"/>
            </a:xfrm>
          </p:grpSpPr>
          <p:sp>
            <p:nvSpPr>
              <p:cNvPr id="585838" name="Rectangle 110">
                <a:extLst>
                  <a:ext uri="{FF2B5EF4-FFF2-40B4-BE49-F238E27FC236}">
                    <a16:creationId xmlns:a16="http://schemas.microsoft.com/office/drawing/2014/main" id="{C72F779D-42B0-4432-B57F-710818F7E3DD}"/>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60  °  </a:t>
                </a:r>
                <a:r>
                  <a:rPr lang="en-US" altLang="zh-CN" sz="1700" b="1"/>
                  <a:t>99</a:t>
                </a:r>
                <a:r>
                  <a:rPr lang="zh-CN" altLang="en-US" sz="1700" b="1"/>
                  <a:t>　</a:t>
                </a:r>
                <a:r>
                  <a:rPr lang="en-US" altLang="zh-CN" sz="17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85839" name="Line 111">
                <a:extLst>
                  <a:ext uri="{FF2B5EF4-FFF2-40B4-BE49-F238E27FC236}">
                    <a16:creationId xmlns:a16="http://schemas.microsoft.com/office/drawing/2014/main" id="{063A5205-5D29-4D10-ABDB-CD95E84072CA}"/>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40" name="Line 112">
                <a:extLst>
                  <a:ext uri="{FF2B5EF4-FFF2-40B4-BE49-F238E27FC236}">
                    <a16:creationId xmlns:a16="http://schemas.microsoft.com/office/drawing/2014/main" id="{3F495D65-C409-4A60-A69D-936876FC8834}"/>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41" name="Line 113">
                <a:extLst>
                  <a:ext uri="{FF2B5EF4-FFF2-40B4-BE49-F238E27FC236}">
                    <a16:creationId xmlns:a16="http://schemas.microsoft.com/office/drawing/2014/main" id="{72093521-84EB-4C17-AF8F-F3EFE0DD4AA3}"/>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42" name="Line 114">
                <a:extLst>
                  <a:ext uri="{FF2B5EF4-FFF2-40B4-BE49-F238E27FC236}">
                    <a16:creationId xmlns:a16="http://schemas.microsoft.com/office/drawing/2014/main" id="{1C948938-9C26-4F5F-B913-1B6219E34BB7}"/>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5843" name="Group 115">
              <a:extLst>
                <a:ext uri="{FF2B5EF4-FFF2-40B4-BE49-F238E27FC236}">
                  <a16:creationId xmlns:a16="http://schemas.microsoft.com/office/drawing/2014/main" id="{68EC216D-CAA8-46D6-BDC5-2E6A3C6EAC4E}"/>
                </a:ext>
              </a:extLst>
            </p:cNvPr>
            <p:cNvGrpSpPr>
              <a:grpSpLocks/>
            </p:cNvGrpSpPr>
            <p:nvPr/>
          </p:nvGrpSpPr>
          <p:grpSpPr bwMode="auto">
            <a:xfrm>
              <a:off x="3751" y="2457"/>
              <a:ext cx="1248" cy="192"/>
              <a:chOff x="1056" y="2112"/>
              <a:chExt cx="1073" cy="192"/>
            </a:xfrm>
          </p:grpSpPr>
          <p:sp>
            <p:nvSpPr>
              <p:cNvPr id="585844" name="Rectangle 116">
                <a:extLst>
                  <a:ext uri="{FF2B5EF4-FFF2-40B4-BE49-F238E27FC236}">
                    <a16:creationId xmlns:a16="http://schemas.microsoft.com/office/drawing/2014/main" id="{1E47FD73-59B9-495F-8653-B6D5753FB96D}"/>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180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700">
                  <a:cs typeface="Arial" panose="020B0604020202020204" pitchFamily="34" charset="0"/>
                </a:endParaRPr>
              </a:p>
            </p:txBody>
          </p:sp>
          <p:sp>
            <p:nvSpPr>
              <p:cNvPr id="585845" name="Line 117">
                <a:extLst>
                  <a:ext uri="{FF2B5EF4-FFF2-40B4-BE49-F238E27FC236}">
                    <a16:creationId xmlns:a16="http://schemas.microsoft.com/office/drawing/2014/main" id="{381D7EBA-823D-4DC1-BB88-B815AEC7E1CE}"/>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46" name="Line 118">
                <a:extLst>
                  <a:ext uri="{FF2B5EF4-FFF2-40B4-BE49-F238E27FC236}">
                    <a16:creationId xmlns:a16="http://schemas.microsoft.com/office/drawing/2014/main" id="{10886E78-48BB-4484-8045-5ED716B3DAAE}"/>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47" name="Line 119">
                <a:extLst>
                  <a:ext uri="{FF2B5EF4-FFF2-40B4-BE49-F238E27FC236}">
                    <a16:creationId xmlns:a16="http://schemas.microsoft.com/office/drawing/2014/main" id="{94A28638-1304-40EE-86E8-8E1BAA0E64B8}"/>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48" name="Line 120">
                <a:extLst>
                  <a:ext uri="{FF2B5EF4-FFF2-40B4-BE49-F238E27FC236}">
                    <a16:creationId xmlns:a16="http://schemas.microsoft.com/office/drawing/2014/main" id="{BB5910E0-94A3-44FA-88CC-5BD0A98149E6}"/>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5849" name="Group 121">
              <a:extLst>
                <a:ext uri="{FF2B5EF4-FFF2-40B4-BE49-F238E27FC236}">
                  <a16:creationId xmlns:a16="http://schemas.microsoft.com/office/drawing/2014/main" id="{60C0B365-F320-42EE-8702-CF39867AB03E}"/>
                </a:ext>
              </a:extLst>
            </p:cNvPr>
            <p:cNvGrpSpPr>
              <a:grpSpLocks/>
            </p:cNvGrpSpPr>
            <p:nvPr/>
          </p:nvGrpSpPr>
          <p:grpSpPr bwMode="auto">
            <a:xfrm>
              <a:off x="247" y="3321"/>
              <a:ext cx="641" cy="192"/>
              <a:chOff x="1056" y="2976"/>
              <a:chExt cx="641" cy="192"/>
            </a:xfrm>
          </p:grpSpPr>
          <p:sp>
            <p:nvSpPr>
              <p:cNvPr id="585850" name="Rectangle 122">
                <a:extLst>
                  <a:ext uri="{FF2B5EF4-FFF2-40B4-BE49-F238E27FC236}">
                    <a16:creationId xmlns:a16="http://schemas.microsoft.com/office/drawing/2014/main" id="{69621234-F49D-495B-A150-0E6620D704B2}"/>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2    5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85851" name="Line 123">
                <a:extLst>
                  <a:ext uri="{FF2B5EF4-FFF2-40B4-BE49-F238E27FC236}">
                    <a16:creationId xmlns:a16="http://schemas.microsoft.com/office/drawing/2014/main" id="{EF687D6C-AFAA-4157-BCF8-810ACBF497D1}"/>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52" name="Line 124">
                <a:extLst>
                  <a:ext uri="{FF2B5EF4-FFF2-40B4-BE49-F238E27FC236}">
                    <a16:creationId xmlns:a16="http://schemas.microsoft.com/office/drawing/2014/main" id="{59689054-8147-4A0E-BF5C-C02B328A4560}"/>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53" name="Line 125">
                <a:extLst>
                  <a:ext uri="{FF2B5EF4-FFF2-40B4-BE49-F238E27FC236}">
                    <a16:creationId xmlns:a16="http://schemas.microsoft.com/office/drawing/2014/main" id="{9104B3C9-BB24-4383-A0A1-24DA59A48378}"/>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5854" name="Group 126">
              <a:extLst>
                <a:ext uri="{FF2B5EF4-FFF2-40B4-BE49-F238E27FC236}">
                  <a16:creationId xmlns:a16="http://schemas.microsoft.com/office/drawing/2014/main" id="{C5E78595-E860-4281-A17E-EBBECBEA01B7}"/>
                </a:ext>
              </a:extLst>
            </p:cNvPr>
            <p:cNvGrpSpPr>
              <a:grpSpLocks/>
            </p:cNvGrpSpPr>
            <p:nvPr/>
          </p:nvGrpSpPr>
          <p:grpSpPr bwMode="auto">
            <a:xfrm>
              <a:off x="1015" y="3321"/>
              <a:ext cx="641" cy="192"/>
              <a:chOff x="1056" y="2976"/>
              <a:chExt cx="641" cy="192"/>
            </a:xfrm>
          </p:grpSpPr>
          <p:sp>
            <p:nvSpPr>
              <p:cNvPr id="585855" name="Rectangle 127">
                <a:extLst>
                  <a:ext uri="{FF2B5EF4-FFF2-40B4-BE49-F238E27FC236}">
                    <a16:creationId xmlns:a16="http://schemas.microsoft.com/office/drawing/2014/main" id="{643FBF4C-9396-4616-B63F-F6D5BB5D501C}"/>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15  </a:t>
                </a:r>
                <a:r>
                  <a:rPr lang="zh-CN" altLang="en-US" sz="1700" b="1"/>
                  <a:t>－</a:t>
                </a:r>
                <a:r>
                  <a:rPr lang="zh-CN" altLang="en-US" sz="1700" b="1">
                    <a:cs typeface="Arial" panose="020B0604020202020204" pitchFamily="34" charset="0"/>
                  </a:rPr>
                  <a:t>   </a:t>
                </a:r>
                <a:r>
                  <a:rPr lang="zh-CN" altLang="en-US" sz="17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85856" name="Line 128">
                <a:extLst>
                  <a:ext uri="{FF2B5EF4-FFF2-40B4-BE49-F238E27FC236}">
                    <a16:creationId xmlns:a16="http://schemas.microsoft.com/office/drawing/2014/main" id="{A5AAA61C-007D-4961-843C-CBF3FCA52420}"/>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57" name="Line 129">
                <a:extLst>
                  <a:ext uri="{FF2B5EF4-FFF2-40B4-BE49-F238E27FC236}">
                    <a16:creationId xmlns:a16="http://schemas.microsoft.com/office/drawing/2014/main" id="{8B506755-FDED-4791-998A-A299BFC35D85}"/>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58" name="Line 130">
                <a:extLst>
                  <a:ext uri="{FF2B5EF4-FFF2-40B4-BE49-F238E27FC236}">
                    <a16:creationId xmlns:a16="http://schemas.microsoft.com/office/drawing/2014/main" id="{154F2539-B921-49DC-9E4E-BC411070BE99}"/>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5859" name="Group 131">
              <a:extLst>
                <a:ext uri="{FF2B5EF4-FFF2-40B4-BE49-F238E27FC236}">
                  <a16:creationId xmlns:a16="http://schemas.microsoft.com/office/drawing/2014/main" id="{D048A9B9-427B-4811-9F4C-815F03ADCE3D}"/>
                </a:ext>
              </a:extLst>
            </p:cNvPr>
            <p:cNvGrpSpPr>
              <a:grpSpLocks/>
            </p:cNvGrpSpPr>
            <p:nvPr/>
          </p:nvGrpSpPr>
          <p:grpSpPr bwMode="auto">
            <a:xfrm>
              <a:off x="1783" y="3321"/>
              <a:ext cx="641" cy="192"/>
              <a:chOff x="1056" y="2976"/>
              <a:chExt cx="641" cy="192"/>
            </a:xfrm>
          </p:grpSpPr>
          <p:sp>
            <p:nvSpPr>
              <p:cNvPr id="585860" name="Rectangle 132">
                <a:extLst>
                  <a:ext uri="{FF2B5EF4-FFF2-40B4-BE49-F238E27FC236}">
                    <a16:creationId xmlns:a16="http://schemas.microsoft.com/office/drawing/2014/main" id="{0D5622E5-46EC-45BF-8009-59EE04FF2D60}"/>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39   48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85861" name="Line 133">
                <a:extLst>
                  <a:ext uri="{FF2B5EF4-FFF2-40B4-BE49-F238E27FC236}">
                    <a16:creationId xmlns:a16="http://schemas.microsoft.com/office/drawing/2014/main" id="{D8D5ECFB-0D22-4FFA-97DC-42B7B593E55F}"/>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62" name="Line 134">
                <a:extLst>
                  <a:ext uri="{FF2B5EF4-FFF2-40B4-BE49-F238E27FC236}">
                    <a16:creationId xmlns:a16="http://schemas.microsoft.com/office/drawing/2014/main" id="{F8C9DF45-EE7F-419D-A434-985E4B2D8A18}"/>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63" name="Line 135">
                <a:extLst>
                  <a:ext uri="{FF2B5EF4-FFF2-40B4-BE49-F238E27FC236}">
                    <a16:creationId xmlns:a16="http://schemas.microsoft.com/office/drawing/2014/main" id="{9C2C34BF-1124-4556-9EBB-47DAD15457DF}"/>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5864" name="Group 136">
              <a:extLst>
                <a:ext uri="{FF2B5EF4-FFF2-40B4-BE49-F238E27FC236}">
                  <a16:creationId xmlns:a16="http://schemas.microsoft.com/office/drawing/2014/main" id="{5E08F729-2EA2-46B0-BF34-51FB5EA25FB8}"/>
                </a:ext>
              </a:extLst>
            </p:cNvPr>
            <p:cNvGrpSpPr>
              <a:grpSpLocks/>
            </p:cNvGrpSpPr>
            <p:nvPr/>
          </p:nvGrpSpPr>
          <p:grpSpPr bwMode="auto">
            <a:xfrm>
              <a:off x="2599" y="3321"/>
              <a:ext cx="641" cy="192"/>
              <a:chOff x="1056" y="2976"/>
              <a:chExt cx="641" cy="192"/>
            </a:xfrm>
          </p:grpSpPr>
          <p:sp>
            <p:nvSpPr>
              <p:cNvPr id="585865" name="Rectangle 137">
                <a:extLst>
                  <a:ext uri="{FF2B5EF4-FFF2-40B4-BE49-F238E27FC236}">
                    <a16:creationId xmlns:a16="http://schemas.microsoft.com/office/drawing/2014/main" id="{3E6677A7-93F6-47E5-A5B7-A6CEF6A44086}"/>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700">
                    <a:cs typeface="Arial" panose="020B0604020202020204" pitchFamily="34" charset="0"/>
                  </a:rPr>
                  <a:t> </a:t>
                </a:r>
                <a:r>
                  <a:rPr lang="en-US" altLang="zh-CN" sz="1700" b="1">
                    <a:cs typeface="Arial" panose="020B0604020202020204" pitchFamily="34" charset="0"/>
                  </a:rPr>
                  <a:t>85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85866" name="Line 138">
                <a:extLst>
                  <a:ext uri="{FF2B5EF4-FFF2-40B4-BE49-F238E27FC236}">
                    <a16:creationId xmlns:a16="http://schemas.microsoft.com/office/drawing/2014/main" id="{67B83590-6103-4DA1-8F78-D684C92DF0DF}"/>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67" name="Line 139">
                <a:extLst>
                  <a:ext uri="{FF2B5EF4-FFF2-40B4-BE49-F238E27FC236}">
                    <a16:creationId xmlns:a16="http://schemas.microsoft.com/office/drawing/2014/main" id="{EDA89BF4-583F-4A0A-A13C-8847311D02E3}"/>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68" name="Line 140">
                <a:extLst>
                  <a:ext uri="{FF2B5EF4-FFF2-40B4-BE49-F238E27FC236}">
                    <a16:creationId xmlns:a16="http://schemas.microsoft.com/office/drawing/2014/main" id="{5384FB5C-2A5D-4775-B832-779A8D8AC1FB}"/>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5869" name="Group 141">
              <a:extLst>
                <a:ext uri="{FF2B5EF4-FFF2-40B4-BE49-F238E27FC236}">
                  <a16:creationId xmlns:a16="http://schemas.microsoft.com/office/drawing/2014/main" id="{9B64A33F-B308-469D-A55D-B622482D6AA8}"/>
                </a:ext>
              </a:extLst>
            </p:cNvPr>
            <p:cNvGrpSpPr>
              <a:grpSpLocks/>
            </p:cNvGrpSpPr>
            <p:nvPr/>
          </p:nvGrpSpPr>
          <p:grpSpPr bwMode="auto">
            <a:xfrm>
              <a:off x="3319" y="3321"/>
              <a:ext cx="720" cy="192"/>
              <a:chOff x="1056" y="2976"/>
              <a:chExt cx="641" cy="192"/>
            </a:xfrm>
          </p:grpSpPr>
          <p:sp>
            <p:nvSpPr>
              <p:cNvPr id="585870" name="Rectangle 142">
                <a:extLst>
                  <a:ext uri="{FF2B5EF4-FFF2-40B4-BE49-F238E27FC236}">
                    <a16:creationId xmlns:a16="http://schemas.microsoft.com/office/drawing/2014/main" id="{84CF4F96-BF0E-4711-92BD-296F476FDE7B}"/>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120  </a:t>
                </a:r>
                <a:r>
                  <a:rPr lang="zh-CN" altLang="en-US" sz="1700" b="1"/>
                  <a:t>－ </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85871" name="Line 143">
                <a:extLst>
                  <a:ext uri="{FF2B5EF4-FFF2-40B4-BE49-F238E27FC236}">
                    <a16:creationId xmlns:a16="http://schemas.microsoft.com/office/drawing/2014/main" id="{DE6D269C-09FD-4D0A-9EB5-38E986AD229A}"/>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72" name="Line 144">
                <a:extLst>
                  <a:ext uri="{FF2B5EF4-FFF2-40B4-BE49-F238E27FC236}">
                    <a16:creationId xmlns:a16="http://schemas.microsoft.com/office/drawing/2014/main" id="{BC26D394-49BC-4D77-BE39-800FEE98832C}"/>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73" name="Line 145">
                <a:extLst>
                  <a:ext uri="{FF2B5EF4-FFF2-40B4-BE49-F238E27FC236}">
                    <a16:creationId xmlns:a16="http://schemas.microsoft.com/office/drawing/2014/main" id="{27A8B276-4777-46F0-82A8-B9619612BB2F}"/>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5874" name="Group 146">
              <a:extLst>
                <a:ext uri="{FF2B5EF4-FFF2-40B4-BE49-F238E27FC236}">
                  <a16:creationId xmlns:a16="http://schemas.microsoft.com/office/drawing/2014/main" id="{FE5163F8-D6F6-4D5D-8F20-A8BA3788BEC7}"/>
                </a:ext>
              </a:extLst>
            </p:cNvPr>
            <p:cNvGrpSpPr>
              <a:grpSpLocks/>
            </p:cNvGrpSpPr>
            <p:nvPr/>
          </p:nvGrpSpPr>
          <p:grpSpPr bwMode="auto">
            <a:xfrm>
              <a:off x="4087" y="3321"/>
              <a:ext cx="672" cy="192"/>
              <a:chOff x="1056" y="2976"/>
              <a:chExt cx="641" cy="192"/>
            </a:xfrm>
          </p:grpSpPr>
          <p:sp>
            <p:nvSpPr>
              <p:cNvPr id="585875" name="Rectangle 147">
                <a:extLst>
                  <a:ext uri="{FF2B5EF4-FFF2-40B4-BE49-F238E27FC236}">
                    <a16:creationId xmlns:a16="http://schemas.microsoft.com/office/drawing/2014/main" id="{80DE7C92-BA15-4A25-9152-63F5698ABDB7}"/>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159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85876" name="Line 148">
                <a:extLst>
                  <a:ext uri="{FF2B5EF4-FFF2-40B4-BE49-F238E27FC236}">
                    <a16:creationId xmlns:a16="http://schemas.microsoft.com/office/drawing/2014/main" id="{9C5764F4-91EA-4A16-AF4E-420B3643D537}"/>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77" name="Line 149">
                <a:extLst>
                  <a:ext uri="{FF2B5EF4-FFF2-40B4-BE49-F238E27FC236}">
                    <a16:creationId xmlns:a16="http://schemas.microsoft.com/office/drawing/2014/main" id="{AB5D28D7-C244-499F-9C17-7E730B9F2B6E}"/>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78" name="Line 150">
                <a:extLst>
                  <a:ext uri="{FF2B5EF4-FFF2-40B4-BE49-F238E27FC236}">
                    <a16:creationId xmlns:a16="http://schemas.microsoft.com/office/drawing/2014/main" id="{7C1402D7-FCE4-4DF9-8409-F5B64F679E59}"/>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5879" name="Group 151">
              <a:extLst>
                <a:ext uri="{FF2B5EF4-FFF2-40B4-BE49-F238E27FC236}">
                  <a16:creationId xmlns:a16="http://schemas.microsoft.com/office/drawing/2014/main" id="{F2209E5E-D12A-4C5A-BE2D-E42C9DE43FAD}"/>
                </a:ext>
              </a:extLst>
            </p:cNvPr>
            <p:cNvGrpSpPr>
              <a:grpSpLocks/>
            </p:cNvGrpSpPr>
            <p:nvPr/>
          </p:nvGrpSpPr>
          <p:grpSpPr bwMode="auto">
            <a:xfrm>
              <a:off x="4807" y="3321"/>
              <a:ext cx="737" cy="192"/>
              <a:chOff x="1056" y="2976"/>
              <a:chExt cx="641" cy="192"/>
            </a:xfrm>
          </p:grpSpPr>
          <p:sp>
            <p:nvSpPr>
              <p:cNvPr id="585880" name="Rectangle 152">
                <a:extLst>
                  <a:ext uri="{FF2B5EF4-FFF2-40B4-BE49-F238E27FC236}">
                    <a16:creationId xmlns:a16="http://schemas.microsoft.com/office/drawing/2014/main" id="{B7F35B17-1C37-4CEF-AB71-C1F1A4C98D95}"/>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201 220 </a:t>
                </a:r>
                <a:r>
                  <a:rPr lang="zh-CN" altLang="en-US" sz="1700" b="1"/>
                  <a:t>－</a:t>
                </a:r>
                <a:endParaRPr lang="zh-CN" altLang="en-US" sz="1600">
                  <a:cs typeface="Arial" panose="020B0604020202020204" pitchFamily="34" charset="0"/>
                </a:endParaRPr>
              </a:p>
            </p:txBody>
          </p:sp>
          <p:sp>
            <p:nvSpPr>
              <p:cNvPr id="585881" name="Line 153">
                <a:extLst>
                  <a:ext uri="{FF2B5EF4-FFF2-40B4-BE49-F238E27FC236}">
                    <a16:creationId xmlns:a16="http://schemas.microsoft.com/office/drawing/2014/main" id="{3C970E0E-FBC2-49FA-AEBF-D92594F9DBEE}"/>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82" name="Line 154">
                <a:extLst>
                  <a:ext uri="{FF2B5EF4-FFF2-40B4-BE49-F238E27FC236}">
                    <a16:creationId xmlns:a16="http://schemas.microsoft.com/office/drawing/2014/main" id="{EB232820-CE4B-4D75-8316-23C522DBE07A}"/>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83" name="Line 155">
                <a:extLst>
                  <a:ext uri="{FF2B5EF4-FFF2-40B4-BE49-F238E27FC236}">
                    <a16:creationId xmlns:a16="http://schemas.microsoft.com/office/drawing/2014/main" id="{ED6D0078-C875-4242-8F84-B063BBE1E4D6}"/>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5884" name="Group 156">
              <a:extLst>
                <a:ext uri="{FF2B5EF4-FFF2-40B4-BE49-F238E27FC236}">
                  <a16:creationId xmlns:a16="http://schemas.microsoft.com/office/drawing/2014/main" id="{C1E25831-B469-4DD4-8D16-EA644A2F96F3}"/>
                </a:ext>
              </a:extLst>
            </p:cNvPr>
            <p:cNvGrpSpPr>
              <a:grpSpLocks/>
            </p:cNvGrpSpPr>
            <p:nvPr/>
          </p:nvGrpSpPr>
          <p:grpSpPr bwMode="auto">
            <a:xfrm>
              <a:off x="2071" y="1689"/>
              <a:ext cx="1169" cy="192"/>
              <a:chOff x="1056" y="2112"/>
              <a:chExt cx="1073" cy="192"/>
            </a:xfrm>
          </p:grpSpPr>
          <p:sp>
            <p:nvSpPr>
              <p:cNvPr id="585885" name="Rectangle 157">
                <a:extLst>
                  <a:ext uri="{FF2B5EF4-FFF2-40B4-BE49-F238E27FC236}">
                    <a16:creationId xmlns:a16="http://schemas.microsoft.com/office/drawing/2014/main" id="{F9AC1DD7-D0A1-4A4B-AB28-B5843B65B31E}"/>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en-US" altLang="zh-CN" sz="1700" b="1">
                    <a:cs typeface="Arial" panose="020B0604020202020204" pitchFamily="34" charset="0"/>
                  </a:rPr>
                  <a:t>°  26   ° </a:t>
                </a:r>
                <a:r>
                  <a:rPr lang="en-US" altLang="zh-CN" sz="1700" b="1"/>
                  <a:t>140</a:t>
                </a:r>
                <a:r>
                  <a:rPr lang="en-US" altLang="zh-CN" sz="1400" b="1"/>
                  <a:t>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85886" name="Line 158">
                <a:extLst>
                  <a:ext uri="{FF2B5EF4-FFF2-40B4-BE49-F238E27FC236}">
                    <a16:creationId xmlns:a16="http://schemas.microsoft.com/office/drawing/2014/main" id="{7C103926-A307-459C-8E48-823B0AB55795}"/>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87" name="Line 159">
                <a:extLst>
                  <a:ext uri="{FF2B5EF4-FFF2-40B4-BE49-F238E27FC236}">
                    <a16:creationId xmlns:a16="http://schemas.microsoft.com/office/drawing/2014/main" id="{CF8BC5C9-1992-4D48-9DD8-C431E7C4ADAD}"/>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88" name="Line 160">
                <a:extLst>
                  <a:ext uri="{FF2B5EF4-FFF2-40B4-BE49-F238E27FC236}">
                    <a16:creationId xmlns:a16="http://schemas.microsoft.com/office/drawing/2014/main" id="{ABB8985E-A863-404D-9BFC-EC7CB1AE1D76}"/>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89" name="Line 161">
                <a:extLst>
                  <a:ext uri="{FF2B5EF4-FFF2-40B4-BE49-F238E27FC236}">
                    <a16:creationId xmlns:a16="http://schemas.microsoft.com/office/drawing/2014/main" id="{5A1C7D62-8A70-4428-9E48-DEC3B3664121}"/>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5890" name="Line 162">
              <a:extLst>
                <a:ext uri="{FF2B5EF4-FFF2-40B4-BE49-F238E27FC236}">
                  <a16:creationId xmlns:a16="http://schemas.microsoft.com/office/drawing/2014/main" id="{F2D26EF0-0A49-484E-A2B4-9F69667CA3A9}"/>
                </a:ext>
              </a:extLst>
            </p:cNvPr>
            <p:cNvSpPr>
              <a:spLocks noChangeShapeType="1"/>
            </p:cNvSpPr>
            <p:nvPr/>
          </p:nvSpPr>
          <p:spPr bwMode="auto">
            <a:xfrm flipH="1">
              <a:off x="1015" y="1785"/>
              <a:ext cx="1200"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91" name="Line 163">
              <a:extLst>
                <a:ext uri="{FF2B5EF4-FFF2-40B4-BE49-F238E27FC236}">
                  <a16:creationId xmlns:a16="http://schemas.microsoft.com/office/drawing/2014/main" id="{5E12FF0C-2102-41BC-85C8-81415C05362B}"/>
                </a:ext>
              </a:extLst>
            </p:cNvPr>
            <p:cNvSpPr>
              <a:spLocks noChangeShapeType="1"/>
            </p:cNvSpPr>
            <p:nvPr/>
          </p:nvSpPr>
          <p:spPr bwMode="auto">
            <a:xfrm flipH="1">
              <a:off x="2359" y="1785"/>
              <a:ext cx="288"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92" name="Line 164">
              <a:extLst>
                <a:ext uri="{FF2B5EF4-FFF2-40B4-BE49-F238E27FC236}">
                  <a16:creationId xmlns:a16="http://schemas.microsoft.com/office/drawing/2014/main" id="{2DD673E3-8BC3-43FC-A9B8-FEDD3B3DB2EC}"/>
                </a:ext>
              </a:extLst>
            </p:cNvPr>
            <p:cNvSpPr>
              <a:spLocks noChangeShapeType="1"/>
            </p:cNvSpPr>
            <p:nvPr/>
          </p:nvSpPr>
          <p:spPr bwMode="auto">
            <a:xfrm flipH="1">
              <a:off x="343" y="2601"/>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93" name="Line 165">
              <a:extLst>
                <a:ext uri="{FF2B5EF4-FFF2-40B4-BE49-F238E27FC236}">
                  <a16:creationId xmlns:a16="http://schemas.microsoft.com/office/drawing/2014/main" id="{3A5437B3-0C1A-4EBB-AEFD-DD3DBB7788A3}"/>
                </a:ext>
              </a:extLst>
            </p:cNvPr>
            <p:cNvSpPr>
              <a:spLocks noChangeShapeType="1"/>
            </p:cNvSpPr>
            <p:nvPr/>
          </p:nvSpPr>
          <p:spPr bwMode="auto">
            <a:xfrm flipH="1">
              <a:off x="1111" y="2601"/>
              <a:ext cx="33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94" name="Line 166">
              <a:extLst>
                <a:ext uri="{FF2B5EF4-FFF2-40B4-BE49-F238E27FC236}">
                  <a16:creationId xmlns:a16="http://schemas.microsoft.com/office/drawing/2014/main" id="{2422C346-6286-4416-9294-FF328FA4C52B}"/>
                </a:ext>
              </a:extLst>
            </p:cNvPr>
            <p:cNvSpPr>
              <a:spLocks noChangeShapeType="1"/>
            </p:cNvSpPr>
            <p:nvPr/>
          </p:nvSpPr>
          <p:spPr bwMode="auto">
            <a:xfrm flipH="1">
              <a:off x="1879" y="2553"/>
              <a:ext cx="432"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95" name="Line 167">
              <a:extLst>
                <a:ext uri="{FF2B5EF4-FFF2-40B4-BE49-F238E27FC236}">
                  <a16:creationId xmlns:a16="http://schemas.microsoft.com/office/drawing/2014/main" id="{1ACF634E-326A-4763-8D01-6C4F6EA69C19}"/>
                </a:ext>
              </a:extLst>
            </p:cNvPr>
            <p:cNvSpPr>
              <a:spLocks noChangeShapeType="1"/>
            </p:cNvSpPr>
            <p:nvPr/>
          </p:nvSpPr>
          <p:spPr bwMode="auto">
            <a:xfrm flipH="1">
              <a:off x="2695" y="2601"/>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96" name="Line 168">
              <a:extLst>
                <a:ext uri="{FF2B5EF4-FFF2-40B4-BE49-F238E27FC236}">
                  <a16:creationId xmlns:a16="http://schemas.microsoft.com/office/drawing/2014/main" id="{252082A9-D323-409F-9416-97728B0F90D6}"/>
                </a:ext>
              </a:extLst>
            </p:cNvPr>
            <p:cNvSpPr>
              <a:spLocks noChangeShapeType="1"/>
            </p:cNvSpPr>
            <p:nvPr/>
          </p:nvSpPr>
          <p:spPr bwMode="auto">
            <a:xfrm>
              <a:off x="3319" y="2601"/>
              <a:ext cx="9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97" name="Line 169">
              <a:extLst>
                <a:ext uri="{FF2B5EF4-FFF2-40B4-BE49-F238E27FC236}">
                  <a16:creationId xmlns:a16="http://schemas.microsoft.com/office/drawing/2014/main" id="{5C1432C3-4145-42B5-BDE2-173679EFF4E0}"/>
                </a:ext>
              </a:extLst>
            </p:cNvPr>
            <p:cNvSpPr>
              <a:spLocks noChangeShapeType="1"/>
            </p:cNvSpPr>
            <p:nvPr/>
          </p:nvSpPr>
          <p:spPr bwMode="auto">
            <a:xfrm>
              <a:off x="3943" y="2553"/>
              <a:ext cx="33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98" name="Line 170">
              <a:extLst>
                <a:ext uri="{FF2B5EF4-FFF2-40B4-BE49-F238E27FC236}">
                  <a16:creationId xmlns:a16="http://schemas.microsoft.com/office/drawing/2014/main" id="{97AA0B8B-3474-47E9-BD69-0FC7695641E5}"/>
                </a:ext>
              </a:extLst>
            </p:cNvPr>
            <p:cNvSpPr>
              <a:spLocks noChangeShapeType="1"/>
            </p:cNvSpPr>
            <p:nvPr/>
          </p:nvSpPr>
          <p:spPr bwMode="auto">
            <a:xfrm>
              <a:off x="4375" y="2601"/>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5899" name="Line 171">
              <a:extLst>
                <a:ext uri="{FF2B5EF4-FFF2-40B4-BE49-F238E27FC236}">
                  <a16:creationId xmlns:a16="http://schemas.microsoft.com/office/drawing/2014/main" id="{0C2E1A33-E977-448A-B687-567C5257A0CD}"/>
                </a:ext>
              </a:extLst>
            </p:cNvPr>
            <p:cNvSpPr>
              <a:spLocks noChangeShapeType="1"/>
            </p:cNvSpPr>
            <p:nvPr/>
          </p:nvSpPr>
          <p:spPr bwMode="auto">
            <a:xfrm>
              <a:off x="3127" y="1833"/>
              <a:ext cx="816"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5900" name="Text Box 172">
            <a:extLst>
              <a:ext uri="{FF2B5EF4-FFF2-40B4-BE49-F238E27FC236}">
                <a16:creationId xmlns:a16="http://schemas.microsoft.com/office/drawing/2014/main" id="{E6101E35-6399-44AB-8E3D-4D9CA26D7CAF}"/>
              </a:ext>
            </a:extLst>
          </p:cNvPr>
          <p:cNvSpPr txBox="1">
            <a:spLocks noChangeArrowheads="1"/>
          </p:cNvSpPr>
          <p:nvPr/>
        </p:nvSpPr>
        <p:spPr bwMode="auto">
          <a:xfrm>
            <a:off x="5364163" y="2060575"/>
            <a:ext cx="10017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003366"/>
                </a:solidFill>
              </a:rPr>
              <a:t>根结点</a:t>
            </a:r>
          </a:p>
        </p:txBody>
      </p:sp>
      <p:sp>
        <p:nvSpPr>
          <p:cNvPr id="585901" name="Text Box 173">
            <a:extLst>
              <a:ext uri="{FF2B5EF4-FFF2-40B4-BE49-F238E27FC236}">
                <a16:creationId xmlns:a16="http://schemas.microsoft.com/office/drawing/2014/main" id="{B57FEFF4-1512-43A0-830A-C71A9CF9D873}"/>
              </a:ext>
            </a:extLst>
          </p:cNvPr>
          <p:cNvSpPr txBox="1">
            <a:spLocks noChangeArrowheads="1"/>
          </p:cNvSpPr>
          <p:nvPr/>
        </p:nvSpPr>
        <p:spPr bwMode="auto">
          <a:xfrm>
            <a:off x="7904163" y="3284538"/>
            <a:ext cx="989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内结点</a:t>
            </a:r>
          </a:p>
        </p:txBody>
      </p:sp>
      <p:sp>
        <p:nvSpPr>
          <p:cNvPr id="585902" name="Text Box 174">
            <a:extLst>
              <a:ext uri="{FF2B5EF4-FFF2-40B4-BE49-F238E27FC236}">
                <a16:creationId xmlns:a16="http://schemas.microsoft.com/office/drawing/2014/main" id="{7A1847A3-2E24-4188-835E-6C24E9C4DCA1}"/>
              </a:ext>
            </a:extLst>
          </p:cNvPr>
          <p:cNvSpPr txBox="1">
            <a:spLocks noChangeArrowheads="1"/>
          </p:cNvSpPr>
          <p:nvPr/>
        </p:nvSpPr>
        <p:spPr bwMode="auto">
          <a:xfrm>
            <a:off x="7762875" y="5157788"/>
            <a:ext cx="9128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CC0000"/>
                </a:solidFill>
              </a:rPr>
              <a:t>叶结点</a:t>
            </a:r>
          </a:p>
        </p:txBody>
      </p:sp>
      <p:sp>
        <p:nvSpPr>
          <p:cNvPr id="585903" name="Text Box 175">
            <a:extLst>
              <a:ext uri="{FF2B5EF4-FFF2-40B4-BE49-F238E27FC236}">
                <a16:creationId xmlns:a16="http://schemas.microsoft.com/office/drawing/2014/main" id="{E3D8D5C0-CE8C-464D-81FC-87A0952EDE32}"/>
              </a:ext>
            </a:extLst>
          </p:cNvPr>
          <p:cNvSpPr txBox="1">
            <a:spLocks noChangeArrowheads="1"/>
          </p:cNvSpPr>
          <p:nvPr/>
        </p:nvSpPr>
        <p:spPr bwMode="auto">
          <a:xfrm>
            <a:off x="2195513" y="5734050"/>
            <a:ext cx="495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t>图</a:t>
            </a:r>
            <a:r>
              <a:rPr lang="en-US" altLang="zh-CN" sz="2400" b="1"/>
              <a:t>3.23</a:t>
            </a:r>
            <a:r>
              <a:rPr lang="zh-CN" altLang="en-US" sz="2400" b="1"/>
              <a:t>中多级索引的</a:t>
            </a:r>
            <a:r>
              <a:rPr lang="en-US" altLang="zh-CN" sz="2400" b="1"/>
              <a:t>B- </a:t>
            </a:r>
            <a:r>
              <a:rPr lang="zh-CN" altLang="en-US" sz="2400" b="1"/>
              <a:t>树</a:t>
            </a:r>
          </a:p>
        </p:txBody>
      </p:sp>
      <p:sp>
        <p:nvSpPr>
          <p:cNvPr id="585904" name="Rectangle 176">
            <a:extLst>
              <a:ext uri="{FF2B5EF4-FFF2-40B4-BE49-F238E27FC236}">
                <a16:creationId xmlns:a16="http://schemas.microsoft.com/office/drawing/2014/main" id="{4293E4C1-028B-4DDB-A911-B41F088E7C6D}"/>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7" name="Rectangle 5">
            <a:extLst>
              <a:ext uri="{FF2B5EF4-FFF2-40B4-BE49-F238E27FC236}">
                <a16:creationId xmlns:a16="http://schemas.microsoft.com/office/drawing/2014/main" id="{1A190520-35D9-48FB-B6AE-375814FF0320}"/>
              </a:ext>
            </a:extLst>
          </p:cNvPr>
          <p:cNvSpPr>
            <a:spLocks noChangeArrowheads="1"/>
          </p:cNvSpPr>
          <p:nvPr/>
        </p:nvSpPr>
        <p:spPr bwMode="auto">
          <a:xfrm>
            <a:off x="468313" y="1185863"/>
            <a:ext cx="8280400" cy="512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b="0">
                <a:solidFill>
                  <a:srgbClr val="660066"/>
                </a:solidFill>
                <a:effectLst/>
                <a:latin typeface="黑体" panose="02010609060101010101" pitchFamily="49" charset="-122"/>
                <a:ea typeface="黑体" panose="02010609060101010101" pitchFamily="49" charset="-122"/>
              </a:rPr>
              <a:t>  与</a:t>
            </a:r>
            <a:r>
              <a:rPr lang="en-US" altLang="zh-CN" b="0">
                <a:solidFill>
                  <a:srgbClr val="660066"/>
                </a:solidFill>
                <a:effectLst/>
                <a:latin typeface="黑体" panose="02010609060101010101" pitchFamily="49" charset="-122"/>
                <a:ea typeface="黑体" panose="02010609060101010101" pitchFamily="49" charset="-122"/>
              </a:rPr>
              <a:t>B-</a:t>
            </a:r>
            <a:r>
              <a:rPr lang="zh-CN" altLang="en-US" b="0">
                <a:solidFill>
                  <a:srgbClr val="660066"/>
                </a:solidFill>
                <a:effectLst/>
                <a:latin typeface="黑体" panose="02010609060101010101" pitchFamily="49" charset="-122"/>
                <a:ea typeface="黑体" panose="02010609060101010101" pitchFamily="49" charset="-122"/>
              </a:rPr>
              <a:t>树相关的概念、术语：</a:t>
            </a:r>
          </a:p>
          <a:p>
            <a:pPr>
              <a:lnSpc>
                <a:spcPct val="130000"/>
              </a:lnSpc>
              <a:spcBef>
                <a:spcPct val="5000"/>
              </a:spcBef>
            </a:pPr>
            <a:r>
              <a:rPr lang="zh-CN" altLang="en-US"/>
              <a:t>         （</a:t>
            </a:r>
            <a:r>
              <a:rPr lang="en-US" altLang="zh-CN"/>
              <a:t>4</a:t>
            </a:r>
            <a:r>
              <a:rPr lang="zh-CN" altLang="en-US"/>
              <a:t>）</a:t>
            </a:r>
            <a:r>
              <a:rPr lang="en-US" altLang="zh-CN">
                <a:solidFill>
                  <a:srgbClr val="800000"/>
                </a:solidFill>
              </a:rPr>
              <a:t>B-</a:t>
            </a:r>
            <a:r>
              <a:rPr lang="zh-CN" altLang="en-US">
                <a:solidFill>
                  <a:srgbClr val="800000"/>
                </a:solidFill>
              </a:rPr>
              <a:t>树的阶数</a:t>
            </a:r>
            <a:r>
              <a:rPr lang="zh-CN" altLang="en-US"/>
              <a:t>：</a:t>
            </a:r>
            <a:r>
              <a:rPr lang="en-US" altLang="zh-CN"/>
              <a:t>B-</a:t>
            </a:r>
            <a:r>
              <a:rPr lang="zh-CN" altLang="en-US"/>
              <a:t>树的结点中具有的最多的指针数称为</a:t>
            </a:r>
            <a:r>
              <a:rPr lang="en-US" altLang="zh-CN"/>
              <a:t>B-</a:t>
            </a:r>
            <a:r>
              <a:rPr lang="zh-CN" altLang="en-US"/>
              <a:t>树的阶数。 </a:t>
            </a:r>
          </a:p>
        </p:txBody>
      </p:sp>
      <p:sp>
        <p:nvSpPr>
          <p:cNvPr id="586758" name="Rectangle 6">
            <a:extLst>
              <a:ext uri="{FF2B5EF4-FFF2-40B4-BE49-F238E27FC236}">
                <a16:creationId xmlns:a16="http://schemas.microsoft.com/office/drawing/2014/main" id="{4DEB3218-0CEC-4174-9780-D1F2A45C1E1B}"/>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86757">
                                            <p:txEl>
                                              <p:pRg st="1" end="1"/>
                                            </p:txEl>
                                          </p:spTgt>
                                        </p:tgtEl>
                                        <p:attrNameLst>
                                          <p:attrName>style.visibility</p:attrName>
                                        </p:attrNameLst>
                                      </p:cBhvr>
                                      <p:to>
                                        <p:strVal val="visible"/>
                                      </p:to>
                                    </p:set>
                                    <p:animEffect transition="in" filter="wipe(up)">
                                      <p:cBhvr>
                                        <p:cTn id="7" dur="1000"/>
                                        <p:tgtEl>
                                          <p:spTgt spid="58675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7878" name="Group 102">
            <a:extLst>
              <a:ext uri="{FF2B5EF4-FFF2-40B4-BE49-F238E27FC236}">
                <a16:creationId xmlns:a16="http://schemas.microsoft.com/office/drawing/2014/main" id="{5435A39F-EB8D-43DA-8CE4-C9A46C95CC83}"/>
              </a:ext>
            </a:extLst>
          </p:cNvPr>
          <p:cNvGrpSpPr>
            <a:grpSpLocks/>
          </p:cNvGrpSpPr>
          <p:nvPr/>
        </p:nvGrpSpPr>
        <p:grpSpPr bwMode="auto">
          <a:xfrm>
            <a:off x="322263" y="1779588"/>
            <a:ext cx="8408987" cy="2895600"/>
            <a:chOff x="247" y="1689"/>
            <a:chExt cx="5297" cy="1824"/>
          </a:xfrm>
        </p:grpSpPr>
        <p:grpSp>
          <p:nvGrpSpPr>
            <p:cNvPr id="587879" name="Group 103">
              <a:extLst>
                <a:ext uri="{FF2B5EF4-FFF2-40B4-BE49-F238E27FC236}">
                  <a16:creationId xmlns:a16="http://schemas.microsoft.com/office/drawing/2014/main" id="{7AA45435-A812-41AF-B687-0F008FE940E4}"/>
                </a:ext>
              </a:extLst>
            </p:cNvPr>
            <p:cNvGrpSpPr>
              <a:grpSpLocks/>
            </p:cNvGrpSpPr>
            <p:nvPr/>
          </p:nvGrpSpPr>
          <p:grpSpPr bwMode="auto">
            <a:xfrm>
              <a:off x="823" y="2457"/>
              <a:ext cx="1169" cy="192"/>
              <a:chOff x="1056" y="2112"/>
              <a:chExt cx="1073" cy="192"/>
            </a:xfrm>
          </p:grpSpPr>
          <p:sp>
            <p:nvSpPr>
              <p:cNvPr id="587880" name="Rectangle 104">
                <a:extLst>
                  <a:ext uri="{FF2B5EF4-FFF2-40B4-BE49-F238E27FC236}">
                    <a16:creationId xmlns:a16="http://schemas.microsoft.com/office/drawing/2014/main" id="{EEB5C459-8A18-4007-B190-9827744BA588}"/>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9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600">
                  <a:cs typeface="Arial" panose="020B0604020202020204" pitchFamily="34" charset="0"/>
                </a:endParaRPr>
              </a:p>
            </p:txBody>
          </p:sp>
          <p:sp>
            <p:nvSpPr>
              <p:cNvPr id="587881" name="Line 105">
                <a:extLst>
                  <a:ext uri="{FF2B5EF4-FFF2-40B4-BE49-F238E27FC236}">
                    <a16:creationId xmlns:a16="http://schemas.microsoft.com/office/drawing/2014/main" id="{4EDC767F-F4D2-4BFA-9D51-51B8635896F4}"/>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882" name="Line 106">
                <a:extLst>
                  <a:ext uri="{FF2B5EF4-FFF2-40B4-BE49-F238E27FC236}">
                    <a16:creationId xmlns:a16="http://schemas.microsoft.com/office/drawing/2014/main" id="{606E5307-9816-4495-8640-59BE236DB09F}"/>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883" name="Line 107">
                <a:extLst>
                  <a:ext uri="{FF2B5EF4-FFF2-40B4-BE49-F238E27FC236}">
                    <a16:creationId xmlns:a16="http://schemas.microsoft.com/office/drawing/2014/main" id="{2E8851FF-6196-4D4F-8B40-5C0B857BA2A9}"/>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884" name="Line 108">
                <a:extLst>
                  <a:ext uri="{FF2B5EF4-FFF2-40B4-BE49-F238E27FC236}">
                    <a16:creationId xmlns:a16="http://schemas.microsoft.com/office/drawing/2014/main" id="{9889BB9D-ABF2-42BD-BF11-CB3322A2B03B}"/>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7885" name="Group 109">
              <a:extLst>
                <a:ext uri="{FF2B5EF4-FFF2-40B4-BE49-F238E27FC236}">
                  <a16:creationId xmlns:a16="http://schemas.microsoft.com/office/drawing/2014/main" id="{1C9705EB-83FB-4141-ADFB-03E84C3C1060}"/>
                </a:ext>
              </a:extLst>
            </p:cNvPr>
            <p:cNvGrpSpPr>
              <a:grpSpLocks/>
            </p:cNvGrpSpPr>
            <p:nvPr/>
          </p:nvGrpSpPr>
          <p:grpSpPr bwMode="auto">
            <a:xfrm>
              <a:off x="2263" y="2457"/>
              <a:ext cx="1169" cy="192"/>
              <a:chOff x="1056" y="2112"/>
              <a:chExt cx="1073" cy="192"/>
            </a:xfrm>
          </p:grpSpPr>
          <p:sp>
            <p:nvSpPr>
              <p:cNvPr id="587886" name="Rectangle 110">
                <a:extLst>
                  <a:ext uri="{FF2B5EF4-FFF2-40B4-BE49-F238E27FC236}">
                    <a16:creationId xmlns:a16="http://schemas.microsoft.com/office/drawing/2014/main" id="{66518524-2277-4AE7-ABE8-2CA20DD71A22}"/>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60  °  </a:t>
                </a:r>
                <a:r>
                  <a:rPr lang="en-US" altLang="zh-CN" sz="1700" b="1"/>
                  <a:t>99</a:t>
                </a:r>
                <a:r>
                  <a:rPr lang="zh-CN" altLang="en-US" sz="1700" b="1"/>
                  <a:t>　</a:t>
                </a:r>
                <a:r>
                  <a:rPr lang="en-US" altLang="zh-CN" sz="17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87887" name="Line 111">
                <a:extLst>
                  <a:ext uri="{FF2B5EF4-FFF2-40B4-BE49-F238E27FC236}">
                    <a16:creationId xmlns:a16="http://schemas.microsoft.com/office/drawing/2014/main" id="{AD79D63E-68BD-40F4-9BCF-657246B3F593}"/>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888" name="Line 112">
                <a:extLst>
                  <a:ext uri="{FF2B5EF4-FFF2-40B4-BE49-F238E27FC236}">
                    <a16:creationId xmlns:a16="http://schemas.microsoft.com/office/drawing/2014/main" id="{CD34770D-79B5-4D0A-BD3E-8130A2152C60}"/>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889" name="Line 113">
                <a:extLst>
                  <a:ext uri="{FF2B5EF4-FFF2-40B4-BE49-F238E27FC236}">
                    <a16:creationId xmlns:a16="http://schemas.microsoft.com/office/drawing/2014/main" id="{D1F26A87-10DF-4141-B53C-B1BBC191F6E0}"/>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890" name="Line 114">
                <a:extLst>
                  <a:ext uri="{FF2B5EF4-FFF2-40B4-BE49-F238E27FC236}">
                    <a16:creationId xmlns:a16="http://schemas.microsoft.com/office/drawing/2014/main" id="{97F53A19-22D9-4C1F-B5D6-D5F56C6B0803}"/>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7891" name="Group 115">
              <a:extLst>
                <a:ext uri="{FF2B5EF4-FFF2-40B4-BE49-F238E27FC236}">
                  <a16:creationId xmlns:a16="http://schemas.microsoft.com/office/drawing/2014/main" id="{095D904B-671A-4F66-8B2C-1713E0F8BE27}"/>
                </a:ext>
              </a:extLst>
            </p:cNvPr>
            <p:cNvGrpSpPr>
              <a:grpSpLocks/>
            </p:cNvGrpSpPr>
            <p:nvPr/>
          </p:nvGrpSpPr>
          <p:grpSpPr bwMode="auto">
            <a:xfrm>
              <a:off x="3751" y="2457"/>
              <a:ext cx="1248" cy="192"/>
              <a:chOff x="1056" y="2112"/>
              <a:chExt cx="1073" cy="192"/>
            </a:xfrm>
          </p:grpSpPr>
          <p:sp>
            <p:nvSpPr>
              <p:cNvPr id="587892" name="Rectangle 116">
                <a:extLst>
                  <a:ext uri="{FF2B5EF4-FFF2-40B4-BE49-F238E27FC236}">
                    <a16:creationId xmlns:a16="http://schemas.microsoft.com/office/drawing/2014/main" id="{7B81C6FA-C7B5-4436-AB8F-80B077FDEA75}"/>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180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700">
                  <a:cs typeface="Arial" panose="020B0604020202020204" pitchFamily="34" charset="0"/>
                </a:endParaRPr>
              </a:p>
            </p:txBody>
          </p:sp>
          <p:sp>
            <p:nvSpPr>
              <p:cNvPr id="587893" name="Line 117">
                <a:extLst>
                  <a:ext uri="{FF2B5EF4-FFF2-40B4-BE49-F238E27FC236}">
                    <a16:creationId xmlns:a16="http://schemas.microsoft.com/office/drawing/2014/main" id="{4301816E-189C-4539-A420-9FB2739599B8}"/>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894" name="Line 118">
                <a:extLst>
                  <a:ext uri="{FF2B5EF4-FFF2-40B4-BE49-F238E27FC236}">
                    <a16:creationId xmlns:a16="http://schemas.microsoft.com/office/drawing/2014/main" id="{D8CB02D5-B472-4B35-9E07-12C0A3DB04AD}"/>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895" name="Line 119">
                <a:extLst>
                  <a:ext uri="{FF2B5EF4-FFF2-40B4-BE49-F238E27FC236}">
                    <a16:creationId xmlns:a16="http://schemas.microsoft.com/office/drawing/2014/main" id="{AFC67269-41B0-4F9D-9CA3-A450151541EF}"/>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896" name="Line 120">
                <a:extLst>
                  <a:ext uri="{FF2B5EF4-FFF2-40B4-BE49-F238E27FC236}">
                    <a16:creationId xmlns:a16="http://schemas.microsoft.com/office/drawing/2014/main" id="{9DE9D419-6127-4D11-B018-5D13B0BAF801}"/>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7897" name="Group 121">
              <a:extLst>
                <a:ext uri="{FF2B5EF4-FFF2-40B4-BE49-F238E27FC236}">
                  <a16:creationId xmlns:a16="http://schemas.microsoft.com/office/drawing/2014/main" id="{207939CE-6BD4-4AC4-9CDD-0660947F2964}"/>
                </a:ext>
              </a:extLst>
            </p:cNvPr>
            <p:cNvGrpSpPr>
              <a:grpSpLocks/>
            </p:cNvGrpSpPr>
            <p:nvPr/>
          </p:nvGrpSpPr>
          <p:grpSpPr bwMode="auto">
            <a:xfrm>
              <a:off x="247" y="3321"/>
              <a:ext cx="641" cy="192"/>
              <a:chOff x="1056" y="2976"/>
              <a:chExt cx="641" cy="192"/>
            </a:xfrm>
          </p:grpSpPr>
          <p:sp>
            <p:nvSpPr>
              <p:cNvPr id="587898" name="Rectangle 122">
                <a:extLst>
                  <a:ext uri="{FF2B5EF4-FFF2-40B4-BE49-F238E27FC236}">
                    <a16:creationId xmlns:a16="http://schemas.microsoft.com/office/drawing/2014/main" id="{84ECA628-E2E5-4948-8134-7CC45FE19C72}"/>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2    5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87899" name="Line 123">
                <a:extLst>
                  <a:ext uri="{FF2B5EF4-FFF2-40B4-BE49-F238E27FC236}">
                    <a16:creationId xmlns:a16="http://schemas.microsoft.com/office/drawing/2014/main" id="{712ABAB7-0E2F-408D-B318-7005FE6854B7}"/>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00" name="Line 124">
                <a:extLst>
                  <a:ext uri="{FF2B5EF4-FFF2-40B4-BE49-F238E27FC236}">
                    <a16:creationId xmlns:a16="http://schemas.microsoft.com/office/drawing/2014/main" id="{AEB63F11-DE8D-410E-887A-92EFF7DB908D}"/>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01" name="Line 125">
                <a:extLst>
                  <a:ext uri="{FF2B5EF4-FFF2-40B4-BE49-F238E27FC236}">
                    <a16:creationId xmlns:a16="http://schemas.microsoft.com/office/drawing/2014/main" id="{627A7BAF-458D-48E8-BF9A-6ECC670C74D7}"/>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7902" name="Group 126">
              <a:extLst>
                <a:ext uri="{FF2B5EF4-FFF2-40B4-BE49-F238E27FC236}">
                  <a16:creationId xmlns:a16="http://schemas.microsoft.com/office/drawing/2014/main" id="{0DC3B394-A1EB-4B32-B1C2-69B24B0562CC}"/>
                </a:ext>
              </a:extLst>
            </p:cNvPr>
            <p:cNvGrpSpPr>
              <a:grpSpLocks/>
            </p:cNvGrpSpPr>
            <p:nvPr/>
          </p:nvGrpSpPr>
          <p:grpSpPr bwMode="auto">
            <a:xfrm>
              <a:off x="1015" y="3321"/>
              <a:ext cx="641" cy="192"/>
              <a:chOff x="1056" y="2976"/>
              <a:chExt cx="641" cy="192"/>
            </a:xfrm>
          </p:grpSpPr>
          <p:sp>
            <p:nvSpPr>
              <p:cNvPr id="587903" name="Rectangle 127">
                <a:extLst>
                  <a:ext uri="{FF2B5EF4-FFF2-40B4-BE49-F238E27FC236}">
                    <a16:creationId xmlns:a16="http://schemas.microsoft.com/office/drawing/2014/main" id="{A5ED5A09-79BE-4DA2-AC73-A0DD139333C2}"/>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15  </a:t>
                </a:r>
                <a:r>
                  <a:rPr lang="zh-CN" altLang="en-US" sz="1700" b="1"/>
                  <a:t>－</a:t>
                </a:r>
                <a:r>
                  <a:rPr lang="zh-CN" altLang="en-US" sz="1700" b="1">
                    <a:cs typeface="Arial" panose="020B0604020202020204" pitchFamily="34" charset="0"/>
                  </a:rPr>
                  <a:t>   </a:t>
                </a:r>
                <a:r>
                  <a:rPr lang="zh-CN" altLang="en-US" sz="17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87904" name="Line 128">
                <a:extLst>
                  <a:ext uri="{FF2B5EF4-FFF2-40B4-BE49-F238E27FC236}">
                    <a16:creationId xmlns:a16="http://schemas.microsoft.com/office/drawing/2014/main" id="{890709CF-B2D6-493B-9D00-12095FE5C60F}"/>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05" name="Line 129">
                <a:extLst>
                  <a:ext uri="{FF2B5EF4-FFF2-40B4-BE49-F238E27FC236}">
                    <a16:creationId xmlns:a16="http://schemas.microsoft.com/office/drawing/2014/main" id="{9F0D2DEF-3E83-4592-8EE7-0D20EC4578FB}"/>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06" name="Line 130">
                <a:extLst>
                  <a:ext uri="{FF2B5EF4-FFF2-40B4-BE49-F238E27FC236}">
                    <a16:creationId xmlns:a16="http://schemas.microsoft.com/office/drawing/2014/main" id="{4CD2B284-BF60-493E-ACEE-B7908AB9E55A}"/>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7907" name="Group 131">
              <a:extLst>
                <a:ext uri="{FF2B5EF4-FFF2-40B4-BE49-F238E27FC236}">
                  <a16:creationId xmlns:a16="http://schemas.microsoft.com/office/drawing/2014/main" id="{CEA4D51B-C466-4DF1-B58E-D3C0BBB23740}"/>
                </a:ext>
              </a:extLst>
            </p:cNvPr>
            <p:cNvGrpSpPr>
              <a:grpSpLocks/>
            </p:cNvGrpSpPr>
            <p:nvPr/>
          </p:nvGrpSpPr>
          <p:grpSpPr bwMode="auto">
            <a:xfrm>
              <a:off x="1783" y="3321"/>
              <a:ext cx="641" cy="192"/>
              <a:chOff x="1056" y="2976"/>
              <a:chExt cx="641" cy="192"/>
            </a:xfrm>
          </p:grpSpPr>
          <p:sp>
            <p:nvSpPr>
              <p:cNvPr id="587908" name="Rectangle 132">
                <a:extLst>
                  <a:ext uri="{FF2B5EF4-FFF2-40B4-BE49-F238E27FC236}">
                    <a16:creationId xmlns:a16="http://schemas.microsoft.com/office/drawing/2014/main" id="{FE6CEA94-0F2A-44E3-9EF2-6A45617849C7}"/>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39   48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87909" name="Line 133">
                <a:extLst>
                  <a:ext uri="{FF2B5EF4-FFF2-40B4-BE49-F238E27FC236}">
                    <a16:creationId xmlns:a16="http://schemas.microsoft.com/office/drawing/2014/main" id="{9FC1F023-32B4-4C09-AB0A-6C4150AD4312}"/>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10" name="Line 134">
                <a:extLst>
                  <a:ext uri="{FF2B5EF4-FFF2-40B4-BE49-F238E27FC236}">
                    <a16:creationId xmlns:a16="http://schemas.microsoft.com/office/drawing/2014/main" id="{0960B376-E52D-4D52-B95D-67E30FF97C9D}"/>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11" name="Line 135">
                <a:extLst>
                  <a:ext uri="{FF2B5EF4-FFF2-40B4-BE49-F238E27FC236}">
                    <a16:creationId xmlns:a16="http://schemas.microsoft.com/office/drawing/2014/main" id="{FF5F5CA6-4D67-438C-92B6-53A47E9BAF52}"/>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7912" name="Group 136">
              <a:extLst>
                <a:ext uri="{FF2B5EF4-FFF2-40B4-BE49-F238E27FC236}">
                  <a16:creationId xmlns:a16="http://schemas.microsoft.com/office/drawing/2014/main" id="{5574D85D-7B32-4974-AC28-A741A7C8585C}"/>
                </a:ext>
              </a:extLst>
            </p:cNvPr>
            <p:cNvGrpSpPr>
              <a:grpSpLocks/>
            </p:cNvGrpSpPr>
            <p:nvPr/>
          </p:nvGrpSpPr>
          <p:grpSpPr bwMode="auto">
            <a:xfrm>
              <a:off x="2599" y="3321"/>
              <a:ext cx="641" cy="192"/>
              <a:chOff x="1056" y="2976"/>
              <a:chExt cx="641" cy="192"/>
            </a:xfrm>
          </p:grpSpPr>
          <p:sp>
            <p:nvSpPr>
              <p:cNvPr id="587913" name="Rectangle 137">
                <a:extLst>
                  <a:ext uri="{FF2B5EF4-FFF2-40B4-BE49-F238E27FC236}">
                    <a16:creationId xmlns:a16="http://schemas.microsoft.com/office/drawing/2014/main" id="{48B5D8C6-E612-4670-B670-9D73463DB9BD}"/>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700">
                    <a:cs typeface="Arial" panose="020B0604020202020204" pitchFamily="34" charset="0"/>
                  </a:rPr>
                  <a:t> </a:t>
                </a:r>
                <a:r>
                  <a:rPr lang="en-US" altLang="zh-CN" sz="1700" b="1">
                    <a:cs typeface="Arial" panose="020B0604020202020204" pitchFamily="34" charset="0"/>
                  </a:rPr>
                  <a:t>85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87914" name="Line 138">
                <a:extLst>
                  <a:ext uri="{FF2B5EF4-FFF2-40B4-BE49-F238E27FC236}">
                    <a16:creationId xmlns:a16="http://schemas.microsoft.com/office/drawing/2014/main" id="{B04BB52D-21A2-4264-A74E-D24101DB43CA}"/>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15" name="Line 139">
                <a:extLst>
                  <a:ext uri="{FF2B5EF4-FFF2-40B4-BE49-F238E27FC236}">
                    <a16:creationId xmlns:a16="http://schemas.microsoft.com/office/drawing/2014/main" id="{F1BEDCC2-90E4-43B0-9A5F-136B3BEF5E92}"/>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16" name="Line 140">
                <a:extLst>
                  <a:ext uri="{FF2B5EF4-FFF2-40B4-BE49-F238E27FC236}">
                    <a16:creationId xmlns:a16="http://schemas.microsoft.com/office/drawing/2014/main" id="{9D50A926-26BC-4D2B-BE9F-38711A92A8E1}"/>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7917" name="Group 141">
              <a:extLst>
                <a:ext uri="{FF2B5EF4-FFF2-40B4-BE49-F238E27FC236}">
                  <a16:creationId xmlns:a16="http://schemas.microsoft.com/office/drawing/2014/main" id="{0EBF9181-E1E4-4E91-BA01-3A301410858B}"/>
                </a:ext>
              </a:extLst>
            </p:cNvPr>
            <p:cNvGrpSpPr>
              <a:grpSpLocks/>
            </p:cNvGrpSpPr>
            <p:nvPr/>
          </p:nvGrpSpPr>
          <p:grpSpPr bwMode="auto">
            <a:xfrm>
              <a:off x="3319" y="3321"/>
              <a:ext cx="720" cy="192"/>
              <a:chOff x="1056" y="2976"/>
              <a:chExt cx="641" cy="192"/>
            </a:xfrm>
          </p:grpSpPr>
          <p:sp>
            <p:nvSpPr>
              <p:cNvPr id="587918" name="Rectangle 142">
                <a:extLst>
                  <a:ext uri="{FF2B5EF4-FFF2-40B4-BE49-F238E27FC236}">
                    <a16:creationId xmlns:a16="http://schemas.microsoft.com/office/drawing/2014/main" id="{067BC292-3822-4003-B1D0-027D0E752996}"/>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120  </a:t>
                </a:r>
                <a:r>
                  <a:rPr lang="zh-CN" altLang="en-US" sz="1700" b="1"/>
                  <a:t>－ </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87919" name="Line 143">
                <a:extLst>
                  <a:ext uri="{FF2B5EF4-FFF2-40B4-BE49-F238E27FC236}">
                    <a16:creationId xmlns:a16="http://schemas.microsoft.com/office/drawing/2014/main" id="{BAF6E02A-0164-42F5-929B-494E39AD6895}"/>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20" name="Line 144">
                <a:extLst>
                  <a:ext uri="{FF2B5EF4-FFF2-40B4-BE49-F238E27FC236}">
                    <a16:creationId xmlns:a16="http://schemas.microsoft.com/office/drawing/2014/main" id="{187B85ED-0576-4DE2-8394-97D69FF6C3F9}"/>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21" name="Line 145">
                <a:extLst>
                  <a:ext uri="{FF2B5EF4-FFF2-40B4-BE49-F238E27FC236}">
                    <a16:creationId xmlns:a16="http://schemas.microsoft.com/office/drawing/2014/main" id="{1646916B-C850-4E5B-A00B-C7047656DA2D}"/>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7922" name="Group 146">
              <a:extLst>
                <a:ext uri="{FF2B5EF4-FFF2-40B4-BE49-F238E27FC236}">
                  <a16:creationId xmlns:a16="http://schemas.microsoft.com/office/drawing/2014/main" id="{95EC3781-43E3-4002-819A-08DA60CBE0A1}"/>
                </a:ext>
              </a:extLst>
            </p:cNvPr>
            <p:cNvGrpSpPr>
              <a:grpSpLocks/>
            </p:cNvGrpSpPr>
            <p:nvPr/>
          </p:nvGrpSpPr>
          <p:grpSpPr bwMode="auto">
            <a:xfrm>
              <a:off x="4087" y="3321"/>
              <a:ext cx="672" cy="192"/>
              <a:chOff x="1056" y="2976"/>
              <a:chExt cx="641" cy="192"/>
            </a:xfrm>
          </p:grpSpPr>
          <p:sp>
            <p:nvSpPr>
              <p:cNvPr id="587923" name="Rectangle 147">
                <a:extLst>
                  <a:ext uri="{FF2B5EF4-FFF2-40B4-BE49-F238E27FC236}">
                    <a16:creationId xmlns:a16="http://schemas.microsoft.com/office/drawing/2014/main" id="{2F030ABF-8E72-44E8-8126-2CB2FCC2E010}"/>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159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87924" name="Line 148">
                <a:extLst>
                  <a:ext uri="{FF2B5EF4-FFF2-40B4-BE49-F238E27FC236}">
                    <a16:creationId xmlns:a16="http://schemas.microsoft.com/office/drawing/2014/main" id="{6EEADC36-509C-47D4-B469-33478A36E35E}"/>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25" name="Line 149">
                <a:extLst>
                  <a:ext uri="{FF2B5EF4-FFF2-40B4-BE49-F238E27FC236}">
                    <a16:creationId xmlns:a16="http://schemas.microsoft.com/office/drawing/2014/main" id="{9BE07A79-7FA6-4FA8-B07F-E2AB5C8B4C6A}"/>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26" name="Line 150">
                <a:extLst>
                  <a:ext uri="{FF2B5EF4-FFF2-40B4-BE49-F238E27FC236}">
                    <a16:creationId xmlns:a16="http://schemas.microsoft.com/office/drawing/2014/main" id="{6EE6CC82-A992-459A-8D29-4A0D3A7FE485}"/>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7927" name="Group 151">
              <a:extLst>
                <a:ext uri="{FF2B5EF4-FFF2-40B4-BE49-F238E27FC236}">
                  <a16:creationId xmlns:a16="http://schemas.microsoft.com/office/drawing/2014/main" id="{AB07CD49-68D0-4385-AC42-BE498D9F4631}"/>
                </a:ext>
              </a:extLst>
            </p:cNvPr>
            <p:cNvGrpSpPr>
              <a:grpSpLocks/>
            </p:cNvGrpSpPr>
            <p:nvPr/>
          </p:nvGrpSpPr>
          <p:grpSpPr bwMode="auto">
            <a:xfrm>
              <a:off x="4807" y="3321"/>
              <a:ext cx="737" cy="192"/>
              <a:chOff x="1056" y="2976"/>
              <a:chExt cx="641" cy="192"/>
            </a:xfrm>
          </p:grpSpPr>
          <p:sp>
            <p:nvSpPr>
              <p:cNvPr id="587928" name="Rectangle 152">
                <a:extLst>
                  <a:ext uri="{FF2B5EF4-FFF2-40B4-BE49-F238E27FC236}">
                    <a16:creationId xmlns:a16="http://schemas.microsoft.com/office/drawing/2014/main" id="{484480AD-5583-4647-9C97-4DAE8008C469}"/>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201 220 </a:t>
                </a:r>
                <a:r>
                  <a:rPr lang="zh-CN" altLang="en-US" sz="1700" b="1"/>
                  <a:t>－</a:t>
                </a:r>
                <a:endParaRPr lang="zh-CN" altLang="en-US" sz="1600">
                  <a:cs typeface="Arial" panose="020B0604020202020204" pitchFamily="34" charset="0"/>
                </a:endParaRPr>
              </a:p>
            </p:txBody>
          </p:sp>
          <p:sp>
            <p:nvSpPr>
              <p:cNvPr id="587929" name="Line 153">
                <a:extLst>
                  <a:ext uri="{FF2B5EF4-FFF2-40B4-BE49-F238E27FC236}">
                    <a16:creationId xmlns:a16="http://schemas.microsoft.com/office/drawing/2014/main" id="{372259AA-88C9-4F0C-B920-4F4540CF1F42}"/>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30" name="Line 154">
                <a:extLst>
                  <a:ext uri="{FF2B5EF4-FFF2-40B4-BE49-F238E27FC236}">
                    <a16:creationId xmlns:a16="http://schemas.microsoft.com/office/drawing/2014/main" id="{FA15E560-AB21-4E26-9E54-85AF2E9A71B8}"/>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31" name="Line 155">
                <a:extLst>
                  <a:ext uri="{FF2B5EF4-FFF2-40B4-BE49-F238E27FC236}">
                    <a16:creationId xmlns:a16="http://schemas.microsoft.com/office/drawing/2014/main" id="{982A100F-A543-45AE-AE70-354DE462B9A2}"/>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87932" name="Group 156">
              <a:extLst>
                <a:ext uri="{FF2B5EF4-FFF2-40B4-BE49-F238E27FC236}">
                  <a16:creationId xmlns:a16="http://schemas.microsoft.com/office/drawing/2014/main" id="{13342299-0ABD-44C8-986A-45950F2EFA8E}"/>
                </a:ext>
              </a:extLst>
            </p:cNvPr>
            <p:cNvGrpSpPr>
              <a:grpSpLocks/>
            </p:cNvGrpSpPr>
            <p:nvPr/>
          </p:nvGrpSpPr>
          <p:grpSpPr bwMode="auto">
            <a:xfrm>
              <a:off x="2071" y="1689"/>
              <a:ext cx="1169" cy="192"/>
              <a:chOff x="1056" y="2112"/>
              <a:chExt cx="1073" cy="192"/>
            </a:xfrm>
          </p:grpSpPr>
          <p:sp>
            <p:nvSpPr>
              <p:cNvPr id="587933" name="Rectangle 157">
                <a:extLst>
                  <a:ext uri="{FF2B5EF4-FFF2-40B4-BE49-F238E27FC236}">
                    <a16:creationId xmlns:a16="http://schemas.microsoft.com/office/drawing/2014/main" id="{BC42AB93-403C-43BA-8506-3F5E15DC7E17}"/>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en-US" altLang="zh-CN" sz="1700" b="1">
                    <a:cs typeface="Arial" panose="020B0604020202020204" pitchFamily="34" charset="0"/>
                  </a:rPr>
                  <a:t>°  26   ° </a:t>
                </a:r>
                <a:r>
                  <a:rPr lang="en-US" altLang="zh-CN" sz="1700" b="1"/>
                  <a:t>140</a:t>
                </a:r>
                <a:r>
                  <a:rPr lang="en-US" altLang="zh-CN" sz="1400" b="1"/>
                  <a:t>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87934" name="Line 158">
                <a:extLst>
                  <a:ext uri="{FF2B5EF4-FFF2-40B4-BE49-F238E27FC236}">
                    <a16:creationId xmlns:a16="http://schemas.microsoft.com/office/drawing/2014/main" id="{35F0E08F-C03F-485E-B0DD-1E1C8D4629D5}"/>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35" name="Line 159">
                <a:extLst>
                  <a:ext uri="{FF2B5EF4-FFF2-40B4-BE49-F238E27FC236}">
                    <a16:creationId xmlns:a16="http://schemas.microsoft.com/office/drawing/2014/main" id="{120098FC-98E9-40B8-8B65-7313BB65B7CB}"/>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36" name="Line 160">
                <a:extLst>
                  <a:ext uri="{FF2B5EF4-FFF2-40B4-BE49-F238E27FC236}">
                    <a16:creationId xmlns:a16="http://schemas.microsoft.com/office/drawing/2014/main" id="{671FFD42-9911-4879-8E40-4B57E3B654FD}"/>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37" name="Line 161">
                <a:extLst>
                  <a:ext uri="{FF2B5EF4-FFF2-40B4-BE49-F238E27FC236}">
                    <a16:creationId xmlns:a16="http://schemas.microsoft.com/office/drawing/2014/main" id="{881A10AE-30AA-4578-8189-09D571180F6A}"/>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7938" name="Line 162">
              <a:extLst>
                <a:ext uri="{FF2B5EF4-FFF2-40B4-BE49-F238E27FC236}">
                  <a16:creationId xmlns:a16="http://schemas.microsoft.com/office/drawing/2014/main" id="{7EAE8077-03FD-4BC9-98D6-F2CBCA111021}"/>
                </a:ext>
              </a:extLst>
            </p:cNvPr>
            <p:cNvSpPr>
              <a:spLocks noChangeShapeType="1"/>
            </p:cNvSpPr>
            <p:nvPr/>
          </p:nvSpPr>
          <p:spPr bwMode="auto">
            <a:xfrm flipH="1">
              <a:off x="1015" y="1785"/>
              <a:ext cx="1200"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39" name="Line 163">
              <a:extLst>
                <a:ext uri="{FF2B5EF4-FFF2-40B4-BE49-F238E27FC236}">
                  <a16:creationId xmlns:a16="http://schemas.microsoft.com/office/drawing/2014/main" id="{D9D16D0C-3372-46C4-A8A7-70222F09139E}"/>
                </a:ext>
              </a:extLst>
            </p:cNvPr>
            <p:cNvSpPr>
              <a:spLocks noChangeShapeType="1"/>
            </p:cNvSpPr>
            <p:nvPr/>
          </p:nvSpPr>
          <p:spPr bwMode="auto">
            <a:xfrm flipH="1">
              <a:off x="2359" y="1785"/>
              <a:ext cx="288"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40" name="Line 164">
              <a:extLst>
                <a:ext uri="{FF2B5EF4-FFF2-40B4-BE49-F238E27FC236}">
                  <a16:creationId xmlns:a16="http://schemas.microsoft.com/office/drawing/2014/main" id="{EA9D355C-D7ED-4F24-81AF-4FAA205E3851}"/>
                </a:ext>
              </a:extLst>
            </p:cNvPr>
            <p:cNvSpPr>
              <a:spLocks noChangeShapeType="1"/>
            </p:cNvSpPr>
            <p:nvPr/>
          </p:nvSpPr>
          <p:spPr bwMode="auto">
            <a:xfrm flipH="1">
              <a:off x="343" y="2601"/>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41" name="Line 165">
              <a:extLst>
                <a:ext uri="{FF2B5EF4-FFF2-40B4-BE49-F238E27FC236}">
                  <a16:creationId xmlns:a16="http://schemas.microsoft.com/office/drawing/2014/main" id="{34B8238E-05C0-404E-B963-A954FDC7AB59}"/>
                </a:ext>
              </a:extLst>
            </p:cNvPr>
            <p:cNvSpPr>
              <a:spLocks noChangeShapeType="1"/>
            </p:cNvSpPr>
            <p:nvPr/>
          </p:nvSpPr>
          <p:spPr bwMode="auto">
            <a:xfrm flipH="1">
              <a:off x="1111" y="2601"/>
              <a:ext cx="33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42" name="Line 166">
              <a:extLst>
                <a:ext uri="{FF2B5EF4-FFF2-40B4-BE49-F238E27FC236}">
                  <a16:creationId xmlns:a16="http://schemas.microsoft.com/office/drawing/2014/main" id="{ACCCA854-3AAD-4482-8647-E1E692537884}"/>
                </a:ext>
              </a:extLst>
            </p:cNvPr>
            <p:cNvSpPr>
              <a:spLocks noChangeShapeType="1"/>
            </p:cNvSpPr>
            <p:nvPr/>
          </p:nvSpPr>
          <p:spPr bwMode="auto">
            <a:xfrm flipH="1">
              <a:off x="1879" y="2553"/>
              <a:ext cx="432"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43" name="Line 167">
              <a:extLst>
                <a:ext uri="{FF2B5EF4-FFF2-40B4-BE49-F238E27FC236}">
                  <a16:creationId xmlns:a16="http://schemas.microsoft.com/office/drawing/2014/main" id="{C1C87A20-42CB-477B-89D9-849F9DA8892E}"/>
                </a:ext>
              </a:extLst>
            </p:cNvPr>
            <p:cNvSpPr>
              <a:spLocks noChangeShapeType="1"/>
            </p:cNvSpPr>
            <p:nvPr/>
          </p:nvSpPr>
          <p:spPr bwMode="auto">
            <a:xfrm flipH="1">
              <a:off x="2695" y="2601"/>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44" name="Line 168">
              <a:extLst>
                <a:ext uri="{FF2B5EF4-FFF2-40B4-BE49-F238E27FC236}">
                  <a16:creationId xmlns:a16="http://schemas.microsoft.com/office/drawing/2014/main" id="{5C1C0349-0AF4-49D3-A360-8D68666B6757}"/>
                </a:ext>
              </a:extLst>
            </p:cNvPr>
            <p:cNvSpPr>
              <a:spLocks noChangeShapeType="1"/>
            </p:cNvSpPr>
            <p:nvPr/>
          </p:nvSpPr>
          <p:spPr bwMode="auto">
            <a:xfrm>
              <a:off x="3319" y="2601"/>
              <a:ext cx="9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45" name="Line 169">
              <a:extLst>
                <a:ext uri="{FF2B5EF4-FFF2-40B4-BE49-F238E27FC236}">
                  <a16:creationId xmlns:a16="http://schemas.microsoft.com/office/drawing/2014/main" id="{A8694F60-52E3-46EE-A4BE-F379000B85DA}"/>
                </a:ext>
              </a:extLst>
            </p:cNvPr>
            <p:cNvSpPr>
              <a:spLocks noChangeShapeType="1"/>
            </p:cNvSpPr>
            <p:nvPr/>
          </p:nvSpPr>
          <p:spPr bwMode="auto">
            <a:xfrm>
              <a:off x="3943" y="2553"/>
              <a:ext cx="33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46" name="Line 170">
              <a:extLst>
                <a:ext uri="{FF2B5EF4-FFF2-40B4-BE49-F238E27FC236}">
                  <a16:creationId xmlns:a16="http://schemas.microsoft.com/office/drawing/2014/main" id="{0FA2E72A-A153-4C0D-AF8B-10C54BC074A4}"/>
                </a:ext>
              </a:extLst>
            </p:cNvPr>
            <p:cNvSpPr>
              <a:spLocks noChangeShapeType="1"/>
            </p:cNvSpPr>
            <p:nvPr/>
          </p:nvSpPr>
          <p:spPr bwMode="auto">
            <a:xfrm>
              <a:off x="4375" y="2601"/>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7947" name="Line 171">
              <a:extLst>
                <a:ext uri="{FF2B5EF4-FFF2-40B4-BE49-F238E27FC236}">
                  <a16:creationId xmlns:a16="http://schemas.microsoft.com/office/drawing/2014/main" id="{1B9A7560-2ED0-4F33-9149-B54EE1A7F52A}"/>
                </a:ext>
              </a:extLst>
            </p:cNvPr>
            <p:cNvSpPr>
              <a:spLocks noChangeShapeType="1"/>
            </p:cNvSpPr>
            <p:nvPr/>
          </p:nvSpPr>
          <p:spPr bwMode="auto">
            <a:xfrm>
              <a:off x="3127" y="1833"/>
              <a:ext cx="816"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7948" name="Text Box 172">
            <a:extLst>
              <a:ext uri="{FF2B5EF4-FFF2-40B4-BE49-F238E27FC236}">
                <a16:creationId xmlns:a16="http://schemas.microsoft.com/office/drawing/2014/main" id="{C33CAFB7-BB6F-4260-AC6A-1403D34EB586}"/>
              </a:ext>
            </a:extLst>
          </p:cNvPr>
          <p:cNvSpPr txBox="1">
            <a:spLocks noChangeArrowheads="1"/>
          </p:cNvSpPr>
          <p:nvPr/>
        </p:nvSpPr>
        <p:spPr bwMode="auto">
          <a:xfrm>
            <a:off x="5291138" y="1773238"/>
            <a:ext cx="10017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003366"/>
                </a:solidFill>
              </a:rPr>
              <a:t>根结点</a:t>
            </a:r>
          </a:p>
        </p:txBody>
      </p:sp>
      <p:sp>
        <p:nvSpPr>
          <p:cNvPr id="587949" name="Text Box 173">
            <a:extLst>
              <a:ext uri="{FF2B5EF4-FFF2-40B4-BE49-F238E27FC236}">
                <a16:creationId xmlns:a16="http://schemas.microsoft.com/office/drawing/2014/main" id="{EDA92BD0-C29F-4DB5-B1AD-FDE379032DD8}"/>
              </a:ext>
            </a:extLst>
          </p:cNvPr>
          <p:cNvSpPr txBox="1">
            <a:spLocks noChangeArrowheads="1"/>
          </p:cNvSpPr>
          <p:nvPr/>
        </p:nvSpPr>
        <p:spPr bwMode="auto">
          <a:xfrm>
            <a:off x="7831138" y="2997200"/>
            <a:ext cx="9890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内结点</a:t>
            </a:r>
          </a:p>
        </p:txBody>
      </p:sp>
      <p:sp>
        <p:nvSpPr>
          <p:cNvPr id="587950" name="Text Box 174">
            <a:extLst>
              <a:ext uri="{FF2B5EF4-FFF2-40B4-BE49-F238E27FC236}">
                <a16:creationId xmlns:a16="http://schemas.microsoft.com/office/drawing/2014/main" id="{477A2F77-C13C-463B-8758-3473C2AB89BB}"/>
              </a:ext>
            </a:extLst>
          </p:cNvPr>
          <p:cNvSpPr txBox="1">
            <a:spLocks noChangeArrowheads="1"/>
          </p:cNvSpPr>
          <p:nvPr/>
        </p:nvSpPr>
        <p:spPr bwMode="auto">
          <a:xfrm>
            <a:off x="7689850" y="4870450"/>
            <a:ext cx="9128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CC0000"/>
                </a:solidFill>
              </a:rPr>
              <a:t>叶结点</a:t>
            </a:r>
          </a:p>
        </p:txBody>
      </p:sp>
      <p:sp>
        <p:nvSpPr>
          <p:cNvPr id="587951" name="Text Box 175">
            <a:extLst>
              <a:ext uri="{FF2B5EF4-FFF2-40B4-BE49-F238E27FC236}">
                <a16:creationId xmlns:a16="http://schemas.microsoft.com/office/drawing/2014/main" id="{5C1FE61A-F4B6-4CCC-AAA6-601EB7B7D045}"/>
              </a:ext>
            </a:extLst>
          </p:cNvPr>
          <p:cNvSpPr txBox="1">
            <a:spLocks noChangeArrowheads="1"/>
          </p:cNvSpPr>
          <p:nvPr/>
        </p:nvSpPr>
        <p:spPr bwMode="auto">
          <a:xfrm>
            <a:off x="2195513" y="5518150"/>
            <a:ext cx="495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t>　图</a:t>
            </a:r>
            <a:r>
              <a:rPr lang="en-US" altLang="zh-CN" sz="2400" b="1"/>
              <a:t>3.23</a:t>
            </a:r>
            <a:r>
              <a:rPr lang="zh-CN" altLang="en-US" sz="2400" b="1"/>
              <a:t>中多级索引的</a:t>
            </a:r>
            <a:r>
              <a:rPr lang="en-US" altLang="zh-CN" sz="2400" b="1"/>
              <a:t>B- </a:t>
            </a:r>
            <a:r>
              <a:rPr lang="zh-CN" altLang="en-US" sz="2400" b="1"/>
              <a:t>树</a:t>
            </a:r>
          </a:p>
        </p:txBody>
      </p:sp>
      <p:sp>
        <p:nvSpPr>
          <p:cNvPr id="587952" name="Rectangle 176">
            <a:extLst>
              <a:ext uri="{FF2B5EF4-FFF2-40B4-BE49-F238E27FC236}">
                <a16:creationId xmlns:a16="http://schemas.microsoft.com/office/drawing/2014/main" id="{DDB31E06-5DC8-47C6-BCD9-2E70115040BC}"/>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3" name="Rectangle 5">
            <a:extLst>
              <a:ext uri="{FF2B5EF4-FFF2-40B4-BE49-F238E27FC236}">
                <a16:creationId xmlns:a16="http://schemas.microsoft.com/office/drawing/2014/main" id="{B900EB32-AF23-49AB-9E12-15231AF40FA2}"/>
              </a:ext>
            </a:extLst>
          </p:cNvPr>
          <p:cNvSpPr>
            <a:spLocks noChangeArrowheads="1"/>
          </p:cNvSpPr>
          <p:nvPr/>
        </p:nvSpPr>
        <p:spPr bwMode="auto">
          <a:xfrm>
            <a:off x="468313" y="1185863"/>
            <a:ext cx="8207375" cy="65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b="0">
                <a:solidFill>
                  <a:srgbClr val="660066"/>
                </a:solidFill>
                <a:effectLst/>
                <a:latin typeface="黑体" panose="02010609060101010101" pitchFamily="49" charset="-122"/>
                <a:ea typeface="黑体" panose="02010609060101010101" pitchFamily="49" charset="-122"/>
              </a:rPr>
              <a:t>  </a:t>
            </a:r>
            <a:r>
              <a:rPr lang="en-US" altLang="zh-CN" b="0">
                <a:solidFill>
                  <a:srgbClr val="660066"/>
                </a:solidFill>
                <a:effectLst/>
                <a:latin typeface="黑体" panose="02010609060101010101" pitchFamily="49" charset="-122"/>
                <a:ea typeface="黑体" panose="02010609060101010101" pitchFamily="49" charset="-122"/>
              </a:rPr>
              <a:t>B-</a:t>
            </a:r>
            <a:r>
              <a:rPr lang="zh-CN" altLang="en-US" b="0">
                <a:solidFill>
                  <a:srgbClr val="660066"/>
                </a:solidFill>
                <a:effectLst/>
                <a:latin typeface="黑体" panose="02010609060101010101" pitchFamily="49" charset="-122"/>
                <a:ea typeface="黑体" panose="02010609060101010101" pitchFamily="49" charset="-122"/>
              </a:rPr>
              <a:t>树的定义：</a:t>
            </a:r>
          </a:p>
        </p:txBody>
      </p:sp>
      <p:sp>
        <p:nvSpPr>
          <p:cNvPr id="493579" name="Rectangle 11">
            <a:extLst>
              <a:ext uri="{FF2B5EF4-FFF2-40B4-BE49-F238E27FC236}">
                <a16:creationId xmlns:a16="http://schemas.microsoft.com/office/drawing/2014/main" id="{C92F7CBE-39B6-42B3-9D04-0B2259468A41}"/>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grpSp>
        <p:nvGrpSpPr>
          <p:cNvPr id="493580" name="Group 12">
            <a:extLst>
              <a:ext uri="{FF2B5EF4-FFF2-40B4-BE49-F238E27FC236}">
                <a16:creationId xmlns:a16="http://schemas.microsoft.com/office/drawing/2014/main" id="{C508D71A-FFC9-445E-9344-978D32D3751F}"/>
              </a:ext>
            </a:extLst>
          </p:cNvPr>
          <p:cNvGrpSpPr>
            <a:grpSpLocks/>
          </p:cNvGrpSpPr>
          <p:nvPr/>
        </p:nvGrpSpPr>
        <p:grpSpPr bwMode="auto">
          <a:xfrm>
            <a:off x="468313" y="1773238"/>
            <a:ext cx="8207375" cy="4691062"/>
            <a:chOff x="295" y="747"/>
            <a:chExt cx="5170" cy="3001"/>
          </a:xfrm>
        </p:grpSpPr>
        <p:sp>
          <p:nvSpPr>
            <p:cNvPr id="493581" name="Rectangle 13">
              <a:extLst>
                <a:ext uri="{FF2B5EF4-FFF2-40B4-BE49-F238E27FC236}">
                  <a16:creationId xmlns:a16="http://schemas.microsoft.com/office/drawing/2014/main" id="{BFEC842F-2677-4BCA-A8A6-A2A73AA666E0}"/>
                </a:ext>
              </a:extLst>
            </p:cNvPr>
            <p:cNvSpPr>
              <a:spLocks noChangeArrowheads="1"/>
            </p:cNvSpPr>
            <p:nvPr/>
          </p:nvSpPr>
          <p:spPr bwMode="auto">
            <a:xfrm>
              <a:off x="295" y="747"/>
              <a:ext cx="5170" cy="3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b="0">
                  <a:solidFill>
                    <a:srgbClr val="660066"/>
                  </a:solidFill>
                  <a:effectLst/>
                  <a:latin typeface="黑体" panose="02010609060101010101" pitchFamily="49" charset="-122"/>
                  <a:ea typeface="黑体" panose="02010609060101010101" pitchFamily="49" charset="-122"/>
                </a:rPr>
                <a:t>  </a:t>
              </a:r>
              <a:r>
                <a:rPr lang="zh-CN" altLang="en-US"/>
                <a:t>          满足如下条件的</a:t>
              </a:r>
              <a:r>
                <a:rPr lang="en-US" altLang="zh-CN"/>
                <a:t>B-</a:t>
              </a:r>
              <a:r>
                <a:rPr lang="zh-CN" altLang="en-US"/>
                <a:t>树称为一棵</a:t>
              </a:r>
              <a:r>
                <a:rPr lang="en-US" altLang="zh-CN"/>
                <a:t>m</a:t>
              </a:r>
              <a:r>
                <a:rPr lang="zh-CN" altLang="en-US"/>
                <a:t>阶</a:t>
              </a:r>
              <a:r>
                <a:rPr lang="en-US" altLang="zh-CN"/>
                <a:t>B-</a:t>
              </a:r>
              <a:r>
                <a:rPr lang="zh-CN" altLang="en-US"/>
                <a:t>树（</a:t>
              </a:r>
              <a:r>
                <a:rPr lang="en-US" altLang="zh-CN"/>
                <a:t>m</a:t>
              </a:r>
              <a:r>
                <a:rPr lang="zh-CN" altLang="en-US"/>
                <a:t>为不小于</a:t>
              </a:r>
              <a:r>
                <a:rPr lang="en-US" altLang="zh-CN"/>
                <a:t>3</a:t>
              </a:r>
              <a:r>
                <a:rPr lang="zh-CN" altLang="en-US"/>
                <a:t>的正整数）：</a:t>
              </a:r>
            </a:p>
            <a:p>
              <a:pPr>
                <a:spcBef>
                  <a:spcPct val="0"/>
                </a:spcBef>
              </a:pPr>
              <a:r>
                <a:rPr lang="zh-CN" altLang="en-US"/>
                <a:t>         （</a:t>
              </a:r>
              <a:r>
                <a:rPr lang="en-US" altLang="zh-CN"/>
                <a:t>1</a:t>
              </a:r>
              <a:r>
                <a:rPr lang="zh-CN" altLang="en-US"/>
                <a:t>）根结点或者至少有</a:t>
              </a:r>
              <a:r>
                <a:rPr lang="en-US" altLang="zh-CN"/>
                <a:t>2</a:t>
              </a:r>
              <a:r>
                <a:rPr lang="zh-CN" altLang="en-US"/>
                <a:t>个子树，或者本身为叶结点；</a:t>
              </a:r>
            </a:p>
            <a:p>
              <a:pPr>
                <a:spcBef>
                  <a:spcPct val="0"/>
                </a:spcBef>
              </a:pPr>
              <a:r>
                <a:rPr lang="zh-CN" altLang="en-US"/>
                <a:t>         （</a:t>
              </a:r>
              <a:r>
                <a:rPr lang="en-US" altLang="zh-CN"/>
                <a:t>2</a:t>
              </a:r>
              <a:r>
                <a:rPr lang="zh-CN" altLang="en-US"/>
                <a:t>）每个结点</a:t>
              </a:r>
              <a:r>
                <a:rPr lang="zh-CN" altLang="en-US">
                  <a:solidFill>
                    <a:srgbClr val="663300"/>
                  </a:solidFill>
                </a:rPr>
                <a:t>最多</a:t>
              </a:r>
              <a:r>
                <a:rPr lang="zh-CN" altLang="en-US"/>
                <a:t>有</a:t>
              </a:r>
              <a:r>
                <a:rPr lang="en-US" altLang="zh-CN"/>
                <a:t>m</a:t>
              </a:r>
              <a:r>
                <a:rPr lang="zh-CN" altLang="en-US"/>
                <a:t>棵子树；</a:t>
              </a:r>
            </a:p>
            <a:p>
              <a:pPr>
                <a:spcBef>
                  <a:spcPct val="0"/>
                </a:spcBef>
              </a:pPr>
              <a:r>
                <a:rPr lang="zh-CN" altLang="en-US"/>
                <a:t>         （</a:t>
              </a:r>
              <a:r>
                <a:rPr lang="en-US" altLang="zh-CN"/>
                <a:t>3</a:t>
              </a:r>
              <a:r>
                <a:rPr lang="zh-CN" altLang="en-US"/>
                <a:t>）每个内结点</a:t>
              </a:r>
              <a:r>
                <a:rPr lang="zh-CN" altLang="en-US">
                  <a:solidFill>
                    <a:srgbClr val="663300"/>
                  </a:solidFill>
                </a:rPr>
                <a:t>至少</a:t>
              </a:r>
              <a:r>
                <a:rPr lang="zh-CN" altLang="en-US"/>
                <a:t>有        棵子树（</a:t>
              </a:r>
              <a:r>
                <a:rPr lang="en-US" altLang="zh-CN"/>
                <a:t>     </a:t>
              </a:r>
              <a:r>
                <a:rPr lang="zh-CN" altLang="en-US"/>
                <a:t>为向上取整符号）；</a:t>
              </a:r>
            </a:p>
            <a:p>
              <a:pPr>
                <a:spcBef>
                  <a:spcPct val="0"/>
                </a:spcBef>
              </a:pPr>
              <a:r>
                <a:rPr lang="zh-CN" altLang="en-US"/>
                <a:t>         （</a:t>
              </a:r>
              <a:r>
                <a:rPr lang="en-US" altLang="zh-CN"/>
                <a:t>4</a:t>
              </a:r>
              <a:r>
                <a:rPr lang="zh-CN" altLang="en-US"/>
                <a:t>）从根结点到叶结点的每一条路径长度相等，也即树中所有叶结点处于同一层次上。</a:t>
              </a:r>
            </a:p>
          </p:txBody>
        </p:sp>
        <p:graphicFrame>
          <p:nvGraphicFramePr>
            <p:cNvPr id="493582" name="Object 14">
              <a:extLst>
                <a:ext uri="{FF2B5EF4-FFF2-40B4-BE49-F238E27FC236}">
                  <a16:creationId xmlns:a16="http://schemas.microsoft.com/office/drawing/2014/main" id="{1FD86647-5C35-4478-88BA-DAD8DC4C357E}"/>
                </a:ext>
              </a:extLst>
            </p:cNvPr>
            <p:cNvGraphicFramePr>
              <a:graphicFrameLocks noChangeAspect="1"/>
            </p:cNvGraphicFramePr>
            <p:nvPr/>
          </p:nvGraphicFramePr>
          <p:xfrm>
            <a:off x="3334" y="2432"/>
            <a:ext cx="521" cy="344"/>
          </p:xfrm>
          <a:graphic>
            <a:graphicData uri="http://schemas.openxmlformats.org/presentationml/2006/ole">
              <mc:AlternateContent xmlns:mc="http://schemas.openxmlformats.org/markup-compatibility/2006">
                <mc:Choice xmlns:v="urn:schemas-microsoft-com:vml" Requires="v">
                  <p:oleObj spid="_x0000_s493584" name="公式" r:id="rId3" imgW="444307" imgH="228501" progId="Equation.3">
                    <p:embed/>
                  </p:oleObj>
                </mc:Choice>
                <mc:Fallback>
                  <p:oleObj name="公式" r:id="rId3" imgW="444307" imgH="228501"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4" y="2432"/>
                          <a:ext cx="521" cy="3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3583" name="Object 15">
              <a:extLst>
                <a:ext uri="{FF2B5EF4-FFF2-40B4-BE49-F238E27FC236}">
                  <a16:creationId xmlns:a16="http://schemas.microsoft.com/office/drawing/2014/main" id="{35668722-BFD3-408A-B39C-CE8860800F56}"/>
                </a:ext>
              </a:extLst>
            </p:cNvPr>
            <p:cNvGraphicFramePr>
              <a:graphicFrameLocks noChangeAspect="1"/>
            </p:cNvGraphicFramePr>
            <p:nvPr/>
          </p:nvGraphicFramePr>
          <p:xfrm>
            <a:off x="4808" y="2477"/>
            <a:ext cx="249" cy="249"/>
          </p:xfrm>
          <a:graphic>
            <a:graphicData uri="http://schemas.openxmlformats.org/presentationml/2006/ole">
              <mc:AlternateContent xmlns:mc="http://schemas.openxmlformats.org/markup-compatibility/2006">
                <mc:Choice xmlns:v="urn:schemas-microsoft-com:vml" Requires="v">
                  <p:oleObj spid="_x0000_s493585" name="公式" r:id="rId5" imgW="228600" imgH="228600" progId="Equation.3">
                    <p:embed/>
                  </p:oleObj>
                </mc:Choice>
                <mc:Fallback>
                  <p:oleObj name="公式" r:id="rId5" imgW="228600" imgH="228600"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8" y="2477"/>
                          <a:ext cx="249" cy="2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93573"/>
                                        </p:tgtEl>
                                        <p:attrNameLst>
                                          <p:attrName>style.visibility</p:attrName>
                                        </p:attrNameLst>
                                      </p:cBhvr>
                                      <p:to>
                                        <p:strVal val="visible"/>
                                      </p:to>
                                    </p:set>
                                    <p:animEffect transition="in" filter="wipe(left)">
                                      <p:cBhvr>
                                        <p:cTn id="7" dur="1000"/>
                                        <p:tgtEl>
                                          <p:spTgt spid="493573"/>
                                        </p:tgtEl>
                                      </p:cBhvr>
                                    </p:animEffect>
                                  </p:childTnLst>
                                </p:cTn>
                              </p:par>
                            </p:childTnLst>
                          </p:cTn>
                        </p:par>
                        <p:par>
                          <p:cTn id="8" fill="hold" nodeType="afterGroup">
                            <p:stCondLst>
                              <p:cond delay="1000"/>
                            </p:stCondLst>
                            <p:childTnLst>
                              <p:par>
                                <p:cTn id="9" presetID="8" presetClass="entr" presetSubtype="16" fill="hold" nodeType="afterEffect">
                                  <p:stCondLst>
                                    <p:cond delay="0"/>
                                  </p:stCondLst>
                                  <p:childTnLst>
                                    <p:set>
                                      <p:cBhvr>
                                        <p:cTn id="10" dur="1" fill="hold">
                                          <p:stCondLst>
                                            <p:cond delay="0"/>
                                          </p:stCondLst>
                                        </p:cTn>
                                        <p:tgtEl>
                                          <p:spTgt spid="493580"/>
                                        </p:tgtEl>
                                        <p:attrNameLst>
                                          <p:attrName>style.visibility</p:attrName>
                                        </p:attrNameLst>
                                      </p:cBhvr>
                                      <p:to>
                                        <p:strVal val="visible"/>
                                      </p:to>
                                    </p:set>
                                    <p:animEffect transition="in" filter="diamond(in)">
                                      <p:cBhvr>
                                        <p:cTn id="11" dur="1000"/>
                                        <p:tgtEl>
                                          <p:spTgt spid="493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357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7" name="Rectangle 5">
            <a:extLst>
              <a:ext uri="{FF2B5EF4-FFF2-40B4-BE49-F238E27FC236}">
                <a16:creationId xmlns:a16="http://schemas.microsoft.com/office/drawing/2014/main" id="{5CFEBF4F-24FD-45D5-BDBA-6B4E6855A109}"/>
              </a:ext>
            </a:extLst>
          </p:cNvPr>
          <p:cNvSpPr>
            <a:spLocks noChangeArrowheads="1"/>
          </p:cNvSpPr>
          <p:nvPr/>
        </p:nvSpPr>
        <p:spPr bwMode="auto">
          <a:xfrm>
            <a:off x="468313" y="1185863"/>
            <a:ext cx="8207375" cy="188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b="0">
                <a:solidFill>
                  <a:srgbClr val="660066"/>
                </a:solidFill>
                <a:effectLst/>
                <a:latin typeface="黑体" panose="02010609060101010101" pitchFamily="49" charset="-122"/>
                <a:ea typeface="黑体" panose="02010609060101010101" pitchFamily="49" charset="-122"/>
              </a:rPr>
              <a:t>  有关约定：</a:t>
            </a:r>
          </a:p>
          <a:p>
            <a:pPr>
              <a:lnSpc>
                <a:spcPct val="130000"/>
              </a:lnSpc>
              <a:spcBef>
                <a:spcPct val="5000"/>
              </a:spcBef>
            </a:pPr>
            <a:r>
              <a:rPr lang="zh-CN" altLang="en-US"/>
              <a:t>          （</a:t>
            </a:r>
            <a:r>
              <a:rPr lang="en-US" altLang="zh-CN"/>
              <a:t>1</a:t>
            </a:r>
            <a:r>
              <a:rPr lang="zh-CN" altLang="en-US"/>
              <a:t>）除叶结点之外的所有其它结点的索引块最多可存放</a:t>
            </a:r>
            <a:r>
              <a:rPr lang="en-US" altLang="zh-CN"/>
              <a:t>m-1</a:t>
            </a:r>
            <a:r>
              <a:rPr lang="zh-CN" altLang="en-US"/>
              <a:t>个主键值和</a:t>
            </a:r>
            <a:r>
              <a:rPr lang="en-US" altLang="zh-CN"/>
              <a:t>m</a:t>
            </a:r>
            <a:r>
              <a:rPr lang="zh-CN" altLang="en-US"/>
              <a:t>个地址指针。</a:t>
            </a:r>
          </a:p>
        </p:txBody>
      </p:sp>
      <p:sp>
        <p:nvSpPr>
          <p:cNvPr id="494689" name="Rectangle 97">
            <a:extLst>
              <a:ext uri="{FF2B5EF4-FFF2-40B4-BE49-F238E27FC236}">
                <a16:creationId xmlns:a16="http://schemas.microsoft.com/office/drawing/2014/main" id="{7E6584D5-0F9B-4EA4-8B1F-BB35BE5DC8C6}"/>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94703" name="Rectangle 111">
            <a:extLst>
              <a:ext uri="{FF2B5EF4-FFF2-40B4-BE49-F238E27FC236}">
                <a16:creationId xmlns:a16="http://schemas.microsoft.com/office/drawing/2014/main" id="{5264307A-3FEB-49F8-803C-95189BF3D76B}"/>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94705" name="Rectangle 113">
            <a:extLst>
              <a:ext uri="{FF2B5EF4-FFF2-40B4-BE49-F238E27FC236}">
                <a16:creationId xmlns:a16="http://schemas.microsoft.com/office/drawing/2014/main" id="{7691F004-BED3-4843-981F-AD2C9D78E025}"/>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94707" name="Rectangle 115">
            <a:extLst>
              <a:ext uri="{FF2B5EF4-FFF2-40B4-BE49-F238E27FC236}">
                <a16:creationId xmlns:a16="http://schemas.microsoft.com/office/drawing/2014/main" id="{749192C0-2BEC-49CA-A67C-0989B3FD4930}"/>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94709" name="Rectangle 117">
            <a:extLst>
              <a:ext uri="{FF2B5EF4-FFF2-40B4-BE49-F238E27FC236}">
                <a16:creationId xmlns:a16="http://schemas.microsoft.com/office/drawing/2014/main" id="{CFF8D13F-7758-46B7-BC63-0DCA163E420F}"/>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94711" name="Rectangle 119">
            <a:extLst>
              <a:ext uri="{FF2B5EF4-FFF2-40B4-BE49-F238E27FC236}">
                <a16:creationId xmlns:a16="http://schemas.microsoft.com/office/drawing/2014/main" id="{F66D0EF0-C2B0-4B4F-B558-049E66D4B8A5}"/>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94713" name="Rectangle 121">
            <a:extLst>
              <a:ext uri="{FF2B5EF4-FFF2-40B4-BE49-F238E27FC236}">
                <a16:creationId xmlns:a16="http://schemas.microsoft.com/office/drawing/2014/main" id="{FC8D91FE-804A-4B8B-91B8-E91ABD4B828A}"/>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94715" name="Rectangle 123">
            <a:extLst>
              <a:ext uri="{FF2B5EF4-FFF2-40B4-BE49-F238E27FC236}">
                <a16:creationId xmlns:a16="http://schemas.microsoft.com/office/drawing/2014/main" id="{93E68ED3-16BD-466E-9A26-5B454B8506A9}"/>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494717" name="Group 125">
            <a:extLst>
              <a:ext uri="{FF2B5EF4-FFF2-40B4-BE49-F238E27FC236}">
                <a16:creationId xmlns:a16="http://schemas.microsoft.com/office/drawing/2014/main" id="{AE28273B-9E3D-4D17-BF38-6C725AB13F01}"/>
              </a:ext>
            </a:extLst>
          </p:cNvPr>
          <p:cNvGrpSpPr>
            <a:grpSpLocks/>
          </p:cNvGrpSpPr>
          <p:nvPr/>
        </p:nvGrpSpPr>
        <p:grpSpPr bwMode="auto">
          <a:xfrm>
            <a:off x="1681163" y="3068638"/>
            <a:ext cx="5843587" cy="749300"/>
            <a:chOff x="975" y="2024"/>
            <a:chExt cx="3681" cy="472"/>
          </a:xfrm>
        </p:grpSpPr>
        <p:grpSp>
          <p:nvGrpSpPr>
            <p:cNvPr id="494690" name="Group 98">
              <a:extLst>
                <a:ext uri="{FF2B5EF4-FFF2-40B4-BE49-F238E27FC236}">
                  <a16:creationId xmlns:a16="http://schemas.microsoft.com/office/drawing/2014/main" id="{60D3282E-4AD6-44E5-AFA4-AF1287BF6CD5}"/>
                </a:ext>
              </a:extLst>
            </p:cNvPr>
            <p:cNvGrpSpPr>
              <a:grpSpLocks/>
            </p:cNvGrpSpPr>
            <p:nvPr/>
          </p:nvGrpSpPr>
          <p:grpSpPr bwMode="auto">
            <a:xfrm>
              <a:off x="975" y="2069"/>
              <a:ext cx="3681" cy="408"/>
              <a:chOff x="1152" y="1296"/>
              <a:chExt cx="2880" cy="288"/>
            </a:xfrm>
          </p:grpSpPr>
          <p:sp>
            <p:nvSpPr>
              <p:cNvPr id="494691" name="Line 99">
                <a:extLst>
                  <a:ext uri="{FF2B5EF4-FFF2-40B4-BE49-F238E27FC236}">
                    <a16:creationId xmlns:a16="http://schemas.microsoft.com/office/drawing/2014/main" id="{2AF9612E-B976-41B4-A6D6-0B11FDBFEBB2}"/>
                  </a:ext>
                </a:extLst>
              </p:cNvPr>
              <p:cNvSpPr>
                <a:spLocks noChangeShapeType="1"/>
              </p:cNvSpPr>
              <p:nvPr/>
            </p:nvSpPr>
            <p:spPr bwMode="auto">
              <a:xfrm>
                <a:off x="1152" y="1296"/>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4692" name="Line 100">
                <a:extLst>
                  <a:ext uri="{FF2B5EF4-FFF2-40B4-BE49-F238E27FC236}">
                    <a16:creationId xmlns:a16="http://schemas.microsoft.com/office/drawing/2014/main" id="{3461F6E5-41DF-4507-8424-4F07778CE379}"/>
                  </a:ext>
                </a:extLst>
              </p:cNvPr>
              <p:cNvSpPr>
                <a:spLocks noChangeShapeType="1"/>
              </p:cNvSpPr>
              <p:nvPr/>
            </p:nvSpPr>
            <p:spPr bwMode="auto">
              <a:xfrm>
                <a:off x="4032" y="1309"/>
                <a:ext cx="0" cy="2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4693" name="Line 101">
                <a:extLst>
                  <a:ext uri="{FF2B5EF4-FFF2-40B4-BE49-F238E27FC236}">
                    <a16:creationId xmlns:a16="http://schemas.microsoft.com/office/drawing/2014/main" id="{524AEAE1-EADC-4690-81D2-C0E049052E84}"/>
                  </a:ext>
                </a:extLst>
              </p:cNvPr>
              <p:cNvSpPr>
                <a:spLocks noChangeShapeType="1"/>
              </p:cNvSpPr>
              <p:nvPr/>
            </p:nvSpPr>
            <p:spPr bwMode="auto">
              <a:xfrm>
                <a:off x="1488" y="1309"/>
                <a:ext cx="0" cy="2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4694" name="Line 102">
                <a:extLst>
                  <a:ext uri="{FF2B5EF4-FFF2-40B4-BE49-F238E27FC236}">
                    <a16:creationId xmlns:a16="http://schemas.microsoft.com/office/drawing/2014/main" id="{187474A5-5275-488F-AED4-F343DC04E4C5}"/>
                  </a:ext>
                </a:extLst>
              </p:cNvPr>
              <p:cNvSpPr>
                <a:spLocks noChangeShapeType="1"/>
              </p:cNvSpPr>
              <p:nvPr/>
            </p:nvSpPr>
            <p:spPr bwMode="auto">
              <a:xfrm>
                <a:off x="1824" y="1309"/>
                <a:ext cx="0" cy="2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4695" name="Line 103">
                <a:extLst>
                  <a:ext uri="{FF2B5EF4-FFF2-40B4-BE49-F238E27FC236}">
                    <a16:creationId xmlns:a16="http://schemas.microsoft.com/office/drawing/2014/main" id="{FC677FE9-9463-474C-A979-A0FA7F28BB0B}"/>
                  </a:ext>
                </a:extLst>
              </p:cNvPr>
              <p:cNvSpPr>
                <a:spLocks noChangeShapeType="1"/>
              </p:cNvSpPr>
              <p:nvPr/>
            </p:nvSpPr>
            <p:spPr bwMode="auto">
              <a:xfrm>
                <a:off x="2160" y="1309"/>
                <a:ext cx="0" cy="2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4696" name="Line 104">
                <a:extLst>
                  <a:ext uri="{FF2B5EF4-FFF2-40B4-BE49-F238E27FC236}">
                    <a16:creationId xmlns:a16="http://schemas.microsoft.com/office/drawing/2014/main" id="{B26EF380-385C-4593-A0B8-7DE26A87A81E}"/>
                  </a:ext>
                </a:extLst>
              </p:cNvPr>
              <p:cNvSpPr>
                <a:spLocks noChangeShapeType="1"/>
              </p:cNvSpPr>
              <p:nvPr/>
            </p:nvSpPr>
            <p:spPr bwMode="auto">
              <a:xfrm>
                <a:off x="2496" y="1309"/>
                <a:ext cx="0" cy="2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4697" name="Line 105">
                <a:extLst>
                  <a:ext uri="{FF2B5EF4-FFF2-40B4-BE49-F238E27FC236}">
                    <a16:creationId xmlns:a16="http://schemas.microsoft.com/office/drawing/2014/main" id="{7290324E-2E06-4C19-BC83-14899A28AE89}"/>
                  </a:ext>
                </a:extLst>
              </p:cNvPr>
              <p:cNvSpPr>
                <a:spLocks noChangeShapeType="1"/>
              </p:cNvSpPr>
              <p:nvPr/>
            </p:nvSpPr>
            <p:spPr bwMode="auto">
              <a:xfrm>
                <a:off x="1152" y="1296"/>
                <a:ext cx="288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4698" name="Line 106">
                <a:extLst>
                  <a:ext uri="{FF2B5EF4-FFF2-40B4-BE49-F238E27FC236}">
                    <a16:creationId xmlns:a16="http://schemas.microsoft.com/office/drawing/2014/main" id="{3F291661-6D5B-4C94-BDA2-24FAFAAC93B0}"/>
                  </a:ext>
                </a:extLst>
              </p:cNvPr>
              <p:cNvSpPr>
                <a:spLocks noChangeShapeType="1"/>
              </p:cNvSpPr>
              <p:nvPr/>
            </p:nvSpPr>
            <p:spPr bwMode="auto">
              <a:xfrm>
                <a:off x="1152" y="1583"/>
                <a:ext cx="2880"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4699" name="Line 107">
                <a:extLst>
                  <a:ext uri="{FF2B5EF4-FFF2-40B4-BE49-F238E27FC236}">
                    <a16:creationId xmlns:a16="http://schemas.microsoft.com/office/drawing/2014/main" id="{628FA3FA-6D14-42FD-AD60-6A6BFF5EE252}"/>
                  </a:ext>
                </a:extLst>
              </p:cNvPr>
              <p:cNvSpPr>
                <a:spLocks noChangeShapeType="1"/>
              </p:cNvSpPr>
              <p:nvPr/>
            </p:nvSpPr>
            <p:spPr bwMode="auto">
              <a:xfrm>
                <a:off x="3168" y="1296"/>
                <a:ext cx="0" cy="2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4700" name="Line 108">
                <a:extLst>
                  <a:ext uri="{FF2B5EF4-FFF2-40B4-BE49-F238E27FC236}">
                    <a16:creationId xmlns:a16="http://schemas.microsoft.com/office/drawing/2014/main" id="{E52C82EE-11A7-4023-98B4-330B0FE48E78}"/>
                  </a:ext>
                </a:extLst>
              </p:cNvPr>
              <p:cNvSpPr>
                <a:spLocks noChangeShapeType="1"/>
              </p:cNvSpPr>
              <p:nvPr/>
            </p:nvSpPr>
            <p:spPr bwMode="auto">
              <a:xfrm>
                <a:off x="2832" y="1296"/>
                <a:ext cx="0" cy="2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4701" name="Line 109">
                <a:extLst>
                  <a:ext uri="{FF2B5EF4-FFF2-40B4-BE49-F238E27FC236}">
                    <a16:creationId xmlns:a16="http://schemas.microsoft.com/office/drawing/2014/main" id="{31CA16C1-ACF2-48F0-8665-1D716A162470}"/>
                  </a:ext>
                </a:extLst>
              </p:cNvPr>
              <p:cNvSpPr>
                <a:spLocks noChangeShapeType="1"/>
              </p:cNvSpPr>
              <p:nvPr/>
            </p:nvSpPr>
            <p:spPr bwMode="auto">
              <a:xfrm>
                <a:off x="3600" y="1296"/>
                <a:ext cx="0" cy="2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aphicFrame>
          <p:nvGraphicFramePr>
            <p:cNvPr id="494702" name="Object 110">
              <a:extLst>
                <a:ext uri="{FF2B5EF4-FFF2-40B4-BE49-F238E27FC236}">
                  <a16:creationId xmlns:a16="http://schemas.microsoft.com/office/drawing/2014/main" id="{C9BFB0EA-AC71-4EA7-A315-5CCDA1C60EFD}"/>
                </a:ext>
              </a:extLst>
            </p:cNvPr>
            <p:cNvGraphicFramePr>
              <a:graphicFrameLocks noChangeAspect="1"/>
            </p:cNvGraphicFramePr>
            <p:nvPr/>
          </p:nvGraphicFramePr>
          <p:xfrm>
            <a:off x="1050" y="2033"/>
            <a:ext cx="303" cy="409"/>
          </p:xfrm>
          <a:graphic>
            <a:graphicData uri="http://schemas.openxmlformats.org/presentationml/2006/ole">
              <mc:AlternateContent xmlns:mc="http://schemas.openxmlformats.org/markup-compatibility/2006">
                <mc:Choice xmlns:v="urn:schemas-microsoft-com:vml" Requires="v">
                  <p:oleObj spid="_x0000_s494720" name="公式" r:id="rId3" imgW="190500" imgH="228600" progId="Equation.3">
                    <p:embed/>
                  </p:oleObj>
                </mc:Choice>
                <mc:Fallback>
                  <p:oleObj name="公式" r:id="rId3" imgW="190500" imgH="228600" progId="Equation.3">
                    <p:embed/>
                    <p:pic>
                      <p:nvPicPr>
                        <p:cNvPr id="0" name="Object 1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0" y="2033"/>
                          <a:ext cx="303" cy="4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4704" name="Object 112">
              <a:extLst>
                <a:ext uri="{FF2B5EF4-FFF2-40B4-BE49-F238E27FC236}">
                  <a16:creationId xmlns:a16="http://schemas.microsoft.com/office/drawing/2014/main" id="{1B3963FA-52C4-4AC2-863E-65B85F2E375A}"/>
                </a:ext>
              </a:extLst>
            </p:cNvPr>
            <p:cNvGraphicFramePr>
              <a:graphicFrameLocks noChangeAspect="1"/>
            </p:cNvGraphicFramePr>
            <p:nvPr/>
          </p:nvGraphicFramePr>
          <p:xfrm>
            <a:off x="1474" y="2069"/>
            <a:ext cx="284" cy="408"/>
          </p:xfrm>
          <a:graphic>
            <a:graphicData uri="http://schemas.openxmlformats.org/presentationml/2006/ole">
              <mc:AlternateContent xmlns:mc="http://schemas.openxmlformats.org/markup-compatibility/2006">
                <mc:Choice xmlns:v="urn:schemas-microsoft-com:vml" Requires="v">
                  <p:oleObj spid="_x0000_s494721" name="公式" r:id="rId5" imgW="152268" imgH="215713" progId="Equation.3">
                    <p:embed/>
                  </p:oleObj>
                </mc:Choice>
                <mc:Fallback>
                  <p:oleObj name="公式" r:id="rId5" imgW="152268" imgH="215713" progId="Equation.3">
                    <p:embed/>
                    <p:pic>
                      <p:nvPicPr>
                        <p:cNvPr id="0" name="Object 1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4" y="2069"/>
                          <a:ext cx="284" cy="4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4706" name="Object 114">
              <a:extLst>
                <a:ext uri="{FF2B5EF4-FFF2-40B4-BE49-F238E27FC236}">
                  <a16:creationId xmlns:a16="http://schemas.microsoft.com/office/drawing/2014/main" id="{5ECB353A-0998-40A7-8D5D-4EB2E0C6003B}"/>
                </a:ext>
              </a:extLst>
            </p:cNvPr>
            <p:cNvGraphicFramePr>
              <a:graphicFrameLocks noChangeAspect="1"/>
            </p:cNvGraphicFramePr>
            <p:nvPr/>
          </p:nvGraphicFramePr>
          <p:xfrm>
            <a:off x="1900" y="2033"/>
            <a:ext cx="300" cy="409"/>
          </p:xfrm>
          <a:graphic>
            <a:graphicData uri="http://schemas.openxmlformats.org/presentationml/2006/ole">
              <mc:AlternateContent xmlns:mc="http://schemas.openxmlformats.org/markup-compatibility/2006">
                <mc:Choice xmlns:v="urn:schemas-microsoft-com:vml" Requires="v">
                  <p:oleObj spid="_x0000_s494722" name="公式" r:id="rId7" imgW="177569" imgH="215619" progId="Equation.3">
                    <p:embed/>
                  </p:oleObj>
                </mc:Choice>
                <mc:Fallback>
                  <p:oleObj name="公式" r:id="rId7" imgW="177569" imgH="215619" progId="Equation.3">
                    <p:embed/>
                    <p:pic>
                      <p:nvPicPr>
                        <p:cNvPr id="0" name="Object 1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0" y="2033"/>
                          <a:ext cx="300" cy="4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4708" name="Object 116">
              <a:extLst>
                <a:ext uri="{FF2B5EF4-FFF2-40B4-BE49-F238E27FC236}">
                  <a16:creationId xmlns:a16="http://schemas.microsoft.com/office/drawing/2014/main" id="{330A939F-4D4D-4097-A1FA-96F469164D7B}"/>
                </a:ext>
              </a:extLst>
            </p:cNvPr>
            <p:cNvGraphicFramePr>
              <a:graphicFrameLocks noChangeAspect="1"/>
            </p:cNvGraphicFramePr>
            <p:nvPr/>
          </p:nvGraphicFramePr>
          <p:xfrm>
            <a:off x="2322" y="2077"/>
            <a:ext cx="317" cy="383"/>
          </p:xfrm>
          <a:graphic>
            <a:graphicData uri="http://schemas.openxmlformats.org/presentationml/2006/ole">
              <mc:AlternateContent xmlns:mc="http://schemas.openxmlformats.org/markup-compatibility/2006">
                <mc:Choice xmlns:v="urn:schemas-microsoft-com:vml" Requires="v">
                  <p:oleObj spid="_x0000_s494723" name="公式" r:id="rId9" imgW="177569" imgH="215619" progId="Equation.3">
                    <p:embed/>
                  </p:oleObj>
                </mc:Choice>
                <mc:Fallback>
                  <p:oleObj name="公式" r:id="rId9" imgW="177569" imgH="215619" progId="Equation.3">
                    <p:embed/>
                    <p:pic>
                      <p:nvPicPr>
                        <p:cNvPr id="0" name="Object 1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22" y="2077"/>
                          <a:ext cx="317" cy="3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4710" name="Object 118">
              <a:extLst>
                <a:ext uri="{FF2B5EF4-FFF2-40B4-BE49-F238E27FC236}">
                  <a16:creationId xmlns:a16="http://schemas.microsoft.com/office/drawing/2014/main" id="{C57D8F62-B053-4787-808D-24584E5E0ADB}"/>
                </a:ext>
              </a:extLst>
            </p:cNvPr>
            <p:cNvGraphicFramePr>
              <a:graphicFrameLocks noChangeAspect="1"/>
            </p:cNvGraphicFramePr>
            <p:nvPr/>
          </p:nvGraphicFramePr>
          <p:xfrm>
            <a:off x="2723" y="2033"/>
            <a:ext cx="356" cy="410"/>
          </p:xfrm>
          <a:graphic>
            <a:graphicData uri="http://schemas.openxmlformats.org/presentationml/2006/ole">
              <mc:AlternateContent xmlns:mc="http://schemas.openxmlformats.org/markup-compatibility/2006">
                <mc:Choice xmlns:v="urn:schemas-microsoft-com:vml" Requires="v">
                  <p:oleObj spid="_x0000_s494724" name="公式" r:id="rId11" imgW="190335" imgH="215713" progId="Equation.3">
                    <p:embed/>
                  </p:oleObj>
                </mc:Choice>
                <mc:Fallback>
                  <p:oleObj name="公式" r:id="rId11" imgW="190335" imgH="215713" progId="Equation.3">
                    <p:embed/>
                    <p:pic>
                      <p:nvPicPr>
                        <p:cNvPr id="0" name="Object 1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23" y="2033"/>
                          <a:ext cx="356" cy="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4712" name="Object 120">
              <a:extLst>
                <a:ext uri="{FF2B5EF4-FFF2-40B4-BE49-F238E27FC236}">
                  <a16:creationId xmlns:a16="http://schemas.microsoft.com/office/drawing/2014/main" id="{43CF5645-E627-42C6-868E-C2A31AA4A85C}"/>
                </a:ext>
              </a:extLst>
            </p:cNvPr>
            <p:cNvGraphicFramePr>
              <a:graphicFrameLocks noChangeAspect="1"/>
            </p:cNvGraphicFramePr>
            <p:nvPr/>
          </p:nvGraphicFramePr>
          <p:xfrm>
            <a:off x="3596" y="2074"/>
            <a:ext cx="454" cy="422"/>
          </p:xfrm>
          <a:graphic>
            <a:graphicData uri="http://schemas.openxmlformats.org/presentationml/2006/ole">
              <mc:AlternateContent xmlns:mc="http://schemas.openxmlformats.org/markup-compatibility/2006">
                <mc:Choice xmlns:v="urn:schemas-microsoft-com:vml" Requires="v">
                  <p:oleObj spid="_x0000_s494725" name="公式" r:id="rId13" imgW="279400" imgH="228600" progId="Equation.3">
                    <p:embed/>
                  </p:oleObj>
                </mc:Choice>
                <mc:Fallback>
                  <p:oleObj name="公式" r:id="rId13" imgW="279400" imgH="228600" progId="Equation.3">
                    <p:embed/>
                    <p:pic>
                      <p:nvPicPr>
                        <p:cNvPr id="0" name="Object 1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96" y="2074"/>
                          <a:ext cx="454" cy="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4714" name="Object 122">
              <a:extLst>
                <a:ext uri="{FF2B5EF4-FFF2-40B4-BE49-F238E27FC236}">
                  <a16:creationId xmlns:a16="http://schemas.microsoft.com/office/drawing/2014/main" id="{A6ABB33B-1324-4537-AEBC-BD7109E1F553}"/>
                </a:ext>
              </a:extLst>
            </p:cNvPr>
            <p:cNvGraphicFramePr>
              <a:graphicFrameLocks noChangeAspect="1"/>
            </p:cNvGraphicFramePr>
            <p:nvPr/>
          </p:nvGraphicFramePr>
          <p:xfrm>
            <a:off x="4123" y="2024"/>
            <a:ext cx="499" cy="439"/>
          </p:xfrm>
          <a:graphic>
            <a:graphicData uri="http://schemas.openxmlformats.org/presentationml/2006/ole">
              <mc:AlternateContent xmlns:mc="http://schemas.openxmlformats.org/markup-compatibility/2006">
                <mc:Choice xmlns:v="urn:schemas-microsoft-com:vml" Requires="v">
                  <p:oleObj spid="_x0000_s494726" name="公式" r:id="rId15" imgW="304668" imgH="228501" progId="Equation.3">
                    <p:embed/>
                  </p:oleObj>
                </mc:Choice>
                <mc:Fallback>
                  <p:oleObj name="公式" r:id="rId15" imgW="304668" imgH="228501" progId="Equation.3">
                    <p:embed/>
                    <p:pic>
                      <p:nvPicPr>
                        <p:cNvPr id="0" name="Object 1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23" y="2024"/>
                          <a:ext cx="499" cy="4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4716" name="Rectangle 124">
              <a:extLst>
                <a:ext uri="{FF2B5EF4-FFF2-40B4-BE49-F238E27FC236}">
                  <a16:creationId xmlns:a16="http://schemas.microsoft.com/office/drawing/2014/main" id="{D8AA64AC-B6D7-41B0-A24F-B488BD792988}"/>
                </a:ext>
              </a:extLst>
            </p:cNvPr>
            <p:cNvSpPr>
              <a:spLocks noChangeArrowheads="1"/>
            </p:cNvSpPr>
            <p:nvPr/>
          </p:nvSpPr>
          <p:spPr bwMode="auto">
            <a:xfrm>
              <a:off x="3180" y="2115"/>
              <a:ext cx="3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2000" b="1"/>
                <a:t>…</a:t>
              </a:r>
              <a:r>
                <a:rPr kumimoji="1" lang="en-US" altLang="zh-CN"/>
                <a:t> </a:t>
              </a:r>
            </a:p>
          </p:txBody>
        </p:sp>
      </p:grpSp>
      <p:sp>
        <p:nvSpPr>
          <p:cNvPr id="494719" name="Rectangle 127">
            <a:extLst>
              <a:ext uri="{FF2B5EF4-FFF2-40B4-BE49-F238E27FC236}">
                <a16:creationId xmlns:a16="http://schemas.microsoft.com/office/drawing/2014/main" id="{7F815065-9BA6-4C68-87BB-8CAC2B998A93}"/>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4597">
                                            <p:txEl>
                                              <p:pRg st="0" end="0"/>
                                            </p:txEl>
                                          </p:spTgt>
                                        </p:tgtEl>
                                        <p:attrNameLst>
                                          <p:attrName>style.visibility</p:attrName>
                                        </p:attrNameLst>
                                      </p:cBhvr>
                                      <p:to>
                                        <p:strVal val="visible"/>
                                      </p:to>
                                    </p:set>
                                    <p:animEffect transition="in" filter="wipe(left)">
                                      <p:cBhvr>
                                        <p:cTn id="7" dur="1000"/>
                                        <p:tgtEl>
                                          <p:spTgt spid="494597">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494597">
                                            <p:txEl>
                                              <p:pRg st="1" end="1"/>
                                            </p:txEl>
                                          </p:spTgt>
                                        </p:tgtEl>
                                        <p:attrNameLst>
                                          <p:attrName>style.visibility</p:attrName>
                                        </p:attrNameLst>
                                      </p:cBhvr>
                                      <p:to>
                                        <p:strVal val="visible"/>
                                      </p:to>
                                    </p:set>
                                    <p:animEffect transition="in" filter="wipe(up)">
                                      <p:cBhvr>
                                        <p:cTn id="11" dur="1000"/>
                                        <p:tgtEl>
                                          <p:spTgt spid="494597">
                                            <p:txEl>
                                              <p:pRg st="1" end="1"/>
                                            </p:txEl>
                                          </p:spTgt>
                                        </p:tgtEl>
                                      </p:cBhvr>
                                    </p:animEffect>
                                  </p:childTnLst>
                                </p:cTn>
                              </p:par>
                            </p:childTnLst>
                          </p:cTn>
                        </p:par>
                        <p:par>
                          <p:cTn id="12" fill="hold" nodeType="afterGroup">
                            <p:stCondLst>
                              <p:cond delay="2000"/>
                            </p:stCondLst>
                            <p:childTnLst>
                              <p:par>
                                <p:cTn id="13" presetID="4" presetClass="entr" presetSubtype="16" fill="hold" nodeType="afterEffect">
                                  <p:stCondLst>
                                    <p:cond delay="0"/>
                                  </p:stCondLst>
                                  <p:childTnLst>
                                    <p:set>
                                      <p:cBhvr>
                                        <p:cTn id="14" dur="1" fill="hold">
                                          <p:stCondLst>
                                            <p:cond delay="0"/>
                                          </p:stCondLst>
                                        </p:cTn>
                                        <p:tgtEl>
                                          <p:spTgt spid="494717"/>
                                        </p:tgtEl>
                                        <p:attrNameLst>
                                          <p:attrName>style.visibility</p:attrName>
                                        </p:attrNameLst>
                                      </p:cBhvr>
                                      <p:to>
                                        <p:strVal val="visible"/>
                                      </p:to>
                                    </p:set>
                                    <p:animEffect transition="in" filter="box(in)">
                                      <p:cBhvr>
                                        <p:cTn id="15" dur="1000"/>
                                        <p:tgtEl>
                                          <p:spTgt spid="494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21" name="Rectangle 5">
            <a:extLst>
              <a:ext uri="{FF2B5EF4-FFF2-40B4-BE49-F238E27FC236}">
                <a16:creationId xmlns:a16="http://schemas.microsoft.com/office/drawing/2014/main" id="{D6061D79-A599-4A48-9215-5D0FFEFE5E09}"/>
              </a:ext>
            </a:extLst>
          </p:cNvPr>
          <p:cNvSpPr>
            <a:spLocks noChangeArrowheads="1"/>
          </p:cNvSpPr>
          <p:nvPr/>
        </p:nvSpPr>
        <p:spPr bwMode="auto">
          <a:xfrm>
            <a:off x="468313" y="1185863"/>
            <a:ext cx="8207375" cy="4043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b="0">
                <a:solidFill>
                  <a:srgbClr val="660066"/>
                </a:solidFill>
                <a:effectLst/>
                <a:latin typeface="黑体" panose="02010609060101010101" pitchFamily="49" charset="-122"/>
                <a:ea typeface="黑体" panose="02010609060101010101" pitchFamily="49" charset="-122"/>
              </a:rPr>
              <a:t>  有关约定：</a:t>
            </a:r>
          </a:p>
          <a:p>
            <a:pPr>
              <a:lnSpc>
                <a:spcPct val="130000"/>
              </a:lnSpc>
              <a:spcBef>
                <a:spcPct val="5000"/>
              </a:spcBef>
            </a:pPr>
            <a:r>
              <a:rPr lang="zh-CN" altLang="en-US"/>
              <a:t>          （</a:t>
            </a:r>
            <a:r>
              <a:rPr lang="en-US" altLang="zh-CN"/>
              <a:t>2</a:t>
            </a:r>
            <a:r>
              <a:rPr lang="zh-CN" altLang="en-US"/>
              <a:t>）叶结点上不包含数据记录本身，而是由记录索引项组成的记录索引块，每个记录索引项包含有主键值和地址指针。每个叶结点中的记录索引项按其主键值大小从左到右顺序排列。每个叶结点最多可存放</a:t>
            </a:r>
            <a:r>
              <a:rPr lang="en-US" altLang="zh-CN"/>
              <a:t>n</a:t>
            </a:r>
            <a:r>
              <a:rPr lang="zh-CN" altLang="en-US"/>
              <a:t>个记录索引项</a:t>
            </a:r>
            <a:r>
              <a:rPr lang="en-US" altLang="zh-CN"/>
              <a:t>(n</a:t>
            </a:r>
            <a:r>
              <a:rPr lang="zh-CN" altLang="en-US"/>
              <a:t>为不小于</a:t>
            </a:r>
            <a:r>
              <a:rPr lang="en-US" altLang="zh-CN"/>
              <a:t>3</a:t>
            </a:r>
            <a:r>
              <a:rPr lang="zh-CN" altLang="en-US"/>
              <a:t>的正整数</a:t>
            </a:r>
            <a:r>
              <a:rPr lang="en-US" altLang="zh-CN"/>
              <a:t>)</a:t>
            </a:r>
            <a:r>
              <a:rPr lang="zh-CN" altLang="en-US"/>
              <a:t>。格式：</a:t>
            </a:r>
          </a:p>
        </p:txBody>
      </p:sp>
      <p:grpSp>
        <p:nvGrpSpPr>
          <p:cNvPr id="495651" name="Group 35">
            <a:extLst>
              <a:ext uri="{FF2B5EF4-FFF2-40B4-BE49-F238E27FC236}">
                <a16:creationId xmlns:a16="http://schemas.microsoft.com/office/drawing/2014/main" id="{B6DACDF5-04DB-49BA-A267-3A128CDE5B0B}"/>
              </a:ext>
            </a:extLst>
          </p:cNvPr>
          <p:cNvGrpSpPr>
            <a:grpSpLocks/>
          </p:cNvGrpSpPr>
          <p:nvPr/>
        </p:nvGrpSpPr>
        <p:grpSpPr bwMode="auto">
          <a:xfrm>
            <a:off x="1979613" y="5229225"/>
            <a:ext cx="5183187" cy="749300"/>
            <a:chOff x="1565" y="3294"/>
            <a:chExt cx="3265" cy="472"/>
          </a:xfrm>
        </p:grpSpPr>
        <p:sp>
          <p:nvSpPr>
            <p:cNvPr id="495633" name="Line 17">
              <a:extLst>
                <a:ext uri="{FF2B5EF4-FFF2-40B4-BE49-F238E27FC236}">
                  <a16:creationId xmlns:a16="http://schemas.microsoft.com/office/drawing/2014/main" id="{B294FBC4-0616-4840-B268-DF5E12B7B6D8}"/>
                </a:ext>
              </a:extLst>
            </p:cNvPr>
            <p:cNvSpPr>
              <a:spLocks noChangeShapeType="1"/>
            </p:cNvSpPr>
            <p:nvPr/>
          </p:nvSpPr>
          <p:spPr bwMode="auto">
            <a:xfrm>
              <a:off x="4812" y="3348"/>
              <a:ext cx="0" cy="3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5634" name="Line 18">
              <a:extLst>
                <a:ext uri="{FF2B5EF4-FFF2-40B4-BE49-F238E27FC236}">
                  <a16:creationId xmlns:a16="http://schemas.microsoft.com/office/drawing/2014/main" id="{A92DF761-FA8B-4862-A67D-A799AEF505CB}"/>
                </a:ext>
              </a:extLst>
            </p:cNvPr>
            <p:cNvSpPr>
              <a:spLocks noChangeShapeType="1"/>
            </p:cNvSpPr>
            <p:nvPr/>
          </p:nvSpPr>
          <p:spPr bwMode="auto">
            <a:xfrm>
              <a:off x="1578" y="3357"/>
              <a:ext cx="0" cy="3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5635" name="Line 19">
              <a:extLst>
                <a:ext uri="{FF2B5EF4-FFF2-40B4-BE49-F238E27FC236}">
                  <a16:creationId xmlns:a16="http://schemas.microsoft.com/office/drawing/2014/main" id="{E666E2FC-FE83-4F96-8D7E-62274773B28C}"/>
                </a:ext>
              </a:extLst>
            </p:cNvPr>
            <p:cNvSpPr>
              <a:spLocks noChangeShapeType="1"/>
            </p:cNvSpPr>
            <p:nvPr/>
          </p:nvSpPr>
          <p:spPr bwMode="auto">
            <a:xfrm>
              <a:off x="2008" y="3357"/>
              <a:ext cx="0" cy="3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5636" name="Line 20">
              <a:extLst>
                <a:ext uri="{FF2B5EF4-FFF2-40B4-BE49-F238E27FC236}">
                  <a16:creationId xmlns:a16="http://schemas.microsoft.com/office/drawing/2014/main" id="{05BF7FEB-C082-42D7-9EBF-26371A541E71}"/>
                </a:ext>
              </a:extLst>
            </p:cNvPr>
            <p:cNvSpPr>
              <a:spLocks noChangeShapeType="1"/>
            </p:cNvSpPr>
            <p:nvPr/>
          </p:nvSpPr>
          <p:spPr bwMode="auto">
            <a:xfrm>
              <a:off x="2437" y="3357"/>
              <a:ext cx="0" cy="3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5637" name="Line 21">
              <a:extLst>
                <a:ext uri="{FF2B5EF4-FFF2-40B4-BE49-F238E27FC236}">
                  <a16:creationId xmlns:a16="http://schemas.microsoft.com/office/drawing/2014/main" id="{BD1BDC06-388C-4185-AFD1-C7BC5155518F}"/>
                </a:ext>
              </a:extLst>
            </p:cNvPr>
            <p:cNvSpPr>
              <a:spLocks noChangeShapeType="1"/>
            </p:cNvSpPr>
            <p:nvPr/>
          </p:nvSpPr>
          <p:spPr bwMode="auto">
            <a:xfrm>
              <a:off x="2867" y="3357"/>
              <a:ext cx="0" cy="3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5638" name="Line 22">
              <a:extLst>
                <a:ext uri="{FF2B5EF4-FFF2-40B4-BE49-F238E27FC236}">
                  <a16:creationId xmlns:a16="http://schemas.microsoft.com/office/drawing/2014/main" id="{B3BEDC73-CCF3-4833-9D8D-F4DCE668A806}"/>
                </a:ext>
              </a:extLst>
            </p:cNvPr>
            <p:cNvSpPr>
              <a:spLocks noChangeShapeType="1"/>
            </p:cNvSpPr>
            <p:nvPr/>
          </p:nvSpPr>
          <p:spPr bwMode="auto">
            <a:xfrm>
              <a:off x="1566" y="3348"/>
              <a:ext cx="325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5639" name="Line 23">
              <a:extLst>
                <a:ext uri="{FF2B5EF4-FFF2-40B4-BE49-F238E27FC236}">
                  <a16:creationId xmlns:a16="http://schemas.microsoft.com/office/drawing/2014/main" id="{89DA7860-F58C-4760-8322-BADE1A49BDAC}"/>
                </a:ext>
              </a:extLst>
            </p:cNvPr>
            <p:cNvSpPr>
              <a:spLocks noChangeShapeType="1"/>
            </p:cNvSpPr>
            <p:nvPr/>
          </p:nvSpPr>
          <p:spPr bwMode="auto">
            <a:xfrm flipV="1">
              <a:off x="1565" y="3747"/>
              <a:ext cx="3265"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5640" name="Line 24">
              <a:extLst>
                <a:ext uri="{FF2B5EF4-FFF2-40B4-BE49-F238E27FC236}">
                  <a16:creationId xmlns:a16="http://schemas.microsoft.com/office/drawing/2014/main" id="{5F2F7202-15AC-4B9B-99EE-14EFB296BC16}"/>
                </a:ext>
              </a:extLst>
            </p:cNvPr>
            <p:cNvSpPr>
              <a:spLocks noChangeShapeType="1"/>
            </p:cNvSpPr>
            <p:nvPr/>
          </p:nvSpPr>
          <p:spPr bwMode="auto">
            <a:xfrm>
              <a:off x="3726" y="3339"/>
              <a:ext cx="0" cy="3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5641" name="Line 25">
              <a:extLst>
                <a:ext uri="{FF2B5EF4-FFF2-40B4-BE49-F238E27FC236}">
                  <a16:creationId xmlns:a16="http://schemas.microsoft.com/office/drawing/2014/main" id="{837CA71F-853D-4A54-AE91-CE2E916E7DF6}"/>
                </a:ext>
              </a:extLst>
            </p:cNvPr>
            <p:cNvSpPr>
              <a:spLocks noChangeShapeType="1"/>
            </p:cNvSpPr>
            <p:nvPr/>
          </p:nvSpPr>
          <p:spPr bwMode="auto">
            <a:xfrm>
              <a:off x="3296" y="3339"/>
              <a:ext cx="0" cy="3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5642" name="Line 26">
              <a:extLst>
                <a:ext uri="{FF2B5EF4-FFF2-40B4-BE49-F238E27FC236}">
                  <a16:creationId xmlns:a16="http://schemas.microsoft.com/office/drawing/2014/main" id="{4F5C41AB-7D86-43D6-8EBF-E457953820B1}"/>
                </a:ext>
              </a:extLst>
            </p:cNvPr>
            <p:cNvSpPr>
              <a:spLocks noChangeShapeType="1"/>
            </p:cNvSpPr>
            <p:nvPr/>
          </p:nvSpPr>
          <p:spPr bwMode="auto">
            <a:xfrm>
              <a:off x="4278" y="3339"/>
              <a:ext cx="0" cy="3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495644" name="Object 28">
              <a:extLst>
                <a:ext uri="{FF2B5EF4-FFF2-40B4-BE49-F238E27FC236}">
                  <a16:creationId xmlns:a16="http://schemas.microsoft.com/office/drawing/2014/main" id="{12AB8362-540B-4037-BB56-4F2F228604ED}"/>
                </a:ext>
              </a:extLst>
            </p:cNvPr>
            <p:cNvGraphicFramePr>
              <a:graphicFrameLocks noChangeAspect="1"/>
            </p:cNvGraphicFramePr>
            <p:nvPr/>
          </p:nvGraphicFramePr>
          <p:xfrm>
            <a:off x="1648" y="3339"/>
            <a:ext cx="284" cy="408"/>
          </p:xfrm>
          <a:graphic>
            <a:graphicData uri="http://schemas.openxmlformats.org/presentationml/2006/ole">
              <mc:AlternateContent xmlns:mc="http://schemas.openxmlformats.org/markup-compatibility/2006">
                <mc:Choice xmlns:v="urn:schemas-microsoft-com:vml" Requires="v">
                  <p:oleObj spid="_x0000_s495653" name="公式" r:id="rId3" imgW="152268" imgH="215713" progId="Equation.3">
                    <p:embed/>
                  </p:oleObj>
                </mc:Choice>
                <mc:Fallback>
                  <p:oleObj name="公式" r:id="rId3" imgW="152268" imgH="215713" progId="Equation.3">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8" y="3339"/>
                          <a:ext cx="284" cy="4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5645" name="Object 29">
              <a:extLst>
                <a:ext uri="{FF2B5EF4-FFF2-40B4-BE49-F238E27FC236}">
                  <a16:creationId xmlns:a16="http://schemas.microsoft.com/office/drawing/2014/main" id="{A912BDA7-94D3-48EF-A4FC-98E3CAFCA2AE}"/>
                </a:ext>
              </a:extLst>
            </p:cNvPr>
            <p:cNvGraphicFramePr>
              <a:graphicFrameLocks noChangeAspect="1"/>
            </p:cNvGraphicFramePr>
            <p:nvPr/>
          </p:nvGraphicFramePr>
          <p:xfrm>
            <a:off x="2074" y="3303"/>
            <a:ext cx="300" cy="409"/>
          </p:xfrm>
          <a:graphic>
            <a:graphicData uri="http://schemas.openxmlformats.org/presentationml/2006/ole">
              <mc:AlternateContent xmlns:mc="http://schemas.openxmlformats.org/markup-compatibility/2006">
                <mc:Choice xmlns:v="urn:schemas-microsoft-com:vml" Requires="v">
                  <p:oleObj spid="_x0000_s495654" name="公式" r:id="rId5" imgW="177569" imgH="215619" progId="Equation.3">
                    <p:embed/>
                  </p:oleObj>
                </mc:Choice>
                <mc:Fallback>
                  <p:oleObj name="公式" r:id="rId5" imgW="177569" imgH="215619" progId="Equation.3">
                    <p:embed/>
                    <p:pic>
                      <p:nvPicPr>
                        <p:cNvPr id="0" name="Object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4" y="3303"/>
                          <a:ext cx="300" cy="4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5646" name="Object 30">
              <a:extLst>
                <a:ext uri="{FF2B5EF4-FFF2-40B4-BE49-F238E27FC236}">
                  <a16:creationId xmlns:a16="http://schemas.microsoft.com/office/drawing/2014/main" id="{893E3DFD-C933-428D-8434-B0F6A44628BA}"/>
                </a:ext>
              </a:extLst>
            </p:cNvPr>
            <p:cNvGraphicFramePr>
              <a:graphicFrameLocks noChangeAspect="1"/>
            </p:cNvGraphicFramePr>
            <p:nvPr/>
          </p:nvGraphicFramePr>
          <p:xfrm>
            <a:off x="2496" y="3347"/>
            <a:ext cx="317" cy="383"/>
          </p:xfrm>
          <a:graphic>
            <a:graphicData uri="http://schemas.openxmlformats.org/presentationml/2006/ole">
              <mc:AlternateContent xmlns:mc="http://schemas.openxmlformats.org/markup-compatibility/2006">
                <mc:Choice xmlns:v="urn:schemas-microsoft-com:vml" Requires="v">
                  <p:oleObj spid="_x0000_s495655" name="公式" r:id="rId7" imgW="177569" imgH="215619" progId="Equation.3">
                    <p:embed/>
                  </p:oleObj>
                </mc:Choice>
                <mc:Fallback>
                  <p:oleObj name="公式" r:id="rId7" imgW="177569" imgH="215619" progId="Equation.3">
                    <p:embed/>
                    <p:pic>
                      <p:nvPicPr>
                        <p:cNvPr id="0" name="Object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96" y="3347"/>
                          <a:ext cx="317" cy="3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5647" name="Object 31">
              <a:extLst>
                <a:ext uri="{FF2B5EF4-FFF2-40B4-BE49-F238E27FC236}">
                  <a16:creationId xmlns:a16="http://schemas.microsoft.com/office/drawing/2014/main" id="{4BC8927F-6B3B-4B32-8059-F61602BD7DC8}"/>
                </a:ext>
              </a:extLst>
            </p:cNvPr>
            <p:cNvGraphicFramePr>
              <a:graphicFrameLocks noChangeAspect="1"/>
            </p:cNvGraphicFramePr>
            <p:nvPr/>
          </p:nvGraphicFramePr>
          <p:xfrm>
            <a:off x="2897" y="3303"/>
            <a:ext cx="356" cy="410"/>
          </p:xfrm>
          <a:graphic>
            <a:graphicData uri="http://schemas.openxmlformats.org/presentationml/2006/ole">
              <mc:AlternateContent xmlns:mc="http://schemas.openxmlformats.org/markup-compatibility/2006">
                <mc:Choice xmlns:v="urn:schemas-microsoft-com:vml" Requires="v">
                  <p:oleObj spid="_x0000_s495656" name="公式" r:id="rId9" imgW="190335" imgH="215713" progId="Equation.3">
                    <p:embed/>
                  </p:oleObj>
                </mc:Choice>
                <mc:Fallback>
                  <p:oleObj name="公式" r:id="rId9" imgW="190335" imgH="215713" progId="Equation.3">
                    <p:embed/>
                    <p:pic>
                      <p:nvPicPr>
                        <p:cNvPr id="0"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97" y="3303"/>
                          <a:ext cx="356" cy="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5648" name="Object 32">
              <a:extLst>
                <a:ext uri="{FF2B5EF4-FFF2-40B4-BE49-F238E27FC236}">
                  <a16:creationId xmlns:a16="http://schemas.microsoft.com/office/drawing/2014/main" id="{95DBE1F3-32B0-4399-8C88-BDD20FF05164}"/>
                </a:ext>
              </a:extLst>
            </p:cNvPr>
            <p:cNvGraphicFramePr>
              <a:graphicFrameLocks noChangeAspect="1"/>
            </p:cNvGraphicFramePr>
            <p:nvPr/>
          </p:nvGraphicFramePr>
          <p:xfrm>
            <a:off x="3863" y="3344"/>
            <a:ext cx="268" cy="422"/>
          </p:xfrm>
          <a:graphic>
            <a:graphicData uri="http://schemas.openxmlformats.org/presentationml/2006/ole">
              <mc:AlternateContent xmlns:mc="http://schemas.openxmlformats.org/markup-compatibility/2006">
                <mc:Choice xmlns:v="urn:schemas-microsoft-com:vml" Requires="v">
                  <p:oleObj spid="_x0000_s495657" name="公式" r:id="rId11" imgW="164880" imgH="228600" progId="Equation.3">
                    <p:embed/>
                  </p:oleObj>
                </mc:Choice>
                <mc:Fallback>
                  <p:oleObj name="公式" r:id="rId11" imgW="164880" imgH="228600" progId="Equation.3">
                    <p:embed/>
                    <p:pic>
                      <p:nvPicPr>
                        <p:cNvPr id="0" name="Object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63" y="3344"/>
                          <a:ext cx="268" cy="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5649" name="Object 33">
              <a:extLst>
                <a:ext uri="{FF2B5EF4-FFF2-40B4-BE49-F238E27FC236}">
                  <a16:creationId xmlns:a16="http://schemas.microsoft.com/office/drawing/2014/main" id="{10FBBE5E-835A-42C4-B6E8-5D0DD255DA04}"/>
                </a:ext>
              </a:extLst>
            </p:cNvPr>
            <p:cNvGraphicFramePr>
              <a:graphicFrameLocks noChangeAspect="1"/>
            </p:cNvGraphicFramePr>
            <p:nvPr/>
          </p:nvGraphicFramePr>
          <p:xfrm>
            <a:off x="4390" y="3294"/>
            <a:ext cx="312" cy="439"/>
          </p:xfrm>
          <a:graphic>
            <a:graphicData uri="http://schemas.openxmlformats.org/presentationml/2006/ole">
              <mc:AlternateContent xmlns:mc="http://schemas.openxmlformats.org/markup-compatibility/2006">
                <mc:Choice xmlns:v="urn:schemas-microsoft-com:vml" Requires="v">
                  <p:oleObj spid="_x0000_s495658" name="公式" r:id="rId13" imgW="190440" imgH="228600" progId="Equation.3">
                    <p:embed/>
                  </p:oleObj>
                </mc:Choice>
                <mc:Fallback>
                  <p:oleObj name="公式" r:id="rId13" imgW="190440" imgH="228600" progId="Equation.3">
                    <p:embed/>
                    <p:pic>
                      <p:nvPicPr>
                        <p:cNvPr id="0" name="Object 3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90" y="3294"/>
                          <a:ext cx="312" cy="4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5650" name="Rectangle 34">
              <a:extLst>
                <a:ext uri="{FF2B5EF4-FFF2-40B4-BE49-F238E27FC236}">
                  <a16:creationId xmlns:a16="http://schemas.microsoft.com/office/drawing/2014/main" id="{341B25CF-2993-4016-9263-BDA60D0914FA}"/>
                </a:ext>
              </a:extLst>
            </p:cNvPr>
            <p:cNvSpPr>
              <a:spLocks noChangeArrowheads="1"/>
            </p:cNvSpPr>
            <p:nvPr/>
          </p:nvSpPr>
          <p:spPr bwMode="auto">
            <a:xfrm>
              <a:off x="3354" y="3385"/>
              <a:ext cx="3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2000" b="1"/>
                <a:t>…</a:t>
              </a:r>
              <a:r>
                <a:rPr kumimoji="1" lang="en-US" altLang="zh-CN"/>
                <a:t> </a:t>
              </a:r>
            </a:p>
          </p:txBody>
        </p:sp>
      </p:grpSp>
      <p:sp>
        <p:nvSpPr>
          <p:cNvPr id="495652" name="Rectangle 36">
            <a:extLst>
              <a:ext uri="{FF2B5EF4-FFF2-40B4-BE49-F238E27FC236}">
                <a16:creationId xmlns:a16="http://schemas.microsoft.com/office/drawing/2014/main" id="{DDCD3CD5-8DAB-4A7D-9C33-4B2608C91C26}"/>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95621">
                                            <p:txEl>
                                              <p:pRg st="1" end="1"/>
                                            </p:txEl>
                                          </p:spTgt>
                                        </p:tgtEl>
                                        <p:attrNameLst>
                                          <p:attrName>style.visibility</p:attrName>
                                        </p:attrNameLst>
                                      </p:cBhvr>
                                      <p:to>
                                        <p:strVal val="visible"/>
                                      </p:to>
                                    </p:set>
                                    <p:animEffect transition="in" filter="wipe(up)">
                                      <p:cBhvr>
                                        <p:cTn id="7" dur="1000"/>
                                        <p:tgtEl>
                                          <p:spTgt spid="495621">
                                            <p:txEl>
                                              <p:pRg st="1" end="1"/>
                                            </p:txEl>
                                          </p:spTgt>
                                        </p:tgtEl>
                                      </p:cBhvr>
                                    </p:animEffect>
                                  </p:childTnLst>
                                </p:cTn>
                              </p:par>
                            </p:childTnLst>
                          </p:cTn>
                        </p:par>
                        <p:par>
                          <p:cTn id="8" fill="hold" nodeType="afterGroup">
                            <p:stCondLst>
                              <p:cond delay="1000"/>
                            </p:stCondLst>
                            <p:childTnLst>
                              <p:par>
                                <p:cTn id="9" presetID="4" presetClass="entr" presetSubtype="16" fill="hold" nodeType="afterEffect">
                                  <p:stCondLst>
                                    <p:cond delay="0"/>
                                  </p:stCondLst>
                                  <p:childTnLst>
                                    <p:set>
                                      <p:cBhvr>
                                        <p:cTn id="10" dur="1" fill="hold">
                                          <p:stCondLst>
                                            <p:cond delay="0"/>
                                          </p:stCondLst>
                                        </p:cTn>
                                        <p:tgtEl>
                                          <p:spTgt spid="495651"/>
                                        </p:tgtEl>
                                        <p:attrNameLst>
                                          <p:attrName>style.visibility</p:attrName>
                                        </p:attrNameLst>
                                      </p:cBhvr>
                                      <p:to>
                                        <p:strVal val="visible"/>
                                      </p:to>
                                    </p:set>
                                    <p:animEffect transition="in" filter="box(in)">
                                      <p:cBhvr>
                                        <p:cTn id="11" dur="1000"/>
                                        <p:tgtEl>
                                          <p:spTgt spid="495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5" name="Rectangle 5">
            <a:extLst>
              <a:ext uri="{FF2B5EF4-FFF2-40B4-BE49-F238E27FC236}">
                <a16:creationId xmlns:a16="http://schemas.microsoft.com/office/drawing/2014/main" id="{63878800-E74D-4D59-B2FF-B0EE86529937}"/>
              </a:ext>
            </a:extLst>
          </p:cNvPr>
          <p:cNvSpPr>
            <a:spLocks noChangeArrowheads="1"/>
          </p:cNvSpPr>
          <p:nvPr/>
        </p:nvSpPr>
        <p:spPr bwMode="auto">
          <a:xfrm>
            <a:off x="468313" y="1185863"/>
            <a:ext cx="8207375" cy="519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b="0">
                <a:solidFill>
                  <a:srgbClr val="660066"/>
                </a:solidFill>
                <a:effectLst/>
                <a:latin typeface="黑体" panose="02010609060101010101" pitchFamily="49" charset="-122"/>
                <a:ea typeface="黑体" panose="02010609060101010101" pitchFamily="49" charset="-122"/>
              </a:rPr>
              <a:t>  有关约定：</a:t>
            </a:r>
          </a:p>
          <a:p>
            <a:pPr>
              <a:lnSpc>
                <a:spcPct val="130000"/>
              </a:lnSpc>
              <a:spcBef>
                <a:spcPct val="5000"/>
              </a:spcBef>
            </a:pPr>
            <a:r>
              <a:rPr lang="zh-CN" altLang="en-US"/>
              <a:t>          （</a:t>
            </a:r>
            <a:r>
              <a:rPr lang="en-US" altLang="zh-CN"/>
              <a:t>3</a:t>
            </a:r>
            <a:r>
              <a:rPr lang="zh-CN" altLang="en-US"/>
              <a:t>）一般假设，每一个索引块能容纳的索引项数是个奇数，且</a:t>
            </a:r>
            <a:r>
              <a:rPr lang="en-US" altLang="zh-CN"/>
              <a:t>m=2d-1≥3</a:t>
            </a:r>
            <a:r>
              <a:rPr lang="zh-CN" altLang="en-US"/>
              <a:t>；每一个页块（记录索引块）能容纳的记录索引项也是个奇数，且</a:t>
            </a:r>
            <a:r>
              <a:rPr lang="en-US" altLang="zh-CN"/>
              <a:t>n=2e-1≥3</a:t>
            </a:r>
            <a:r>
              <a:rPr lang="zh-CN" altLang="en-US"/>
              <a:t>。</a:t>
            </a:r>
          </a:p>
          <a:p>
            <a:pPr>
              <a:lnSpc>
                <a:spcPct val="130000"/>
              </a:lnSpc>
              <a:spcBef>
                <a:spcPct val="5000"/>
              </a:spcBef>
            </a:pPr>
            <a:r>
              <a:rPr lang="zh-CN" altLang="en-US"/>
              <a:t>          这里，</a:t>
            </a:r>
            <a:r>
              <a:rPr lang="en-US" altLang="zh-CN"/>
              <a:t>d</a:t>
            </a:r>
            <a:r>
              <a:rPr lang="zh-CN" altLang="en-US"/>
              <a:t>和</a:t>
            </a:r>
            <a:r>
              <a:rPr lang="en-US" altLang="zh-CN"/>
              <a:t>e</a:t>
            </a:r>
            <a:r>
              <a:rPr lang="zh-CN" altLang="en-US"/>
              <a:t>是大于等于２的正整数。</a:t>
            </a:r>
          </a:p>
          <a:p>
            <a:pPr>
              <a:lnSpc>
                <a:spcPct val="130000"/>
              </a:lnSpc>
              <a:spcBef>
                <a:spcPct val="5000"/>
              </a:spcBef>
            </a:pPr>
            <a:r>
              <a:rPr lang="zh-CN" altLang="en-US"/>
              <a:t>          </a:t>
            </a:r>
            <a:r>
              <a:rPr lang="zh-CN" altLang="en-US">
                <a:solidFill>
                  <a:srgbClr val="006666"/>
                </a:solidFill>
                <a:ea typeface="黑体" panose="02010609060101010101" pitchFamily="49" charset="-122"/>
              </a:rPr>
              <a:t>而且值得注意的是：</a:t>
            </a:r>
            <a:r>
              <a:rPr lang="zh-CN" altLang="en-US">
                <a:solidFill>
                  <a:srgbClr val="003366"/>
                </a:solidFill>
              </a:rPr>
              <a:t>前面分别用</a:t>
            </a:r>
            <a:r>
              <a:rPr lang="en-US" altLang="zh-CN">
                <a:solidFill>
                  <a:srgbClr val="003366"/>
                </a:solidFill>
              </a:rPr>
              <a:t>m</a:t>
            </a:r>
            <a:r>
              <a:rPr lang="zh-CN" altLang="en-US">
                <a:solidFill>
                  <a:srgbClr val="003366"/>
                </a:solidFill>
              </a:rPr>
              <a:t>和</a:t>
            </a:r>
            <a:r>
              <a:rPr lang="en-US" altLang="zh-CN">
                <a:solidFill>
                  <a:srgbClr val="003366"/>
                </a:solidFill>
              </a:rPr>
              <a:t>n</a:t>
            </a:r>
            <a:r>
              <a:rPr lang="zh-CN" altLang="en-US">
                <a:solidFill>
                  <a:srgbClr val="003366"/>
                </a:solidFill>
              </a:rPr>
              <a:t>表示索引块中的索引项数和页块中的记录索引项数，说明索引快和页块中的项数可以不同。 </a:t>
            </a:r>
          </a:p>
        </p:txBody>
      </p:sp>
      <p:sp>
        <p:nvSpPr>
          <p:cNvPr id="496664" name="Rectangle 24">
            <a:extLst>
              <a:ext uri="{FF2B5EF4-FFF2-40B4-BE49-F238E27FC236}">
                <a16:creationId xmlns:a16="http://schemas.microsoft.com/office/drawing/2014/main" id="{FDE05254-1642-4654-BAA3-99F41C3A321A}"/>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96645">
                                            <p:txEl>
                                              <p:pRg st="1" end="1"/>
                                            </p:txEl>
                                          </p:spTgt>
                                        </p:tgtEl>
                                        <p:attrNameLst>
                                          <p:attrName>style.visibility</p:attrName>
                                        </p:attrNameLst>
                                      </p:cBhvr>
                                      <p:to>
                                        <p:strVal val="visible"/>
                                      </p:to>
                                    </p:set>
                                    <p:animEffect transition="in" filter="wipe(up)">
                                      <p:cBhvr>
                                        <p:cTn id="7" dur="1000"/>
                                        <p:tgtEl>
                                          <p:spTgt spid="496645">
                                            <p:txEl>
                                              <p:pRg st="1" end="1"/>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496645">
                                            <p:txEl>
                                              <p:pRg st="2" end="2"/>
                                            </p:txEl>
                                          </p:spTgt>
                                        </p:tgtEl>
                                        <p:attrNameLst>
                                          <p:attrName>style.visibility</p:attrName>
                                        </p:attrNameLst>
                                      </p:cBhvr>
                                      <p:to>
                                        <p:strVal val="visible"/>
                                      </p:to>
                                    </p:set>
                                    <p:animEffect transition="in" filter="wipe(up)">
                                      <p:cBhvr>
                                        <p:cTn id="11" dur="1000"/>
                                        <p:tgtEl>
                                          <p:spTgt spid="496645">
                                            <p:txEl>
                                              <p:pRg st="2" end="2"/>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8" presetClass="entr" presetSubtype="32" fill="hold" nodeType="clickEffect">
                                  <p:stCondLst>
                                    <p:cond delay="0"/>
                                  </p:stCondLst>
                                  <p:childTnLst>
                                    <p:set>
                                      <p:cBhvr>
                                        <p:cTn id="15" dur="1" fill="hold">
                                          <p:stCondLst>
                                            <p:cond delay="0"/>
                                          </p:stCondLst>
                                        </p:cTn>
                                        <p:tgtEl>
                                          <p:spTgt spid="496645">
                                            <p:txEl>
                                              <p:pRg st="3" end="3"/>
                                            </p:txEl>
                                          </p:spTgt>
                                        </p:tgtEl>
                                        <p:attrNameLst>
                                          <p:attrName>style.visibility</p:attrName>
                                        </p:attrNameLst>
                                      </p:cBhvr>
                                      <p:to>
                                        <p:strVal val="visible"/>
                                      </p:to>
                                    </p:set>
                                    <p:animEffect transition="in" filter="diamond(out)">
                                      <p:cBhvr>
                                        <p:cTn id="16" dur="1000"/>
                                        <p:tgtEl>
                                          <p:spTgt spid="49664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7746" name="Group 82">
            <a:extLst>
              <a:ext uri="{FF2B5EF4-FFF2-40B4-BE49-F238E27FC236}">
                <a16:creationId xmlns:a16="http://schemas.microsoft.com/office/drawing/2014/main" id="{79B76C00-1666-4CF8-8F89-4D03AC3923FC}"/>
              </a:ext>
            </a:extLst>
          </p:cNvPr>
          <p:cNvGrpSpPr>
            <a:grpSpLocks/>
          </p:cNvGrpSpPr>
          <p:nvPr/>
        </p:nvGrpSpPr>
        <p:grpSpPr bwMode="auto">
          <a:xfrm>
            <a:off x="392113" y="2681288"/>
            <a:ext cx="8408987" cy="2895600"/>
            <a:chOff x="247" y="1689"/>
            <a:chExt cx="5297" cy="1824"/>
          </a:xfrm>
        </p:grpSpPr>
        <p:grpSp>
          <p:nvGrpSpPr>
            <p:cNvPr id="497669" name="Group 5">
              <a:extLst>
                <a:ext uri="{FF2B5EF4-FFF2-40B4-BE49-F238E27FC236}">
                  <a16:creationId xmlns:a16="http://schemas.microsoft.com/office/drawing/2014/main" id="{7FE5BB0D-62D0-46F4-BE11-3CDA5B084F6D}"/>
                </a:ext>
              </a:extLst>
            </p:cNvPr>
            <p:cNvGrpSpPr>
              <a:grpSpLocks/>
            </p:cNvGrpSpPr>
            <p:nvPr/>
          </p:nvGrpSpPr>
          <p:grpSpPr bwMode="auto">
            <a:xfrm>
              <a:off x="823" y="2457"/>
              <a:ext cx="1169" cy="192"/>
              <a:chOff x="1056" y="2112"/>
              <a:chExt cx="1073" cy="192"/>
            </a:xfrm>
          </p:grpSpPr>
          <p:sp>
            <p:nvSpPr>
              <p:cNvPr id="497670" name="Rectangle 6">
                <a:extLst>
                  <a:ext uri="{FF2B5EF4-FFF2-40B4-BE49-F238E27FC236}">
                    <a16:creationId xmlns:a16="http://schemas.microsoft.com/office/drawing/2014/main" id="{C8FE898F-9D09-401A-A771-1EAB9D203C24}"/>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9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600">
                  <a:cs typeface="Arial" panose="020B0604020202020204" pitchFamily="34" charset="0"/>
                </a:endParaRPr>
              </a:p>
            </p:txBody>
          </p:sp>
          <p:sp>
            <p:nvSpPr>
              <p:cNvPr id="497671" name="Line 7">
                <a:extLst>
                  <a:ext uri="{FF2B5EF4-FFF2-40B4-BE49-F238E27FC236}">
                    <a16:creationId xmlns:a16="http://schemas.microsoft.com/office/drawing/2014/main" id="{AEBF6D0E-D29F-4121-A171-7E9CAA789F1E}"/>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72" name="Line 8">
                <a:extLst>
                  <a:ext uri="{FF2B5EF4-FFF2-40B4-BE49-F238E27FC236}">
                    <a16:creationId xmlns:a16="http://schemas.microsoft.com/office/drawing/2014/main" id="{083E88DD-5844-4785-BC30-1BDF400E2436}"/>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73" name="Line 9">
                <a:extLst>
                  <a:ext uri="{FF2B5EF4-FFF2-40B4-BE49-F238E27FC236}">
                    <a16:creationId xmlns:a16="http://schemas.microsoft.com/office/drawing/2014/main" id="{1DF5E7D6-A3EA-4FFE-8F58-F7FD380614DD}"/>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74" name="Line 10">
                <a:extLst>
                  <a:ext uri="{FF2B5EF4-FFF2-40B4-BE49-F238E27FC236}">
                    <a16:creationId xmlns:a16="http://schemas.microsoft.com/office/drawing/2014/main" id="{8BC9F482-DDA6-48C4-A056-440C11BB92A2}"/>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97675" name="Group 11">
              <a:extLst>
                <a:ext uri="{FF2B5EF4-FFF2-40B4-BE49-F238E27FC236}">
                  <a16:creationId xmlns:a16="http://schemas.microsoft.com/office/drawing/2014/main" id="{FB37BCC5-38BE-4B1F-81B1-5284BD2A0D1A}"/>
                </a:ext>
              </a:extLst>
            </p:cNvPr>
            <p:cNvGrpSpPr>
              <a:grpSpLocks/>
            </p:cNvGrpSpPr>
            <p:nvPr/>
          </p:nvGrpSpPr>
          <p:grpSpPr bwMode="auto">
            <a:xfrm>
              <a:off x="2263" y="2457"/>
              <a:ext cx="1169" cy="192"/>
              <a:chOff x="1056" y="2112"/>
              <a:chExt cx="1073" cy="192"/>
            </a:xfrm>
          </p:grpSpPr>
          <p:sp>
            <p:nvSpPr>
              <p:cNvPr id="497676" name="Rectangle 12">
                <a:extLst>
                  <a:ext uri="{FF2B5EF4-FFF2-40B4-BE49-F238E27FC236}">
                    <a16:creationId xmlns:a16="http://schemas.microsoft.com/office/drawing/2014/main" id="{3B82FBC7-88D5-49BB-B19A-1F130CBA4C37}"/>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60  °  </a:t>
                </a:r>
                <a:r>
                  <a:rPr lang="en-US" altLang="zh-CN" sz="1700" b="1"/>
                  <a:t>99</a:t>
                </a:r>
                <a:r>
                  <a:rPr lang="zh-CN" altLang="en-US" sz="1700" b="1"/>
                  <a:t>　</a:t>
                </a:r>
                <a:r>
                  <a:rPr lang="en-US" altLang="zh-CN" sz="17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497677" name="Line 13">
                <a:extLst>
                  <a:ext uri="{FF2B5EF4-FFF2-40B4-BE49-F238E27FC236}">
                    <a16:creationId xmlns:a16="http://schemas.microsoft.com/office/drawing/2014/main" id="{7FC0AA58-E075-457A-8BD7-3876D942393D}"/>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78" name="Line 14">
                <a:extLst>
                  <a:ext uri="{FF2B5EF4-FFF2-40B4-BE49-F238E27FC236}">
                    <a16:creationId xmlns:a16="http://schemas.microsoft.com/office/drawing/2014/main" id="{C6FAA3B7-4DA8-4CA2-8611-B1660C44C484}"/>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79" name="Line 15">
                <a:extLst>
                  <a:ext uri="{FF2B5EF4-FFF2-40B4-BE49-F238E27FC236}">
                    <a16:creationId xmlns:a16="http://schemas.microsoft.com/office/drawing/2014/main" id="{01F81810-4B18-4FD0-8B3E-700E07B5A773}"/>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80" name="Line 16">
                <a:extLst>
                  <a:ext uri="{FF2B5EF4-FFF2-40B4-BE49-F238E27FC236}">
                    <a16:creationId xmlns:a16="http://schemas.microsoft.com/office/drawing/2014/main" id="{C40D1FFA-B063-474F-A244-C5719DA67AA4}"/>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97681" name="Group 17">
              <a:extLst>
                <a:ext uri="{FF2B5EF4-FFF2-40B4-BE49-F238E27FC236}">
                  <a16:creationId xmlns:a16="http://schemas.microsoft.com/office/drawing/2014/main" id="{5D28B60A-BBE7-40D6-97AF-8D9FCAF0B955}"/>
                </a:ext>
              </a:extLst>
            </p:cNvPr>
            <p:cNvGrpSpPr>
              <a:grpSpLocks/>
            </p:cNvGrpSpPr>
            <p:nvPr/>
          </p:nvGrpSpPr>
          <p:grpSpPr bwMode="auto">
            <a:xfrm>
              <a:off x="3751" y="2457"/>
              <a:ext cx="1248" cy="192"/>
              <a:chOff x="1056" y="2112"/>
              <a:chExt cx="1073" cy="192"/>
            </a:xfrm>
          </p:grpSpPr>
          <p:sp>
            <p:nvSpPr>
              <p:cNvPr id="497682" name="Rectangle 18">
                <a:extLst>
                  <a:ext uri="{FF2B5EF4-FFF2-40B4-BE49-F238E27FC236}">
                    <a16:creationId xmlns:a16="http://schemas.microsoft.com/office/drawing/2014/main" id="{020B2541-5ECB-4117-BF24-5CC62DD649C9}"/>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180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700">
                  <a:cs typeface="Arial" panose="020B0604020202020204" pitchFamily="34" charset="0"/>
                </a:endParaRPr>
              </a:p>
            </p:txBody>
          </p:sp>
          <p:sp>
            <p:nvSpPr>
              <p:cNvPr id="497683" name="Line 19">
                <a:extLst>
                  <a:ext uri="{FF2B5EF4-FFF2-40B4-BE49-F238E27FC236}">
                    <a16:creationId xmlns:a16="http://schemas.microsoft.com/office/drawing/2014/main" id="{FF6B5C5E-7B11-4A9E-A723-BAB0125985C1}"/>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84" name="Line 20">
                <a:extLst>
                  <a:ext uri="{FF2B5EF4-FFF2-40B4-BE49-F238E27FC236}">
                    <a16:creationId xmlns:a16="http://schemas.microsoft.com/office/drawing/2014/main" id="{5D864F57-5116-4E53-90F9-4180F65DABD3}"/>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85" name="Line 21">
                <a:extLst>
                  <a:ext uri="{FF2B5EF4-FFF2-40B4-BE49-F238E27FC236}">
                    <a16:creationId xmlns:a16="http://schemas.microsoft.com/office/drawing/2014/main" id="{C6FBAADF-5EEA-429A-BFEA-7B488E25751C}"/>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86" name="Line 22">
                <a:extLst>
                  <a:ext uri="{FF2B5EF4-FFF2-40B4-BE49-F238E27FC236}">
                    <a16:creationId xmlns:a16="http://schemas.microsoft.com/office/drawing/2014/main" id="{D19FF5BC-90CD-4AF5-B72F-00D040400A10}"/>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97687" name="Group 23">
              <a:extLst>
                <a:ext uri="{FF2B5EF4-FFF2-40B4-BE49-F238E27FC236}">
                  <a16:creationId xmlns:a16="http://schemas.microsoft.com/office/drawing/2014/main" id="{E4FFD95F-6D3B-4C5C-BF2A-F8A3E1733587}"/>
                </a:ext>
              </a:extLst>
            </p:cNvPr>
            <p:cNvGrpSpPr>
              <a:grpSpLocks/>
            </p:cNvGrpSpPr>
            <p:nvPr/>
          </p:nvGrpSpPr>
          <p:grpSpPr bwMode="auto">
            <a:xfrm>
              <a:off x="247" y="3321"/>
              <a:ext cx="641" cy="192"/>
              <a:chOff x="1056" y="2976"/>
              <a:chExt cx="641" cy="192"/>
            </a:xfrm>
          </p:grpSpPr>
          <p:sp>
            <p:nvSpPr>
              <p:cNvPr id="497688" name="Rectangle 24">
                <a:extLst>
                  <a:ext uri="{FF2B5EF4-FFF2-40B4-BE49-F238E27FC236}">
                    <a16:creationId xmlns:a16="http://schemas.microsoft.com/office/drawing/2014/main" id="{BC7C8570-8D96-40E3-ACF5-33C551FAF676}"/>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2    5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497689" name="Line 25">
                <a:extLst>
                  <a:ext uri="{FF2B5EF4-FFF2-40B4-BE49-F238E27FC236}">
                    <a16:creationId xmlns:a16="http://schemas.microsoft.com/office/drawing/2014/main" id="{14787EF6-1E1F-4D1B-8E93-EB406D709792}"/>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90" name="Line 26">
                <a:extLst>
                  <a:ext uri="{FF2B5EF4-FFF2-40B4-BE49-F238E27FC236}">
                    <a16:creationId xmlns:a16="http://schemas.microsoft.com/office/drawing/2014/main" id="{847E487B-93AA-483E-9AB1-3B05C29FFA02}"/>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91" name="Line 27">
                <a:extLst>
                  <a:ext uri="{FF2B5EF4-FFF2-40B4-BE49-F238E27FC236}">
                    <a16:creationId xmlns:a16="http://schemas.microsoft.com/office/drawing/2014/main" id="{CF777BE0-FE85-4756-BA87-63FD627A7C9D}"/>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97692" name="Group 28">
              <a:extLst>
                <a:ext uri="{FF2B5EF4-FFF2-40B4-BE49-F238E27FC236}">
                  <a16:creationId xmlns:a16="http://schemas.microsoft.com/office/drawing/2014/main" id="{60074463-7E4D-491F-BA34-C12716F447A2}"/>
                </a:ext>
              </a:extLst>
            </p:cNvPr>
            <p:cNvGrpSpPr>
              <a:grpSpLocks/>
            </p:cNvGrpSpPr>
            <p:nvPr/>
          </p:nvGrpSpPr>
          <p:grpSpPr bwMode="auto">
            <a:xfrm>
              <a:off x="1015" y="3321"/>
              <a:ext cx="641" cy="192"/>
              <a:chOff x="1056" y="2976"/>
              <a:chExt cx="641" cy="192"/>
            </a:xfrm>
          </p:grpSpPr>
          <p:sp>
            <p:nvSpPr>
              <p:cNvPr id="497693" name="Rectangle 29">
                <a:extLst>
                  <a:ext uri="{FF2B5EF4-FFF2-40B4-BE49-F238E27FC236}">
                    <a16:creationId xmlns:a16="http://schemas.microsoft.com/office/drawing/2014/main" id="{F2BEE9F4-415B-4D1B-B6D1-DF4073B72279}"/>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15  </a:t>
                </a:r>
                <a:r>
                  <a:rPr lang="zh-CN" altLang="en-US" sz="1700" b="1"/>
                  <a:t>－</a:t>
                </a:r>
                <a:r>
                  <a:rPr lang="zh-CN" altLang="en-US" sz="1700" b="1">
                    <a:cs typeface="Arial" panose="020B0604020202020204" pitchFamily="34" charset="0"/>
                  </a:rPr>
                  <a:t>   </a:t>
                </a:r>
                <a:r>
                  <a:rPr lang="zh-CN" altLang="en-US" sz="17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497694" name="Line 30">
                <a:extLst>
                  <a:ext uri="{FF2B5EF4-FFF2-40B4-BE49-F238E27FC236}">
                    <a16:creationId xmlns:a16="http://schemas.microsoft.com/office/drawing/2014/main" id="{D28B6453-1747-4A54-A84B-606BED12EC25}"/>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95" name="Line 31">
                <a:extLst>
                  <a:ext uri="{FF2B5EF4-FFF2-40B4-BE49-F238E27FC236}">
                    <a16:creationId xmlns:a16="http://schemas.microsoft.com/office/drawing/2014/main" id="{5DAC64F1-4819-4648-B533-24FADF330B10}"/>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96" name="Line 32">
                <a:extLst>
                  <a:ext uri="{FF2B5EF4-FFF2-40B4-BE49-F238E27FC236}">
                    <a16:creationId xmlns:a16="http://schemas.microsoft.com/office/drawing/2014/main" id="{FA71A470-A24C-49B8-AA16-A621BC4ABD55}"/>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97697" name="Group 33">
              <a:extLst>
                <a:ext uri="{FF2B5EF4-FFF2-40B4-BE49-F238E27FC236}">
                  <a16:creationId xmlns:a16="http://schemas.microsoft.com/office/drawing/2014/main" id="{B13A42D6-22F0-46F7-80F4-1C2A97EEFD4A}"/>
                </a:ext>
              </a:extLst>
            </p:cNvPr>
            <p:cNvGrpSpPr>
              <a:grpSpLocks/>
            </p:cNvGrpSpPr>
            <p:nvPr/>
          </p:nvGrpSpPr>
          <p:grpSpPr bwMode="auto">
            <a:xfrm>
              <a:off x="1783" y="3321"/>
              <a:ext cx="641" cy="192"/>
              <a:chOff x="1056" y="2976"/>
              <a:chExt cx="641" cy="192"/>
            </a:xfrm>
          </p:grpSpPr>
          <p:sp>
            <p:nvSpPr>
              <p:cNvPr id="497698" name="Rectangle 34">
                <a:extLst>
                  <a:ext uri="{FF2B5EF4-FFF2-40B4-BE49-F238E27FC236}">
                    <a16:creationId xmlns:a16="http://schemas.microsoft.com/office/drawing/2014/main" id="{90A91F59-9900-4B5D-A048-5D7FD28630F4}"/>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39   48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497699" name="Line 35">
                <a:extLst>
                  <a:ext uri="{FF2B5EF4-FFF2-40B4-BE49-F238E27FC236}">
                    <a16:creationId xmlns:a16="http://schemas.microsoft.com/office/drawing/2014/main" id="{4A9E9B4B-BB5C-4BC5-90C4-1DDA4F6809C3}"/>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00" name="Line 36">
                <a:extLst>
                  <a:ext uri="{FF2B5EF4-FFF2-40B4-BE49-F238E27FC236}">
                    <a16:creationId xmlns:a16="http://schemas.microsoft.com/office/drawing/2014/main" id="{0CA29601-1BB8-4EBC-9E69-93BE21AA3EED}"/>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01" name="Line 37">
                <a:extLst>
                  <a:ext uri="{FF2B5EF4-FFF2-40B4-BE49-F238E27FC236}">
                    <a16:creationId xmlns:a16="http://schemas.microsoft.com/office/drawing/2014/main" id="{D0B2C522-B851-4BE9-8B4F-86D5AFD83E0B}"/>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97702" name="Group 38">
              <a:extLst>
                <a:ext uri="{FF2B5EF4-FFF2-40B4-BE49-F238E27FC236}">
                  <a16:creationId xmlns:a16="http://schemas.microsoft.com/office/drawing/2014/main" id="{935C764E-62DE-4B7B-BBFE-5CE33C4B4987}"/>
                </a:ext>
              </a:extLst>
            </p:cNvPr>
            <p:cNvGrpSpPr>
              <a:grpSpLocks/>
            </p:cNvGrpSpPr>
            <p:nvPr/>
          </p:nvGrpSpPr>
          <p:grpSpPr bwMode="auto">
            <a:xfrm>
              <a:off x="2599" y="3321"/>
              <a:ext cx="641" cy="192"/>
              <a:chOff x="1056" y="2976"/>
              <a:chExt cx="641" cy="192"/>
            </a:xfrm>
          </p:grpSpPr>
          <p:sp>
            <p:nvSpPr>
              <p:cNvPr id="497703" name="Rectangle 39">
                <a:extLst>
                  <a:ext uri="{FF2B5EF4-FFF2-40B4-BE49-F238E27FC236}">
                    <a16:creationId xmlns:a16="http://schemas.microsoft.com/office/drawing/2014/main" id="{E728B17D-A1B7-406D-8E67-F0BB084B7623}"/>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700">
                    <a:cs typeface="Arial" panose="020B0604020202020204" pitchFamily="34" charset="0"/>
                  </a:rPr>
                  <a:t> </a:t>
                </a:r>
                <a:r>
                  <a:rPr lang="en-US" altLang="zh-CN" sz="1700" b="1">
                    <a:cs typeface="Arial" panose="020B0604020202020204" pitchFamily="34" charset="0"/>
                  </a:rPr>
                  <a:t>85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497704" name="Line 40">
                <a:extLst>
                  <a:ext uri="{FF2B5EF4-FFF2-40B4-BE49-F238E27FC236}">
                    <a16:creationId xmlns:a16="http://schemas.microsoft.com/office/drawing/2014/main" id="{77E6D823-B51B-4A44-B029-0CE20C8FB125}"/>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05" name="Line 41">
                <a:extLst>
                  <a:ext uri="{FF2B5EF4-FFF2-40B4-BE49-F238E27FC236}">
                    <a16:creationId xmlns:a16="http://schemas.microsoft.com/office/drawing/2014/main" id="{AA06906A-56A1-43C1-BFF8-2936448CA0A6}"/>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06" name="Line 42">
                <a:extLst>
                  <a:ext uri="{FF2B5EF4-FFF2-40B4-BE49-F238E27FC236}">
                    <a16:creationId xmlns:a16="http://schemas.microsoft.com/office/drawing/2014/main" id="{15F7CB06-BBAD-4F71-AFCB-95E12A3DF55F}"/>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97707" name="Group 43">
              <a:extLst>
                <a:ext uri="{FF2B5EF4-FFF2-40B4-BE49-F238E27FC236}">
                  <a16:creationId xmlns:a16="http://schemas.microsoft.com/office/drawing/2014/main" id="{90AF6684-FAB1-4497-AB0A-8D5346B57FAC}"/>
                </a:ext>
              </a:extLst>
            </p:cNvPr>
            <p:cNvGrpSpPr>
              <a:grpSpLocks/>
            </p:cNvGrpSpPr>
            <p:nvPr/>
          </p:nvGrpSpPr>
          <p:grpSpPr bwMode="auto">
            <a:xfrm>
              <a:off x="3319" y="3321"/>
              <a:ext cx="720" cy="192"/>
              <a:chOff x="1056" y="2976"/>
              <a:chExt cx="641" cy="192"/>
            </a:xfrm>
          </p:grpSpPr>
          <p:sp>
            <p:nvSpPr>
              <p:cNvPr id="497708" name="Rectangle 44">
                <a:extLst>
                  <a:ext uri="{FF2B5EF4-FFF2-40B4-BE49-F238E27FC236}">
                    <a16:creationId xmlns:a16="http://schemas.microsoft.com/office/drawing/2014/main" id="{4302989C-D89F-4511-9483-3C1509535D9E}"/>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120  </a:t>
                </a:r>
                <a:r>
                  <a:rPr lang="zh-CN" altLang="en-US" sz="1700" b="1"/>
                  <a:t>－ </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497709" name="Line 45">
                <a:extLst>
                  <a:ext uri="{FF2B5EF4-FFF2-40B4-BE49-F238E27FC236}">
                    <a16:creationId xmlns:a16="http://schemas.microsoft.com/office/drawing/2014/main" id="{58924F83-511D-40DC-906F-9F5CE1A5A84C}"/>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10" name="Line 46">
                <a:extLst>
                  <a:ext uri="{FF2B5EF4-FFF2-40B4-BE49-F238E27FC236}">
                    <a16:creationId xmlns:a16="http://schemas.microsoft.com/office/drawing/2014/main" id="{A7CB7ED8-C527-49E1-8D95-17E0E235E60D}"/>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11" name="Line 47">
                <a:extLst>
                  <a:ext uri="{FF2B5EF4-FFF2-40B4-BE49-F238E27FC236}">
                    <a16:creationId xmlns:a16="http://schemas.microsoft.com/office/drawing/2014/main" id="{354F48D9-22B3-4EC6-89F5-916109C0ACF5}"/>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97712" name="Group 48">
              <a:extLst>
                <a:ext uri="{FF2B5EF4-FFF2-40B4-BE49-F238E27FC236}">
                  <a16:creationId xmlns:a16="http://schemas.microsoft.com/office/drawing/2014/main" id="{14EA4269-B709-4546-BF30-973448D9939D}"/>
                </a:ext>
              </a:extLst>
            </p:cNvPr>
            <p:cNvGrpSpPr>
              <a:grpSpLocks/>
            </p:cNvGrpSpPr>
            <p:nvPr/>
          </p:nvGrpSpPr>
          <p:grpSpPr bwMode="auto">
            <a:xfrm>
              <a:off x="4087" y="3321"/>
              <a:ext cx="672" cy="192"/>
              <a:chOff x="1056" y="2976"/>
              <a:chExt cx="641" cy="192"/>
            </a:xfrm>
          </p:grpSpPr>
          <p:sp>
            <p:nvSpPr>
              <p:cNvPr id="497713" name="Rectangle 49">
                <a:extLst>
                  <a:ext uri="{FF2B5EF4-FFF2-40B4-BE49-F238E27FC236}">
                    <a16:creationId xmlns:a16="http://schemas.microsoft.com/office/drawing/2014/main" id="{263A5A8B-E756-4B11-9E00-A1D5F3A34215}"/>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159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497714" name="Line 50">
                <a:extLst>
                  <a:ext uri="{FF2B5EF4-FFF2-40B4-BE49-F238E27FC236}">
                    <a16:creationId xmlns:a16="http://schemas.microsoft.com/office/drawing/2014/main" id="{203BB159-27A7-4280-BDCD-A8A9EC196BAE}"/>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15" name="Line 51">
                <a:extLst>
                  <a:ext uri="{FF2B5EF4-FFF2-40B4-BE49-F238E27FC236}">
                    <a16:creationId xmlns:a16="http://schemas.microsoft.com/office/drawing/2014/main" id="{F41C3C3D-6B5D-4C03-B7BB-5B7192B2A1E3}"/>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16" name="Line 52">
                <a:extLst>
                  <a:ext uri="{FF2B5EF4-FFF2-40B4-BE49-F238E27FC236}">
                    <a16:creationId xmlns:a16="http://schemas.microsoft.com/office/drawing/2014/main" id="{53A5C13A-15C6-4E43-AF2A-F69FC1CA5E24}"/>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97717" name="Group 53">
              <a:extLst>
                <a:ext uri="{FF2B5EF4-FFF2-40B4-BE49-F238E27FC236}">
                  <a16:creationId xmlns:a16="http://schemas.microsoft.com/office/drawing/2014/main" id="{07A6809C-EED7-4022-AB24-A15C69247141}"/>
                </a:ext>
              </a:extLst>
            </p:cNvPr>
            <p:cNvGrpSpPr>
              <a:grpSpLocks/>
            </p:cNvGrpSpPr>
            <p:nvPr/>
          </p:nvGrpSpPr>
          <p:grpSpPr bwMode="auto">
            <a:xfrm>
              <a:off x="4807" y="3321"/>
              <a:ext cx="737" cy="192"/>
              <a:chOff x="1056" y="2976"/>
              <a:chExt cx="641" cy="192"/>
            </a:xfrm>
          </p:grpSpPr>
          <p:sp>
            <p:nvSpPr>
              <p:cNvPr id="497718" name="Rectangle 54">
                <a:extLst>
                  <a:ext uri="{FF2B5EF4-FFF2-40B4-BE49-F238E27FC236}">
                    <a16:creationId xmlns:a16="http://schemas.microsoft.com/office/drawing/2014/main" id="{99CDEF36-1D84-4FE3-A788-09AA1D515FE6}"/>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201 220 </a:t>
                </a:r>
                <a:r>
                  <a:rPr lang="zh-CN" altLang="en-US" sz="1700" b="1"/>
                  <a:t>－</a:t>
                </a:r>
                <a:endParaRPr lang="zh-CN" altLang="en-US" sz="1600">
                  <a:cs typeface="Arial" panose="020B0604020202020204" pitchFamily="34" charset="0"/>
                </a:endParaRPr>
              </a:p>
            </p:txBody>
          </p:sp>
          <p:sp>
            <p:nvSpPr>
              <p:cNvPr id="497719" name="Line 55">
                <a:extLst>
                  <a:ext uri="{FF2B5EF4-FFF2-40B4-BE49-F238E27FC236}">
                    <a16:creationId xmlns:a16="http://schemas.microsoft.com/office/drawing/2014/main" id="{A248FD29-5BAB-4776-9582-68E8BD86F005}"/>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20" name="Line 56">
                <a:extLst>
                  <a:ext uri="{FF2B5EF4-FFF2-40B4-BE49-F238E27FC236}">
                    <a16:creationId xmlns:a16="http://schemas.microsoft.com/office/drawing/2014/main" id="{EDF53FA6-A964-4F2B-B7E9-6BF1884BF11C}"/>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21" name="Line 57">
                <a:extLst>
                  <a:ext uri="{FF2B5EF4-FFF2-40B4-BE49-F238E27FC236}">
                    <a16:creationId xmlns:a16="http://schemas.microsoft.com/office/drawing/2014/main" id="{18EC2C57-580F-4AC9-9540-8F37EF1B2D79}"/>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97722" name="Group 58">
              <a:extLst>
                <a:ext uri="{FF2B5EF4-FFF2-40B4-BE49-F238E27FC236}">
                  <a16:creationId xmlns:a16="http://schemas.microsoft.com/office/drawing/2014/main" id="{9B33939B-0E17-4A58-976F-7C6E45017CE2}"/>
                </a:ext>
              </a:extLst>
            </p:cNvPr>
            <p:cNvGrpSpPr>
              <a:grpSpLocks/>
            </p:cNvGrpSpPr>
            <p:nvPr/>
          </p:nvGrpSpPr>
          <p:grpSpPr bwMode="auto">
            <a:xfrm>
              <a:off x="2071" y="1689"/>
              <a:ext cx="1169" cy="192"/>
              <a:chOff x="1056" y="2112"/>
              <a:chExt cx="1073" cy="192"/>
            </a:xfrm>
          </p:grpSpPr>
          <p:sp>
            <p:nvSpPr>
              <p:cNvPr id="497723" name="Rectangle 59">
                <a:extLst>
                  <a:ext uri="{FF2B5EF4-FFF2-40B4-BE49-F238E27FC236}">
                    <a16:creationId xmlns:a16="http://schemas.microsoft.com/office/drawing/2014/main" id="{4993D2FD-18A7-4925-8EBC-3EEEB091651A}"/>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en-US" altLang="zh-CN" sz="1700" b="1">
                    <a:cs typeface="Arial" panose="020B0604020202020204" pitchFamily="34" charset="0"/>
                  </a:rPr>
                  <a:t>°  26   ° </a:t>
                </a:r>
                <a:r>
                  <a:rPr lang="en-US" altLang="zh-CN" sz="1700" b="1"/>
                  <a:t>140</a:t>
                </a:r>
                <a:r>
                  <a:rPr lang="en-US" altLang="zh-CN" sz="1400" b="1"/>
                  <a:t>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497724" name="Line 60">
                <a:extLst>
                  <a:ext uri="{FF2B5EF4-FFF2-40B4-BE49-F238E27FC236}">
                    <a16:creationId xmlns:a16="http://schemas.microsoft.com/office/drawing/2014/main" id="{A459710D-430A-43E1-877E-F23FCAF04FDF}"/>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25" name="Line 61">
                <a:extLst>
                  <a:ext uri="{FF2B5EF4-FFF2-40B4-BE49-F238E27FC236}">
                    <a16:creationId xmlns:a16="http://schemas.microsoft.com/office/drawing/2014/main" id="{5DBCAF7C-C28A-41E8-84C1-62F2BECE80C6}"/>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26" name="Line 62">
                <a:extLst>
                  <a:ext uri="{FF2B5EF4-FFF2-40B4-BE49-F238E27FC236}">
                    <a16:creationId xmlns:a16="http://schemas.microsoft.com/office/drawing/2014/main" id="{283671A7-271D-4A04-8DA0-3842FDC98634}"/>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27" name="Line 63">
                <a:extLst>
                  <a:ext uri="{FF2B5EF4-FFF2-40B4-BE49-F238E27FC236}">
                    <a16:creationId xmlns:a16="http://schemas.microsoft.com/office/drawing/2014/main" id="{8724AE06-565C-42CA-9C99-336EBADD1C1A}"/>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7728" name="Line 64">
              <a:extLst>
                <a:ext uri="{FF2B5EF4-FFF2-40B4-BE49-F238E27FC236}">
                  <a16:creationId xmlns:a16="http://schemas.microsoft.com/office/drawing/2014/main" id="{66BB115D-C300-4E8C-859E-700FD6FE4C7D}"/>
                </a:ext>
              </a:extLst>
            </p:cNvPr>
            <p:cNvSpPr>
              <a:spLocks noChangeShapeType="1"/>
            </p:cNvSpPr>
            <p:nvPr/>
          </p:nvSpPr>
          <p:spPr bwMode="auto">
            <a:xfrm flipH="1">
              <a:off x="1015" y="1785"/>
              <a:ext cx="1200"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29" name="Line 65">
              <a:extLst>
                <a:ext uri="{FF2B5EF4-FFF2-40B4-BE49-F238E27FC236}">
                  <a16:creationId xmlns:a16="http://schemas.microsoft.com/office/drawing/2014/main" id="{9B034577-FE17-4036-81A9-85D2DA13E13A}"/>
                </a:ext>
              </a:extLst>
            </p:cNvPr>
            <p:cNvSpPr>
              <a:spLocks noChangeShapeType="1"/>
            </p:cNvSpPr>
            <p:nvPr/>
          </p:nvSpPr>
          <p:spPr bwMode="auto">
            <a:xfrm flipH="1">
              <a:off x="2359" y="1785"/>
              <a:ext cx="288"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30" name="Line 66">
              <a:extLst>
                <a:ext uri="{FF2B5EF4-FFF2-40B4-BE49-F238E27FC236}">
                  <a16:creationId xmlns:a16="http://schemas.microsoft.com/office/drawing/2014/main" id="{B5D560EB-5C34-42AB-B798-C4B97F177293}"/>
                </a:ext>
              </a:extLst>
            </p:cNvPr>
            <p:cNvSpPr>
              <a:spLocks noChangeShapeType="1"/>
            </p:cNvSpPr>
            <p:nvPr/>
          </p:nvSpPr>
          <p:spPr bwMode="auto">
            <a:xfrm flipH="1">
              <a:off x="343" y="2601"/>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31" name="Line 67">
              <a:extLst>
                <a:ext uri="{FF2B5EF4-FFF2-40B4-BE49-F238E27FC236}">
                  <a16:creationId xmlns:a16="http://schemas.microsoft.com/office/drawing/2014/main" id="{611D43F5-47DC-48D4-85F9-20BFC75ED3E8}"/>
                </a:ext>
              </a:extLst>
            </p:cNvPr>
            <p:cNvSpPr>
              <a:spLocks noChangeShapeType="1"/>
            </p:cNvSpPr>
            <p:nvPr/>
          </p:nvSpPr>
          <p:spPr bwMode="auto">
            <a:xfrm flipH="1">
              <a:off x="1111" y="2601"/>
              <a:ext cx="33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32" name="Line 68">
              <a:extLst>
                <a:ext uri="{FF2B5EF4-FFF2-40B4-BE49-F238E27FC236}">
                  <a16:creationId xmlns:a16="http://schemas.microsoft.com/office/drawing/2014/main" id="{D555B623-D585-4008-92AE-B66A5B17D5A0}"/>
                </a:ext>
              </a:extLst>
            </p:cNvPr>
            <p:cNvSpPr>
              <a:spLocks noChangeShapeType="1"/>
            </p:cNvSpPr>
            <p:nvPr/>
          </p:nvSpPr>
          <p:spPr bwMode="auto">
            <a:xfrm flipH="1">
              <a:off x="1879" y="2553"/>
              <a:ext cx="432"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33" name="Line 69">
              <a:extLst>
                <a:ext uri="{FF2B5EF4-FFF2-40B4-BE49-F238E27FC236}">
                  <a16:creationId xmlns:a16="http://schemas.microsoft.com/office/drawing/2014/main" id="{91B97689-F787-49DA-9587-E76100964F59}"/>
                </a:ext>
              </a:extLst>
            </p:cNvPr>
            <p:cNvSpPr>
              <a:spLocks noChangeShapeType="1"/>
            </p:cNvSpPr>
            <p:nvPr/>
          </p:nvSpPr>
          <p:spPr bwMode="auto">
            <a:xfrm flipH="1">
              <a:off x="2695" y="2601"/>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34" name="Line 70">
              <a:extLst>
                <a:ext uri="{FF2B5EF4-FFF2-40B4-BE49-F238E27FC236}">
                  <a16:creationId xmlns:a16="http://schemas.microsoft.com/office/drawing/2014/main" id="{B3712CCC-87B2-4D88-8D0E-90BF41C8D0E0}"/>
                </a:ext>
              </a:extLst>
            </p:cNvPr>
            <p:cNvSpPr>
              <a:spLocks noChangeShapeType="1"/>
            </p:cNvSpPr>
            <p:nvPr/>
          </p:nvSpPr>
          <p:spPr bwMode="auto">
            <a:xfrm>
              <a:off x="3319" y="2601"/>
              <a:ext cx="9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35" name="Line 71">
              <a:extLst>
                <a:ext uri="{FF2B5EF4-FFF2-40B4-BE49-F238E27FC236}">
                  <a16:creationId xmlns:a16="http://schemas.microsoft.com/office/drawing/2014/main" id="{1926E0B7-EACB-4960-A54D-384900C1C2D7}"/>
                </a:ext>
              </a:extLst>
            </p:cNvPr>
            <p:cNvSpPr>
              <a:spLocks noChangeShapeType="1"/>
            </p:cNvSpPr>
            <p:nvPr/>
          </p:nvSpPr>
          <p:spPr bwMode="auto">
            <a:xfrm>
              <a:off x="3943" y="2553"/>
              <a:ext cx="33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36" name="Line 72">
              <a:extLst>
                <a:ext uri="{FF2B5EF4-FFF2-40B4-BE49-F238E27FC236}">
                  <a16:creationId xmlns:a16="http://schemas.microsoft.com/office/drawing/2014/main" id="{25F2EC4D-B2A1-4FC0-AF94-7748783F87D4}"/>
                </a:ext>
              </a:extLst>
            </p:cNvPr>
            <p:cNvSpPr>
              <a:spLocks noChangeShapeType="1"/>
            </p:cNvSpPr>
            <p:nvPr/>
          </p:nvSpPr>
          <p:spPr bwMode="auto">
            <a:xfrm>
              <a:off x="4375" y="2601"/>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37" name="Line 73">
              <a:extLst>
                <a:ext uri="{FF2B5EF4-FFF2-40B4-BE49-F238E27FC236}">
                  <a16:creationId xmlns:a16="http://schemas.microsoft.com/office/drawing/2014/main" id="{05914EA1-27A8-47F8-B3B0-D70CACCBA1B7}"/>
                </a:ext>
              </a:extLst>
            </p:cNvPr>
            <p:cNvSpPr>
              <a:spLocks noChangeShapeType="1"/>
            </p:cNvSpPr>
            <p:nvPr/>
          </p:nvSpPr>
          <p:spPr bwMode="auto">
            <a:xfrm>
              <a:off x="3127" y="1833"/>
              <a:ext cx="816"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7738" name="AutoShape 74">
            <a:extLst>
              <a:ext uri="{FF2B5EF4-FFF2-40B4-BE49-F238E27FC236}">
                <a16:creationId xmlns:a16="http://schemas.microsoft.com/office/drawing/2014/main" id="{9A62E2E2-C59A-456C-B55C-1B5F7A0BC427}"/>
              </a:ext>
            </a:extLst>
          </p:cNvPr>
          <p:cNvSpPr>
            <a:spLocks/>
          </p:cNvSpPr>
          <p:nvPr/>
        </p:nvSpPr>
        <p:spPr bwMode="auto">
          <a:xfrm rot="5400000">
            <a:off x="3405188" y="2528888"/>
            <a:ext cx="152400" cy="152400"/>
          </a:xfrm>
          <a:prstGeom prst="leftBrace">
            <a:avLst>
              <a:gd name="adj1" fmla="val 8333"/>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739" name="Line 75">
            <a:extLst>
              <a:ext uri="{FF2B5EF4-FFF2-40B4-BE49-F238E27FC236}">
                <a16:creationId xmlns:a16="http://schemas.microsoft.com/office/drawing/2014/main" id="{6EB07AAF-8365-4AEC-9667-00B67C96F366}"/>
              </a:ext>
            </a:extLst>
          </p:cNvPr>
          <p:cNvSpPr>
            <a:spLocks noChangeShapeType="1"/>
          </p:cNvSpPr>
          <p:nvPr/>
        </p:nvSpPr>
        <p:spPr bwMode="auto">
          <a:xfrm flipV="1">
            <a:off x="3481388" y="1919288"/>
            <a:ext cx="0" cy="609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40" name="Text Box 76">
            <a:extLst>
              <a:ext uri="{FF2B5EF4-FFF2-40B4-BE49-F238E27FC236}">
                <a16:creationId xmlns:a16="http://schemas.microsoft.com/office/drawing/2014/main" id="{E3B35C47-7FA2-4576-A5FF-216963A6BC8D}"/>
              </a:ext>
            </a:extLst>
          </p:cNvPr>
          <p:cNvSpPr txBox="1">
            <a:spLocks noChangeArrowheads="1"/>
          </p:cNvSpPr>
          <p:nvPr/>
        </p:nvSpPr>
        <p:spPr bwMode="auto">
          <a:xfrm>
            <a:off x="3211513" y="1336675"/>
            <a:ext cx="4495800" cy="123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zh-CN" altLang="en-US" sz="2200" b="1">
                <a:effectLst>
                  <a:outerShdw blurRad="38100" dist="38100" dir="2700000" algn="tl">
                    <a:srgbClr val="C0C0C0"/>
                  </a:outerShdw>
                </a:effectLst>
                <a:latin typeface="黑体" panose="02010609060101010101" pitchFamily="49" charset="-122"/>
                <a:ea typeface="黑体" panose="02010609060101010101" pitchFamily="49" charset="-122"/>
              </a:rPr>
              <a:t>第一个索引项（省略了主鍵值）</a:t>
            </a:r>
          </a:p>
          <a:p>
            <a:pPr>
              <a:spcBef>
                <a:spcPct val="20000"/>
              </a:spcBef>
            </a:pPr>
            <a:r>
              <a:rPr lang="zh-CN" altLang="en-US" b="1">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200" b="1">
                <a:effectLst>
                  <a:outerShdw blurRad="38100" dist="38100" dir="2700000" algn="tl">
                    <a:srgbClr val="C0C0C0"/>
                  </a:outerShdw>
                </a:effectLst>
                <a:latin typeface="黑体" panose="02010609060101010101" pitchFamily="49" charset="-122"/>
                <a:ea typeface="黑体" panose="02010609060101010101" pitchFamily="49" charset="-122"/>
              </a:rPr>
              <a:t>第二个索引项</a:t>
            </a:r>
          </a:p>
          <a:p>
            <a:pPr>
              <a:spcBef>
                <a:spcPct val="20000"/>
              </a:spcBef>
            </a:pPr>
            <a:r>
              <a:rPr lang="zh-CN" altLang="en-US" b="1">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200" b="1">
                <a:effectLst>
                  <a:outerShdw blurRad="38100" dist="38100" dir="2700000" algn="tl">
                    <a:srgbClr val="C0C0C0"/>
                  </a:outerShdw>
                </a:effectLst>
                <a:latin typeface="黑体" panose="02010609060101010101" pitchFamily="49" charset="-122"/>
                <a:ea typeface="黑体" panose="02010609060101010101" pitchFamily="49" charset="-122"/>
              </a:rPr>
              <a:t>第三个索引项</a:t>
            </a:r>
          </a:p>
        </p:txBody>
      </p:sp>
      <p:sp>
        <p:nvSpPr>
          <p:cNvPr id="497741" name="AutoShape 77">
            <a:extLst>
              <a:ext uri="{FF2B5EF4-FFF2-40B4-BE49-F238E27FC236}">
                <a16:creationId xmlns:a16="http://schemas.microsoft.com/office/drawing/2014/main" id="{A847F7E3-05FC-4465-9305-AFFEF517D83A}"/>
              </a:ext>
            </a:extLst>
          </p:cNvPr>
          <p:cNvSpPr>
            <a:spLocks/>
          </p:cNvSpPr>
          <p:nvPr/>
        </p:nvSpPr>
        <p:spPr bwMode="auto">
          <a:xfrm rot="5366732">
            <a:off x="4011613" y="2414588"/>
            <a:ext cx="152400" cy="381000"/>
          </a:xfrm>
          <a:prstGeom prst="leftBrace">
            <a:avLst>
              <a:gd name="adj1" fmla="val 20833"/>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742" name="Line 78">
            <a:extLst>
              <a:ext uri="{FF2B5EF4-FFF2-40B4-BE49-F238E27FC236}">
                <a16:creationId xmlns:a16="http://schemas.microsoft.com/office/drawing/2014/main" id="{762478BA-14D3-4C2A-92ED-D29B774C3B30}"/>
              </a:ext>
            </a:extLst>
          </p:cNvPr>
          <p:cNvSpPr>
            <a:spLocks noChangeShapeType="1"/>
          </p:cNvSpPr>
          <p:nvPr/>
        </p:nvSpPr>
        <p:spPr bwMode="auto">
          <a:xfrm flipV="1">
            <a:off x="4125913" y="2147888"/>
            <a:ext cx="0"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743" name="AutoShape 79">
            <a:extLst>
              <a:ext uri="{FF2B5EF4-FFF2-40B4-BE49-F238E27FC236}">
                <a16:creationId xmlns:a16="http://schemas.microsoft.com/office/drawing/2014/main" id="{E8EBBA72-3433-4125-8589-96F1CC785288}"/>
              </a:ext>
            </a:extLst>
          </p:cNvPr>
          <p:cNvSpPr>
            <a:spLocks/>
          </p:cNvSpPr>
          <p:nvPr/>
        </p:nvSpPr>
        <p:spPr bwMode="auto">
          <a:xfrm rot="5366732">
            <a:off x="4657725" y="2376488"/>
            <a:ext cx="228600" cy="381000"/>
          </a:xfrm>
          <a:prstGeom prst="leftBrace">
            <a:avLst>
              <a:gd name="adj1" fmla="val 1388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7744" name="Text Box 80">
            <a:extLst>
              <a:ext uri="{FF2B5EF4-FFF2-40B4-BE49-F238E27FC236}">
                <a16:creationId xmlns:a16="http://schemas.microsoft.com/office/drawing/2014/main" id="{C632467F-B2CF-46B0-B737-C533A42D4D2F}"/>
              </a:ext>
            </a:extLst>
          </p:cNvPr>
          <p:cNvSpPr txBox="1">
            <a:spLocks noChangeArrowheads="1"/>
          </p:cNvSpPr>
          <p:nvPr/>
        </p:nvSpPr>
        <p:spPr bwMode="auto">
          <a:xfrm>
            <a:off x="2411413" y="5876925"/>
            <a:ext cx="495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t>图</a:t>
            </a:r>
            <a:r>
              <a:rPr lang="en-US" altLang="zh-CN" sz="2400" b="1"/>
              <a:t>3.24</a:t>
            </a:r>
            <a:r>
              <a:rPr lang="zh-CN" altLang="en-US" sz="2400" b="1"/>
              <a:t>　图</a:t>
            </a:r>
            <a:r>
              <a:rPr lang="en-US" altLang="zh-CN" sz="2400" b="1"/>
              <a:t>3.23</a:t>
            </a:r>
            <a:r>
              <a:rPr lang="zh-CN" altLang="en-US" sz="2400" b="1"/>
              <a:t>中多级索引的</a:t>
            </a:r>
            <a:r>
              <a:rPr lang="en-US" altLang="zh-CN" sz="2400" b="1"/>
              <a:t>B- </a:t>
            </a:r>
            <a:r>
              <a:rPr lang="zh-CN" altLang="en-US" sz="2400" b="1"/>
              <a:t>树</a:t>
            </a:r>
          </a:p>
        </p:txBody>
      </p:sp>
      <p:sp>
        <p:nvSpPr>
          <p:cNvPr id="497745" name="Text Box 81">
            <a:extLst>
              <a:ext uri="{FF2B5EF4-FFF2-40B4-BE49-F238E27FC236}">
                <a16:creationId xmlns:a16="http://schemas.microsoft.com/office/drawing/2014/main" id="{CF0821B9-505B-4CC1-A2C9-FCCBF9FE425F}"/>
              </a:ext>
            </a:extLst>
          </p:cNvPr>
          <p:cNvSpPr txBox="1">
            <a:spLocks noChangeArrowheads="1"/>
          </p:cNvSpPr>
          <p:nvPr/>
        </p:nvSpPr>
        <p:spPr bwMode="auto">
          <a:xfrm>
            <a:off x="239713" y="1081088"/>
            <a:ext cx="342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zh-CN" altLang="en-US" sz="2400" b="1">
                <a:solidFill>
                  <a:srgbClr val="800000"/>
                </a:solidFill>
                <a:ea typeface="黑体" panose="02010609060101010101" pitchFamily="49" charset="-122"/>
              </a:rPr>
              <a:t>多级索引的</a:t>
            </a:r>
            <a:r>
              <a:rPr lang="en-US" altLang="zh-CN" sz="2400" b="1">
                <a:solidFill>
                  <a:srgbClr val="800000"/>
                </a:solidFill>
                <a:ea typeface="黑体" panose="02010609060101010101" pitchFamily="49" charset="-122"/>
              </a:rPr>
              <a:t>B-</a:t>
            </a:r>
            <a:r>
              <a:rPr lang="zh-CN" altLang="en-US" sz="2400" b="1">
                <a:solidFill>
                  <a:srgbClr val="800000"/>
                </a:solidFill>
                <a:ea typeface="黑体" panose="02010609060101010101" pitchFamily="49" charset="-122"/>
              </a:rPr>
              <a:t>树示例：</a:t>
            </a:r>
          </a:p>
        </p:txBody>
      </p:sp>
      <p:sp>
        <p:nvSpPr>
          <p:cNvPr id="497747" name="Rectangle 83">
            <a:extLst>
              <a:ext uri="{FF2B5EF4-FFF2-40B4-BE49-F238E27FC236}">
                <a16:creationId xmlns:a16="http://schemas.microsoft.com/office/drawing/2014/main" id="{30DFD49E-87F3-4E60-A3FD-2CEC3392CE53}"/>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3" name="Rectangle 5">
            <a:extLst>
              <a:ext uri="{FF2B5EF4-FFF2-40B4-BE49-F238E27FC236}">
                <a16:creationId xmlns:a16="http://schemas.microsoft.com/office/drawing/2014/main" id="{E12AFD81-55A1-4C5B-A6F3-8C58BE7E18D3}"/>
              </a:ext>
            </a:extLst>
          </p:cNvPr>
          <p:cNvSpPr>
            <a:spLocks noChangeArrowheads="1"/>
          </p:cNvSpPr>
          <p:nvPr/>
        </p:nvSpPr>
        <p:spPr bwMode="auto">
          <a:xfrm>
            <a:off x="468313" y="1196975"/>
            <a:ext cx="8207375"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4</a:t>
            </a:r>
            <a:r>
              <a:rPr lang="zh-CN" altLang="en-US" sz="3000">
                <a:solidFill>
                  <a:srgbClr val="660033"/>
                </a:solidFill>
                <a:ea typeface="华文新魏" panose="02010800040101010101" pitchFamily="2" charset="-122"/>
              </a:rPr>
              <a:t>、树形索引</a:t>
            </a:r>
            <a:r>
              <a:rPr lang="en-US" altLang="zh-CN" sz="3000">
                <a:solidFill>
                  <a:srgbClr val="660033"/>
                </a:solidFill>
                <a:ea typeface="华文新魏" panose="02010800040101010101" pitchFamily="2" charset="-122"/>
              </a:rPr>
              <a:t>2</a:t>
            </a:r>
            <a:r>
              <a:rPr lang="zh-CN" altLang="en-US" sz="3000">
                <a:solidFill>
                  <a:srgbClr val="660033"/>
                </a:solidFill>
                <a:ea typeface="华文新魏" panose="02010800040101010101" pitchFamily="2" charset="-122"/>
              </a:rPr>
              <a:t> </a:t>
            </a:r>
            <a:r>
              <a:rPr lang="en-US" altLang="zh-CN" sz="3000">
                <a:latin typeface="Arial" panose="020B0604020202020204" pitchFamily="34" charset="0"/>
                <a:ea typeface="华文新魏" panose="02010800040101010101" pitchFamily="2" charset="-122"/>
              </a:rPr>
              <a:t>——</a:t>
            </a:r>
            <a:r>
              <a:rPr lang="en-US" altLang="zh-CN" sz="3000">
                <a:solidFill>
                  <a:srgbClr val="006666"/>
                </a:solidFill>
                <a:ea typeface="华文新魏" panose="02010800040101010101" pitchFamily="2" charset="-122"/>
              </a:rPr>
              <a:t>B</a:t>
            </a:r>
            <a:r>
              <a:rPr lang="en-US" altLang="zh-CN" sz="3000" baseline="30000">
                <a:solidFill>
                  <a:srgbClr val="006666"/>
                </a:solidFill>
                <a:ea typeface="华文新魏" panose="02010800040101010101" pitchFamily="2" charset="-122"/>
              </a:rPr>
              <a:t>+</a:t>
            </a:r>
            <a:r>
              <a:rPr lang="zh-CN" altLang="en-US" sz="3000">
                <a:solidFill>
                  <a:srgbClr val="006666"/>
                </a:solidFill>
                <a:ea typeface="华文新魏" panose="02010800040101010101" pitchFamily="2" charset="-122"/>
              </a:rPr>
              <a:t>树</a:t>
            </a:r>
          </a:p>
          <a:p>
            <a:pPr algn="just">
              <a:lnSpc>
                <a:spcPct val="150000"/>
              </a:lnSpc>
              <a:buClrTx/>
              <a:buSzTx/>
              <a:buFontTx/>
              <a:buNone/>
            </a:pPr>
            <a:r>
              <a:rPr lang="zh-CN" altLang="en-US" b="0">
                <a:solidFill>
                  <a:srgbClr val="660066"/>
                </a:solidFill>
                <a:effectLst/>
                <a:latin typeface="黑体" panose="02010609060101010101" pitchFamily="49" charset="-122"/>
                <a:ea typeface="黑体" panose="02010609060101010101" pitchFamily="49" charset="-122"/>
              </a:rPr>
              <a:t>      </a:t>
            </a:r>
            <a:r>
              <a:rPr lang="en-US" altLang="zh-CN" b="0">
                <a:solidFill>
                  <a:srgbClr val="660066"/>
                </a:solidFill>
                <a:effectLst/>
                <a:latin typeface="黑体" panose="02010609060101010101" pitchFamily="49" charset="-122"/>
                <a:ea typeface="黑体" panose="02010609060101010101" pitchFamily="49" charset="-122"/>
              </a:rPr>
              <a:t>B</a:t>
            </a:r>
            <a:r>
              <a:rPr lang="en-US" altLang="zh-CN" b="0" baseline="30000">
                <a:solidFill>
                  <a:srgbClr val="660066"/>
                </a:solidFill>
                <a:effectLst/>
                <a:latin typeface="黑体" panose="02010609060101010101" pitchFamily="49" charset="-122"/>
                <a:ea typeface="黑体" panose="02010609060101010101" pitchFamily="49" charset="-122"/>
              </a:rPr>
              <a:t>+</a:t>
            </a:r>
            <a:r>
              <a:rPr lang="zh-CN" altLang="en-US" b="0">
                <a:solidFill>
                  <a:srgbClr val="660066"/>
                </a:solidFill>
                <a:effectLst/>
                <a:latin typeface="黑体" panose="02010609060101010101" pitchFamily="49" charset="-122"/>
                <a:ea typeface="黑体" panose="02010609060101010101" pitchFamily="49" charset="-122"/>
              </a:rPr>
              <a:t>树的概念：</a:t>
            </a:r>
            <a:endParaRPr lang="zh-CN" altLang="en-US"/>
          </a:p>
          <a:p>
            <a:pPr>
              <a:lnSpc>
                <a:spcPct val="150000"/>
              </a:lnSpc>
            </a:pPr>
            <a:r>
              <a:rPr lang="zh-CN" altLang="en-US"/>
              <a:t>          </a:t>
            </a:r>
            <a:r>
              <a:rPr lang="en-US" altLang="zh-CN"/>
              <a:t>B</a:t>
            </a:r>
            <a:r>
              <a:rPr lang="en-US" altLang="zh-CN" baseline="30000"/>
              <a:t>+</a:t>
            </a:r>
            <a:r>
              <a:rPr lang="zh-CN" altLang="en-US"/>
              <a:t>是一种同时实现随机查询和顺序查询两种检索方式的树模型。 </a:t>
            </a:r>
          </a:p>
          <a:p>
            <a:r>
              <a:rPr lang="zh-CN" altLang="en-US"/>
              <a:t>          </a:t>
            </a:r>
          </a:p>
        </p:txBody>
      </p:sp>
      <p:sp>
        <p:nvSpPr>
          <p:cNvPr id="498908" name="Rectangle 220">
            <a:extLst>
              <a:ext uri="{FF2B5EF4-FFF2-40B4-BE49-F238E27FC236}">
                <a16:creationId xmlns:a16="http://schemas.microsoft.com/office/drawing/2014/main" id="{082B2EB8-2F0E-4988-BCCC-3CC4A4D5464D}"/>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8693">
                                            <p:txEl>
                                              <p:pRg st="0" end="0"/>
                                            </p:txEl>
                                          </p:spTgt>
                                        </p:tgtEl>
                                        <p:attrNameLst>
                                          <p:attrName>style.visibility</p:attrName>
                                        </p:attrNameLst>
                                      </p:cBhvr>
                                      <p:to>
                                        <p:strVal val="visible"/>
                                      </p:to>
                                    </p:set>
                                    <p:animEffect transition="in" filter="wipe(left)">
                                      <p:cBhvr>
                                        <p:cTn id="7" dur="500"/>
                                        <p:tgtEl>
                                          <p:spTgt spid="498693">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498693">
                                            <p:txEl>
                                              <p:pRg st="1" end="1"/>
                                            </p:txEl>
                                          </p:spTgt>
                                        </p:tgtEl>
                                        <p:attrNameLst>
                                          <p:attrName>style.visibility</p:attrName>
                                        </p:attrNameLst>
                                      </p:cBhvr>
                                      <p:to>
                                        <p:strVal val="visible"/>
                                      </p:to>
                                    </p:set>
                                    <p:animEffect transition="in" filter="wipe(up)">
                                      <p:cBhvr>
                                        <p:cTn id="11" dur="1000"/>
                                        <p:tgtEl>
                                          <p:spTgt spid="498693">
                                            <p:txEl>
                                              <p:pRg st="1" end="1"/>
                                            </p:txEl>
                                          </p:spTgt>
                                        </p:tgtEl>
                                      </p:cBhvr>
                                    </p:animEffect>
                                  </p:childTnLst>
                                </p:cTn>
                              </p:par>
                            </p:childTnLst>
                          </p:cTn>
                        </p:par>
                        <p:par>
                          <p:cTn id="12" fill="hold" nodeType="afterGroup">
                            <p:stCondLst>
                              <p:cond delay="1500"/>
                            </p:stCondLst>
                            <p:childTnLst>
                              <p:par>
                                <p:cTn id="13" presetID="22" presetClass="entr" presetSubtype="1" fill="hold" nodeType="afterEffect">
                                  <p:stCondLst>
                                    <p:cond delay="0"/>
                                  </p:stCondLst>
                                  <p:childTnLst>
                                    <p:set>
                                      <p:cBhvr>
                                        <p:cTn id="14" dur="1" fill="hold">
                                          <p:stCondLst>
                                            <p:cond delay="0"/>
                                          </p:stCondLst>
                                        </p:cTn>
                                        <p:tgtEl>
                                          <p:spTgt spid="498693">
                                            <p:txEl>
                                              <p:pRg st="2" end="2"/>
                                            </p:txEl>
                                          </p:spTgt>
                                        </p:tgtEl>
                                        <p:attrNameLst>
                                          <p:attrName>style.visibility</p:attrName>
                                        </p:attrNameLst>
                                      </p:cBhvr>
                                      <p:to>
                                        <p:strVal val="visible"/>
                                      </p:to>
                                    </p:set>
                                    <p:animEffect transition="in" filter="wipe(up)">
                                      <p:cBhvr>
                                        <p:cTn id="15" dur="1000"/>
                                        <p:tgtEl>
                                          <p:spTgt spid="49869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5" name="Rectangle 5">
            <a:extLst>
              <a:ext uri="{FF2B5EF4-FFF2-40B4-BE49-F238E27FC236}">
                <a16:creationId xmlns:a16="http://schemas.microsoft.com/office/drawing/2014/main" id="{178B5BC1-562C-4D02-9A3B-6E3E9B2C86FB}"/>
              </a:ext>
            </a:extLst>
          </p:cNvPr>
          <p:cNvSpPr>
            <a:spLocks noChangeArrowheads="1"/>
          </p:cNvSpPr>
          <p:nvPr/>
        </p:nvSpPr>
        <p:spPr bwMode="auto">
          <a:xfrm>
            <a:off x="468313" y="4005263"/>
            <a:ext cx="8207375"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a:t>           分析上图的</a:t>
            </a:r>
            <a:r>
              <a:rPr lang="en-US" altLang="zh-CN"/>
              <a:t>B-</a:t>
            </a:r>
            <a:r>
              <a:rPr lang="zh-CN" altLang="en-US"/>
              <a:t>树可知，出现在</a:t>
            </a:r>
            <a:r>
              <a:rPr lang="en-US" altLang="zh-CN"/>
              <a:t>B-</a:t>
            </a:r>
            <a:r>
              <a:rPr lang="zh-CN" altLang="en-US"/>
              <a:t>树中除叶结点以外的其它结点上的主键值不再出现在叶结点中，这样显然无法实现依据叶节点顺序的</a:t>
            </a:r>
            <a:r>
              <a:rPr lang="zh-CN" altLang="en-US">
                <a:solidFill>
                  <a:srgbClr val="CC0000"/>
                </a:solidFill>
              </a:rPr>
              <a:t>顺序查询</a:t>
            </a:r>
            <a:r>
              <a:rPr lang="zh-CN" altLang="en-US"/>
              <a:t>。</a:t>
            </a:r>
          </a:p>
        </p:txBody>
      </p:sp>
      <p:grpSp>
        <p:nvGrpSpPr>
          <p:cNvPr id="563206" name="Group 6">
            <a:extLst>
              <a:ext uri="{FF2B5EF4-FFF2-40B4-BE49-F238E27FC236}">
                <a16:creationId xmlns:a16="http://schemas.microsoft.com/office/drawing/2014/main" id="{6D408DE1-7225-43F9-9EFF-1879C593381A}"/>
              </a:ext>
            </a:extLst>
          </p:cNvPr>
          <p:cNvGrpSpPr>
            <a:grpSpLocks/>
          </p:cNvGrpSpPr>
          <p:nvPr/>
        </p:nvGrpSpPr>
        <p:grpSpPr bwMode="auto">
          <a:xfrm>
            <a:off x="465138" y="981075"/>
            <a:ext cx="8283575" cy="2914650"/>
            <a:chOff x="247" y="1098"/>
            <a:chExt cx="5218" cy="1836"/>
          </a:xfrm>
        </p:grpSpPr>
        <p:sp>
          <p:nvSpPr>
            <p:cNvPr id="563207" name="Rectangle 7">
              <a:extLst>
                <a:ext uri="{FF2B5EF4-FFF2-40B4-BE49-F238E27FC236}">
                  <a16:creationId xmlns:a16="http://schemas.microsoft.com/office/drawing/2014/main" id="{E4CEC426-F5E9-4A1D-B4F0-C0449977DA17}"/>
                </a:ext>
              </a:extLst>
            </p:cNvPr>
            <p:cNvSpPr>
              <a:spLocks noChangeArrowheads="1"/>
            </p:cNvSpPr>
            <p:nvPr/>
          </p:nvSpPr>
          <p:spPr bwMode="auto">
            <a:xfrm>
              <a:off x="249" y="1098"/>
              <a:ext cx="5216" cy="1836"/>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63208" name="Group 8">
              <a:extLst>
                <a:ext uri="{FF2B5EF4-FFF2-40B4-BE49-F238E27FC236}">
                  <a16:creationId xmlns:a16="http://schemas.microsoft.com/office/drawing/2014/main" id="{F424ADCB-D822-465A-A284-6A4C49E23CC4}"/>
                </a:ext>
              </a:extLst>
            </p:cNvPr>
            <p:cNvGrpSpPr>
              <a:grpSpLocks/>
            </p:cNvGrpSpPr>
            <p:nvPr/>
          </p:nvGrpSpPr>
          <p:grpSpPr bwMode="auto">
            <a:xfrm>
              <a:off x="247" y="1107"/>
              <a:ext cx="5218" cy="1824"/>
              <a:chOff x="247" y="1689"/>
              <a:chExt cx="5297" cy="1824"/>
            </a:xfrm>
          </p:grpSpPr>
          <p:grpSp>
            <p:nvGrpSpPr>
              <p:cNvPr id="563209" name="Group 9">
                <a:extLst>
                  <a:ext uri="{FF2B5EF4-FFF2-40B4-BE49-F238E27FC236}">
                    <a16:creationId xmlns:a16="http://schemas.microsoft.com/office/drawing/2014/main" id="{D9D75BC6-1402-4FC7-A161-117E6A7EF06D}"/>
                  </a:ext>
                </a:extLst>
              </p:cNvPr>
              <p:cNvGrpSpPr>
                <a:grpSpLocks/>
              </p:cNvGrpSpPr>
              <p:nvPr/>
            </p:nvGrpSpPr>
            <p:grpSpPr bwMode="auto">
              <a:xfrm>
                <a:off x="823" y="2457"/>
                <a:ext cx="1169" cy="192"/>
                <a:chOff x="1056" y="2112"/>
                <a:chExt cx="1073" cy="192"/>
              </a:xfrm>
            </p:grpSpPr>
            <p:sp>
              <p:nvSpPr>
                <p:cNvPr id="563210" name="Rectangle 10">
                  <a:extLst>
                    <a:ext uri="{FF2B5EF4-FFF2-40B4-BE49-F238E27FC236}">
                      <a16:creationId xmlns:a16="http://schemas.microsoft.com/office/drawing/2014/main" id="{8E6EB388-9D76-4D7B-AFDC-B2E9E4EE894B}"/>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9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600">
                    <a:cs typeface="Arial" panose="020B0604020202020204" pitchFamily="34" charset="0"/>
                  </a:endParaRPr>
                </a:p>
              </p:txBody>
            </p:sp>
            <p:sp>
              <p:nvSpPr>
                <p:cNvPr id="563211" name="Line 11">
                  <a:extLst>
                    <a:ext uri="{FF2B5EF4-FFF2-40B4-BE49-F238E27FC236}">
                      <a16:creationId xmlns:a16="http://schemas.microsoft.com/office/drawing/2014/main" id="{9FDA15B5-FF0F-48C1-8721-0405AC5DBA4C}"/>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12" name="Line 12">
                  <a:extLst>
                    <a:ext uri="{FF2B5EF4-FFF2-40B4-BE49-F238E27FC236}">
                      <a16:creationId xmlns:a16="http://schemas.microsoft.com/office/drawing/2014/main" id="{77AD32EC-9527-4BC1-BAFC-2B6B3EE4E8DB}"/>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13" name="Line 13">
                  <a:extLst>
                    <a:ext uri="{FF2B5EF4-FFF2-40B4-BE49-F238E27FC236}">
                      <a16:creationId xmlns:a16="http://schemas.microsoft.com/office/drawing/2014/main" id="{16794016-CAF3-49C9-A303-A309C0D84B65}"/>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14" name="Line 14">
                  <a:extLst>
                    <a:ext uri="{FF2B5EF4-FFF2-40B4-BE49-F238E27FC236}">
                      <a16:creationId xmlns:a16="http://schemas.microsoft.com/office/drawing/2014/main" id="{880AB481-3687-436A-9638-EF6C8E599600}"/>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63215" name="Group 15">
                <a:extLst>
                  <a:ext uri="{FF2B5EF4-FFF2-40B4-BE49-F238E27FC236}">
                    <a16:creationId xmlns:a16="http://schemas.microsoft.com/office/drawing/2014/main" id="{1BD91660-C1E2-4058-9C21-EE922032A9AC}"/>
                  </a:ext>
                </a:extLst>
              </p:cNvPr>
              <p:cNvGrpSpPr>
                <a:grpSpLocks/>
              </p:cNvGrpSpPr>
              <p:nvPr/>
            </p:nvGrpSpPr>
            <p:grpSpPr bwMode="auto">
              <a:xfrm>
                <a:off x="2263" y="2457"/>
                <a:ext cx="1169" cy="192"/>
                <a:chOff x="1056" y="2112"/>
                <a:chExt cx="1073" cy="192"/>
              </a:xfrm>
            </p:grpSpPr>
            <p:sp>
              <p:nvSpPr>
                <p:cNvPr id="563216" name="Rectangle 16">
                  <a:extLst>
                    <a:ext uri="{FF2B5EF4-FFF2-40B4-BE49-F238E27FC236}">
                      <a16:creationId xmlns:a16="http://schemas.microsoft.com/office/drawing/2014/main" id="{8D6A554D-D3E6-492E-BEA9-9E99F92715AA}"/>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60  °  </a:t>
                  </a:r>
                  <a:r>
                    <a:rPr lang="en-US" altLang="zh-CN" sz="1700" b="1"/>
                    <a:t>99</a:t>
                  </a:r>
                  <a:r>
                    <a:rPr lang="zh-CN" altLang="en-US" sz="1700" b="1"/>
                    <a:t>　</a:t>
                  </a:r>
                  <a:r>
                    <a:rPr lang="en-US" altLang="zh-CN" sz="17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63217" name="Line 17">
                  <a:extLst>
                    <a:ext uri="{FF2B5EF4-FFF2-40B4-BE49-F238E27FC236}">
                      <a16:creationId xmlns:a16="http://schemas.microsoft.com/office/drawing/2014/main" id="{FEF5378B-D7D1-4218-A066-BC4C0970F671}"/>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18" name="Line 18">
                  <a:extLst>
                    <a:ext uri="{FF2B5EF4-FFF2-40B4-BE49-F238E27FC236}">
                      <a16:creationId xmlns:a16="http://schemas.microsoft.com/office/drawing/2014/main" id="{7A8AC937-4CC2-4FC1-9A52-A3907688CBAB}"/>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19" name="Line 19">
                  <a:extLst>
                    <a:ext uri="{FF2B5EF4-FFF2-40B4-BE49-F238E27FC236}">
                      <a16:creationId xmlns:a16="http://schemas.microsoft.com/office/drawing/2014/main" id="{82DC9E6D-E808-43A6-A74A-DFF45063B24C}"/>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20" name="Line 20">
                  <a:extLst>
                    <a:ext uri="{FF2B5EF4-FFF2-40B4-BE49-F238E27FC236}">
                      <a16:creationId xmlns:a16="http://schemas.microsoft.com/office/drawing/2014/main" id="{88620B74-B948-4C8D-BB3C-8A3BD01D2B7C}"/>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63221" name="Group 21">
                <a:extLst>
                  <a:ext uri="{FF2B5EF4-FFF2-40B4-BE49-F238E27FC236}">
                    <a16:creationId xmlns:a16="http://schemas.microsoft.com/office/drawing/2014/main" id="{F037E429-E2E3-428B-92B1-35A8679D462E}"/>
                  </a:ext>
                </a:extLst>
              </p:cNvPr>
              <p:cNvGrpSpPr>
                <a:grpSpLocks/>
              </p:cNvGrpSpPr>
              <p:nvPr/>
            </p:nvGrpSpPr>
            <p:grpSpPr bwMode="auto">
              <a:xfrm>
                <a:off x="3751" y="2457"/>
                <a:ext cx="1248" cy="192"/>
                <a:chOff x="1056" y="2112"/>
                <a:chExt cx="1073" cy="192"/>
              </a:xfrm>
            </p:grpSpPr>
            <p:sp>
              <p:nvSpPr>
                <p:cNvPr id="563222" name="Rectangle 22">
                  <a:extLst>
                    <a:ext uri="{FF2B5EF4-FFF2-40B4-BE49-F238E27FC236}">
                      <a16:creationId xmlns:a16="http://schemas.microsoft.com/office/drawing/2014/main" id="{11C49399-79DF-4E25-A586-94644276EDB6}"/>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180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700">
                    <a:cs typeface="Arial" panose="020B0604020202020204" pitchFamily="34" charset="0"/>
                  </a:endParaRPr>
                </a:p>
              </p:txBody>
            </p:sp>
            <p:sp>
              <p:nvSpPr>
                <p:cNvPr id="563223" name="Line 23">
                  <a:extLst>
                    <a:ext uri="{FF2B5EF4-FFF2-40B4-BE49-F238E27FC236}">
                      <a16:creationId xmlns:a16="http://schemas.microsoft.com/office/drawing/2014/main" id="{6017AAB2-24C1-46EB-9068-B3EA3A551CE5}"/>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24" name="Line 24">
                  <a:extLst>
                    <a:ext uri="{FF2B5EF4-FFF2-40B4-BE49-F238E27FC236}">
                      <a16:creationId xmlns:a16="http://schemas.microsoft.com/office/drawing/2014/main" id="{ED1AE677-C60A-4606-A1D9-48EE5C85C004}"/>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25" name="Line 25">
                  <a:extLst>
                    <a:ext uri="{FF2B5EF4-FFF2-40B4-BE49-F238E27FC236}">
                      <a16:creationId xmlns:a16="http://schemas.microsoft.com/office/drawing/2014/main" id="{351823A5-A49E-4926-BD74-22807183A0A7}"/>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26" name="Line 26">
                  <a:extLst>
                    <a:ext uri="{FF2B5EF4-FFF2-40B4-BE49-F238E27FC236}">
                      <a16:creationId xmlns:a16="http://schemas.microsoft.com/office/drawing/2014/main" id="{B84237D6-4897-4A64-A9F8-822A2949A22A}"/>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63227" name="Group 27">
                <a:extLst>
                  <a:ext uri="{FF2B5EF4-FFF2-40B4-BE49-F238E27FC236}">
                    <a16:creationId xmlns:a16="http://schemas.microsoft.com/office/drawing/2014/main" id="{BF98398B-CA5C-4207-AB79-C54964983FE0}"/>
                  </a:ext>
                </a:extLst>
              </p:cNvPr>
              <p:cNvGrpSpPr>
                <a:grpSpLocks/>
              </p:cNvGrpSpPr>
              <p:nvPr/>
            </p:nvGrpSpPr>
            <p:grpSpPr bwMode="auto">
              <a:xfrm>
                <a:off x="247" y="3321"/>
                <a:ext cx="641" cy="192"/>
                <a:chOff x="1056" y="2976"/>
                <a:chExt cx="641" cy="192"/>
              </a:xfrm>
            </p:grpSpPr>
            <p:sp>
              <p:nvSpPr>
                <p:cNvPr id="563228" name="Rectangle 28">
                  <a:extLst>
                    <a:ext uri="{FF2B5EF4-FFF2-40B4-BE49-F238E27FC236}">
                      <a16:creationId xmlns:a16="http://schemas.microsoft.com/office/drawing/2014/main" id="{84C6A26A-A93A-487C-8F60-62E4B4D903D3}"/>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2    5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63229" name="Line 29">
                  <a:extLst>
                    <a:ext uri="{FF2B5EF4-FFF2-40B4-BE49-F238E27FC236}">
                      <a16:creationId xmlns:a16="http://schemas.microsoft.com/office/drawing/2014/main" id="{28B55E6B-3F22-4492-A588-CC42589C3E56}"/>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30" name="Line 30">
                  <a:extLst>
                    <a:ext uri="{FF2B5EF4-FFF2-40B4-BE49-F238E27FC236}">
                      <a16:creationId xmlns:a16="http://schemas.microsoft.com/office/drawing/2014/main" id="{F292C4C5-245F-4049-BC6E-9F60D96264C8}"/>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31" name="Line 31">
                  <a:extLst>
                    <a:ext uri="{FF2B5EF4-FFF2-40B4-BE49-F238E27FC236}">
                      <a16:creationId xmlns:a16="http://schemas.microsoft.com/office/drawing/2014/main" id="{D419E2FE-A1EB-4003-9535-07423755FA35}"/>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63232" name="Group 32">
                <a:extLst>
                  <a:ext uri="{FF2B5EF4-FFF2-40B4-BE49-F238E27FC236}">
                    <a16:creationId xmlns:a16="http://schemas.microsoft.com/office/drawing/2014/main" id="{CA9EBFB1-AC05-4F2C-B4C1-1E6EA28820DB}"/>
                  </a:ext>
                </a:extLst>
              </p:cNvPr>
              <p:cNvGrpSpPr>
                <a:grpSpLocks/>
              </p:cNvGrpSpPr>
              <p:nvPr/>
            </p:nvGrpSpPr>
            <p:grpSpPr bwMode="auto">
              <a:xfrm>
                <a:off x="1015" y="3321"/>
                <a:ext cx="641" cy="192"/>
                <a:chOff x="1056" y="2976"/>
                <a:chExt cx="641" cy="192"/>
              </a:xfrm>
            </p:grpSpPr>
            <p:sp>
              <p:nvSpPr>
                <p:cNvPr id="563233" name="Rectangle 33">
                  <a:extLst>
                    <a:ext uri="{FF2B5EF4-FFF2-40B4-BE49-F238E27FC236}">
                      <a16:creationId xmlns:a16="http://schemas.microsoft.com/office/drawing/2014/main" id="{2E05C03A-54DB-4EA6-8833-4682E1FAB6ED}"/>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15  </a:t>
                  </a:r>
                  <a:r>
                    <a:rPr lang="zh-CN" altLang="en-US" sz="1700" b="1"/>
                    <a:t>－</a:t>
                  </a:r>
                  <a:r>
                    <a:rPr lang="zh-CN" altLang="en-US" sz="1700" b="1">
                      <a:cs typeface="Arial" panose="020B0604020202020204" pitchFamily="34" charset="0"/>
                    </a:rPr>
                    <a:t>   </a:t>
                  </a:r>
                  <a:r>
                    <a:rPr lang="zh-CN" altLang="en-US" sz="17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63234" name="Line 34">
                  <a:extLst>
                    <a:ext uri="{FF2B5EF4-FFF2-40B4-BE49-F238E27FC236}">
                      <a16:creationId xmlns:a16="http://schemas.microsoft.com/office/drawing/2014/main" id="{739ACAB4-BB01-4B3F-9F35-E15F1CC0F78C}"/>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35" name="Line 35">
                  <a:extLst>
                    <a:ext uri="{FF2B5EF4-FFF2-40B4-BE49-F238E27FC236}">
                      <a16:creationId xmlns:a16="http://schemas.microsoft.com/office/drawing/2014/main" id="{41CF7B5F-33DC-42E6-A77D-036F192F5B01}"/>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36" name="Line 36">
                  <a:extLst>
                    <a:ext uri="{FF2B5EF4-FFF2-40B4-BE49-F238E27FC236}">
                      <a16:creationId xmlns:a16="http://schemas.microsoft.com/office/drawing/2014/main" id="{E08EFC6C-08F4-4476-A2D6-EC2489AC18E7}"/>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63237" name="Group 37">
                <a:extLst>
                  <a:ext uri="{FF2B5EF4-FFF2-40B4-BE49-F238E27FC236}">
                    <a16:creationId xmlns:a16="http://schemas.microsoft.com/office/drawing/2014/main" id="{DFF95468-C34C-43BF-9334-B0B1786F1B69}"/>
                  </a:ext>
                </a:extLst>
              </p:cNvPr>
              <p:cNvGrpSpPr>
                <a:grpSpLocks/>
              </p:cNvGrpSpPr>
              <p:nvPr/>
            </p:nvGrpSpPr>
            <p:grpSpPr bwMode="auto">
              <a:xfrm>
                <a:off x="1783" y="3321"/>
                <a:ext cx="641" cy="192"/>
                <a:chOff x="1056" y="2976"/>
                <a:chExt cx="641" cy="192"/>
              </a:xfrm>
            </p:grpSpPr>
            <p:sp>
              <p:nvSpPr>
                <p:cNvPr id="563238" name="Rectangle 38">
                  <a:extLst>
                    <a:ext uri="{FF2B5EF4-FFF2-40B4-BE49-F238E27FC236}">
                      <a16:creationId xmlns:a16="http://schemas.microsoft.com/office/drawing/2014/main" id="{C8FBA138-D0EF-44A4-8642-01D4BF88DCD7}"/>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39   48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63239" name="Line 39">
                  <a:extLst>
                    <a:ext uri="{FF2B5EF4-FFF2-40B4-BE49-F238E27FC236}">
                      <a16:creationId xmlns:a16="http://schemas.microsoft.com/office/drawing/2014/main" id="{2AB8D015-6237-4E68-A7BD-3DEC7FA85943}"/>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40" name="Line 40">
                  <a:extLst>
                    <a:ext uri="{FF2B5EF4-FFF2-40B4-BE49-F238E27FC236}">
                      <a16:creationId xmlns:a16="http://schemas.microsoft.com/office/drawing/2014/main" id="{E5A8802D-A0E5-4586-87D4-3904957A4149}"/>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41" name="Line 41">
                  <a:extLst>
                    <a:ext uri="{FF2B5EF4-FFF2-40B4-BE49-F238E27FC236}">
                      <a16:creationId xmlns:a16="http://schemas.microsoft.com/office/drawing/2014/main" id="{E03A43E1-3F3F-4C5F-A210-434424FB8AC1}"/>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63242" name="Group 42">
                <a:extLst>
                  <a:ext uri="{FF2B5EF4-FFF2-40B4-BE49-F238E27FC236}">
                    <a16:creationId xmlns:a16="http://schemas.microsoft.com/office/drawing/2014/main" id="{6478A4A2-14B2-4A9A-A3E7-9FAF3F2B3E8D}"/>
                  </a:ext>
                </a:extLst>
              </p:cNvPr>
              <p:cNvGrpSpPr>
                <a:grpSpLocks/>
              </p:cNvGrpSpPr>
              <p:nvPr/>
            </p:nvGrpSpPr>
            <p:grpSpPr bwMode="auto">
              <a:xfrm>
                <a:off x="2599" y="3321"/>
                <a:ext cx="641" cy="192"/>
                <a:chOff x="1056" y="2976"/>
                <a:chExt cx="641" cy="192"/>
              </a:xfrm>
            </p:grpSpPr>
            <p:sp>
              <p:nvSpPr>
                <p:cNvPr id="563243" name="Rectangle 43">
                  <a:extLst>
                    <a:ext uri="{FF2B5EF4-FFF2-40B4-BE49-F238E27FC236}">
                      <a16:creationId xmlns:a16="http://schemas.microsoft.com/office/drawing/2014/main" id="{A8B49479-09BD-4DA2-A3D5-FDC7DEDEE6AA}"/>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700">
                      <a:cs typeface="Arial" panose="020B0604020202020204" pitchFamily="34" charset="0"/>
                    </a:rPr>
                    <a:t> </a:t>
                  </a:r>
                  <a:r>
                    <a:rPr lang="en-US" altLang="zh-CN" sz="1700" b="1">
                      <a:cs typeface="Arial" panose="020B0604020202020204" pitchFamily="34" charset="0"/>
                    </a:rPr>
                    <a:t>85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63244" name="Line 44">
                  <a:extLst>
                    <a:ext uri="{FF2B5EF4-FFF2-40B4-BE49-F238E27FC236}">
                      <a16:creationId xmlns:a16="http://schemas.microsoft.com/office/drawing/2014/main" id="{F614F9C9-963F-4014-9542-5D52EFDC6967}"/>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45" name="Line 45">
                  <a:extLst>
                    <a:ext uri="{FF2B5EF4-FFF2-40B4-BE49-F238E27FC236}">
                      <a16:creationId xmlns:a16="http://schemas.microsoft.com/office/drawing/2014/main" id="{A5E50C68-E465-4A83-8ABC-E3477071A27B}"/>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46" name="Line 46">
                  <a:extLst>
                    <a:ext uri="{FF2B5EF4-FFF2-40B4-BE49-F238E27FC236}">
                      <a16:creationId xmlns:a16="http://schemas.microsoft.com/office/drawing/2014/main" id="{C1DE5093-466E-465D-97B2-FBE420A9BFFF}"/>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63247" name="Group 47">
                <a:extLst>
                  <a:ext uri="{FF2B5EF4-FFF2-40B4-BE49-F238E27FC236}">
                    <a16:creationId xmlns:a16="http://schemas.microsoft.com/office/drawing/2014/main" id="{CA593B2A-010D-4E92-B283-8C839D35F5B2}"/>
                  </a:ext>
                </a:extLst>
              </p:cNvPr>
              <p:cNvGrpSpPr>
                <a:grpSpLocks/>
              </p:cNvGrpSpPr>
              <p:nvPr/>
            </p:nvGrpSpPr>
            <p:grpSpPr bwMode="auto">
              <a:xfrm>
                <a:off x="3319" y="3321"/>
                <a:ext cx="720" cy="192"/>
                <a:chOff x="1056" y="2976"/>
                <a:chExt cx="641" cy="192"/>
              </a:xfrm>
            </p:grpSpPr>
            <p:sp>
              <p:nvSpPr>
                <p:cNvPr id="563248" name="Rectangle 48">
                  <a:extLst>
                    <a:ext uri="{FF2B5EF4-FFF2-40B4-BE49-F238E27FC236}">
                      <a16:creationId xmlns:a16="http://schemas.microsoft.com/office/drawing/2014/main" id="{27E8AE73-E5AC-4728-BF1A-FA71E258C781}"/>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120  </a:t>
                  </a:r>
                  <a:r>
                    <a:rPr lang="zh-CN" altLang="en-US" sz="1700" b="1"/>
                    <a:t>－ </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63249" name="Line 49">
                  <a:extLst>
                    <a:ext uri="{FF2B5EF4-FFF2-40B4-BE49-F238E27FC236}">
                      <a16:creationId xmlns:a16="http://schemas.microsoft.com/office/drawing/2014/main" id="{ABF5EC9C-2C7D-4E28-91FB-92BB35158ED9}"/>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50" name="Line 50">
                  <a:extLst>
                    <a:ext uri="{FF2B5EF4-FFF2-40B4-BE49-F238E27FC236}">
                      <a16:creationId xmlns:a16="http://schemas.microsoft.com/office/drawing/2014/main" id="{9ACA7F0B-FA6B-405D-883F-525AAC61A9C9}"/>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51" name="Line 51">
                  <a:extLst>
                    <a:ext uri="{FF2B5EF4-FFF2-40B4-BE49-F238E27FC236}">
                      <a16:creationId xmlns:a16="http://schemas.microsoft.com/office/drawing/2014/main" id="{3068E109-5EEC-492A-A5B8-47AFF9E30E38}"/>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63252" name="Group 52">
                <a:extLst>
                  <a:ext uri="{FF2B5EF4-FFF2-40B4-BE49-F238E27FC236}">
                    <a16:creationId xmlns:a16="http://schemas.microsoft.com/office/drawing/2014/main" id="{E26E9674-C831-42F8-8C43-0C49832B40E4}"/>
                  </a:ext>
                </a:extLst>
              </p:cNvPr>
              <p:cNvGrpSpPr>
                <a:grpSpLocks/>
              </p:cNvGrpSpPr>
              <p:nvPr/>
            </p:nvGrpSpPr>
            <p:grpSpPr bwMode="auto">
              <a:xfrm>
                <a:off x="4087" y="3321"/>
                <a:ext cx="672" cy="192"/>
                <a:chOff x="1056" y="2976"/>
                <a:chExt cx="641" cy="192"/>
              </a:xfrm>
            </p:grpSpPr>
            <p:sp>
              <p:nvSpPr>
                <p:cNvPr id="563253" name="Rectangle 53">
                  <a:extLst>
                    <a:ext uri="{FF2B5EF4-FFF2-40B4-BE49-F238E27FC236}">
                      <a16:creationId xmlns:a16="http://schemas.microsoft.com/office/drawing/2014/main" id="{2BA8F6FC-6A0E-4702-9E57-30BDC252B696}"/>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159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63254" name="Line 54">
                  <a:extLst>
                    <a:ext uri="{FF2B5EF4-FFF2-40B4-BE49-F238E27FC236}">
                      <a16:creationId xmlns:a16="http://schemas.microsoft.com/office/drawing/2014/main" id="{5DAC7363-512D-4401-A070-28DBD05F1284}"/>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55" name="Line 55">
                  <a:extLst>
                    <a:ext uri="{FF2B5EF4-FFF2-40B4-BE49-F238E27FC236}">
                      <a16:creationId xmlns:a16="http://schemas.microsoft.com/office/drawing/2014/main" id="{5CF71E4E-11BE-46A4-A925-CF7C8446BBFD}"/>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56" name="Line 56">
                  <a:extLst>
                    <a:ext uri="{FF2B5EF4-FFF2-40B4-BE49-F238E27FC236}">
                      <a16:creationId xmlns:a16="http://schemas.microsoft.com/office/drawing/2014/main" id="{54EE45AE-1D47-48A5-A37C-8D985FEE3E75}"/>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63257" name="Group 57">
                <a:extLst>
                  <a:ext uri="{FF2B5EF4-FFF2-40B4-BE49-F238E27FC236}">
                    <a16:creationId xmlns:a16="http://schemas.microsoft.com/office/drawing/2014/main" id="{0764C222-5E6E-4F31-A0FC-5D75B294F43C}"/>
                  </a:ext>
                </a:extLst>
              </p:cNvPr>
              <p:cNvGrpSpPr>
                <a:grpSpLocks/>
              </p:cNvGrpSpPr>
              <p:nvPr/>
            </p:nvGrpSpPr>
            <p:grpSpPr bwMode="auto">
              <a:xfrm>
                <a:off x="4807" y="3321"/>
                <a:ext cx="737" cy="192"/>
                <a:chOff x="1056" y="2976"/>
                <a:chExt cx="641" cy="192"/>
              </a:xfrm>
            </p:grpSpPr>
            <p:sp>
              <p:nvSpPr>
                <p:cNvPr id="563258" name="Rectangle 58">
                  <a:extLst>
                    <a:ext uri="{FF2B5EF4-FFF2-40B4-BE49-F238E27FC236}">
                      <a16:creationId xmlns:a16="http://schemas.microsoft.com/office/drawing/2014/main" id="{A060C6F4-83B8-41E5-8908-E8D43E536669}"/>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201 220 </a:t>
                  </a:r>
                  <a:r>
                    <a:rPr lang="zh-CN" altLang="en-US" sz="1700" b="1"/>
                    <a:t>－</a:t>
                  </a:r>
                  <a:endParaRPr lang="zh-CN" altLang="en-US" sz="1600">
                    <a:cs typeface="Arial" panose="020B0604020202020204" pitchFamily="34" charset="0"/>
                  </a:endParaRPr>
                </a:p>
              </p:txBody>
            </p:sp>
            <p:sp>
              <p:nvSpPr>
                <p:cNvPr id="563259" name="Line 59">
                  <a:extLst>
                    <a:ext uri="{FF2B5EF4-FFF2-40B4-BE49-F238E27FC236}">
                      <a16:creationId xmlns:a16="http://schemas.microsoft.com/office/drawing/2014/main" id="{6BF686FA-0F3A-422D-93A6-F4ADAE87520E}"/>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60" name="Line 60">
                  <a:extLst>
                    <a:ext uri="{FF2B5EF4-FFF2-40B4-BE49-F238E27FC236}">
                      <a16:creationId xmlns:a16="http://schemas.microsoft.com/office/drawing/2014/main" id="{2052FAC5-A87F-49CB-9CC9-89EF15137778}"/>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61" name="Line 61">
                  <a:extLst>
                    <a:ext uri="{FF2B5EF4-FFF2-40B4-BE49-F238E27FC236}">
                      <a16:creationId xmlns:a16="http://schemas.microsoft.com/office/drawing/2014/main" id="{4BFCA680-6B87-44F3-9839-BFF1C9531919}"/>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63262" name="Group 62">
                <a:extLst>
                  <a:ext uri="{FF2B5EF4-FFF2-40B4-BE49-F238E27FC236}">
                    <a16:creationId xmlns:a16="http://schemas.microsoft.com/office/drawing/2014/main" id="{1E14BFEE-D537-4B69-8C0A-B9A2143A09BB}"/>
                  </a:ext>
                </a:extLst>
              </p:cNvPr>
              <p:cNvGrpSpPr>
                <a:grpSpLocks/>
              </p:cNvGrpSpPr>
              <p:nvPr/>
            </p:nvGrpSpPr>
            <p:grpSpPr bwMode="auto">
              <a:xfrm>
                <a:off x="2071" y="1689"/>
                <a:ext cx="1169" cy="192"/>
                <a:chOff x="1056" y="2112"/>
                <a:chExt cx="1073" cy="192"/>
              </a:xfrm>
            </p:grpSpPr>
            <p:sp>
              <p:nvSpPr>
                <p:cNvPr id="563263" name="Rectangle 63">
                  <a:extLst>
                    <a:ext uri="{FF2B5EF4-FFF2-40B4-BE49-F238E27FC236}">
                      <a16:creationId xmlns:a16="http://schemas.microsoft.com/office/drawing/2014/main" id="{7C446D0C-71B0-439C-8433-6CAAE21DF352}"/>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en-US" altLang="zh-CN" sz="1700" b="1">
                      <a:cs typeface="Arial" panose="020B0604020202020204" pitchFamily="34" charset="0"/>
                    </a:rPr>
                    <a:t>°  26   ° </a:t>
                  </a:r>
                  <a:r>
                    <a:rPr lang="en-US" altLang="zh-CN" sz="1700" b="1"/>
                    <a:t>140</a:t>
                  </a:r>
                  <a:r>
                    <a:rPr lang="en-US" altLang="zh-CN" sz="1400" b="1"/>
                    <a:t>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63264" name="Line 64">
                  <a:extLst>
                    <a:ext uri="{FF2B5EF4-FFF2-40B4-BE49-F238E27FC236}">
                      <a16:creationId xmlns:a16="http://schemas.microsoft.com/office/drawing/2014/main" id="{40F9BECD-876D-4322-A116-E97EF49E2160}"/>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65" name="Line 65">
                  <a:extLst>
                    <a:ext uri="{FF2B5EF4-FFF2-40B4-BE49-F238E27FC236}">
                      <a16:creationId xmlns:a16="http://schemas.microsoft.com/office/drawing/2014/main" id="{4C46B8B2-FCFF-43F9-81E1-9D6D8EB237E2}"/>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66" name="Line 66">
                  <a:extLst>
                    <a:ext uri="{FF2B5EF4-FFF2-40B4-BE49-F238E27FC236}">
                      <a16:creationId xmlns:a16="http://schemas.microsoft.com/office/drawing/2014/main" id="{C3B218F7-3197-4628-A994-BC0A901E453A}"/>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67" name="Line 67">
                  <a:extLst>
                    <a:ext uri="{FF2B5EF4-FFF2-40B4-BE49-F238E27FC236}">
                      <a16:creationId xmlns:a16="http://schemas.microsoft.com/office/drawing/2014/main" id="{5733FA61-BFF2-41E7-8EF6-641F8A47BDB7}"/>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63268" name="Line 68">
                <a:extLst>
                  <a:ext uri="{FF2B5EF4-FFF2-40B4-BE49-F238E27FC236}">
                    <a16:creationId xmlns:a16="http://schemas.microsoft.com/office/drawing/2014/main" id="{7AD526E0-7D0D-4A13-89AD-DBC8CD6273AE}"/>
                  </a:ext>
                </a:extLst>
              </p:cNvPr>
              <p:cNvSpPr>
                <a:spLocks noChangeShapeType="1"/>
              </p:cNvSpPr>
              <p:nvPr/>
            </p:nvSpPr>
            <p:spPr bwMode="auto">
              <a:xfrm flipH="1">
                <a:off x="1015" y="1785"/>
                <a:ext cx="1200" cy="672"/>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69" name="Line 69">
                <a:extLst>
                  <a:ext uri="{FF2B5EF4-FFF2-40B4-BE49-F238E27FC236}">
                    <a16:creationId xmlns:a16="http://schemas.microsoft.com/office/drawing/2014/main" id="{664E08FB-FE1E-46CE-AF3F-116152404827}"/>
                  </a:ext>
                </a:extLst>
              </p:cNvPr>
              <p:cNvSpPr>
                <a:spLocks noChangeShapeType="1"/>
              </p:cNvSpPr>
              <p:nvPr/>
            </p:nvSpPr>
            <p:spPr bwMode="auto">
              <a:xfrm flipH="1">
                <a:off x="2359" y="1785"/>
                <a:ext cx="288" cy="672"/>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70" name="Line 70">
                <a:extLst>
                  <a:ext uri="{FF2B5EF4-FFF2-40B4-BE49-F238E27FC236}">
                    <a16:creationId xmlns:a16="http://schemas.microsoft.com/office/drawing/2014/main" id="{B03D0D7D-758C-4B50-B800-79A68716DA6D}"/>
                  </a:ext>
                </a:extLst>
              </p:cNvPr>
              <p:cNvSpPr>
                <a:spLocks noChangeShapeType="1"/>
              </p:cNvSpPr>
              <p:nvPr/>
            </p:nvSpPr>
            <p:spPr bwMode="auto">
              <a:xfrm flipH="1">
                <a:off x="343" y="2601"/>
                <a:ext cx="624"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71" name="Line 71">
                <a:extLst>
                  <a:ext uri="{FF2B5EF4-FFF2-40B4-BE49-F238E27FC236}">
                    <a16:creationId xmlns:a16="http://schemas.microsoft.com/office/drawing/2014/main" id="{ED400DBB-2835-4671-A090-5215851D0927}"/>
                  </a:ext>
                </a:extLst>
              </p:cNvPr>
              <p:cNvSpPr>
                <a:spLocks noChangeShapeType="1"/>
              </p:cNvSpPr>
              <p:nvPr/>
            </p:nvSpPr>
            <p:spPr bwMode="auto">
              <a:xfrm flipH="1">
                <a:off x="1111" y="2601"/>
                <a:ext cx="336"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72" name="Line 72">
                <a:extLst>
                  <a:ext uri="{FF2B5EF4-FFF2-40B4-BE49-F238E27FC236}">
                    <a16:creationId xmlns:a16="http://schemas.microsoft.com/office/drawing/2014/main" id="{2B020016-39F5-44B7-84B5-CD0812CDACA4}"/>
                  </a:ext>
                </a:extLst>
              </p:cNvPr>
              <p:cNvSpPr>
                <a:spLocks noChangeShapeType="1"/>
              </p:cNvSpPr>
              <p:nvPr/>
            </p:nvSpPr>
            <p:spPr bwMode="auto">
              <a:xfrm flipH="1">
                <a:off x="1879" y="2553"/>
                <a:ext cx="432" cy="768"/>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73" name="Line 73">
                <a:extLst>
                  <a:ext uri="{FF2B5EF4-FFF2-40B4-BE49-F238E27FC236}">
                    <a16:creationId xmlns:a16="http://schemas.microsoft.com/office/drawing/2014/main" id="{82F1EB02-7766-4B34-A918-DF1F68DFAAA2}"/>
                  </a:ext>
                </a:extLst>
              </p:cNvPr>
              <p:cNvSpPr>
                <a:spLocks noChangeShapeType="1"/>
              </p:cNvSpPr>
              <p:nvPr/>
            </p:nvSpPr>
            <p:spPr bwMode="auto">
              <a:xfrm flipH="1">
                <a:off x="2695" y="2601"/>
                <a:ext cx="192"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74" name="Line 74">
                <a:extLst>
                  <a:ext uri="{FF2B5EF4-FFF2-40B4-BE49-F238E27FC236}">
                    <a16:creationId xmlns:a16="http://schemas.microsoft.com/office/drawing/2014/main" id="{6994FC9B-9DD6-4116-B486-1EBA72470EC3}"/>
                  </a:ext>
                </a:extLst>
              </p:cNvPr>
              <p:cNvSpPr>
                <a:spLocks noChangeShapeType="1"/>
              </p:cNvSpPr>
              <p:nvPr/>
            </p:nvSpPr>
            <p:spPr bwMode="auto">
              <a:xfrm>
                <a:off x="3319" y="2601"/>
                <a:ext cx="96"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75" name="Line 75">
                <a:extLst>
                  <a:ext uri="{FF2B5EF4-FFF2-40B4-BE49-F238E27FC236}">
                    <a16:creationId xmlns:a16="http://schemas.microsoft.com/office/drawing/2014/main" id="{F61C2426-D637-4688-B34B-E88AF6C8B5FC}"/>
                  </a:ext>
                </a:extLst>
              </p:cNvPr>
              <p:cNvSpPr>
                <a:spLocks noChangeShapeType="1"/>
              </p:cNvSpPr>
              <p:nvPr/>
            </p:nvSpPr>
            <p:spPr bwMode="auto">
              <a:xfrm>
                <a:off x="3943" y="2553"/>
                <a:ext cx="336" cy="768"/>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76" name="Line 76">
                <a:extLst>
                  <a:ext uri="{FF2B5EF4-FFF2-40B4-BE49-F238E27FC236}">
                    <a16:creationId xmlns:a16="http://schemas.microsoft.com/office/drawing/2014/main" id="{5CE0CDF1-6329-4778-9C8E-60A05D5FD40C}"/>
                  </a:ext>
                </a:extLst>
              </p:cNvPr>
              <p:cNvSpPr>
                <a:spLocks noChangeShapeType="1"/>
              </p:cNvSpPr>
              <p:nvPr/>
            </p:nvSpPr>
            <p:spPr bwMode="auto">
              <a:xfrm>
                <a:off x="4375" y="2601"/>
                <a:ext cx="624"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77" name="Line 77">
                <a:extLst>
                  <a:ext uri="{FF2B5EF4-FFF2-40B4-BE49-F238E27FC236}">
                    <a16:creationId xmlns:a16="http://schemas.microsoft.com/office/drawing/2014/main" id="{677F231D-E923-465D-A3E0-DDCF456F63C7}"/>
                  </a:ext>
                </a:extLst>
              </p:cNvPr>
              <p:cNvSpPr>
                <a:spLocks noChangeShapeType="1"/>
              </p:cNvSpPr>
              <p:nvPr/>
            </p:nvSpPr>
            <p:spPr bwMode="auto">
              <a:xfrm>
                <a:off x="3127" y="1833"/>
                <a:ext cx="816" cy="624"/>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563278" name="Rectangle 78">
            <a:extLst>
              <a:ext uri="{FF2B5EF4-FFF2-40B4-BE49-F238E27FC236}">
                <a16:creationId xmlns:a16="http://schemas.microsoft.com/office/drawing/2014/main" id="{E2F22D5D-A08C-47AE-A638-C831FC47236C}"/>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
        <p:nvSpPr>
          <p:cNvPr id="563279" name="Rectangle 79">
            <a:extLst>
              <a:ext uri="{FF2B5EF4-FFF2-40B4-BE49-F238E27FC236}">
                <a16:creationId xmlns:a16="http://schemas.microsoft.com/office/drawing/2014/main" id="{41C12653-F7EF-4D54-99A1-513266CF6A20}"/>
              </a:ext>
            </a:extLst>
          </p:cNvPr>
          <p:cNvSpPr>
            <a:spLocks noChangeArrowheads="1"/>
          </p:cNvSpPr>
          <p:nvPr/>
        </p:nvSpPr>
        <p:spPr bwMode="auto">
          <a:xfrm>
            <a:off x="7524750" y="1268413"/>
            <a:ext cx="717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r>
              <a:rPr lang="en-US" altLang="zh-CN" b="1"/>
              <a:t>B- </a:t>
            </a:r>
            <a:r>
              <a:rPr lang="zh-CN" altLang="en-US" b="1"/>
              <a:t>树</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32" fill="hold" grpId="0" nodeType="afterEffect">
                                  <p:stCondLst>
                                    <p:cond delay="0"/>
                                  </p:stCondLst>
                                  <p:childTnLst>
                                    <p:set>
                                      <p:cBhvr>
                                        <p:cTn id="6" dur="1" fill="hold">
                                          <p:stCondLst>
                                            <p:cond delay="0"/>
                                          </p:stCondLst>
                                        </p:cTn>
                                        <p:tgtEl>
                                          <p:spTgt spid="563205"/>
                                        </p:tgtEl>
                                        <p:attrNameLst>
                                          <p:attrName>style.visibility</p:attrName>
                                        </p:attrNameLst>
                                      </p:cBhvr>
                                      <p:to>
                                        <p:strVal val="visible"/>
                                      </p:to>
                                    </p:set>
                                    <p:animEffect transition="in" filter="diamond(out)">
                                      <p:cBhvr>
                                        <p:cTn id="7" dur="1000"/>
                                        <p:tgtEl>
                                          <p:spTgt spid="563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0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44" name="Rectangle 32">
            <a:extLst>
              <a:ext uri="{FF2B5EF4-FFF2-40B4-BE49-F238E27FC236}">
                <a16:creationId xmlns:a16="http://schemas.microsoft.com/office/drawing/2014/main" id="{0820B416-ACBD-4A90-9447-C179F43F26AD}"/>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grpSp>
        <p:nvGrpSpPr>
          <p:cNvPr id="499718" name="Group 6">
            <a:extLst>
              <a:ext uri="{FF2B5EF4-FFF2-40B4-BE49-F238E27FC236}">
                <a16:creationId xmlns:a16="http://schemas.microsoft.com/office/drawing/2014/main" id="{59FFDB99-D35B-4A84-B363-8CDE2C3645E5}"/>
              </a:ext>
            </a:extLst>
          </p:cNvPr>
          <p:cNvGrpSpPr>
            <a:grpSpLocks/>
          </p:cNvGrpSpPr>
          <p:nvPr/>
        </p:nvGrpSpPr>
        <p:grpSpPr bwMode="auto">
          <a:xfrm>
            <a:off x="185738" y="1844675"/>
            <a:ext cx="8763000" cy="3702050"/>
            <a:chOff x="144" y="240"/>
            <a:chExt cx="5520" cy="2024"/>
          </a:xfrm>
        </p:grpSpPr>
        <p:sp>
          <p:nvSpPr>
            <p:cNvPr id="499719" name="AutoShape 7">
              <a:extLst>
                <a:ext uri="{FF2B5EF4-FFF2-40B4-BE49-F238E27FC236}">
                  <a16:creationId xmlns:a16="http://schemas.microsoft.com/office/drawing/2014/main" id="{508B87F2-147D-42FA-97FD-C96EF0D5BD3B}"/>
                </a:ext>
              </a:extLst>
            </p:cNvPr>
            <p:cNvSpPr>
              <a:spLocks noChangeArrowheads="1"/>
            </p:cNvSpPr>
            <p:nvPr/>
          </p:nvSpPr>
          <p:spPr bwMode="auto">
            <a:xfrm>
              <a:off x="1488" y="729"/>
              <a:ext cx="2688" cy="100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9720" name="Line 8">
              <a:extLst>
                <a:ext uri="{FF2B5EF4-FFF2-40B4-BE49-F238E27FC236}">
                  <a16:creationId xmlns:a16="http://schemas.microsoft.com/office/drawing/2014/main" id="{2894A4BA-3730-4D64-A3F7-83FAEFF6D7D2}"/>
                </a:ext>
              </a:extLst>
            </p:cNvPr>
            <p:cNvSpPr>
              <a:spLocks noChangeShapeType="1"/>
            </p:cNvSpPr>
            <p:nvPr/>
          </p:nvSpPr>
          <p:spPr bwMode="auto">
            <a:xfrm>
              <a:off x="2832" y="489"/>
              <a:ext cx="0"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9721" name="Line 9">
              <a:extLst>
                <a:ext uri="{FF2B5EF4-FFF2-40B4-BE49-F238E27FC236}">
                  <a16:creationId xmlns:a16="http://schemas.microsoft.com/office/drawing/2014/main" id="{E12E3850-056A-40B5-BE93-4D60E2A2FEE8}"/>
                </a:ext>
              </a:extLst>
            </p:cNvPr>
            <p:cNvSpPr>
              <a:spLocks noChangeShapeType="1"/>
            </p:cNvSpPr>
            <p:nvPr/>
          </p:nvSpPr>
          <p:spPr bwMode="auto">
            <a:xfrm>
              <a:off x="1968" y="1737"/>
              <a:ext cx="0"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9722" name="Line 10">
              <a:extLst>
                <a:ext uri="{FF2B5EF4-FFF2-40B4-BE49-F238E27FC236}">
                  <a16:creationId xmlns:a16="http://schemas.microsoft.com/office/drawing/2014/main" id="{89943A64-3F8A-442C-BFD9-FD962DA30DB4}"/>
                </a:ext>
              </a:extLst>
            </p:cNvPr>
            <p:cNvSpPr>
              <a:spLocks noChangeShapeType="1"/>
            </p:cNvSpPr>
            <p:nvPr/>
          </p:nvSpPr>
          <p:spPr bwMode="auto">
            <a:xfrm>
              <a:off x="2832" y="1737"/>
              <a:ext cx="0"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9723" name="Line 11">
              <a:extLst>
                <a:ext uri="{FF2B5EF4-FFF2-40B4-BE49-F238E27FC236}">
                  <a16:creationId xmlns:a16="http://schemas.microsoft.com/office/drawing/2014/main" id="{F49763C9-B883-491A-AE44-26928FE942A4}"/>
                </a:ext>
              </a:extLst>
            </p:cNvPr>
            <p:cNvSpPr>
              <a:spLocks noChangeShapeType="1"/>
            </p:cNvSpPr>
            <p:nvPr/>
          </p:nvSpPr>
          <p:spPr bwMode="auto">
            <a:xfrm>
              <a:off x="3600" y="1737"/>
              <a:ext cx="0"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9724" name="Rectangle 12">
              <a:extLst>
                <a:ext uri="{FF2B5EF4-FFF2-40B4-BE49-F238E27FC236}">
                  <a16:creationId xmlns:a16="http://schemas.microsoft.com/office/drawing/2014/main" id="{53E98D5F-9469-4402-B199-7314C2EA1323}"/>
                </a:ext>
              </a:extLst>
            </p:cNvPr>
            <p:cNvSpPr>
              <a:spLocks noChangeArrowheads="1"/>
            </p:cNvSpPr>
            <p:nvPr/>
          </p:nvSpPr>
          <p:spPr bwMode="auto">
            <a:xfrm>
              <a:off x="1728" y="1977"/>
              <a:ext cx="432"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9725" name="Rectangle 13">
              <a:extLst>
                <a:ext uri="{FF2B5EF4-FFF2-40B4-BE49-F238E27FC236}">
                  <a16:creationId xmlns:a16="http://schemas.microsoft.com/office/drawing/2014/main" id="{3AB3DF7F-C580-4B7A-96A8-A487013A2500}"/>
                </a:ext>
              </a:extLst>
            </p:cNvPr>
            <p:cNvSpPr>
              <a:spLocks noChangeArrowheads="1"/>
            </p:cNvSpPr>
            <p:nvPr/>
          </p:nvSpPr>
          <p:spPr bwMode="auto">
            <a:xfrm>
              <a:off x="2592" y="1977"/>
              <a:ext cx="432"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9726" name="Rectangle 14">
              <a:extLst>
                <a:ext uri="{FF2B5EF4-FFF2-40B4-BE49-F238E27FC236}">
                  <a16:creationId xmlns:a16="http://schemas.microsoft.com/office/drawing/2014/main" id="{3705CB7E-3B2D-43A5-80D6-64B815736F9E}"/>
                </a:ext>
              </a:extLst>
            </p:cNvPr>
            <p:cNvSpPr>
              <a:spLocks noChangeArrowheads="1"/>
            </p:cNvSpPr>
            <p:nvPr/>
          </p:nvSpPr>
          <p:spPr bwMode="auto">
            <a:xfrm>
              <a:off x="3408" y="1977"/>
              <a:ext cx="432"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9727" name="Rectangle 15">
              <a:extLst>
                <a:ext uri="{FF2B5EF4-FFF2-40B4-BE49-F238E27FC236}">
                  <a16:creationId xmlns:a16="http://schemas.microsoft.com/office/drawing/2014/main" id="{309BA477-676C-4FA0-BB14-F77DAF7B5C76}"/>
                </a:ext>
              </a:extLst>
            </p:cNvPr>
            <p:cNvSpPr>
              <a:spLocks noChangeArrowheads="1"/>
            </p:cNvSpPr>
            <p:nvPr/>
          </p:nvSpPr>
          <p:spPr bwMode="auto">
            <a:xfrm>
              <a:off x="4224" y="1977"/>
              <a:ext cx="432"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9728" name="Rectangle 16">
              <a:extLst>
                <a:ext uri="{FF2B5EF4-FFF2-40B4-BE49-F238E27FC236}">
                  <a16:creationId xmlns:a16="http://schemas.microsoft.com/office/drawing/2014/main" id="{C6216238-763D-42AD-A75F-EDAE311C4B3B}"/>
                </a:ext>
              </a:extLst>
            </p:cNvPr>
            <p:cNvSpPr>
              <a:spLocks noChangeArrowheads="1"/>
            </p:cNvSpPr>
            <p:nvPr/>
          </p:nvSpPr>
          <p:spPr bwMode="auto">
            <a:xfrm>
              <a:off x="912" y="1977"/>
              <a:ext cx="432"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9729" name="Line 17">
              <a:extLst>
                <a:ext uri="{FF2B5EF4-FFF2-40B4-BE49-F238E27FC236}">
                  <a16:creationId xmlns:a16="http://schemas.microsoft.com/office/drawing/2014/main" id="{B98271A6-322C-438B-A937-EDDBBDD7A7EE}"/>
                </a:ext>
              </a:extLst>
            </p:cNvPr>
            <p:cNvSpPr>
              <a:spLocks noChangeShapeType="1"/>
            </p:cNvSpPr>
            <p:nvPr/>
          </p:nvSpPr>
          <p:spPr bwMode="auto">
            <a:xfrm>
              <a:off x="1344" y="2073"/>
              <a:ext cx="38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9730" name="Line 18">
              <a:extLst>
                <a:ext uri="{FF2B5EF4-FFF2-40B4-BE49-F238E27FC236}">
                  <a16:creationId xmlns:a16="http://schemas.microsoft.com/office/drawing/2014/main" id="{82F26E9F-478F-499C-9B87-4C7F553F5C48}"/>
                </a:ext>
              </a:extLst>
            </p:cNvPr>
            <p:cNvSpPr>
              <a:spLocks noChangeShapeType="1"/>
            </p:cNvSpPr>
            <p:nvPr/>
          </p:nvSpPr>
          <p:spPr bwMode="auto">
            <a:xfrm>
              <a:off x="2160" y="2073"/>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9731" name="Line 19">
              <a:extLst>
                <a:ext uri="{FF2B5EF4-FFF2-40B4-BE49-F238E27FC236}">
                  <a16:creationId xmlns:a16="http://schemas.microsoft.com/office/drawing/2014/main" id="{F5313BF7-F836-4018-83BD-0EB41D4374BF}"/>
                </a:ext>
              </a:extLst>
            </p:cNvPr>
            <p:cNvSpPr>
              <a:spLocks noChangeShapeType="1"/>
            </p:cNvSpPr>
            <p:nvPr/>
          </p:nvSpPr>
          <p:spPr bwMode="auto">
            <a:xfrm>
              <a:off x="3024" y="2073"/>
              <a:ext cx="38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9732" name="Line 20">
              <a:extLst>
                <a:ext uri="{FF2B5EF4-FFF2-40B4-BE49-F238E27FC236}">
                  <a16:creationId xmlns:a16="http://schemas.microsoft.com/office/drawing/2014/main" id="{C0E92BBE-6B34-42FF-82B8-7F51F5EC678D}"/>
                </a:ext>
              </a:extLst>
            </p:cNvPr>
            <p:cNvSpPr>
              <a:spLocks noChangeShapeType="1"/>
            </p:cNvSpPr>
            <p:nvPr/>
          </p:nvSpPr>
          <p:spPr bwMode="auto">
            <a:xfrm>
              <a:off x="3840" y="2073"/>
              <a:ext cx="38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9733" name="Line 21">
              <a:extLst>
                <a:ext uri="{FF2B5EF4-FFF2-40B4-BE49-F238E27FC236}">
                  <a16:creationId xmlns:a16="http://schemas.microsoft.com/office/drawing/2014/main" id="{69DD5359-736F-46AA-812C-2A2B069497DC}"/>
                </a:ext>
              </a:extLst>
            </p:cNvPr>
            <p:cNvSpPr>
              <a:spLocks noChangeShapeType="1"/>
            </p:cNvSpPr>
            <p:nvPr/>
          </p:nvSpPr>
          <p:spPr bwMode="auto">
            <a:xfrm>
              <a:off x="576" y="2073"/>
              <a:ext cx="33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9734" name="Line 22">
              <a:extLst>
                <a:ext uri="{FF2B5EF4-FFF2-40B4-BE49-F238E27FC236}">
                  <a16:creationId xmlns:a16="http://schemas.microsoft.com/office/drawing/2014/main" id="{E68884C5-201D-47E7-BE3F-4567C2E6A695}"/>
                </a:ext>
              </a:extLst>
            </p:cNvPr>
            <p:cNvSpPr>
              <a:spLocks noChangeShapeType="1"/>
            </p:cNvSpPr>
            <p:nvPr/>
          </p:nvSpPr>
          <p:spPr bwMode="auto">
            <a:xfrm flipH="1">
              <a:off x="1104" y="1737"/>
              <a:ext cx="480"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9735" name="Line 23">
              <a:extLst>
                <a:ext uri="{FF2B5EF4-FFF2-40B4-BE49-F238E27FC236}">
                  <a16:creationId xmlns:a16="http://schemas.microsoft.com/office/drawing/2014/main" id="{FE4F3518-4E58-4751-90EC-D829423D0A2E}"/>
                </a:ext>
              </a:extLst>
            </p:cNvPr>
            <p:cNvSpPr>
              <a:spLocks noChangeShapeType="1"/>
            </p:cNvSpPr>
            <p:nvPr/>
          </p:nvSpPr>
          <p:spPr bwMode="auto">
            <a:xfrm>
              <a:off x="4080" y="1737"/>
              <a:ext cx="384"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9736" name="AutoShape 24">
              <a:extLst>
                <a:ext uri="{FF2B5EF4-FFF2-40B4-BE49-F238E27FC236}">
                  <a16:creationId xmlns:a16="http://schemas.microsoft.com/office/drawing/2014/main" id="{7D958C72-C9D0-459B-A510-512E5F0F8A99}"/>
                </a:ext>
              </a:extLst>
            </p:cNvPr>
            <p:cNvSpPr>
              <a:spLocks/>
            </p:cNvSpPr>
            <p:nvPr/>
          </p:nvSpPr>
          <p:spPr bwMode="auto">
            <a:xfrm>
              <a:off x="4656" y="307"/>
              <a:ext cx="144" cy="1430"/>
            </a:xfrm>
            <a:prstGeom prst="rightBrace">
              <a:avLst>
                <a:gd name="adj1" fmla="val 8275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9737" name="AutoShape 25">
              <a:extLst>
                <a:ext uri="{FF2B5EF4-FFF2-40B4-BE49-F238E27FC236}">
                  <a16:creationId xmlns:a16="http://schemas.microsoft.com/office/drawing/2014/main" id="{1F8BFEA4-105F-41A5-B95F-33D9BEBD0F6B}"/>
                </a:ext>
              </a:extLst>
            </p:cNvPr>
            <p:cNvSpPr>
              <a:spLocks/>
            </p:cNvSpPr>
            <p:nvPr/>
          </p:nvSpPr>
          <p:spPr bwMode="auto">
            <a:xfrm>
              <a:off x="4704" y="1833"/>
              <a:ext cx="48" cy="336"/>
            </a:xfrm>
            <a:prstGeom prst="righ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9738" name="Text Box 26">
              <a:extLst>
                <a:ext uri="{FF2B5EF4-FFF2-40B4-BE49-F238E27FC236}">
                  <a16:creationId xmlns:a16="http://schemas.microsoft.com/office/drawing/2014/main" id="{550346E8-186B-447D-84BC-A02580E4F109}"/>
                </a:ext>
              </a:extLst>
            </p:cNvPr>
            <p:cNvSpPr txBox="1">
              <a:spLocks noChangeArrowheads="1"/>
            </p:cNvSpPr>
            <p:nvPr/>
          </p:nvSpPr>
          <p:spPr bwMode="auto">
            <a:xfrm>
              <a:off x="2448" y="297"/>
              <a:ext cx="960"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黑体" panose="02010609060101010101" pitchFamily="49" charset="-122"/>
                </a:rPr>
                <a:t>随机查询</a:t>
              </a:r>
            </a:p>
          </p:txBody>
        </p:sp>
        <p:sp>
          <p:nvSpPr>
            <p:cNvPr id="499739" name="Text Box 27">
              <a:extLst>
                <a:ext uri="{FF2B5EF4-FFF2-40B4-BE49-F238E27FC236}">
                  <a16:creationId xmlns:a16="http://schemas.microsoft.com/office/drawing/2014/main" id="{D0760065-FDF3-4706-B30F-B912FD1B957A}"/>
                </a:ext>
              </a:extLst>
            </p:cNvPr>
            <p:cNvSpPr txBox="1">
              <a:spLocks noChangeArrowheads="1"/>
            </p:cNvSpPr>
            <p:nvPr/>
          </p:nvSpPr>
          <p:spPr bwMode="auto">
            <a:xfrm>
              <a:off x="4896" y="729"/>
              <a:ext cx="768"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a:latin typeface="黑体" panose="02010609060101010101" pitchFamily="49" charset="-122"/>
                  <a:ea typeface="黑体" panose="02010609060101010101" pitchFamily="49" charset="-122"/>
                </a:rPr>
                <a:t>B-</a:t>
              </a:r>
              <a:r>
                <a:rPr lang="zh-CN" altLang="en-US" sz="2000" b="1">
                  <a:latin typeface="黑体" panose="02010609060101010101" pitchFamily="49" charset="-122"/>
                  <a:ea typeface="黑体" panose="02010609060101010101" pitchFamily="49" charset="-122"/>
                </a:rPr>
                <a:t>树索引</a:t>
              </a:r>
              <a:r>
                <a:rPr lang="en-US" altLang="zh-CN" sz="2000" b="1">
                  <a:latin typeface="黑体" panose="02010609060101010101" pitchFamily="49" charset="-122"/>
                  <a:ea typeface="黑体" panose="02010609060101010101" pitchFamily="49" charset="-122"/>
                </a:rPr>
                <a:t>(</a:t>
              </a:r>
              <a:r>
                <a:rPr lang="zh-CN" altLang="en-US" sz="2000" b="1">
                  <a:latin typeface="黑体" panose="02010609060101010101" pitchFamily="49" charset="-122"/>
                  <a:ea typeface="黑体" panose="02010609060101010101" pitchFamily="49" charset="-122"/>
                </a:rPr>
                <a:t>索引块</a:t>
              </a:r>
              <a:r>
                <a:rPr lang="en-US" altLang="zh-CN" sz="2000" b="1">
                  <a:latin typeface="黑体" panose="02010609060101010101" pitchFamily="49" charset="-122"/>
                  <a:ea typeface="黑体" panose="02010609060101010101" pitchFamily="49" charset="-122"/>
                </a:rPr>
                <a:t>)</a:t>
              </a:r>
            </a:p>
          </p:txBody>
        </p:sp>
        <p:sp>
          <p:nvSpPr>
            <p:cNvPr id="499740" name="Text Box 28">
              <a:extLst>
                <a:ext uri="{FF2B5EF4-FFF2-40B4-BE49-F238E27FC236}">
                  <a16:creationId xmlns:a16="http://schemas.microsoft.com/office/drawing/2014/main" id="{D49B211C-B2A9-43F8-99FC-D88EC5BF6C99}"/>
                </a:ext>
              </a:extLst>
            </p:cNvPr>
            <p:cNvSpPr txBox="1">
              <a:spLocks noChangeArrowheads="1"/>
            </p:cNvSpPr>
            <p:nvPr/>
          </p:nvSpPr>
          <p:spPr bwMode="auto">
            <a:xfrm>
              <a:off x="4800" y="1881"/>
              <a:ext cx="864"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latin typeface="黑体" panose="02010609060101010101" pitchFamily="49" charset="-122"/>
                  <a:ea typeface="黑体" panose="02010609060101010101" pitchFamily="49" charset="-122"/>
                </a:rPr>
                <a:t>顺序集</a:t>
              </a:r>
              <a:r>
                <a:rPr lang="en-US" altLang="zh-CN" sz="2000" b="1">
                  <a:latin typeface="黑体" panose="02010609060101010101" pitchFamily="49" charset="-122"/>
                  <a:ea typeface="黑体" panose="02010609060101010101" pitchFamily="49" charset="-122"/>
                </a:rPr>
                <a:t>(</a:t>
              </a:r>
              <a:r>
                <a:rPr lang="zh-CN" altLang="en-US" sz="2000" b="1">
                  <a:latin typeface="黑体" panose="02010609060101010101" pitchFamily="49" charset="-122"/>
                  <a:ea typeface="黑体" panose="02010609060101010101" pitchFamily="49" charset="-122"/>
                </a:rPr>
                <a:t>记录索引块</a:t>
              </a:r>
              <a:r>
                <a:rPr lang="en-US" altLang="zh-CN" sz="2000" b="1">
                  <a:latin typeface="黑体" panose="02010609060101010101" pitchFamily="49" charset="-122"/>
                  <a:ea typeface="黑体" panose="02010609060101010101" pitchFamily="49" charset="-122"/>
                </a:rPr>
                <a:t>)</a:t>
              </a:r>
            </a:p>
          </p:txBody>
        </p:sp>
        <p:sp>
          <p:nvSpPr>
            <p:cNvPr id="499741" name="Text Box 29">
              <a:extLst>
                <a:ext uri="{FF2B5EF4-FFF2-40B4-BE49-F238E27FC236}">
                  <a16:creationId xmlns:a16="http://schemas.microsoft.com/office/drawing/2014/main" id="{C14FF540-483A-4651-A3A0-50B4476E3A03}"/>
                </a:ext>
              </a:extLst>
            </p:cNvPr>
            <p:cNvSpPr txBox="1">
              <a:spLocks noChangeArrowheads="1"/>
            </p:cNvSpPr>
            <p:nvPr/>
          </p:nvSpPr>
          <p:spPr bwMode="auto">
            <a:xfrm>
              <a:off x="144" y="1824"/>
              <a:ext cx="960"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黑体" panose="02010609060101010101" pitchFamily="49" charset="-122"/>
                </a:rPr>
                <a:t>顺序查询</a:t>
              </a:r>
            </a:p>
          </p:txBody>
        </p:sp>
        <p:sp>
          <p:nvSpPr>
            <p:cNvPr id="499742" name="Text Box 30">
              <a:extLst>
                <a:ext uri="{FF2B5EF4-FFF2-40B4-BE49-F238E27FC236}">
                  <a16:creationId xmlns:a16="http://schemas.microsoft.com/office/drawing/2014/main" id="{9A65DD8F-6C26-4CD6-8E83-BEF4EAFAF831}"/>
                </a:ext>
              </a:extLst>
            </p:cNvPr>
            <p:cNvSpPr txBox="1">
              <a:spLocks noChangeArrowheads="1"/>
            </p:cNvSpPr>
            <p:nvPr/>
          </p:nvSpPr>
          <p:spPr bwMode="auto">
            <a:xfrm>
              <a:off x="288" y="240"/>
              <a:ext cx="1680"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300" b="1"/>
                <a:t>图</a:t>
              </a:r>
              <a:r>
                <a:rPr lang="en-US" altLang="zh-CN" sz="2300" b="1"/>
                <a:t>3.25</a:t>
              </a:r>
              <a:r>
                <a:rPr lang="zh-CN" altLang="en-US" sz="2300" b="1"/>
                <a:t>　</a:t>
              </a:r>
              <a:r>
                <a:rPr lang="en-US" altLang="zh-CN" sz="2300" b="1">
                  <a:solidFill>
                    <a:srgbClr val="800000"/>
                  </a:solidFill>
                </a:rPr>
                <a:t>B</a:t>
              </a:r>
              <a:r>
                <a:rPr lang="en-US" altLang="zh-CN" sz="2300" b="1" baseline="30000">
                  <a:solidFill>
                    <a:srgbClr val="800000"/>
                  </a:solidFill>
                </a:rPr>
                <a:t>+</a:t>
              </a:r>
              <a:r>
                <a:rPr lang="en-US" altLang="zh-CN" sz="2300" b="1">
                  <a:solidFill>
                    <a:srgbClr val="800000"/>
                  </a:solidFill>
                </a:rPr>
                <a:t> </a:t>
              </a:r>
              <a:r>
                <a:rPr lang="zh-CN" altLang="en-US" sz="2300" b="1">
                  <a:solidFill>
                    <a:srgbClr val="800000"/>
                  </a:solidFill>
                  <a:ea typeface="黑体" panose="02010609060101010101" pitchFamily="49" charset="-122"/>
                </a:rPr>
                <a:t>树模型</a:t>
              </a:r>
            </a:p>
          </p:txBody>
        </p:sp>
      </p:grpSp>
      <p:sp>
        <p:nvSpPr>
          <p:cNvPr id="499743" name="AutoShape 31">
            <a:extLst>
              <a:ext uri="{FF2B5EF4-FFF2-40B4-BE49-F238E27FC236}">
                <a16:creationId xmlns:a16="http://schemas.microsoft.com/office/drawing/2014/main" id="{0ED81F00-E63C-40EA-A6DD-81A6E9F12463}"/>
              </a:ext>
            </a:extLst>
          </p:cNvPr>
          <p:cNvSpPr>
            <a:spLocks noChangeArrowheads="1"/>
          </p:cNvSpPr>
          <p:nvPr/>
        </p:nvSpPr>
        <p:spPr bwMode="auto">
          <a:xfrm>
            <a:off x="5508625" y="476250"/>
            <a:ext cx="3455988" cy="2016125"/>
          </a:xfrm>
          <a:prstGeom prst="wedgeRoundRectCallout">
            <a:avLst>
              <a:gd name="adj1" fmla="val -52620"/>
              <a:gd name="adj2" fmla="val 98898"/>
              <a:gd name="adj3" fmla="val 16667"/>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05000"/>
              </a:lnSpc>
            </a:pPr>
            <a:r>
              <a:rPr lang="zh-CN" altLang="en-US" b="1">
                <a:solidFill>
                  <a:srgbClr val="000000"/>
                </a:solidFill>
                <a:effectLst>
                  <a:outerShdw blurRad="38100" dist="38100" dir="2700000" algn="tl">
                    <a:srgbClr val="FFFFFF"/>
                  </a:outerShdw>
                </a:effectLst>
              </a:rPr>
              <a:t>       </a:t>
            </a:r>
            <a:r>
              <a:rPr lang="zh-CN" altLang="en-US" sz="1900" b="1">
                <a:solidFill>
                  <a:srgbClr val="000000"/>
                </a:solidFill>
                <a:effectLst>
                  <a:outerShdw blurRad="38100" dist="38100" dir="2700000" algn="tl">
                    <a:srgbClr val="FFFFFF"/>
                  </a:outerShdw>
                </a:effectLst>
              </a:rPr>
              <a:t>在</a:t>
            </a:r>
            <a:r>
              <a:rPr lang="en-US" altLang="zh-CN" sz="1900" b="1">
                <a:solidFill>
                  <a:srgbClr val="000000"/>
                </a:solidFill>
                <a:effectLst>
                  <a:outerShdw blurRad="38100" dist="38100" dir="2700000" algn="tl">
                    <a:srgbClr val="FFFFFF"/>
                  </a:outerShdw>
                </a:effectLst>
              </a:rPr>
              <a:t>B</a:t>
            </a:r>
            <a:r>
              <a:rPr lang="en-US" altLang="zh-CN" sz="1900" b="1" baseline="30000">
                <a:solidFill>
                  <a:srgbClr val="000000"/>
                </a:solidFill>
                <a:effectLst>
                  <a:outerShdw blurRad="38100" dist="38100" dir="2700000" algn="tl">
                    <a:srgbClr val="FFFFFF"/>
                  </a:outerShdw>
                </a:effectLst>
              </a:rPr>
              <a:t>+</a:t>
            </a:r>
            <a:r>
              <a:rPr lang="zh-CN" altLang="en-US" sz="1900" b="1">
                <a:solidFill>
                  <a:srgbClr val="000000"/>
                </a:solidFill>
                <a:effectLst>
                  <a:outerShdw blurRad="38100" dist="38100" dir="2700000" algn="tl">
                    <a:srgbClr val="FFFFFF"/>
                  </a:outerShdw>
                </a:effectLst>
              </a:rPr>
              <a:t>树中，上面是一棵</a:t>
            </a:r>
            <a:r>
              <a:rPr lang="en-US" altLang="zh-CN" sz="1900" b="1">
                <a:solidFill>
                  <a:srgbClr val="000000"/>
                </a:solidFill>
                <a:effectLst>
                  <a:outerShdw blurRad="38100" dist="38100" dir="2700000" algn="tl">
                    <a:srgbClr val="FFFFFF"/>
                  </a:outerShdw>
                </a:effectLst>
              </a:rPr>
              <a:t>B-</a:t>
            </a:r>
            <a:r>
              <a:rPr lang="zh-CN" altLang="en-US" sz="1900" b="1">
                <a:solidFill>
                  <a:srgbClr val="000000"/>
                </a:solidFill>
                <a:effectLst>
                  <a:outerShdw blurRad="38100" dist="38100" dir="2700000" algn="tl">
                    <a:srgbClr val="FFFFFF"/>
                  </a:outerShdw>
                </a:effectLst>
              </a:rPr>
              <a:t>树，由存放各级索引的索引块组成；下面是所有叶结点组成的一个顺序集，由存放记录索引项的记录索引块组成。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99743"/>
                                        </p:tgtEl>
                                        <p:attrNameLst>
                                          <p:attrName>style.visibility</p:attrName>
                                        </p:attrNameLst>
                                      </p:cBhvr>
                                      <p:to>
                                        <p:strVal val="visible"/>
                                      </p:to>
                                    </p:set>
                                    <p:animEffect transition="in" filter="box(in)">
                                      <p:cBhvr>
                                        <p:cTn id="7" dur="500"/>
                                        <p:tgtEl>
                                          <p:spTgt spid="4997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4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67" name="Rectangle 31">
            <a:extLst>
              <a:ext uri="{FF2B5EF4-FFF2-40B4-BE49-F238E27FC236}">
                <a16:creationId xmlns:a16="http://schemas.microsoft.com/office/drawing/2014/main" id="{3B536720-BA7F-42D6-B21C-8C05980752DB}"/>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grpSp>
        <p:nvGrpSpPr>
          <p:cNvPr id="500741" name="Group 5">
            <a:extLst>
              <a:ext uri="{FF2B5EF4-FFF2-40B4-BE49-F238E27FC236}">
                <a16:creationId xmlns:a16="http://schemas.microsoft.com/office/drawing/2014/main" id="{790D704E-DBBA-4706-BB62-C2F8F68711FC}"/>
              </a:ext>
            </a:extLst>
          </p:cNvPr>
          <p:cNvGrpSpPr>
            <a:grpSpLocks/>
          </p:cNvGrpSpPr>
          <p:nvPr/>
        </p:nvGrpSpPr>
        <p:grpSpPr bwMode="auto">
          <a:xfrm>
            <a:off x="185738" y="1844675"/>
            <a:ext cx="8763000" cy="3702050"/>
            <a:chOff x="144" y="240"/>
            <a:chExt cx="5520" cy="2024"/>
          </a:xfrm>
        </p:grpSpPr>
        <p:sp>
          <p:nvSpPr>
            <p:cNvPr id="500742" name="AutoShape 6">
              <a:extLst>
                <a:ext uri="{FF2B5EF4-FFF2-40B4-BE49-F238E27FC236}">
                  <a16:creationId xmlns:a16="http://schemas.microsoft.com/office/drawing/2014/main" id="{8697B64A-62FE-46FC-8875-CE50F247DE1C}"/>
                </a:ext>
              </a:extLst>
            </p:cNvPr>
            <p:cNvSpPr>
              <a:spLocks noChangeArrowheads="1"/>
            </p:cNvSpPr>
            <p:nvPr/>
          </p:nvSpPr>
          <p:spPr bwMode="auto">
            <a:xfrm>
              <a:off x="1488" y="729"/>
              <a:ext cx="2688" cy="100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43" name="Line 7">
              <a:extLst>
                <a:ext uri="{FF2B5EF4-FFF2-40B4-BE49-F238E27FC236}">
                  <a16:creationId xmlns:a16="http://schemas.microsoft.com/office/drawing/2014/main" id="{828855D6-DA6B-4ACB-95BE-F084C12247B9}"/>
                </a:ext>
              </a:extLst>
            </p:cNvPr>
            <p:cNvSpPr>
              <a:spLocks noChangeShapeType="1"/>
            </p:cNvSpPr>
            <p:nvPr/>
          </p:nvSpPr>
          <p:spPr bwMode="auto">
            <a:xfrm>
              <a:off x="2832" y="489"/>
              <a:ext cx="0"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0744" name="Line 8">
              <a:extLst>
                <a:ext uri="{FF2B5EF4-FFF2-40B4-BE49-F238E27FC236}">
                  <a16:creationId xmlns:a16="http://schemas.microsoft.com/office/drawing/2014/main" id="{F0EA3153-AC12-48EA-B8AB-EF9254B5A16B}"/>
                </a:ext>
              </a:extLst>
            </p:cNvPr>
            <p:cNvSpPr>
              <a:spLocks noChangeShapeType="1"/>
            </p:cNvSpPr>
            <p:nvPr/>
          </p:nvSpPr>
          <p:spPr bwMode="auto">
            <a:xfrm>
              <a:off x="1968" y="1737"/>
              <a:ext cx="0"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0745" name="Line 9">
              <a:extLst>
                <a:ext uri="{FF2B5EF4-FFF2-40B4-BE49-F238E27FC236}">
                  <a16:creationId xmlns:a16="http://schemas.microsoft.com/office/drawing/2014/main" id="{CCB0F04D-9F8A-4627-AB99-00ABD1E21D97}"/>
                </a:ext>
              </a:extLst>
            </p:cNvPr>
            <p:cNvSpPr>
              <a:spLocks noChangeShapeType="1"/>
            </p:cNvSpPr>
            <p:nvPr/>
          </p:nvSpPr>
          <p:spPr bwMode="auto">
            <a:xfrm>
              <a:off x="2832" y="1737"/>
              <a:ext cx="0"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0746" name="Line 10">
              <a:extLst>
                <a:ext uri="{FF2B5EF4-FFF2-40B4-BE49-F238E27FC236}">
                  <a16:creationId xmlns:a16="http://schemas.microsoft.com/office/drawing/2014/main" id="{7845FF01-0EA0-46E2-B892-8485E076B748}"/>
                </a:ext>
              </a:extLst>
            </p:cNvPr>
            <p:cNvSpPr>
              <a:spLocks noChangeShapeType="1"/>
            </p:cNvSpPr>
            <p:nvPr/>
          </p:nvSpPr>
          <p:spPr bwMode="auto">
            <a:xfrm>
              <a:off x="3600" y="1737"/>
              <a:ext cx="0"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0747" name="Rectangle 11">
              <a:extLst>
                <a:ext uri="{FF2B5EF4-FFF2-40B4-BE49-F238E27FC236}">
                  <a16:creationId xmlns:a16="http://schemas.microsoft.com/office/drawing/2014/main" id="{7B187572-E017-4821-B1E1-93BEE5CE76DF}"/>
                </a:ext>
              </a:extLst>
            </p:cNvPr>
            <p:cNvSpPr>
              <a:spLocks noChangeArrowheads="1"/>
            </p:cNvSpPr>
            <p:nvPr/>
          </p:nvSpPr>
          <p:spPr bwMode="auto">
            <a:xfrm>
              <a:off x="1728" y="1977"/>
              <a:ext cx="432"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48" name="Rectangle 12">
              <a:extLst>
                <a:ext uri="{FF2B5EF4-FFF2-40B4-BE49-F238E27FC236}">
                  <a16:creationId xmlns:a16="http://schemas.microsoft.com/office/drawing/2014/main" id="{F5127214-A31D-47AA-81B1-CDD7D5A69C12}"/>
                </a:ext>
              </a:extLst>
            </p:cNvPr>
            <p:cNvSpPr>
              <a:spLocks noChangeArrowheads="1"/>
            </p:cNvSpPr>
            <p:nvPr/>
          </p:nvSpPr>
          <p:spPr bwMode="auto">
            <a:xfrm>
              <a:off x="2592" y="1977"/>
              <a:ext cx="432"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49" name="Rectangle 13">
              <a:extLst>
                <a:ext uri="{FF2B5EF4-FFF2-40B4-BE49-F238E27FC236}">
                  <a16:creationId xmlns:a16="http://schemas.microsoft.com/office/drawing/2014/main" id="{2EB67132-E8BB-439C-8CFD-528D06287740}"/>
                </a:ext>
              </a:extLst>
            </p:cNvPr>
            <p:cNvSpPr>
              <a:spLocks noChangeArrowheads="1"/>
            </p:cNvSpPr>
            <p:nvPr/>
          </p:nvSpPr>
          <p:spPr bwMode="auto">
            <a:xfrm>
              <a:off x="3408" y="1977"/>
              <a:ext cx="432"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50" name="Rectangle 14">
              <a:extLst>
                <a:ext uri="{FF2B5EF4-FFF2-40B4-BE49-F238E27FC236}">
                  <a16:creationId xmlns:a16="http://schemas.microsoft.com/office/drawing/2014/main" id="{8B80184B-5DC0-44A5-87D6-87B18088C299}"/>
                </a:ext>
              </a:extLst>
            </p:cNvPr>
            <p:cNvSpPr>
              <a:spLocks noChangeArrowheads="1"/>
            </p:cNvSpPr>
            <p:nvPr/>
          </p:nvSpPr>
          <p:spPr bwMode="auto">
            <a:xfrm>
              <a:off x="4224" y="1977"/>
              <a:ext cx="432"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51" name="Rectangle 15">
              <a:extLst>
                <a:ext uri="{FF2B5EF4-FFF2-40B4-BE49-F238E27FC236}">
                  <a16:creationId xmlns:a16="http://schemas.microsoft.com/office/drawing/2014/main" id="{A9A2309E-448E-40DD-A9D8-C510BEA4D50F}"/>
                </a:ext>
              </a:extLst>
            </p:cNvPr>
            <p:cNvSpPr>
              <a:spLocks noChangeArrowheads="1"/>
            </p:cNvSpPr>
            <p:nvPr/>
          </p:nvSpPr>
          <p:spPr bwMode="auto">
            <a:xfrm>
              <a:off x="912" y="1977"/>
              <a:ext cx="432" cy="24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52" name="Line 16">
              <a:extLst>
                <a:ext uri="{FF2B5EF4-FFF2-40B4-BE49-F238E27FC236}">
                  <a16:creationId xmlns:a16="http://schemas.microsoft.com/office/drawing/2014/main" id="{BAC71F72-DAFD-486B-8CAF-6E61431B3219}"/>
                </a:ext>
              </a:extLst>
            </p:cNvPr>
            <p:cNvSpPr>
              <a:spLocks noChangeShapeType="1"/>
            </p:cNvSpPr>
            <p:nvPr/>
          </p:nvSpPr>
          <p:spPr bwMode="auto">
            <a:xfrm>
              <a:off x="1344" y="2073"/>
              <a:ext cx="38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0753" name="Line 17">
              <a:extLst>
                <a:ext uri="{FF2B5EF4-FFF2-40B4-BE49-F238E27FC236}">
                  <a16:creationId xmlns:a16="http://schemas.microsoft.com/office/drawing/2014/main" id="{C4B20111-731A-4C92-83BF-999BF1DA99B8}"/>
                </a:ext>
              </a:extLst>
            </p:cNvPr>
            <p:cNvSpPr>
              <a:spLocks noChangeShapeType="1"/>
            </p:cNvSpPr>
            <p:nvPr/>
          </p:nvSpPr>
          <p:spPr bwMode="auto">
            <a:xfrm>
              <a:off x="2160" y="2073"/>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0754" name="Line 18">
              <a:extLst>
                <a:ext uri="{FF2B5EF4-FFF2-40B4-BE49-F238E27FC236}">
                  <a16:creationId xmlns:a16="http://schemas.microsoft.com/office/drawing/2014/main" id="{103649C8-B3C0-47E1-AE74-CDF152348910}"/>
                </a:ext>
              </a:extLst>
            </p:cNvPr>
            <p:cNvSpPr>
              <a:spLocks noChangeShapeType="1"/>
            </p:cNvSpPr>
            <p:nvPr/>
          </p:nvSpPr>
          <p:spPr bwMode="auto">
            <a:xfrm>
              <a:off x="3024" y="2073"/>
              <a:ext cx="38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0755" name="Line 19">
              <a:extLst>
                <a:ext uri="{FF2B5EF4-FFF2-40B4-BE49-F238E27FC236}">
                  <a16:creationId xmlns:a16="http://schemas.microsoft.com/office/drawing/2014/main" id="{D2A60FC6-A806-4F8B-927B-C2C90A39D7D8}"/>
                </a:ext>
              </a:extLst>
            </p:cNvPr>
            <p:cNvSpPr>
              <a:spLocks noChangeShapeType="1"/>
            </p:cNvSpPr>
            <p:nvPr/>
          </p:nvSpPr>
          <p:spPr bwMode="auto">
            <a:xfrm>
              <a:off x="3840" y="2073"/>
              <a:ext cx="38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0756" name="Line 20">
              <a:extLst>
                <a:ext uri="{FF2B5EF4-FFF2-40B4-BE49-F238E27FC236}">
                  <a16:creationId xmlns:a16="http://schemas.microsoft.com/office/drawing/2014/main" id="{0E849BA7-A74A-4A6C-86D2-D848D4684B98}"/>
                </a:ext>
              </a:extLst>
            </p:cNvPr>
            <p:cNvSpPr>
              <a:spLocks noChangeShapeType="1"/>
            </p:cNvSpPr>
            <p:nvPr/>
          </p:nvSpPr>
          <p:spPr bwMode="auto">
            <a:xfrm>
              <a:off x="576" y="2073"/>
              <a:ext cx="33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0757" name="Line 21">
              <a:extLst>
                <a:ext uri="{FF2B5EF4-FFF2-40B4-BE49-F238E27FC236}">
                  <a16:creationId xmlns:a16="http://schemas.microsoft.com/office/drawing/2014/main" id="{9D534612-0FA4-47AB-A94B-D7E7BEDDD8A3}"/>
                </a:ext>
              </a:extLst>
            </p:cNvPr>
            <p:cNvSpPr>
              <a:spLocks noChangeShapeType="1"/>
            </p:cNvSpPr>
            <p:nvPr/>
          </p:nvSpPr>
          <p:spPr bwMode="auto">
            <a:xfrm flipH="1">
              <a:off x="1104" y="1737"/>
              <a:ext cx="480"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0758" name="Line 22">
              <a:extLst>
                <a:ext uri="{FF2B5EF4-FFF2-40B4-BE49-F238E27FC236}">
                  <a16:creationId xmlns:a16="http://schemas.microsoft.com/office/drawing/2014/main" id="{906C70FF-92DF-4A4F-9CA7-44699ECE05DE}"/>
                </a:ext>
              </a:extLst>
            </p:cNvPr>
            <p:cNvSpPr>
              <a:spLocks noChangeShapeType="1"/>
            </p:cNvSpPr>
            <p:nvPr/>
          </p:nvSpPr>
          <p:spPr bwMode="auto">
            <a:xfrm>
              <a:off x="4080" y="1737"/>
              <a:ext cx="384"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0759" name="AutoShape 23">
              <a:extLst>
                <a:ext uri="{FF2B5EF4-FFF2-40B4-BE49-F238E27FC236}">
                  <a16:creationId xmlns:a16="http://schemas.microsoft.com/office/drawing/2014/main" id="{76F9BF7E-3764-4801-BA97-6F6E7CD032E3}"/>
                </a:ext>
              </a:extLst>
            </p:cNvPr>
            <p:cNvSpPr>
              <a:spLocks/>
            </p:cNvSpPr>
            <p:nvPr/>
          </p:nvSpPr>
          <p:spPr bwMode="auto">
            <a:xfrm>
              <a:off x="4656" y="307"/>
              <a:ext cx="144" cy="1430"/>
            </a:xfrm>
            <a:prstGeom prst="rightBrace">
              <a:avLst>
                <a:gd name="adj1" fmla="val 8275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60" name="AutoShape 24">
              <a:extLst>
                <a:ext uri="{FF2B5EF4-FFF2-40B4-BE49-F238E27FC236}">
                  <a16:creationId xmlns:a16="http://schemas.microsoft.com/office/drawing/2014/main" id="{F4288A9B-E446-4942-AD9C-E808FF079B8D}"/>
                </a:ext>
              </a:extLst>
            </p:cNvPr>
            <p:cNvSpPr>
              <a:spLocks/>
            </p:cNvSpPr>
            <p:nvPr/>
          </p:nvSpPr>
          <p:spPr bwMode="auto">
            <a:xfrm>
              <a:off x="4704" y="1833"/>
              <a:ext cx="48" cy="336"/>
            </a:xfrm>
            <a:prstGeom prst="righ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0761" name="Text Box 25">
              <a:extLst>
                <a:ext uri="{FF2B5EF4-FFF2-40B4-BE49-F238E27FC236}">
                  <a16:creationId xmlns:a16="http://schemas.microsoft.com/office/drawing/2014/main" id="{5A111FF7-52BF-45D3-BA36-D3C14CA7D68D}"/>
                </a:ext>
              </a:extLst>
            </p:cNvPr>
            <p:cNvSpPr txBox="1">
              <a:spLocks noChangeArrowheads="1"/>
            </p:cNvSpPr>
            <p:nvPr/>
          </p:nvSpPr>
          <p:spPr bwMode="auto">
            <a:xfrm>
              <a:off x="2448" y="297"/>
              <a:ext cx="960"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黑体" panose="02010609060101010101" pitchFamily="49" charset="-122"/>
                </a:rPr>
                <a:t>随机查询</a:t>
              </a:r>
            </a:p>
          </p:txBody>
        </p:sp>
        <p:sp>
          <p:nvSpPr>
            <p:cNvPr id="500762" name="Text Box 26">
              <a:extLst>
                <a:ext uri="{FF2B5EF4-FFF2-40B4-BE49-F238E27FC236}">
                  <a16:creationId xmlns:a16="http://schemas.microsoft.com/office/drawing/2014/main" id="{7AF92C88-0A56-4D65-A028-B3D0E36BE73C}"/>
                </a:ext>
              </a:extLst>
            </p:cNvPr>
            <p:cNvSpPr txBox="1">
              <a:spLocks noChangeArrowheads="1"/>
            </p:cNvSpPr>
            <p:nvPr/>
          </p:nvSpPr>
          <p:spPr bwMode="auto">
            <a:xfrm>
              <a:off x="4896" y="729"/>
              <a:ext cx="768"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a:latin typeface="黑体" panose="02010609060101010101" pitchFamily="49" charset="-122"/>
                  <a:ea typeface="黑体" panose="02010609060101010101" pitchFamily="49" charset="-122"/>
                </a:rPr>
                <a:t>B-</a:t>
              </a:r>
              <a:r>
                <a:rPr lang="zh-CN" altLang="en-US" sz="2000" b="1">
                  <a:latin typeface="黑体" panose="02010609060101010101" pitchFamily="49" charset="-122"/>
                  <a:ea typeface="黑体" panose="02010609060101010101" pitchFamily="49" charset="-122"/>
                </a:rPr>
                <a:t>树索引</a:t>
              </a:r>
              <a:r>
                <a:rPr lang="en-US" altLang="zh-CN" sz="2000" b="1">
                  <a:latin typeface="黑体" panose="02010609060101010101" pitchFamily="49" charset="-122"/>
                  <a:ea typeface="黑体" panose="02010609060101010101" pitchFamily="49" charset="-122"/>
                </a:rPr>
                <a:t>(</a:t>
              </a:r>
              <a:r>
                <a:rPr lang="zh-CN" altLang="en-US" sz="2000" b="1">
                  <a:latin typeface="黑体" panose="02010609060101010101" pitchFamily="49" charset="-122"/>
                  <a:ea typeface="黑体" panose="02010609060101010101" pitchFamily="49" charset="-122"/>
                </a:rPr>
                <a:t>索引块</a:t>
              </a:r>
              <a:r>
                <a:rPr lang="en-US" altLang="zh-CN" sz="2000" b="1">
                  <a:latin typeface="黑体" panose="02010609060101010101" pitchFamily="49" charset="-122"/>
                  <a:ea typeface="黑体" panose="02010609060101010101" pitchFamily="49" charset="-122"/>
                </a:rPr>
                <a:t>)</a:t>
              </a:r>
            </a:p>
          </p:txBody>
        </p:sp>
        <p:sp>
          <p:nvSpPr>
            <p:cNvPr id="500763" name="Text Box 27">
              <a:extLst>
                <a:ext uri="{FF2B5EF4-FFF2-40B4-BE49-F238E27FC236}">
                  <a16:creationId xmlns:a16="http://schemas.microsoft.com/office/drawing/2014/main" id="{9023C323-A0EE-4D39-8564-C53392A50F55}"/>
                </a:ext>
              </a:extLst>
            </p:cNvPr>
            <p:cNvSpPr txBox="1">
              <a:spLocks noChangeArrowheads="1"/>
            </p:cNvSpPr>
            <p:nvPr/>
          </p:nvSpPr>
          <p:spPr bwMode="auto">
            <a:xfrm>
              <a:off x="4800" y="1881"/>
              <a:ext cx="864"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latin typeface="黑体" panose="02010609060101010101" pitchFamily="49" charset="-122"/>
                  <a:ea typeface="黑体" panose="02010609060101010101" pitchFamily="49" charset="-122"/>
                </a:rPr>
                <a:t>顺序集</a:t>
              </a:r>
              <a:r>
                <a:rPr lang="en-US" altLang="zh-CN" sz="2000" b="1">
                  <a:latin typeface="黑体" panose="02010609060101010101" pitchFamily="49" charset="-122"/>
                  <a:ea typeface="黑体" panose="02010609060101010101" pitchFamily="49" charset="-122"/>
                </a:rPr>
                <a:t>(</a:t>
              </a:r>
              <a:r>
                <a:rPr lang="zh-CN" altLang="en-US" sz="2000" b="1">
                  <a:latin typeface="黑体" panose="02010609060101010101" pitchFamily="49" charset="-122"/>
                  <a:ea typeface="黑体" panose="02010609060101010101" pitchFamily="49" charset="-122"/>
                </a:rPr>
                <a:t>记录索引块</a:t>
              </a:r>
              <a:r>
                <a:rPr lang="en-US" altLang="zh-CN" sz="2000" b="1">
                  <a:latin typeface="黑体" panose="02010609060101010101" pitchFamily="49" charset="-122"/>
                  <a:ea typeface="黑体" panose="02010609060101010101" pitchFamily="49" charset="-122"/>
                </a:rPr>
                <a:t>)</a:t>
              </a:r>
            </a:p>
          </p:txBody>
        </p:sp>
        <p:sp>
          <p:nvSpPr>
            <p:cNvPr id="500764" name="Text Box 28">
              <a:extLst>
                <a:ext uri="{FF2B5EF4-FFF2-40B4-BE49-F238E27FC236}">
                  <a16:creationId xmlns:a16="http://schemas.microsoft.com/office/drawing/2014/main" id="{9C697BDD-76F5-4619-B43F-80E6FD877FCA}"/>
                </a:ext>
              </a:extLst>
            </p:cNvPr>
            <p:cNvSpPr txBox="1">
              <a:spLocks noChangeArrowheads="1"/>
            </p:cNvSpPr>
            <p:nvPr/>
          </p:nvSpPr>
          <p:spPr bwMode="auto">
            <a:xfrm>
              <a:off x="144" y="1824"/>
              <a:ext cx="960"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黑体" panose="02010609060101010101" pitchFamily="49" charset="-122"/>
                </a:rPr>
                <a:t>顺序查询</a:t>
              </a:r>
            </a:p>
          </p:txBody>
        </p:sp>
        <p:sp>
          <p:nvSpPr>
            <p:cNvPr id="500765" name="Text Box 29">
              <a:extLst>
                <a:ext uri="{FF2B5EF4-FFF2-40B4-BE49-F238E27FC236}">
                  <a16:creationId xmlns:a16="http://schemas.microsoft.com/office/drawing/2014/main" id="{7A5F7828-D617-49FE-8990-D14D37BDC8E5}"/>
                </a:ext>
              </a:extLst>
            </p:cNvPr>
            <p:cNvSpPr txBox="1">
              <a:spLocks noChangeArrowheads="1"/>
            </p:cNvSpPr>
            <p:nvPr/>
          </p:nvSpPr>
          <p:spPr bwMode="auto">
            <a:xfrm>
              <a:off x="288" y="240"/>
              <a:ext cx="1680"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300" b="1"/>
                <a:t>图</a:t>
              </a:r>
              <a:r>
                <a:rPr lang="en-US" altLang="zh-CN" sz="2300" b="1"/>
                <a:t>3.25</a:t>
              </a:r>
              <a:r>
                <a:rPr lang="zh-CN" altLang="en-US" sz="2300" b="1"/>
                <a:t>　</a:t>
              </a:r>
              <a:r>
                <a:rPr lang="en-US" altLang="zh-CN" sz="2300" b="1">
                  <a:solidFill>
                    <a:srgbClr val="800000"/>
                  </a:solidFill>
                </a:rPr>
                <a:t>B</a:t>
              </a:r>
              <a:r>
                <a:rPr lang="en-US" altLang="zh-CN" sz="2300" b="1" baseline="30000">
                  <a:solidFill>
                    <a:srgbClr val="800000"/>
                  </a:solidFill>
                </a:rPr>
                <a:t>+</a:t>
              </a:r>
              <a:r>
                <a:rPr lang="en-US" altLang="zh-CN" sz="2300" b="1">
                  <a:solidFill>
                    <a:srgbClr val="800000"/>
                  </a:solidFill>
                </a:rPr>
                <a:t> </a:t>
              </a:r>
              <a:r>
                <a:rPr lang="zh-CN" altLang="en-US" sz="2300" b="1">
                  <a:solidFill>
                    <a:srgbClr val="800000"/>
                  </a:solidFill>
                  <a:ea typeface="黑体" panose="02010609060101010101" pitchFamily="49" charset="-122"/>
                </a:rPr>
                <a:t>树模型</a:t>
              </a:r>
            </a:p>
          </p:txBody>
        </p:sp>
      </p:grpSp>
      <p:sp>
        <p:nvSpPr>
          <p:cNvPr id="500766" name="AutoShape 30">
            <a:extLst>
              <a:ext uri="{FF2B5EF4-FFF2-40B4-BE49-F238E27FC236}">
                <a16:creationId xmlns:a16="http://schemas.microsoft.com/office/drawing/2014/main" id="{D0D750EC-2B32-46AD-8E9A-520ABA2DE600}"/>
              </a:ext>
            </a:extLst>
          </p:cNvPr>
          <p:cNvSpPr>
            <a:spLocks noChangeArrowheads="1"/>
          </p:cNvSpPr>
          <p:nvPr/>
        </p:nvSpPr>
        <p:spPr bwMode="auto">
          <a:xfrm>
            <a:off x="5508625" y="476250"/>
            <a:ext cx="3455988" cy="2305050"/>
          </a:xfrm>
          <a:prstGeom prst="wedgeRoundRectCallout">
            <a:avLst>
              <a:gd name="adj1" fmla="val -52986"/>
              <a:gd name="adj2" fmla="val 81403"/>
              <a:gd name="adj3" fmla="val 16667"/>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05000"/>
              </a:lnSpc>
            </a:pPr>
            <a:r>
              <a:rPr lang="zh-CN" altLang="en-US" sz="1900" b="1">
                <a:solidFill>
                  <a:srgbClr val="000000"/>
                </a:solidFill>
                <a:effectLst>
                  <a:outerShdw blurRad="38100" dist="38100" dir="2700000" algn="tl">
                    <a:srgbClr val="FFFFFF"/>
                  </a:outerShdw>
                </a:effectLst>
              </a:rPr>
              <a:t>       通过让树中所有索引项按其主键值的递增顺序从左到右都出现在叶结点上，并用指针链把所有叶结点链接起来，从而实现了通过索引树的随机检索和通过叶结点链的顺序检索。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500766"/>
                                        </p:tgtEl>
                                        <p:attrNameLst>
                                          <p:attrName>style.visibility</p:attrName>
                                        </p:attrNameLst>
                                      </p:cBhvr>
                                      <p:to>
                                        <p:strVal val="visible"/>
                                      </p:to>
                                    </p:set>
                                    <p:animEffect transition="in" filter="box(in)">
                                      <p:cBhvr>
                                        <p:cTn id="7" dur="500"/>
                                        <p:tgtEl>
                                          <p:spTgt spid="500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6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5" name="Rectangle 5">
            <a:extLst>
              <a:ext uri="{FF2B5EF4-FFF2-40B4-BE49-F238E27FC236}">
                <a16:creationId xmlns:a16="http://schemas.microsoft.com/office/drawing/2014/main" id="{2AA86B77-043C-42BC-86C2-D2A9D87DA3CF}"/>
              </a:ext>
            </a:extLst>
          </p:cNvPr>
          <p:cNvSpPr>
            <a:spLocks noChangeArrowheads="1"/>
          </p:cNvSpPr>
          <p:nvPr/>
        </p:nvSpPr>
        <p:spPr bwMode="auto">
          <a:xfrm>
            <a:off x="468313" y="1185863"/>
            <a:ext cx="8207375" cy="245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b="0">
                <a:solidFill>
                  <a:srgbClr val="660066"/>
                </a:solidFill>
                <a:effectLst/>
                <a:latin typeface="黑体" panose="02010609060101010101" pitchFamily="49" charset="-122"/>
                <a:ea typeface="黑体" panose="02010609060101010101" pitchFamily="49" charset="-122"/>
              </a:rPr>
              <a:t>  </a:t>
            </a:r>
            <a:r>
              <a:rPr lang="zh-CN" altLang="en-US" b="0">
                <a:solidFill>
                  <a:srgbClr val="660066"/>
                </a:solidFill>
                <a:effectLst/>
                <a:latin typeface="黑体" panose="02010609060101010101" pitchFamily="49" charset="-122"/>
                <a:ea typeface="黑体" panose="02010609060101010101" pitchFamily="49" charset="-122"/>
              </a:rPr>
              <a:t>一棵</a:t>
            </a:r>
            <a:r>
              <a:rPr lang="en-US" altLang="zh-CN" b="0">
                <a:solidFill>
                  <a:srgbClr val="660066"/>
                </a:solidFill>
                <a:effectLst/>
                <a:latin typeface="黑体" panose="02010609060101010101" pitchFamily="49" charset="-122"/>
                <a:ea typeface="黑体" panose="02010609060101010101" pitchFamily="49" charset="-122"/>
              </a:rPr>
              <a:t>m</a:t>
            </a:r>
            <a:r>
              <a:rPr lang="zh-CN" altLang="en-US" b="0">
                <a:solidFill>
                  <a:srgbClr val="660066"/>
                </a:solidFill>
                <a:effectLst/>
                <a:latin typeface="黑体" panose="02010609060101010101" pitchFamily="49" charset="-122"/>
                <a:ea typeface="黑体" panose="02010609060101010101" pitchFamily="49" charset="-122"/>
              </a:rPr>
              <a:t>阶的</a:t>
            </a:r>
            <a:r>
              <a:rPr lang="en-US" altLang="zh-CN" b="0">
                <a:solidFill>
                  <a:srgbClr val="660066"/>
                </a:solidFill>
                <a:effectLst/>
                <a:latin typeface="黑体" panose="02010609060101010101" pitchFamily="49" charset="-122"/>
                <a:ea typeface="黑体" panose="02010609060101010101" pitchFamily="49" charset="-122"/>
              </a:rPr>
              <a:t>B</a:t>
            </a:r>
            <a:r>
              <a:rPr lang="en-US" altLang="zh-CN" b="0" baseline="30000">
                <a:solidFill>
                  <a:srgbClr val="660066"/>
                </a:solidFill>
                <a:effectLst/>
                <a:latin typeface="黑体" panose="02010609060101010101" pitchFamily="49" charset="-122"/>
                <a:ea typeface="黑体" panose="02010609060101010101" pitchFamily="49" charset="-122"/>
              </a:rPr>
              <a:t>+</a:t>
            </a:r>
            <a:r>
              <a:rPr lang="zh-CN" altLang="en-US" b="0">
                <a:solidFill>
                  <a:srgbClr val="660066"/>
                </a:solidFill>
                <a:effectLst/>
                <a:latin typeface="黑体" panose="02010609060101010101" pitchFamily="49" charset="-122"/>
                <a:ea typeface="黑体" panose="02010609060101010101" pitchFamily="49" charset="-122"/>
              </a:rPr>
              <a:t>树与一棵</a:t>
            </a:r>
            <a:r>
              <a:rPr lang="en-US" altLang="zh-CN" b="0">
                <a:solidFill>
                  <a:srgbClr val="660066"/>
                </a:solidFill>
                <a:effectLst/>
                <a:latin typeface="黑体" panose="02010609060101010101" pitchFamily="49" charset="-122"/>
                <a:ea typeface="黑体" panose="02010609060101010101" pitchFamily="49" charset="-122"/>
              </a:rPr>
              <a:t>m</a:t>
            </a:r>
            <a:r>
              <a:rPr lang="zh-CN" altLang="en-US" b="0">
                <a:solidFill>
                  <a:srgbClr val="660066"/>
                </a:solidFill>
                <a:effectLst/>
                <a:latin typeface="黑体" panose="02010609060101010101" pitchFamily="49" charset="-122"/>
                <a:ea typeface="黑体" panose="02010609060101010101" pitchFamily="49" charset="-122"/>
              </a:rPr>
              <a:t>阶的</a:t>
            </a:r>
            <a:r>
              <a:rPr lang="en-US" altLang="zh-CN" b="0">
                <a:solidFill>
                  <a:srgbClr val="660066"/>
                </a:solidFill>
                <a:effectLst/>
                <a:latin typeface="黑体" panose="02010609060101010101" pitchFamily="49" charset="-122"/>
                <a:ea typeface="黑体" panose="02010609060101010101" pitchFamily="49" charset="-122"/>
              </a:rPr>
              <a:t>B-</a:t>
            </a:r>
            <a:r>
              <a:rPr lang="zh-CN" altLang="en-US" b="0">
                <a:solidFill>
                  <a:srgbClr val="660066"/>
                </a:solidFill>
                <a:effectLst/>
                <a:latin typeface="黑体" panose="02010609060101010101" pitchFamily="49" charset="-122"/>
                <a:ea typeface="黑体" panose="02010609060101010101" pitchFamily="49" charset="-122"/>
              </a:rPr>
              <a:t>树的区别：</a:t>
            </a:r>
          </a:p>
          <a:p>
            <a:pPr>
              <a:lnSpc>
                <a:spcPct val="135000"/>
              </a:lnSpc>
            </a:pPr>
            <a:r>
              <a:rPr lang="zh-CN" altLang="en-US"/>
              <a:t>          （</a:t>
            </a:r>
            <a:r>
              <a:rPr lang="en-US" altLang="zh-CN"/>
              <a:t>1</a:t>
            </a:r>
            <a:r>
              <a:rPr lang="zh-CN" altLang="en-US"/>
              <a:t>）在</a:t>
            </a:r>
            <a:r>
              <a:rPr lang="en-US" altLang="zh-CN"/>
              <a:t>B</a:t>
            </a:r>
            <a:r>
              <a:rPr lang="en-US" altLang="zh-CN" baseline="30000"/>
              <a:t>+</a:t>
            </a:r>
            <a:r>
              <a:rPr lang="zh-CN" altLang="en-US"/>
              <a:t>树的叶结点中包含了</a:t>
            </a:r>
            <a:r>
              <a:rPr lang="en-US" altLang="zh-CN"/>
              <a:t>B</a:t>
            </a:r>
            <a:r>
              <a:rPr lang="en-US" altLang="zh-CN" baseline="30000"/>
              <a:t>+</a:t>
            </a:r>
            <a:r>
              <a:rPr lang="zh-CN" altLang="en-US"/>
              <a:t>树中的全部主键值，且其中的所有索引项按其主键值的递增顺序从左到右而顺序链接。      </a:t>
            </a:r>
          </a:p>
        </p:txBody>
      </p:sp>
      <p:grpSp>
        <p:nvGrpSpPr>
          <p:cNvPr id="501766" name="Group 6">
            <a:extLst>
              <a:ext uri="{FF2B5EF4-FFF2-40B4-BE49-F238E27FC236}">
                <a16:creationId xmlns:a16="http://schemas.microsoft.com/office/drawing/2014/main" id="{CAE9336E-2E1C-4AD0-B930-9A3072AF0510}"/>
              </a:ext>
            </a:extLst>
          </p:cNvPr>
          <p:cNvGrpSpPr>
            <a:grpSpLocks/>
          </p:cNvGrpSpPr>
          <p:nvPr/>
        </p:nvGrpSpPr>
        <p:grpSpPr bwMode="auto">
          <a:xfrm>
            <a:off x="285750" y="3644900"/>
            <a:ext cx="8561388" cy="2895600"/>
            <a:chOff x="180" y="1488"/>
            <a:chExt cx="5393" cy="1824"/>
          </a:xfrm>
        </p:grpSpPr>
        <p:grpSp>
          <p:nvGrpSpPr>
            <p:cNvPr id="501767" name="Group 7">
              <a:extLst>
                <a:ext uri="{FF2B5EF4-FFF2-40B4-BE49-F238E27FC236}">
                  <a16:creationId xmlns:a16="http://schemas.microsoft.com/office/drawing/2014/main" id="{10D7A62C-4E25-42F3-930C-B061FD7E06E2}"/>
                </a:ext>
              </a:extLst>
            </p:cNvPr>
            <p:cNvGrpSpPr>
              <a:grpSpLocks/>
            </p:cNvGrpSpPr>
            <p:nvPr/>
          </p:nvGrpSpPr>
          <p:grpSpPr bwMode="auto">
            <a:xfrm>
              <a:off x="4932" y="3120"/>
              <a:ext cx="641" cy="192"/>
              <a:chOff x="1056" y="2976"/>
              <a:chExt cx="641" cy="192"/>
            </a:xfrm>
          </p:grpSpPr>
          <p:sp>
            <p:nvSpPr>
              <p:cNvPr id="501768" name="Rectangle 8">
                <a:extLst>
                  <a:ext uri="{FF2B5EF4-FFF2-40B4-BE49-F238E27FC236}">
                    <a16:creationId xmlns:a16="http://schemas.microsoft.com/office/drawing/2014/main" id="{AECFA4F0-46DF-4D93-942B-4EE061FFC49C}"/>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zh-CN" altLang="en-US" sz="1600"/>
                  <a:t>　　</a:t>
                </a:r>
                <a:r>
                  <a:rPr lang="en-US" altLang="zh-CN" sz="1400" b="1"/>
                  <a:t>180 </a:t>
                </a:r>
                <a:r>
                  <a:rPr lang="en-US" altLang="zh-CN" sz="1400" b="1">
                    <a:cs typeface="Arial" panose="020B0604020202020204" pitchFamily="34" charset="0"/>
                  </a:rPr>
                  <a:t>201 220</a:t>
                </a:r>
                <a:r>
                  <a:rPr lang="zh-CN" altLang="en-US" sz="1400" b="1"/>
                  <a:t>　</a:t>
                </a:r>
                <a:r>
                  <a:rPr lang="zh-CN" altLang="en-US" sz="1600" b="1">
                    <a:cs typeface="Arial" panose="020B0604020202020204" pitchFamily="34" charset="0"/>
                  </a:rPr>
                  <a:t> </a:t>
                </a:r>
                <a:r>
                  <a:rPr lang="zh-CN" altLang="en-US" sz="1600" b="1"/>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1769" name="Line 9">
                <a:extLst>
                  <a:ext uri="{FF2B5EF4-FFF2-40B4-BE49-F238E27FC236}">
                    <a16:creationId xmlns:a16="http://schemas.microsoft.com/office/drawing/2014/main" id="{B8D2A7BA-F3D9-436E-8137-666F36783176}"/>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770" name="Line 10">
                <a:extLst>
                  <a:ext uri="{FF2B5EF4-FFF2-40B4-BE49-F238E27FC236}">
                    <a16:creationId xmlns:a16="http://schemas.microsoft.com/office/drawing/2014/main" id="{07166A5B-157B-4B06-9180-73163BC2A3B1}"/>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771" name="Line 11">
                <a:extLst>
                  <a:ext uri="{FF2B5EF4-FFF2-40B4-BE49-F238E27FC236}">
                    <a16:creationId xmlns:a16="http://schemas.microsoft.com/office/drawing/2014/main" id="{81F23457-2603-4D30-B08F-6411F56A03EC}"/>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1772" name="Group 12">
              <a:extLst>
                <a:ext uri="{FF2B5EF4-FFF2-40B4-BE49-F238E27FC236}">
                  <a16:creationId xmlns:a16="http://schemas.microsoft.com/office/drawing/2014/main" id="{FA04B817-5B40-4292-95FC-0E28FCEA00E9}"/>
                </a:ext>
              </a:extLst>
            </p:cNvPr>
            <p:cNvGrpSpPr>
              <a:grpSpLocks/>
            </p:cNvGrpSpPr>
            <p:nvPr/>
          </p:nvGrpSpPr>
          <p:grpSpPr bwMode="auto">
            <a:xfrm>
              <a:off x="996" y="2256"/>
              <a:ext cx="1073" cy="192"/>
              <a:chOff x="960" y="1824"/>
              <a:chExt cx="1073" cy="192"/>
            </a:xfrm>
          </p:grpSpPr>
          <p:sp>
            <p:nvSpPr>
              <p:cNvPr id="501773" name="Rectangle 13">
                <a:extLst>
                  <a:ext uri="{FF2B5EF4-FFF2-40B4-BE49-F238E27FC236}">
                    <a16:creationId xmlns:a16="http://schemas.microsoft.com/office/drawing/2014/main" id="{8160B1E8-A3DB-4EF2-BBF3-83E953008902}"/>
                  </a:ext>
                </a:extLst>
              </p:cNvPr>
              <p:cNvSpPr>
                <a:spLocks noChangeArrowheads="1"/>
              </p:cNvSpPr>
              <p:nvPr/>
            </p:nvSpPr>
            <p:spPr bwMode="auto">
              <a:xfrm>
                <a:off x="96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9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1774" name="Line 14">
                <a:extLst>
                  <a:ext uri="{FF2B5EF4-FFF2-40B4-BE49-F238E27FC236}">
                    <a16:creationId xmlns:a16="http://schemas.microsoft.com/office/drawing/2014/main" id="{5EDF5FA7-AD3D-4950-BBDD-C64EAC57FC30}"/>
                  </a:ext>
                </a:extLst>
              </p:cNvPr>
              <p:cNvSpPr>
                <a:spLocks noChangeShapeType="1"/>
              </p:cNvSpPr>
              <p:nvPr/>
            </p:nvSpPr>
            <p:spPr bwMode="auto">
              <a:xfrm>
                <a:off x="11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775" name="Line 15">
                <a:extLst>
                  <a:ext uri="{FF2B5EF4-FFF2-40B4-BE49-F238E27FC236}">
                    <a16:creationId xmlns:a16="http://schemas.microsoft.com/office/drawing/2014/main" id="{F7D550A1-8D72-40D2-8AEB-666B8E719920}"/>
                  </a:ext>
                </a:extLst>
              </p:cNvPr>
              <p:cNvSpPr>
                <a:spLocks noChangeShapeType="1"/>
              </p:cNvSpPr>
              <p:nvPr/>
            </p:nvSpPr>
            <p:spPr bwMode="auto">
              <a:xfrm>
                <a:off x="13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776" name="Line 16">
                <a:extLst>
                  <a:ext uri="{FF2B5EF4-FFF2-40B4-BE49-F238E27FC236}">
                    <a16:creationId xmlns:a16="http://schemas.microsoft.com/office/drawing/2014/main" id="{0C332512-7BAB-4B98-9C91-78999C7740DF}"/>
                  </a:ext>
                </a:extLst>
              </p:cNvPr>
              <p:cNvSpPr>
                <a:spLocks noChangeShapeType="1"/>
              </p:cNvSpPr>
              <p:nvPr/>
            </p:nvSpPr>
            <p:spPr bwMode="auto">
              <a:xfrm>
                <a:off x="158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777" name="Line 17">
                <a:extLst>
                  <a:ext uri="{FF2B5EF4-FFF2-40B4-BE49-F238E27FC236}">
                    <a16:creationId xmlns:a16="http://schemas.microsoft.com/office/drawing/2014/main" id="{DFBC4C26-D0EA-454A-973C-4F74430CE084}"/>
                  </a:ext>
                </a:extLst>
              </p:cNvPr>
              <p:cNvSpPr>
                <a:spLocks noChangeShapeType="1"/>
              </p:cNvSpPr>
              <p:nvPr/>
            </p:nvSpPr>
            <p:spPr bwMode="auto">
              <a:xfrm>
                <a:off x="18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1778" name="Group 18">
              <a:extLst>
                <a:ext uri="{FF2B5EF4-FFF2-40B4-BE49-F238E27FC236}">
                  <a16:creationId xmlns:a16="http://schemas.microsoft.com/office/drawing/2014/main" id="{47A67751-152B-4A7F-86EE-27499C372FFB}"/>
                </a:ext>
              </a:extLst>
            </p:cNvPr>
            <p:cNvGrpSpPr>
              <a:grpSpLocks/>
            </p:cNvGrpSpPr>
            <p:nvPr/>
          </p:nvGrpSpPr>
          <p:grpSpPr bwMode="auto">
            <a:xfrm>
              <a:off x="2436" y="2256"/>
              <a:ext cx="1073" cy="192"/>
              <a:chOff x="2400" y="1824"/>
              <a:chExt cx="1073" cy="192"/>
            </a:xfrm>
          </p:grpSpPr>
          <p:sp>
            <p:nvSpPr>
              <p:cNvPr id="501779" name="Rectangle 19">
                <a:extLst>
                  <a:ext uri="{FF2B5EF4-FFF2-40B4-BE49-F238E27FC236}">
                    <a16:creationId xmlns:a16="http://schemas.microsoft.com/office/drawing/2014/main" id="{E40A1D71-B65E-4945-B98D-2DC32608D37A}"/>
                  </a:ext>
                </a:extLst>
              </p:cNvPr>
              <p:cNvSpPr>
                <a:spLocks noChangeArrowheads="1"/>
              </p:cNvSpPr>
              <p:nvPr/>
            </p:nvSpPr>
            <p:spPr bwMode="auto">
              <a:xfrm>
                <a:off x="240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 </a:t>
                </a:r>
                <a:r>
                  <a:rPr lang="en-US" altLang="zh-CN" sz="1400" b="1"/>
                  <a:t>99</a:t>
                </a:r>
                <a:r>
                  <a:rPr lang="zh-CN" altLang="en-US" sz="1400" b="1"/>
                  <a:t>　</a:t>
                </a:r>
                <a:r>
                  <a:rPr lang="en-US" altLang="zh-CN" sz="1600" b="1">
                    <a:cs typeface="Arial" panose="020B0604020202020204" pitchFamily="34" charset="0"/>
                  </a:rPr>
                  <a:t>°</a:t>
                </a:r>
                <a:r>
                  <a:rPr lang="en-US" altLang="zh-CN" sz="1600">
                    <a:ea typeface="Arial Unicode MS" panose="020B0604020202020204" pitchFamily="34" charset="-122"/>
                    <a:cs typeface="Arial Unicode MS" panose="020B0604020202020204" pitchFamily="34" charset="-122"/>
                  </a:rPr>
                  <a:t> </a:t>
                </a:r>
              </a:p>
            </p:txBody>
          </p:sp>
          <p:sp>
            <p:nvSpPr>
              <p:cNvPr id="501780" name="Line 20">
                <a:extLst>
                  <a:ext uri="{FF2B5EF4-FFF2-40B4-BE49-F238E27FC236}">
                    <a16:creationId xmlns:a16="http://schemas.microsoft.com/office/drawing/2014/main" id="{C8BCE384-E362-40D9-9265-0947E4C7AD7E}"/>
                  </a:ext>
                </a:extLst>
              </p:cNvPr>
              <p:cNvSpPr>
                <a:spLocks noChangeShapeType="1"/>
              </p:cNvSpPr>
              <p:nvPr/>
            </p:nvSpPr>
            <p:spPr bwMode="auto">
              <a:xfrm>
                <a:off x="25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781" name="Line 21">
                <a:extLst>
                  <a:ext uri="{FF2B5EF4-FFF2-40B4-BE49-F238E27FC236}">
                    <a16:creationId xmlns:a16="http://schemas.microsoft.com/office/drawing/2014/main" id="{8B509112-C048-438B-A691-B52D9842D471}"/>
                  </a:ext>
                </a:extLst>
              </p:cNvPr>
              <p:cNvSpPr>
                <a:spLocks noChangeShapeType="1"/>
              </p:cNvSpPr>
              <p:nvPr/>
            </p:nvSpPr>
            <p:spPr bwMode="auto">
              <a:xfrm>
                <a:off x="283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782" name="Line 22">
                <a:extLst>
                  <a:ext uri="{FF2B5EF4-FFF2-40B4-BE49-F238E27FC236}">
                    <a16:creationId xmlns:a16="http://schemas.microsoft.com/office/drawing/2014/main" id="{E08C2229-758F-43D8-A0AA-279D7FE55E27}"/>
                  </a:ext>
                </a:extLst>
              </p:cNvPr>
              <p:cNvSpPr>
                <a:spLocks noChangeShapeType="1"/>
              </p:cNvSpPr>
              <p:nvPr/>
            </p:nvSpPr>
            <p:spPr bwMode="auto">
              <a:xfrm>
                <a:off x="30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783" name="Line 23">
                <a:extLst>
                  <a:ext uri="{FF2B5EF4-FFF2-40B4-BE49-F238E27FC236}">
                    <a16:creationId xmlns:a16="http://schemas.microsoft.com/office/drawing/2014/main" id="{E54D3A3F-FBD2-4FAC-BC9F-D8B116456C07}"/>
                  </a:ext>
                </a:extLst>
              </p:cNvPr>
              <p:cNvSpPr>
                <a:spLocks noChangeShapeType="1"/>
              </p:cNvSpPr>
              <p:nvPr/>
            </p:nvSpPr>
            <p:spPr bwMode="auto">
              <a:xfrm>
                <a:off x="326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1784" name="Group 24">
              <a:extLst>
                <a:ext uri="{FF2B5EF4-FFF2-40B4-BE49-F238E27FC236}">
                  <a16:creationId xmlns:a16="http://schemas.microsoft.com/office/drawing/2014/main" id="{37E80998-87BA-48E6-B6D7-B19D8283A66A}"/>
                </a:ext>
              </a:extLst>
            </p:cNvPr>
            <p:cNvGrpSpPr>
              <a:grpSpLocks/>
            </p:cNvGrpSpPr>
            <p:nvPr/>
          </p:nvGrpSpPr>
          <p:grpSpPr bwMode="auto">
            <a:xfrm>
              <a:off x="3924" y="2256"/>
              <a:ext cx="1073" cy="192"/>
              <a:chOff x="3888" y="1824"/>
              <a:chExt cx="1073" cy="192"/>
            </a:xfrm>
          </p:grpSpPr>
          <p:sp>
            <p:nvSpPr>
              <p:cNvPr id="501785" name="Rectangle 25">
                <a:extLst>
                  <a:ext uri="{FF2B5EF4-FFF2-40B4-BE49-F238E27FC236}">
                    <a16:creationId xmlns:a16="http://schemas.microsoft.com/office/drawing/2014/main" id="{BB49E16C-4638-4C84-907F-CE87408E5317}"/>
                  </a:ext>
                </a:extLst>
              </p:cNvPr>
              <p:cNvSpPr>
                <a:spLocks noChangeArrowheads="1"/>
              </p:cNvSpPr>
              <p:nvPr/>
            </p:nvSpPr>
            <p:spPr bwMode="auto">
              <a:xfrm>
                <a:off x="3888"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a:t>
                </a:r>
                <a:r>
                  <a:rPr lang="en-US" altLang="zh-CN" sz="1400" b="1">
                    <a:cs typeface="Arial" panose="020B0604020202020204" pitchFamily="34" charset="0"/>
                  </a:rPr>
                  <a:t>180</a:t>
                </a:r>
                <a:r>
                  <a:rPr lang="en-US" altLang="zh-CN" sz="1600" b="1">
                    <a:cs typeface="Arial" panose="020B0604020202020204" pitchFamily="34" charset="0"/>
                  </a:rPr>
                  <a:t>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1786" name="Line 26">
                <a:extLst>
                  <a:ext uri="{FF2B5EF4-FFF2-40B4-BE49-F238E27FC236}">
                    <a16:creationId xmlns:a16="http://schemas.microsoft.com/office/drawing/2014/main" id="{8B24AAAC-5F30-4932-8190-A92118291919}"/>
                  </a:ext>
                </a:extLst>
              </p:cNvPr>
              <p:cNvSpPr>
                <a:spLocks noChangeShapeType="1"/>
              </p:cNvSpPr>
              <p:nvPr/>
            </p:nvSpPr>
            <p:spPr bwMode="auto">
              <a:xfrm>
                <a:off x="408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787" name="Line 27">
                <a:extLst>
                  <a:ext uri="{FF2B5EF4-FFF2-40B4-BE49-F238E27FC236}">
                    <a16:creationId xmlns:a16="http://schemas.microsoft.com/office/drawing/2014/main" id="{0EE0B7BC-FF86-4CE3-9120-D09616471C15}"/>
                  </a:ext>
                </a:extLst>
              </p:cNvPr>
              <p:cNvSpPr>
                <a:spLocks noChangeShapeType="1"/>
              </p:cNvSpPr>
              <p:nvPr/>
            </p:nvSpPr>
            <p:spPr bwMode="auto">
              <a:xfrm>
                <a:off x="432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788" name="Line 28">
                <a:extLst>
                  <a:ext uri="{FF2B5EF4-FFF2-40B4-BE49-F238E27FC236}">
                    <a16:creationId xmlns:a16="http://schemas.microsoft.com/office/drawing/2014/main" id="{3F753F5F-277B-43EF-A7CA-081F8B452E3D}"/>
                  </a:ext>
                </a:extLst>
              </p:cNvPr>
              <p:cNvSpPr>
                <a:spLocks noChangeShapeType="1"/>
              </p:cNvSpPr>
              <p:nvPr/>
            </p:nvSpPr>
            <p:spPr bwMode="auto">
              <a:xfrm>
                <a:off x="451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789" name="Line 29">
                <a:extLst>
                  <a:ext uri="{FF2B5EF4-FFF2-40B4-BE49-F238E27FC236}">
                    <a16:creationId xmlns:a16="http://schemas.microsoft.com/office/drawing/2014/main" id="{20D62322-866D-4CB5-A72E-3EED55DBE00B}"/>
                  </a:ext>
                </a:extLst>
              </p:cNvPr>
              <p:cNvSpPr>
                <a:spLocks noChangeShapeType="1"/>
              </p:cNvSpPr>
              <p:nvPr/>
            </p:nvSpPr>
            <p:spPr bwMode="auto">
              <a:xfrm>
                <a:off x="47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1790" name="Group 30">
              <a:extLst>
                <a:ext uri="{FF2B5EF4-FFF2-40B4-BE49-F238E27FC236}">
                  <a16:creationId xmlns:a16="http://schemas.microsoft.com/office/drawing/2014/main" id="{65210625-7CB0-4E15-983A-7EF42A1726CB}"/>
                </a:ext>
              </a:extLst>
            </p:cNvPr>
            <p:cNvGrpSpPr>
              <a:grpSpLocks/>
            </p:cNvGrpSpPr>
            <p:nvPr/>
          </p:nvGrpSpPr>
          <p:grpSpPr bwMode="auto">
            <a:xfrm>
              <a:off x="1092" y="3120"/>
              <a:ext cx="641" cy="192"/>
              <a:chOff x="1056" y="2976"/>
              <a:chExt cx="641" cy="192"/>
            </a:xfrm>
          </p:grpSpPr>
          <p:sp>
            <p:nvSpPr>
              <p:cNvPr id="501791" name="Rectangle 31">
                <a:extLst>
                  <a:ext uri="{FF2B5EF4-FFF2-40B4-BE49-F238E27FC236}">
                    <a16:creationId xmlns:a16="http://schemas.microsoft.com/office/drawing/2014/main" id="{4ED17DD0-6314-417C-B77D-DF76A65F414D}"/>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9</a:t>
                </a:r>
                <a:r>
                  <a:rPr lang="en-US" altLang="zh-CN" sz="1600" b="1">
                    <a:cs typeface="Arial" panose="020B0604020202020204" pitchFamily="34" charset="0"/>
                  </a:rPr>
                  <a:t>   </a:t>
                </a:r>
                <a:r>
                  <a:rPr lang="en-US" altLang="zh-CN" sz="1400" b="1"/>
                  <a:t>15</a:t>
                </a:r>
                <a:r>
                  <a:rPr lang="en-US" altLang="zh-CN" sz="1600" b="1">
                    <a:cs typeface="Arial" panose="020B0604020202020204" pitchFamily="34" charset="0"/>
                  </a:rPr>
                  <a:t>   </a:t>
                </a:r>
                <a:r>
                  <a:rPr lang="zh-CN" altLang="en-US" sz="14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1792" name="Line 32">
                <a:extLst>
                  <a:ext uri="{FF2B5EF4-FFF2-40B4-BE49-F238E27FC236}">
                    <a16:creationId xmlns:a16="http://schemas.microsoft.com/office/drawing/2014/main" id="{6F9C5968-92D8-4CD6-9642-D67060512EF9}"/>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793" name="Line 33">
                <a:extLst>
                  <a:ext uri="{FF2B5EF4-FFF2-40B4-BE49-F238E27FC236}">
                    <a16:creationId xmlns:a16="http://schemas.microsoft.com/office/drawing/2014/main" id="{F0C2114D-984E-4FE0-A717-80403FA35478}"/>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794" name="Line 34">
                <a:extLst>
                  <a:ext uri="{FF2B5EF4-FFF2-40B4-BE49-F238E27FC236}">
                    <a16:creationId xmlns:a16="http://schemas.microsoft.com/office/drawing/2014/main" id="{585B0CF4-E194-4508-9140-6D34D325DB53}"/>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1795" name="Group 35">
              <a:extLst>
                <a:ext uri="{FF2B5EF4-FFF2-40B4-BE49-F238E27FC236}">
                  <a16:creationId xmlns:a16="http://schemas.microsoft.com/office/drawing/2014/main" id="{5E899CF9-FB3F-49C3-8429-10E790D6AE04}"/>
                </a:ext>
              </a:extLst>
            </p:cNvPr>
            <p:cNvGrpSpPr>
              <a:grpSpLocks/>
            </p:cNvGrpSpPr>
            <p:nvPr/>
          </p:nvGrpSpPr>
          <p:grpSpPr bwMode="auto">
            <a:xfrm>
              <a:off x="2676" y="3120"/>
              <a:ext cx="641" cy="192"/>
              <a:chOff x="1056" y="2976"/>
              <a:chExt cx="641" cy="192"/>
            </a:xfrm>
          </p:grpSpPr>
          <p:sp>
            <p:nvSpPr>
              <p:cNvPr id="501796" name="Rectangle 36">
                <a:extLst>
                  <a:ext uri="{FF2B5EF4-FFF2-40B4-BE49-F238E27FC236}">
                    <a16:creationId xmlns:a16="http://schemas.microsoft.com/office/drawing/2014/main" id="{33AC5AE7-ECB7-4381-8CF2-DB6DC40EFA1C}"/>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a:t>
                </a:r>
                <a:r>
                  <a:rPr lang="en-US" altLang="zh-CN" sz="1400" b="1"/>
                  <a:t>85</a:t>
                </a:r>
                <a:r>
                  <a:rPr lang="en-US" altLang="zh-CN" sz="1600" b="1">
                    <a:cs typeface="Arial" panose="020B0604020202020204" pitchFamily="34" charset="0"/>
                  </a:rPr>
                  <a:t>   </a:t>
                </a:r>
                <a:r>
                  <a:rPr lang="zh-CN" altLang="en-US" sz="1400" b="1"/>
                  <a:t>－</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1797" name="Line 37">
                <a:extLst>
                  <a:ext uri="{FF2B5EF4-FFF2-40B4-BE49-F238E27FC236}">
                    <a16:creationId xmlns:a16="http://schemas.microsoft.com/office/drawing/2014/main" id="{E1170DB0-C8CD-438B-92DC-15B5E0C4197B}"/>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798" name="Line 38">
                <a:extLst>
                  <a:ext uri="{FF2B5EF4-FFF2-40B4-BE49-F238E27FC236}">
                    <a16:creationId xmlns:a16="http://schemas.microsoft.com/office/drawing/2014/main" id="{EDFA16D6-355A-4222-AB7B-6BE77C210618}"/>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799" name="Line 39">
                <a:extLst>
                  <a:ext uri="{FF2B5EF4-FFF2-40B4-BE49-F238E27FC236}">
                    <a16:creationId xmlns:a16="http://schemas.microsoft.com/office/drawing/2014/main" id="{E21FB349-5782-4197-AD1B-D7E14F994DD3}"/>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1800" name="Group 40">
              <a:extLst>
                <a:ext uri="{FF2B5EF4-FFF2-40B4-BE49-F238E27FC236}">
                  <a16:creationId xmlns:a16="http://schemas.microsoft.com/office/drawing/2014/main" id="{9954F46E-FFC2-491A-9334-B07FA2B2AEE3}"/>
                </a:ext>
              </a:extLst>
            </p:cNvPr>
            <p:cNvGrpSpPr>
              <a:grpSpLocks/>
            </p:cNvGrpSpPr>
            <p:nvPr/>
          </p:nvGrpSpPr>
          <p:grpSpPr bwMode="auto">
            <a:xfrm>
              <a:off x="4260" y="3120"/>
              <a:ext cx="641" cy="192"/>
              <a:chOff x="1056" y="2976"/>
              <a:chExt cx="641" cy="192"/>
            </a:xfrm>
          </p:grpSpPr>
          <p:sp>
            <p:nvSpPr>
              <p:cNvPr id="501801" name="Rectangle 41">
                <a:extLst>
                  <a:ext uri="{FF2B5EF4-FFF2-40B4-BE49-F238E27FC236}">
                    <a16:creationId xmlns:a16="http://schemas.microsoft.com/office/drawing/2014/main" id="{29EA7863-1A4F-4A7C-8074-BD00E426F9C7}"/>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140</a:t>
                </a:r>
                <a:r>
                  <a:rPr lang="en-US" altLang="zh-CN" sz="1600" b="1">
                    <a:cs typeface="Arial" panose="020B0604020202020204" pitchFamily="34" charset="0"/>
                  </a:rPr>
                  <a:t>  </a:t>
                </a:r>
                <a:r>
                  <a:rPr lang="en-US" altLang="zh-CN" sz="1400" b="1"/>
                  <a:t>159</a:t>
                </a:r>
                <a:r>
                  <a:rPr lang="en-US" altLang="zh-CN" sz="1600" b="1">
                    <a:cs typeface="Arial" panose="020B0604020202020204" pitchFamily="34" charset="0"/>
                  </a:rPr>
                  <a:t>  </a:t>
                </a:r>
                <a:r>
                  <a:rPr lang="zh-CN" altLang="en-US" sz="1400" b="1"/>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1802" name="Line 42">
                <a:extLst>
                  <a:ext uri="{FF2B5EF4-FFF2-40B4-BE49-F238E27FC236}">
                    <a16:creationId xmlns:a16="http://schemas.microsoft.com/office/drawing/2014/main" id="{6F329536-9797-4A12-AC04-5639DF0D13CB}"/>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03" name="Line 43">
                <a:extLst>
                  <a:ext uri="{FF2B5EF4-FFF2-40B4-BE49-F238E27FC236}">
                    <a16:creationId xmlns:a16="http://schemas.microsoft.com/office/drawing/2014/main" id="{D47A755F-80D2-4FDA-864A-39342379D964}"/>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04" name="Line 44">
                <a:extLst>
                  <a:ext uri="{FF2B5EF4-FFF2-40B4-BE49-F238E27FC236}">
                    <a16:creationId xmlns:a16="http://schemas.microsoft.com/office/drawing/2014/main" id="{518DDF46-5E6C-427C-8896-7E9A9F44818D}"/>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1805" name="Group 45">
              <a:extLst>
                <a:ext uri="{FF2B5EF4-FFF2-40B4-BE49-F238E27FC236}">
                  <a16:creationId xmlns:a16="http://schemas.microsoft.com/office/drawing/2014/main" id="{133871A9-D463-408B-BCB9-6D61DC8278AD}"/>
                </a:ext>
              </a:extLst>
            </p:cNvPr>
            <p:cNvGrpSpPr>
              <a:grpSpLocks/>
            </p:cNvGrpSpPr>
            <p:nvPr/>
          </p:nvGrpSpPr>
          <p:grpSpPr bwMode="auto">
            <a:xfrm>
              <a:off x="2244" y="1488"/>
              <a:ext cx="1073" cy="192"/>
              <a:chOff x="2208" y="1056"/>
              <a:chExt cx="1073" cy="192"/>
            </a:xfrm>
          </p:grpSpPr>
          <p:sp>
            <p:nvSpPr>
              <p:cNvPr id="501806" name="Rectangle 46">
                <a:extLst>
                  <a:ext uri="{FF2B5EF4-FFF2-40B4-BE49-F238E27FC236}">
                    <a16:creationId xmlns:a16="http://schemas.microsoft.com/office/drawing/2014/main" id="{F7CAF64C-AFAD-4014-ABC7-E0D06B8EF997}"/>
                  </a:ext>
                </a:extLst>
              </p:cNvPr>
              <p:cNvSpPr>
                <a:spLocks noChangeArrowheads="1"/>
              </p:cNvSpPr>
              <p:nvPr/>
            </p:nvSpPr>
            <p:spPr bwMode="auto">
              <a:xfrm>
                <a:off x="2208" y="1056"/>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26</a:t>
                </a:r>
                <a:r>
                  <a:rPr lang="en-US" altLang="zh-CN" sz="1600" b="1">
                    <a:cs typeface="Arial" panose="020B0604020202020204" pitchFamily="34" charset="0"/>
                  </a:rPr>
                  <a:t>   ° </a:t>
                </a:r>
                <a:r>
                  <a:rPr lang="en-US" altLang="zh-CN" sz="1400" b="1"/>
                  <a:t>140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01807" name="Line 47">
                <a:extLst>
                  <a:ext uri="{FF2B5EF4-FFF2-40B4-BE49-F238E27FC236}">
                    <a16:creationId xmlns:a16="http://schemas.microsoft.com/office/drawing/2014/main" id="{56B5D709-B894-4205-A0FB-E6E1FA8E96F3}"/>
                  </a:ext>
                </a:extLst>
              </p:cNvPr>
              <p:cNvSpPr>
                <a:spLocks noChangeShapeType="1"/>
              </p:cNvSpPr>
              <p:nvPr/>
            </p:nvSpPr>
            <p:spPr bwMode="auto">
              <a:xfrm>
                <a:off x="240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08" name="Line 48">
                <a:extLst>
                  <a:ext uri="{FF2B5EF4-FFF2-40B4-BE49-F238E27FC236}">
                    <a16:creationId xmlns:a16="http://schemas.microsoft.com/office/drawing/2014/main" id="{26F36CBC-98A9-4982-B004-7C75358B8B5A}"/>
                  </a:ext>
                </a:extLst>
              </p:cNvPr>
              <p:cNvSpPr>
                <a:spLocks noChangeShapeType="1"/>
              </p:cNvSpPr>
              <p:nvPr/>
            </p:nvSpPr>
            <p:spPr bwMode="auto">
              <a:xfrm>
                <a:off x="264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09" name="Line 49">
                <a:extLst>
                  <a:ext uri="{FF2B5EF4-FFF2-40B4-BE49-F238E27FC236}">
                    <a16:creationId xmlns:a16="http://schemas.microsoft.com/office/drawing/2014/main" id="{287F96EC-1FDE-42F4-8BCB-19457597D3E5}"/>
                  </a:ext>
                </a:extLst>
              </p:cNvPr>
              <p:cNvSpPr>
                <a:spLocks noChangeShapeType="1"/>
              </p:cNvSpPr>
              <p:nvPr/>
            </p:nvSpPr>
            <p:spPr bwMode="auto">
              <a:xfrm>
                <a:off x="283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10" name="Line 50">
                <a:extLst>
                  <a:ext uri="{FF2B5EF4-FFF2-40B4-BE49-F238E27FC236}">
                    <a16:creationId xmlns:a16="http://schemas.microsoft.com/office/drawing/2014/main" id="{3BD0C203-6174-4E6F-A49A-53E662AD9E21}"/>
                  </a:ext>
                </a:extLst>
              </p:cNvPr>
              <p:cNvSpPr>
                <a:spLocks noChangeShapeType="1"/>
              </p:cNvSpPr>
              <p:nvPr/>
            </p:nvSpPr>
            <p:spPr bwMode="auto">
              <a:xfrm>
                <a:off x="307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01811" name="Line 51">
              <a:extLst>
                <a:ext uri="{FF2B5EF4-FFF2-40B4-BE49-F238E27FC236}">
                  <a16:creationId xmlns:a16="http://schemas.microsoft.com/office/drawing/2014/main" id="{BAA77128-A102-4E08-9A77-9EF74459887E}"/>
                </a:ext>
              </a:extLst>
            </p:cNvPr>
            <p:cNvSpPr>
              <a:spLocks noChangeShapeType="1"/>
            </p:cNvSpPr>
            <p:nvPr/>
          </p:nvSpPr>
          <p:spPr bwMode="auto">
            <a:xfrm flipH="1">
              <a:off x="1092" y="1584"/>
              <a:ext cx="1248"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12" name="Line 52">
              <a:extLst>
                <a:ext uri="{FF2B5EF4-FFF2-40B4-BE49-F238E27FC236}">
                  <a16:creationId xmlns:a16="http://schemas.microsoft.com/office/drawing/2014/main" id="{B69A24E2-7454-4505-96A3-456332F4F0AC}"/>
                </a:ext>
              </a:extLst>
            </p:cNvPr>
            <p:cNvSpPr>
              <a:spLocks noChangeShapeType="1"/>
            </p:cNvSpPr>
            <p:nvPr/>
          </p:nvSpPr>
          <p:spPr bwMode="auto">
            <a:xfrm flipH="1">
              <a:off x="2532" y="1584"/>
              <a:ext cx="192"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13" name="Line 53">
              <a:extLst>
                <a:ext uri="{FF2B5EF4-FFF2-40B4-BE49-F238E27FC236}">
                  <a16:creationId xmlns:a16="http://schemas.microsoft.com/office/drawing/2014/main" id="{1E4DF10A-6928-4300-BD63-F7EBEBD8AF9A}"/>
                </a:ext>
              </a:extLst>
            </p:cNvPr>
            <p:cNvSpPr>
              <a:spLocks noChangeShapeType="1"/>
            </p:cNvSpPr>
            <p:nvPr/>
          </p:nvSpPr>
          <p:spPr bwMode="auto">
            <a:xfrm flipH="1">
              <a:off x="420" y="2400"/>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14" name="Line 54">
              <a:extLst>
                <a:ext uri="{FF2B5EF4-FFF2-40B4-BE49-F238E27FC236}">
                  <a16:creationId xmlns:a16="http://schemas.microsoft.com/office/drawing/2014/main" id="{EF1BB786-821E-4FFD-996F-6766506D32DD}"/>
                </a:ext>
              </a:extLst>
            </p:cNvPr>
            <p:cNvSpPr>
              <a:spLocks noChangeShapeType="1"/>
            </p:cNvSpPr>
            <p:nvPr/>
          </p:nvSpPr>
          <p:spPr bwMode="auto">
            <a:xfrm flipH="1">
              <a:off x="1188" y="2400"/>
              <a:ext cx="33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15" name="Line 55">
              <a:extLst>
                <a:ext uri="{FF2B5EF4-FFF2-40B4-BE49-F238E27FC236}">
                  <a16:creationId xmlns:a16="http://schemas.microsoft.com/office/drawing/2014/main" id="{E8CB63F2-556A-4223-9E1B-CBA06A9826C8}"/>
                </a:ext>
              </a:extLst>
            </p:cNvPr>
            <p:cNvSpPr>
              <a:spLocks noChangeShapeType="1"/>
            </p:cNvSpPr>
            <p:nvPr/>
          </p:nvSpPr>
          <p:spPr bwMode="auto">
            <a:xfrm flipH="1">
              <a:off x="1956" y="2352"/>
              <a:ext cx="57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16" name="Line 56">
              <a:extLst>
                <a:ext uri="{FF2B5EF4-FFF2-40B4-BE49-F238E27FC236}">
                  <a16:creationId xmlns:a16="http://schemas.microsoft.com/office/drawing/2014/main" id="{867FB263-9EE6-4F38-A7C6-DE51CE9B2DDA}"/>
                </a:ext>
              </a:extLst>
            </p:cNvPr>
            <p:cNvSpPr>
              <a:spLocks noChangeShapeType="1"/>
            </p:cNvSpPr>
            <p:nvPr/>
          </p:nvSpPr>
          <p:spPr bwMode="auto">
            <a:xfrm flipH="1">
              <a:off x="2772" y="2400"/>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17" name="Line 57">
              <a:extLst>
                <a:ext uri="{FF2B5EF4-FFF2-40B4-BE49-F238E27FC236}">
                  <a16:creationId xmlns:a16="http://schemas.microsoft.com/office/drawing/2014/main" id="{DC34E126-BFEB-4DC1-8612-0B36042298B0}"/>
                </a:ext>
              </a:extLst>
            </p:cNvPr>
            <p:cNvSpPr>
              <a:spLocks noChangeShapeType="1"/>
            </p:cNvSpPr>
            <p:nvPr/>
          </p:nvSpPr>
          <p:spPr bwMode="auto">
            <a:xfrm>
              <a:off x="3396" y="2400"/>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18" name="Line 58">
              <a:extLst>
                <a:ext uri="{FF2B5EF4-FFF2-40B4-BE49-F238E27FC236}">
                  <a16:creationId xmlns:a16="http://schemas.microsoft.com/office/drawing/2014/main" id="{E9A7B635-CF28-4193-9CD3-756C38B46C51}"/>
                </a:ext>
              </a:extLst>
            </p:cNvPr>
            <p:cNvSpPr>
              <a:spLocks noChangeShapeType="1"/>
            </p:cNvSpPr>
            <p:nvPr/>
          </p:nvSpPr>
          <p:spPr bwMode="auto">
            <a:xfrm>
              <a:off x="4020" y="2352"/>
              <a:ext cx="33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19" name="Line 59">
              <a:extLst>
                <a:ext uri="{FF2B5EF4-FFF2-40B4-BE49-F238E27FC236}">
                  <a16:creationId xmlns:a16="http://schemas.microsoft.com/office/drawing/2014/main" id="{75895D03-D1E6-4849-B037-1C074B31F165}"/>
                </a:ext>
              </a:extLst>
            </p:cNvPr>
            <p:cNvSpPr>
              <a:spLocks noChangeShapeType="1"/>
            </p:cNvSpPr>
            <p:nvPr/>
          </p:nvSpPr>
          <p:spPr bwMode="auto">
            <a:xfrm>
              <a:off x="4452" y="2400"/>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20" name="Line 60">
              <a:extLst>
                <a:ext uri="{FF2B5EF4-FFF2-40B4-BE49-F238E27FC236}">
                  <a16:creationId xmlns:a16="http://schemas.microsoft.com/office/drawing/2014/main" id="{3C939FEA-D8AB-4983-A91B-926F83B58259}"/>
                </a:ext>
              </a:extLst>
            </p:cNvPr>
            <p:cNvSpPr>
              <a:spLocks noChangeShapeType="1"/>
            </p:cNvSpPr>
            <p:nvPr/>
          </p:nvSpPr>
          <p:spPr bwMode="auto">
            <a:xfrm>
              <a:off x="3204" y="1632"/>
              <a:ext cx="816"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01821" name="Group 61">
              <a:extLst>
                <a:ext uri="{FF2B5EF4-FFF2-40B4-BE49-F238E27FC236}">
                  <a16:creationId xmlns:a16="http://schemas.microsoft.com/office/drawing/2014/main" id="{48D658D3-DBC8-461F-9CDD-602B1F6AF4CA}"/>
                </a:ext>
              </a:extLst>
            </p:cNvPr>
            <p:cNvGrpSpPr>
              <a:grpSpLocks/>
            </p:cNvGrpSpPr>
            <p:nvPr/>
          </p:nvGrpSpPr>
          <p:grpSpPr bwMode="auto">
            <a:xfrm>
              <a:off x="180" y="3120"/>
              <a:ext cx="912" cy="192"/>
              <a:chOff x="144" y="2688"/>
              <a:chExt cx="912" cy="192"/>
            </a:xfrm>
          </p:grpSpPr>
          <p:sp>
            <p:nvSpPr>
              <p:cNvPr id="501822" name="Rectangle 62">
                <a:extLst>
                  <a:ext uri="{FF2B5EF4-FFF2-40B4-BE49-F238E27FC236}">
                    <a16:creationId xmlns:a16="http://schemas.microsoft.com/office/drawing/2014/main" id="{E3547585-2524-4C69-A602-EF777599EC91}"/>
                  </a:ext>
                </a:extLst>
              </p:cNvPr>
              <p:cNvSpPr>
                <a:spLocks noChangeArrowheads="1"/>
              </p:cNvSpPr>
              <p:nvPr/>
            </p:nvSpPr>
            <p:spPr bwMode="auto">
              <a:xfrm>
                <a:off x="288"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2    5    </a:t>
                </a:r>
                <a:r>
                  <a:rPr lang="zh-CN" altLang="en-US" sz="1400" b="1"/>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1823" name="Line 63">
                <a:extLst>
                  <a:ext uri="{FF2B5EF4-FFF2-40B4-BE49-F238E27FC236}">
                    <a16:creationId xmlns:a16="http://schemas.microsoft.com/office/drawing/2014/main" id="{A23A7C06-6166-4A90-9B34-E9FFA909C2C1}"/>
                  </a:ext>
                </a:extLst>
              </p:cNvPr>
              <p:cNvSpPr>
                <a:spLocks noChangeShapeType="1"/>
              </p:cNvSpPr>
              <p:nvPr/>
            </p:nvSpPr>
            <p:spPr bwMode="auto">
              <a:xfrm>
                <a:off x="2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24" name="Line 64">
                <a:extLst>
                  <a:ext uri="{FF2B5EF4-FFF2-40B4-BE49-F238E27FC236}">
                    <a16:creationId xmlns:a16="http://schemas.microsoft.com/office/drawing/2014/main" id="{9CC83602-8878-498D-A87E-0A102AAA412E}"/>
                  </a:ext>
                </a:extLst>
              </p:cNvPr>
              <p:cNvSpPr>
                <a:spLocks noChangeShapeType="1"/>
              </p:cNvSpPr>
              <p:nvPr/>
            </p:nvSpPr>
            <p:spPr bwMode="auto">
              <a:xfrm>
                <a:off x="48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25" name="Line 65">
                <a:extLst>
                  <a:ext uri="{FF2B5EF4-FFF2-40B4-BE49-F238E27FC236}">
                    <a16:creationId xmlns:a16="http://schemas.microsoft.com/office/drawing/2014/main" id="{9DF2D35C-E710-480F-852A-EFE8CF71F30F}"/>
                  </a:ext>
                </a:extLst>
              </p:cNvPr>
              <p:cNvSpPr>
                <a:spLocks noChangeShapeType="1"/>
              </p:cNvSpPr>
              <p:nvPr/>
            </p:nvSpPr>
            <p:spPr bwMode="auto">
              <a:xfrm>
                <a:off x="72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26" name="Line 66">
                <a:extLst>
                  <a:ext uri="{FF2B5EF4-FFF2-40B4-BE49-F238E27FC236}">
                    <a16:creationId xmlns:a16="http://schemas.microsoft.com/office/drawing/2014/main" id="{7DA61C14-47FF-462A-8878-CDD0A828845E}"/>
                  </a:ext>
                </a:extLst>
              </p:cNvPr>
              <p:cNvSpPr>
                <a:spLocks noChangeShapeType="1"/>
              </p:cNvSpPr>
              <p:nvPr/>
            </p:nvSpPr>
            <p:spPr bwMode="auto">
              <a:xfrm>
                <a:off x="912"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27" name="Line 67">
                <a:extLst>
                  <a:ext uri="{FF2B5EF4-FFF2-40B4-BE49-F238E27FC236}">
                    <a16:creationId xmlns:a16="http://schemas.microsoft.com/office/drawing/2014/main" id="{53681BBB-8731-4DA7-9479-55D0724258F4}"/>
                  </a:ext>
                </a:extLst>
              </p:cNvPr>
              <p:cNvSpPr>
                <a:spLocks noChangeShapeType="1"/>
              </p:cNvSpPr>
              <p:nvPr/>
            </p:nvSpPr>
            <p:spPr bwMode="auto">
              <a:xfrm>
                <a:off x="144"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1828" name="Group 68">
              <a:extLst>
                <a:ext uri="{FF2B5EF4-FFF2-40B4-BE49-F238E27FC236}">
                  <a16:creationId xmlns:a16="http://schemas.microsoft.com/office/drawing/2014/main" id="{013B8C98-E310-410D-A3F1-F5575BC1C93A}"/>
                </a:ext>
              </a:extLst>
            </p:cNvPr>
            <p:cNvGrpSpPr>
              <a:grpSpLocks/>
            </p:cNvGrpSpPr>
            <p:nvPr/>
          </p:nvGrpSpPr>
          <p:grpSpPr bwMode="auto">
            <a:xfrm>
              <a:off x="1716" y="3120"/>
              <a:ext cx="960" cy="192"/>
              <a:chOff x="1680" y="2688"/>
              <a:chExt cx="960" cy="192"/>
            </a:xfrm>
          </p:grpSpPr>
          <p:grpSp>
            <p:nvGrpSpPr>
              <p:cNvPr id="501829" name="Group 69">
                <a:extLst>
                  <a:ext uri="{FF2B5EF4-FFF2-40B4-BE49-F238E27FC236}">
                    <a16:creationId xmlns:a16="http://schemas.microsoft.com/office/drawing/2014/main" id="{D1131FB6-5348-4582-BE9C-8E0D5E7D80EF}"/>
                  </a:ext>
                </a:extLst>
              </p:cNvPr>
              <p:cNvGrpSpPr>
                <a:grpSpLocks/>
              </p:cNvGrpSpPr>
              <p:nvPr/>
            </p:nvGrpSpPr>
            <p:grpSpPr bwMode="auto">
              <a:xfrm>
                <a:off x="1824" y="2688"/>
                <a:ext cx="641" cy="192"/>
                <a:chOff x="1056" y="2976"/>
                <a:chExt cx="641" cy="192"/>
              </a:xfrm>
            </p:grpSpPr>
            <p:sp>
              <p:nvSpPr>
                <p:cNvPr id="501830" name="Rectangle 70">
                  <a:extLst>
                    <a:ext uri="{FF2B5EF4-FFF2-40B4-BE49-F238E27FC236}">
                      <a16:creationId xmlns:a16="http://schemas.microsoft.com/office/drawing/2014/main" id="{C47CCF36-EF91-4FBE-BC4E-30050AFE33EB}"/>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26</a:t>
                  </a:r>
                  <a:r>
                    <a:rPr lang="en-US" altLang="zh-CN" sz="1600" b="1">
                      <a:cs typeface="Arial" panose="020B0604020202020204" pitchFamily="34" charset="0"/>
                    </a:rPr>
                    <a:t>  </a:t>
                  </a:r>
                  <a:r>
                    <a:rPr lang="en-US" altLang="zh-CN" sz="1400" b="1">
                      <a:cs typeface="Arial" panose="020B0604020202020204" pitchFamily="34" charset="0"/>
                    </a:rPr>
                    <a:t>39 </a:t>
                  </a:r>
                  <a:r>
                    <a:rPr lang="en-US" altLang="zh-CN" sz="1600" b="1">
                      <a:cs typeface="Arial" panose="020B0604020202020204" pitchFamily="34" charset="0"/>
                    </a:rPr>
                    <a:t>  </a:t>
                  </a:r>
                  <a:r>
                    <a:rPr lang="en-US" altLang="zh-CN" sz="1400" b="1"/>
                    <a:t>48</a:t>
                  </a:r>
                  <a:endParaRPr lang="en-US" altLang="zh-CN" sz="1600">
                    <a:cs typeface="Arial" panose="020B0604020202020204" pitchFamily="34" charset="0"/>
                  </a:endParaRPr>
                </a:p>
              </p:txBody>
            </p:sp>
            <p:sp>
              <p:nvSpPr>
                <p:cNvPr id="501831" name="Line 71">
                  <a:extLst>
                    <a:ext uri="{FF2B5EF4-FFF2-40B4-BE49-F238E27FC236}">
                      <a16:creationId xmlns:a16="http://schemas.microsoft.com/office/drawing/2014/main" id="{04C830A7-74F6-4EDA-AB75-F5443698D908}"/>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32" name="Line 72">
                  <a:extLst>
                    <a:ext uri="{FF2B5EF4-FFF2-40B4-BE49-F238E27FC236}">
                      <a16:creationId xmlns:a16="http://schemas.microsoft.com/office/drawing/2014/main" id="{6F238068-43FD-4F31-9369-23617F1F0EF4}"/>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33" name="Line 73">
                  <a:extLst>
                    <a:ext uri="{FF2B5EF4-FFF2-40B4-BE49-F238E27FC236}">
                      <a16:creationId xmlns:a16="http://schemas.microsoft.com/office/drawing/2014/main" id="{8B1FEB7F-40C4-4BA7-9816-24D92774C965}"/>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01834" name="Line 74">
                <a:extLst>
                  <a:ext uri="{FF2B5EF4-FFF2-40B4-BE49-F238E27FC236}">
                    <a16:creationId xmlns:a16="http://schemas.microsoft.com/office/drawing/2014/main" id="{4032DD66-E3DE-4AAA-B21A-7D253890D171}"/>
                  </a:ext>
                </a:extLst>
              </p:cNvPr>
              <p:cNvSpPr>
                <a:spLocks noChangeShapeType="1"/>
              </p:cNvSpPr>
              <p:nvPr/>
            </p:nvSpPr>
            <p:spPr bwMode="auto">
              <a:xfrm>
                <a:off x="16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35" name="Line 75">
                <a:extLst>
                  <a:ext uri="{FF2B5EF4-FFF2-40B4-BE49-F238E27FC236}">
                    <a16:creationId xmlns:a16="http://schemas.microsoft.com/office/drawing/2014/main" id="{278FDEDC-4DE4-432B-A2A7-C354CD7697FE}"/>
                  </a:ext>
                </a:extLst>
              </p:cNvPr>
              <p:cNvSpPr>
                <a:spLocks noChangeShapeType="1"/>
              </p:cNvSpPr>
              <p:nvPr/>
            </p:nvSpPr>
            <p:spPr bwMode="auto">
              <a:xfrm>
                <a:off x="2448"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1836" name="Group 76">
              <a:extLst>
                <a:ext uri="{FF2B5EF4-FFF2-40B4-BE49-F238E27FC236}">
                  <a16:creationId xmlns:a16="http://schemas.microsoft.com/office/drawing/2014/main" id="{6338627F-A194-4A1E-91A0-256DD620BFBB}"/>
                </a:ext>
              </a:extLst>
            </p:cNvPr>
            <p:cNvGrpSpPr>
              <a:grpSpLocks/>
            </p:cNvGrpSpPr>
            <p:nvPr/>
          </p:nvGrpSpPr>
          <p:grpSpPr bwMode="auto">
            <a:xfrm>
              <a:off x="3300" y="3120"/>
              <a:ext cx="960" cy="192"/>
              <a:chOff x="3264" y="2688"/>
              <a:chExt cx="960" cy="192"/>
            </a:xfrm>
          </p:grpSpPr>
          <p:sp>
            <p:nvSpPr>
              <p:cNvPr id="501837" name="Rectangle 77">
                <a:extLst>
                  <a:ext uri="{FF2B5EF4-FFF2-40B4-BE49-F238E27FC236}">
                    <a16:creationId xmlns:a16="http://schemas.microsoft.com/office/drawing/2014/main" id="{B996FF97-6494-4E5F-B096-305896924A86}"/>
                  </a:ext>
                </a:extLst>
              </p:cNvPr>
              <p:cNvSpPr>
                <a:spLocks noChangeArrowheads="1"/>
              </p:cNvSpPr>
              <p:nvPr/>
            </p:nvSpPr>
            <p:spPr bwMode="auto">
              <a:xfrm>
                <a:off x="3456"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99</a:t>
                </a:r>
                <a:r>
                  <a:rPr lang="en-US" altLang="zh-CN" sz="1600" b="1">
                    <a:cs typeface="Arial" panose="020B0604020202020204" pitchFamily="34" charset="0"/>
                  </a:rPr>
                  <a:t> </a:t>
                </a:r>
                <a:r>
                  <a:rPr lang="en-US" altLang="zh-CN" sz="1400" b="1"/>
                  <a:t>120</a:t>
                </a:r>
                <a:r>
                  <a:rPr lang="en-US" altLang="zh-CN" sz="1600" b="1">
                    <a:cs typeface="Arial" panose="020B0604020202020204" pitchFamily="34" charset="0"/>
                  </a:rPr>
                  <a:t>  </a:t>
                </a:r>
                <a:r>
                  <a:rPr lang="zh-CN" altLang="en-US" sz="1400" b="1"/>
                  <a:t>－</a:t>
                </a:r>
                <a:endParaRPr lang="zh-CN" altLang="en-US" sz="1600">
                  <a:cs typeface="Arial" panose="020B0604020202020204" pitchFamily="34" charset="0"/>
                </a:endParaRPr>
              </a:p>
            </p:txBody>
          </p:sp>
          <p:sp>
            <p:nvSpPr>
              <p:cNvPr id="501838" name="Line 78">
                <a:extLst>
                  <a:ext uri="{FF2B5EF4-FFF2-40B4-BE49-F238E27FC236}">
                    <a16:creationId xmlns:a16="http://schemas.microsoft.com/office/drawing/2014/main" id="{72FAFDDA-B348-4EF4-8B61-CD13A6F96CA7}"/>
                  </a:ext>
                </a:extLst>
              </p:cNvPr>
              <p:cNvSpPr>
                <a:spLocks noChangeShapeType="1"/>
              </p:cNvSpPr>
              <p:nvPr/>
            </p:nvSpPr>
            <p:spPr bwMode="auto">
              <a:xfrm>
                <a:off x="3456"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39" name="Line 79">
                <a:extLst>
                  <a:ext uri="{FF2B5EF4-FFF2-40B4-BE49-F238E27FC236}">
                    <a16:creationId xmlns:a16="http://schemas.microsoft.com/office/drawing/2014/main" id="{43287B55-2703-4F82-9755-BFD147D67B39}"/>
                  </a:ext>
                </a:extLst>
              </p:cNvPr>
              <p:cNvSpPr>
                <a:spLocks noChangeShapeType="1"/>
              </p:cNvSpPr>
              <p:nvPr/>
            </p:nvSpPr>
            <p:spPr bwMode="auto">
              <a:xfrm>
                <a:off x="364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40" name="Line 80">
                <a:extLst>
                  <a:ext uri="{FF2B5EF4-FFF2-40B4-BE49-F238E27FC236}">
                    <a16:creationId xmlns:a16="http://schemas.microsoft.com/office/drawing/2014/main" id="{13A8E499-A6BA-42F6-ABFC-2B8146D86351}"/>
                  </a:ext>
                </a:extLst>
              </p:cNvPr>
              <p:cNvSpPr>
                <a:spLocks noChangeShapeType="1"/>
              </p:cNvSpPr>
              <p:nvPr/>
            </p:nvSpPr>
            <p:spPr bwMode="auto">
              <a:xfrm>
                <a:off x="38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41" name="Line 81">
                <a:extLst>
                  <a:ext uri="{FF2B5EF4-FFF2-40B4-BE49-F238E27FC236}">
                    <a16:creationId xmlns:a16="http://schemas.microsoft.com/office/drawing/2014/main" id="{CB88E344-6C44-45AA-A76D-346BBCCFEE7E}"/>
                  </a:ext>
                </a:extLst>
              </p:cNvPr>
              <p:cNvSpPr>
                <a:spLocks noChangeShapeType="1"/>
              </p:cNvSpPr>
              <p:nvPr/>
            </p:nvSpPr>
            <p:spPr bwMode="auto">
              <a:xfrm>
                <a:off x="3264"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842" name="Line 82">
                <a:extLst>
                  <a:ext uri="{FF2B5EF4-FFF2-40B4-BE49-F238E27FC236}">
                    <a16:creationId xmlns:a16="http://schemas.microsoft.com/office/drawing/2014/main" id="{0008D29F-5A6E-41AD-BD96-D87D2673F9B7}"/>
                  </a:ext>
                </a:extLst>
              </p:cNvPr>
              <p:cNvSpPr>
                <a:spLocks noChangeShapeType="1"/>
              </p:cNvSpPr>
              <p:nvPr/>
            </p:nvSpPr>
            <p:spPr bwMode="auto">
              <a:xfrm>
                <a:off x="40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01843" name="Line 83">
              <a:extLst>
                <a:ext uri="{FF2B5EF4-FFF2-40B4-BE49-F238E27FC236}">
                  <a16:creationId xmlns:a16="http://schemas.microsoft.com/office/drawing/2014/main" id="{1A13D35D-740D-4195-B554-A473789F365F}"/>
                </a:ext>
              </a:extLst>
            </p:cNvPr>
            <p:cNvSpPr>
              <a:spLocks noChangeShapeType="1"/>
            </p:cNvSpPr>
            <p:nvPr/>
          </p:nvSpPr>
          <p:spPr bwMode="auto">
            <a:xfrm>
              <a:off x="4884" y="3216"/>
              <a:ext cx="9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01844" name="Rectangle 84">
            <a:extLst>
              <a:ext uri="{FF2B5EF4-FFF2-40B4-BE49-F238E27FC236}">
                <a16:creationId xmlns:a16="http://schemas.microsoft.com/office/drawing/2014/main" id="{BAEDAC4C-29A6-40EC-A997-911A26BF6CD9}"/>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01766"/>
                                        </p:tgtEl>
                                        <p:attrNameLst>
                                          <p:attrName>style.visibility</p:attrName>
                                        </p:attrNameLst>
                                      </p:cBhvr>
                                      <p:to>
                                        <p:strVal val="visible"/>
                                      </p:to>
                                    </p:set>
                                    <p:animEffect transition="in" filter="wipe(up)">
                                      <p:cBhvr>
                                        <p:cTn id="7" dur="500"/>
                                        <p:tgtEl>
                                          <p:spTgt spid="501766"/>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01765"/>
                                        </p:tgtEl>
                                        <p:attrNameLst>
                                          <p:attrName>style.visibility</p:attrName>
                                        </p:attrNameLst>
                                      </p:cBhvr>
                                      <p:to>
                                        <p:strVal val="visible"/>
                                      </p:to>
                                    </p:set>
                                    <p:animEffect transition="in" filter="wipe(up)">
                                      <p:cBhvr>
                                        <p:cTn id="11" dur="1000"/>
                                        <p:tgtEl>
                                          <p:spTgt spid="501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6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3" name="Rectangle 5">
            <a:extLst>
              <a:ext uri="{FF2B5EF4-FFF2-40B4-BE49-F238E27FC236}">
                <a16:creationId xmlns:a16="http://schemas.microsoft.com/office/drawing/2014/main" id="{CF7014EB-2B1F-4BAF-85D3-959981DA0B71}"/>
              </a:ext>
            </a:extLst>
          </p:cNvPr>
          <p:cNvSpPr>
            <a:spLocks noChangeArrowheads="1"/>
          </p:cNvSpPr>
          <p:nvPr/>
        </p:nvSpPr>
        <p:spPr bwMode="auto">
          <a:xfrm>
            <a:off x="468313" y="1185863"/>
            <a:ext cx="8207375"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b="0">
                <a:solidFill>
                  <a:srgbClr val="660066"/>
                </a:solidFill>
                <a:effectLst/>
                <a:latin typeface="黑体" panose="02010609060101010101" pitchFamily="49" charset="-122"/>
                <a:ea typeface="黑体" panose="02010609060101010101" pitchFamily="49" charset="-122"/>
              </a:rPr>
              <a:t>  </a:t>
            </a:r>
            <a:r>
              <a:rPr lang="zh-CN" altLang="en-US" b="0">
                <a:solidFill>
                  <a:srgbClr val="660066"/>
                </a:solidFill>
                <a:effectLst/>
                <a:latin typeface="黑体" panose="02010609060101010101" pitchFamily="49" charset="-122"/>
                <a:ea typeface="黑体" panose="02010609060101010101" pitchFamily="49" charset="-122"/>
              </a:rPr>
              <a:t>一棵</a:t>
            </a:r>
            <a:r>
              <a:rPr lang="en-US" altLang="zh-CN" b="0">
                <a:solidFill>
                  <a:srgbClr val="660066"/>
                </a:solidFill>
                <a:effectLst/>
                <a:latin typeface="黑体" panose="02010609060101010101" pitchFamily="49" charset="-122"/>
                <a:ea typeface="黑体" panose="02010609060101010101" pitchFamily="49" charset="-122"/>
              </a:rPr>
              <a:t>m</a:t>
            </a:r>
            <a:r>
              <a:rPr lang="zh-CN" altLang="en-US" b="0">
                <a:solidFill>
                  <a:srgbClr val="660066"/>
                </a:solidFill>
                <a:effectLst/>
                <a:latin typeface="黑体" panose="02010609060101010101" pitchFamily="49" charset="-122"/>
                <a:ea typeface="黑体" panose="02010609060101010101" pitchFamily="49" charset="-122"/>
              </a:rPr>
              <a:t>阶的</a:t>
            </a:r>
            <a:r>
              <a:rPr lang="en-US" altLang="zh-CN" b="0">
                <a:solidFill>
                  <a:srgbClr val="660066"/>
                </a:solidFill>
                <a:effectLst/>
                <a:latin typeface="黑体" panose="02010609060101010101" pitchFamily="49" charset="-122"/>
                <a:ea typeface="黑体" panose="02010609060101010101" pitchFamily="49" charset="-122"/>
              </a:rPr>
              <a:t>B</a:t>
            </a:r>
            <a:r>
              <a:rPr lang="en-US" altLang="zh-CN" b="0" baseline="30000">
                <a:solidFill>
                  <a:srgbClr val="660066"/>
                </a:solidFill>
                <a:effectLst/>
                <a:latin typeface="黑体" panose="02010609060101010101" pitchFamily="49" charset="-122"/>
                <a:ea typeface="黑体" panose="02010609060101010101" pitchFamily="49" charset="-122"/>
              </a:rPr>
              <a:t>+</a:t>
            </a:r>
            <a:r>
              <a:rPr lang="zh-CN" altLang="en-US" b="0">
                <a:solidFill>
                  <a:srgbClr val="660066"/>
                </a:solidFill>
                <a:effectLst/>
                <a:latin typeface="黑体" panose="02010609060101010101" pitchFamily="49" charset="-122"/>
                <a:ea typeface="黑体" panose="02010609060101010101" pitchFamily="49" charset="-122"/>
              </a:rPr>
              <a:t>树与一棵</a:t>
            </a:r>
            <a:r>
              <a:rPr lang="en-US" altLang="zh-CN" b="0">
                <a:solidFill>
                  <a:srgbClr val="660066"/>
                </a:solidFill>
                <a:effectLst/>
                <a:latin typeface="黑体" panose="02010609060101010101" pitchFamily="49" charset="-122"/>
                <a:ea typeface="黑体" panose="02010609060101010101" pitchFamily="49" charset="-122"/>
              </a:rPr>
              <a:t>m</a:t>
            </a:r>
            <a:r>
              <a:rPr lang="zh-CN" altLang="en-US" b="0">
                <a:solidFill>
                  <a:srgbClr val="660066"/>
                </a:solidFill>
                <a:effectLst/>
                <a:latin typeface="黑体" panose="02010609060101010101" pitchFamily="49" charset="-122"/>
                <a:ea typeface="黑体" panose="02010609060101010101" pitchFamily="49" charset="-122"/>
              </a:rPr>
              <a:t>阶的</a:t>
            </a:r>
            <a:r>
              <a:rPr lang="en-US" altLang="zh-CN" b="0">
                <a:solidFill>
                  <a:srgbClr val="660066"/>
                </a:solidFill>
                <a:effectLst/>
                <a:latin typeface="黑体" panose="02010609060101010101" pitchFamily="49" charset="-122"/>
                <a:ea typeface="黑体" panose="02010609060101010101" pitchFamily="49" charset="-122"/>
              </a:rPr>
              <a:t>B-</a:t>
            </a:r>
            <a:r>
              <a:rPr lang="zh-CN" altLang="en-US" b="0">
                <a:solidFill>
                  <a:srgbClr val="660066"/>
                </a:solidFill>
                <a:effectLst/>
                <a:latin typeface="黑体" panose="02010609060101010101" pitchFamily="49" charset="-122"/>
                <a:ea typeface="黑体" panose="02010609060101010101" pitchFamily="49" charset="-122"/>
              </a:rPr>
              <a:t>树的区别：</a:t>
            </a:r>
          </a:p>
          <a:p>
            <a:pPr>
              <a:lnSpc>
                <a:spcPct val="135000"/>
              </a:lnSpc>
            </a:pPr>
            <a:r>
              <a:rPr lang="zh-CN" altLang="en-US"/>
              <a:t>          （</a:t>
            </a:r>
            <a:r>
              <a:rPr lang="en-US" altLang="zh-CN"/>
              <a:t>1</a:t>
            </a:r>
            <a:r>
              <a:rPr lang="zh-CN" altLang="en-US"/>
              <a:t>）在</a:t>
            </a:r>
            <a:r>
              <a:rPr lang="en-US" altLang="zh-CN"/>
              <a:t>B</a:t>
            </a:r>
            <a:r>
              <a:rPr lang="en-US" altLang="zh-CN" baseline="30000"/>
              <a:t>+</a:t>
            </a:r>
            <a:r>
              <a:rPr lang="zh-CN" altLang="en-US"/>
              <a:t>树的叶结点中包含了</a:t>
            </a:r>
            <a:r>
              <a:rPr lang="en-US" altLang="zh-CN"/>
              <a:t>B</a:t>
            </a:r>
            <a:r>
              <a:rPr lang="en-US" altLang="zh-CN" baseline="30000"/>
              <a:t>+</a:t>
            </a:r>
            <a:r>
              <a:rPr lang="zh-CN" altLang="en-US"/>
              <a:t>树中的全部主键值，且其中的所有索引项按其主键值的递增顺序从左到右而顺序链接。</a:t>
            </a:r>
          </a:p>
          <a:p>
            <a:pPr>
              <a:lnSpc>
                <a:spcPct val="135000"/>
              </a:lnSpc>
              <a:spcBef>
                <a:spcPct val="0"/>
              </a:spcBef>
            </a:pPr>
            <a:r>
              <a:rPr lang="zh-CN" altLang="en-US"/>
              <a:t>          </a:t>
            </a:r>
            <a:r>
              <a:rPr lang="zh-CN" altLang="en-US">
                <a:solidFill>
                  <a:srgbClr val="006666"/>
                </a:solidFill>
                <a:latin typeface="黑体" panose="02010609060101010101" pitchFamily="49" charset="-122"/>
                <a:ea typeface="黑体" panose="02010609060101010101" pitchFamily="49" charset="-122"/>
              </a:rPr>
              <a:t>而在</a:t>
            </a:r>
            <a:r>
              <a:rPr lang="en-US" altLang="zh-CN">
                <a:solidFill>
                  <a:srgbClr val="006666"/>
                </a:solidFill>
                <a:latin typeface="黑体" panose="02010609060101010101" pitchFamily="49" charset="-122"/>
                <a:ea typeface="黑体" panose="02010609060101010101" pitchFamily="49" charset="-122"/>
              </a:rPr>
              <a:t>B-</a:t>
            </a:r>
            <a:r>
              <a:rPr lang="zh-CN" altLang="en-US">
                <a:solidFill>
                  <a:srgbClr val="006666"/>
                </a:solidFill>
                <a:latin typeface="黑体" panose="02010609060101010101" pitchFamily="49" charset="-122"/>
                <a:ea typeface="黑体" panose="02010609060101010101" pitchFamily="49" charset="-122"/>
              </a:rPr>
              <a:t>树中，由于主键值分布在各个索引层上，所以叶结点中没有包含</a:t>
            </a:r>
            <a:r>
              <a:rPr lang="en-US" altLang="zh-CN">
                <a:solidFill>
                  <a:srgbClr val="006666"/>
                </a:solidFill>
                <a:latin typeface="黑体" panose="02010609060101010101" pitchFamily="49" charset="-122"/>
                <a:ea typeface="黑体" panose="02010609060101010101" pitchFamily="49" charset="-122"/>
              </a:rPr>
              <a:t>B-</a:t>
            </a:r>
            <a:r>
              <a:rPr lang="zh-CN" altLang="en-US">
                <a:solidFill>
                  <a:srgbClr val="006666"/>
                </a:solidFill>
                <a:latin typeface="黑体" panose="02010609060101010101" pitchFamily="49" charset="-122"/>
                <a:ea typeface="黑体" panose="02010609060101010101" pitchFamily="49" charset="-122"/>
              </a:rPr>
              <a:t>树中的全部主键值，且各叶结点间的主键值没有顺序链接。</a:t>
            </a:r>
          </a:p>
        </p:txBody>
      </p:sp>
      <p:sp>
        <p:nvSpPr>
          <p:cNvPr id="590854" name="Rectangle 6">
            <a:extLst>
              <a:ext uri="{FF2B5EF4-FFF2-40B4-BE49-F238E27FC236}">
                <a16:creationId xmlns:a16="http://schemas.microsoft.com/office/drawing/2014/main" id="{0725FD0E-77A6-4D7D-9323-F1BF044C6CD2}"/>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90853">
                                            <p:txEl>
                                              <p:pRg st="2" end="2"/>
                                            </p:txEl>
                                          </p:spTgt>
                                        </p:tgtEl>
                                        <p:attrNameLst>
                                          <p:attrName>style.visibility</p:attrName>
                                        </p:attrNameLst>
                                      </p:cBhvr>
                                      <p:to>
                                        <p:strVal val="visible"/>
                                      </p:to>
                                    </p:set>
                                    <p:animEffect transition="in" filter="wipe(up)">
                                      <p:cBhvr>
                                        <p:cTn id="7" dur="500"/>
                                        <p:tgtEl>
                                          <p:spTgt spid="59085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1876" name="Group 4">
            <a:extLst>
              <a:ext uri="{FF2B5EF4-FFF2-40B4-BE49-F238E27FC236}">
                <a16:creationId xmlns:a16="http://schemas.microsoft.com/office/drawing/2014/main" id="{59C29ECB-2A32-48E0-B3C1-8BECBE0B9448}"/>
              </a:ext>
            </a:extLst>
          </p:cNvPr>
          <p:cNvGrpSpPr>
            <a:grpSpLocks/>
          </p:cNvGrpSpPr>
          <p:nvPr/>
        </p:nvGrpSpPr>
        <p:grpSpPr bwMode="auto">
          <a:xfrm>
            <a:off x="465138" y="1628775"/>
            <a:ext cx="8283575" cy="2914650"/>
            <a:chOff x="247" y="1098"/>
            <a:chExt cx="5218" cy="1836"/>
          </a:xfrm>
        </p:grpSpPr>
        <p:sp>
          <p:nvSpPr>
            <p:cNvPr id="591877" name="Rectangle 5">
              <a:extLst>
                <a:ext uri="{FF2B5EF4-FFF2-40B4-BE49-F238E27FC236}">
                  <a16:creationId xmlns:a16="http://schemas.microsoft.com/office/drawing/2014/main" id="{20827417-43EE-47D0-B803-A7FA87EC9A3A}"/>
                </a:ext>
              </a:extLst>
            </p:cNvPr>
            <p:cNvSpPr>
              <a:spLocks noChangeArrowheads="1"/>
            </p:cNvSpPr>
            <p:nvPr/>
          </p:nvSpPr>
          <p:spPr bwMode="auto">
            <a:xfrm>
              <a:off x="249" y="1098"/>
              <a:ext cx="5216" cy="1836"/>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91878" name="Group 6">
              <a:extLst>
                <a:ext uri="{FF2B5EF4-FFF2-40B4-BE49-F238E27FC236}">
                  <a16:creationId xmlns:a16="http://schemas.microsoft.com/office/drawing/2014/main" id="{210F5A07-1264-4203-9801-8B68C58013A8}"/>
                </a:ext>
              </a:extLst>
            </p:cNvPr>
            <p:cNvGrpSpPr>
              <a:grpSpLocks/>
            </p:cNvGrpSpPr>
            <p:nvPr/>
          </p:nvGrpSpPr>
          <p:grpSpPr bwMode="auto">
            <a:xfrm>
              <a:off x="247" y="1107"/>
              <a:ext cx="5218" cy="1824"/>
              <a:chOff x="247" y="1689"/>
              <a:chExt cx="5297" cy="1824"/>
            </a:xfrm>
          </p:grpSpPr>
          <p:grpSp>
            <p:nvGrpSpPr>
              <p:cNvPr id="591879" name="Group 7">
                <a:extLst>
                  <a:ext uri="{FF2B5EF4-FFF2-40B4-BE49-F238E27FC236}">
                    <a16:creationId xmlns:a16="http://schemas.microsoft.com/office/drawing/2014/main" id="{6C046A96-A939-4B0D-9D15-BE3765816369}"/>
                  </a:ext>
                </a:extLst>
              </p:cNvPr>
              <p:cNvGrpSpPr>
                <a:grpSpLocks/>
              </p:cNvGrpSpPr>
              <p:nvPr/>
            </p:nvGrpSpPr>
            <p:grpSpPr bwMode="auto">
              <a:xfrm>
                <a:off x="823" y="2457"/>
                <a:ext cx="1169" cy="192"/>
                <a:chOff x="1056" y="2112"/>
                <a:chExt cx="1073" cy="192"/>
              </a:xfrm>
            </p:grpSpPr>
            <p:sp>
              <p:nvSpPr>
                <p:cNvPr id="591880" name="Rectangle 8">
                  <a:extLst>
                    <a:ext uri="{FF2B5EF4-FFF2-40B4-BE49-F238E27FC236}">
                      <a16:creationId xmlns:a16="http://schemas.microsoft.com/office/drawing/2014/main" id="{0983D7D2-3483-4912-A0C9-25413D3812F5}"/>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9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600">
                    <a:cs typeface="Arial" panose="020B0604020202020204" pitchFamily="34" charset="0"/>
                  </a:endParaRPr>
                </a:p>
              </p:txBody>
            </p:sp>
            <p:sp>
              <p:nvSpPr>
                <p:cNvPr id="591881" name="Line 9">
                  <a:extLst>
                    <a:ext uri="{FF2B5EF4-FFF2-40B4-BE49-F238E27FC236}">
                      <a16:creationId xmlns:a16="http://schemas.microsoft.com/office/drawing/2014/main" id="{E5673153-99AE-422F-A299-BE34600FFF6A}"/>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882" name="Line 10">
                  <a:extLst>
                    <a:ext uri="{FF2B5EF4-FFF2-40B4-BE49-F238E27FC236}">
                      <a16:creationId xmlns:a16="http://schemas.microsoft.com/office/drawing/2014/main" id="{7A0F32B0-20BA-44E3-BE3D-F4DADB85C93B}"/>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883" name="Line 11">
                  <a:extLst>
                    <a:ext uri="{FF2B5EF4-FFF2-40B4-BE49-F238E27FC236}">
                      <a16:creationId xmlns:a16="http://schemas.microsoft.com/office/drawing/2014/main" id="{CB5101C3-1BCE-469A-B763-B1F2023E2DA5}"/>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884" name="Line 12">
                  <a:extLst>
                    <a:ext uri="{FF2B5EF4-FFF2-40B4-BE49-F238E27FC236}">
                      <a16:creationId xmlns:a16="http://schemas.microsoft.com/office/drawing/2014/main" id="{98DF2464-A3EB-4D66-BE7C-1EDA6E070296}"/>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1885" name="Group 13">
                <a:extLst>
                  <a:ext uri="{FF2B5EF4-FFF2-40B4-BE49-F238E27FC236}">
                    <a16:creationId xmlns:a16="http://schemas.microsoft.com/office/drawing/2014/main" id="{5142E2FC-4202-4DC0-8ECC-BC0C6896B927}"/>
                  </a:ext>
                </a:extLst>
              </p:cNvPr>
              <p:cNvGrpSpPr>
                <a:grpSpLocks/>
              </p:cNvGrpSpPr>
              <p:nvPr/>
            </p:nvGrpSpPr>
            <p:grpSpPr bwMode="auto">
              <a:xfrm>
                <a:off x="2263" y="2457"/>
                <a:ext cx="1169" cy="192"/>
                <a:chOff x="1056" y="2112"/>
                <a:chExt cx="1073" cy="192"/>
              </a:xfrm>
            </p:grpSpPr>
            <p:sp>
              <p:nvSpPr>
                <p:cNvPr id="591886" name="Rectangle 14">
                  <a:extLst>
                    <a:ext uri="{FF2B5EF4-FFF2-40B4-BE49-F238E27FC236}">
                      <a16:creationId xmlns:a16="http://schemas.microsoft.com/office/drawing/2014/main" id="{355A5AD5-AC60-4D49-9711-D20EE7D3523D}"/>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60  °  </a:t>
                  </a:r>
                  <a:r>
                    <a:rPr lang="en-US" altLang="zh-CN" sz="1700" b="1"/>
                    <a:t>99</a:t>
                  </a:r>
                  <a:r>
                    <a:rPr lang="zh-CN" altLang="en-US" sz="1700" b="1"/>
                    <a:t>　</a:t>
                  </a:r>
                  <a:r>
                    <a:rPr lang="en-US" altLang="zh-CN" sz="17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91887" name="Line 15">
                  <a:extLst>
                    <a:ext uri="{FF2B5EF4-FFF2-40B4-BE49-F238E27FC236}">
                      <a16:creationId xmlns:a16="http://schemas.microsoft.com/office/drawing/2014/main" id="{545FEB50-8386-4383-AAC3-57FE00E01543}"/>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888" name="Line 16">
                  <a:extLst>
                    <a:ext uri="{FF2B5EF4-FFF2-40B4-BE49-F238E27FC236}">
                      <a16:creationId xmlns:a16="http://schemas.microsoft.com/office/drawing/2014/main" id="{EF16BAD6-3AB1-427D-BECB-313A4CBC44E3}"/>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889" name="Line 17">
                  <a:extLst>
                    <a:ext uri="{FF2B5EF4-FFF2-40B4-BE49-F238E27FC236}">
                      <a16:creationId xmlns:a16="http://schemas.microsoft.com/office/drawing/2014/main" id="{40075800-CFE2-4583-A117-EEF6C1049C91}"/>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890" name="Line 18">
                  <a:extLst>
                    <a:ext uri="{FF2B5EF4-FFF2-40B4-BE49-F238E27FC236}">
                      <a16:creationId xmlns:a16="http://schemas.microsoft.com/office/drawing/2014/main" id="{F73B2BFD-C034-4682-A27B-3A22D0FEAD56}"/>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1891" name="Group 19">
                <a:extLst>
                  <a:ext uri="{FF2B5EF4-FFF2-40B4-BE49-F238E27FC236}">
                    <a16:creationId xmlns:a16="http://schemas.microsoft.com/office/drawing/2014/main" id="{61611736-0BD8-4923-B51F-2252FB1B5359}"/>
                  </a:ext>
                </a:extLst>
              </p:cNvPr>
              <p:cNvGrpSpPr>
                <a:grpSpLocks/>
              </p:cNvGrpSpPr>
              <p:nvPr/>
            </p:nvGrpSpPr>
            <p:grpSpPr bwMode="auto">
              <a:xfrm>
                <a:off x="3751" y="2457"/>
                <a:ext cx="1248" cy="192"/>
                <a:chOff x="1056" y="2112"/>
                <a:chExt cx="1073" cy="192"/>
              </a:xfrm>
            </p:grpSpPr>
            <p:sp>
              <p:nvSpPr>
                <p:cNvPr id="591892" name="Rectangle 20">
                  <a:extLst>
                    <a:ext uri="{FF2B5EF4-FFF2-40B4-BE49-F238E27FC236}">
                      <a16:creationId xmlns:a16="http://schemas.microsoft.com/office/drawing/2014/main" id="{11206A5F-DAC8-499C-9532-BADD993284AE}"/>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180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700">
                    <a:cs typeface="Arial" panose="020B0604020202020204" pitchFamily="34" charset="0"/>
                  </a:endParaRPr>
                </a:p>
              </p:txBody>
            </p:sp>
            <p:sp>
              <p:nvSpPr>
                <p:cNvPr id="591893" name="Line 21">
                  <a:extLst>
                    <a:ext uri="{FF2B5EF4-FFF2-40B4-BE49-F238E27FC236}">
                      <a16:creationId xmlns:a16="http://schemas.microsoft.com/office/drawing/2014/main" id="{6934049C-359B-40F1-AA7C-766729F3D68D}"/>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894" name="Line 22">
                  <a:extLst>
                    <a:ext uri="{FF2B5EF4-FFF2-40B4-BE49-F238E27FC236}">
                      <a16:creationId xmlns:a16="http://schemas.microsoft.com/office/drawing/2014/main" id="{931D11F9-FD8F-44BF-BC9A-8CE2B2D1BEC6}"/>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895" name="Line 23">
                  <a:extLst>
                    <a:ext uri="{FF2B5EF4-FFF2-40B4-BE49-F238E27FC236}">
                      <a16:creationId xmlns:a16="http://schemas.microsoft.com/office/drawing/2014/main" id="{00709369-D7F8-407C-ACF3-2CE9F93E1A3C}"/>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896" name="Line 24">
                  <a:extLst>
                    <a:ext uri="{FF2B5EF4-FFF2-40B4-BE49-F238E27FC236}">
                      <a16:creationId xmlns:a16="http://schemas.microsoft.com/office/drawing/2014/main" id="{9A2FD1FA-F5B0-4E54-A3FE-3C7791FF303C}"/>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1897" name="Group 25">
                <a:extLst>
                  <a:ext uri="{FF2B5EF4-FFF2-40B4-BE49-F238E27FC236}">
                    <a16:creationId xmlns:a16="http://schemas.microsoft.com/office/drawing/2014/main" id="{7EE91215-1580-4E53-A3BE-B7C2FE240368}"/>
                  </a:ext>
                </a:extLst>
              </p:cNvPr>
              <p:cNvGrpSpPr>
                <a:grpSpLocks/>
              </p:cNvGrpSpPr>
              <p:nvPr/>
            </p:nvGrpSpPr>
            <p:grpSpPr bwMode="auto">
              <a:xfrm>
                <a:off x="247" y="3321"/>
                <a:ext cx="641" cy="192"/>
                <a:chOff x="1056" y="2976"/>
                <a:chExt cx="641" cy="192"/>
              </a:xfrm>
            </p:grpSpPr>
            <p:sp>
              <p:nvSpPr>
                <p:cNvPr id="591898" name="Rectangle 26">
                  <a:extLst>
                    <a:ext uri="{FF2B5EF4-FFF2-40B4-BE49-F238E27FC236}">
                      <a16:creationId xmlns:a16="http://schemas.microsoft.com/office/drawing/2014/main" id="{0994FDB1-7E07-4C69-9D17-B64AD5E485D9}"/>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2    5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1899" name="Line 27">
                  <a:extLst>
                    <a:ext uri="{FF2B5EF4-FFF2-40B4-BE49-F238E27FC236}">
                      <a16:creationId xmlns:a16="http://schemas.microsoft.com/office/drawing/2014/main" id="{1B85353B-13A8-4C99-954C-73CACB0EBE0D}"/>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00" name="Line 28">
                  <a:extLst>
                    <a:ext uri="{FF2B5EF4-FFF2-40B4-BE49-F238E27FC236}">
                      <a16:creationId xmlns:a16="http://schemas.microsoft.com/office/drawing/2014/main" id="{2C0F5396-B654-415B-B7B7-21FD3AEEA39C}"/>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01" name="Line 29">
                  <a:extLst>
                    <a:ext uri="{FF2B5EF4-FFF2-40B4-BE49-F238E27FC236}">
                      <a16:creationId xmlns:a16="http://schemas.microsoft.com/office/drawing/2014/main" id="{657E5384-5F0D-4B94-A69C-6DE2E5CCE9AD}"/>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1902" name="Group 30">
                <a:extLst>
                  <a:ext uri="{FF2B5EF4-FFF2-40B4-BE49-F238E27FC236}">
                    <a16:creationId xmlns:a16="http://schemas.microsoft.com/office/drawing/2014/main" id="{AD7BF5D7-8AD9-4374-81B4-7498F6054261}"/>
                  </a:ext>
                </a:extLst>
              </p:cNvPr>
              <p:cNvGrpSpPr>
                <a:grpSpLocks/>
              </p:cNvGrpSpPr>
              <p:nvPr/>
            </p:nvGrpSpPr>
            <p:grpSpPr bwMode="auto">
              <a:xfrm>
                <a:off x="1015" y="3321"/>
                <a:ext cx="641" cy="192"/>
                <a:chOff x="1056" y="2976"/>
                <a:chExt cx="641" cy="192"/>
              </a:xfrm>
            </p:grpSpPr>
            <p:sp>
              <p:nvSpPr>
                <p:cNvPr id="591903" name="Rectangle 31">
                  <a:extLst>
                    <a:ext uri="{FF2B5EF4-FFF2-40B4-BE49-F238E27FC236}">
                      <a16:creationId xmlns:a16="http://schemas.microsoft.com/office/drawing/2014/main" id="{535856F1-6D01-4597-B827-24AA998EADBB}"/>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15  </a:t>
                  </a:r>
                  <a:r>
                    <a:rPr lang="zh-CN" altLang="en-US" sz="1700" b="1"/>
                    <a:t>－</a:t>
                  </a:r>
                  <a:r>
                    <a:rPr lang="zh-CN" altLang="en-US" sz="1700" b="1">
                      <a:cs typeface="Arial" panose="020B0604020202020204" pitchFamily="34" charset="0"/>
                    </a:rPr>
                    <a:t>   </a:t>
                  </a:r>
                  <a:r>
                    <a:rPr lang="zh-CN" altLang="en-US" sz="17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1904" name="Line 32">
                  <a:extLst>
                    <a:ext uri="{FF2B5EF4-FFF2-40B4-BE49-F238E27FC236}">
                      <a16:creationId xmlns:a16="http://schemas.microsoft.com/office/drawing/2014/main" id="{E88A9BC4-C26D-4337-BB5B-3C5A81EF76E9}"/>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05" name="Line 33">
                  <a:extLst>
                    <a:ext uri="{FF2B5EF4-FFF2-40B4-BE49-F238E27FC236}">
                      <a16:creationId xmlns:a16="http://schemas.microsoft.com/office/drawing/2014/main" id="{E269AFBB-BAE5-49E0-9ECE-1C01660721BA}"/>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06" name="Line 34">
                  <a:extLst>
                    <a:ext uri="{FF2B5EF4-FFF2-40B4-BE49-F238E27FC236}">
                      <a16:creationId xmlns:a16="http://schemas.microsoft.com/office/drawing/2014/main" id="{06DBC555-93EA-4B2B-8359-B74DEAE6785B}"/>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1907" name="Group 35">
                <a:extLst>
                  <a:ext uri="{FF2B5EF4-FFF2-40B4-BE49-F238E27FC236}">
                    <a16:creationId xmlns:a16="http://schemas.microsoft.com/office/drawing/2014/main" id="{8E7AA2A8-8589-4DDA-B23A-5AAB135620B8}"/>
                  </a:ext>
                </a:extLst>
              </p:cNvPr>
              <p:cNvGrpSpPr>
                <a:grpSpLocks/>
              </p:cNvGrpSpPr>
              <p:nvPr/>
            </p:nvGrpSpPr>
            <p:grpSpPr bwMode="auto">
              <a:xfrm>
                <a:off x="1783" y="3321"/>
                <a:ext cx="641" cy="192"/>
                <a:chOff x="1056" y="2976"/>
                <a:chExt cx="641" cy="192"/>
              </a:xfrm>
            </p:grpSpPr>
            <p:sp>
              <p:nvSpPr>
                <p:cNvPr id="591908" name="Rectangle 36">
                  <a:extLst>
                    <a:ext uri="{FF2B5EF4-FFF2-40B4-BE49-F238E27FC236}">
                      <a16:creationId xmlns:a16="http://schemas.microsoft.com/office/drawing/2014/main" id="{109CBB13-9DBA-4913-B83F-0E931BAA9D86}"/>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39   48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1909" name="Line 37">
                  <a:extLst>
                    <a:ext uri="{FF2B5EF4-FFF2-40B4-BE49-F238E27FC236}">
                      <a16:creationId xmlns:a16="http://schemas.microsoft.com/office/drawing/2014/main" id="{4D1C6786-2F63-46C4-AD0C-E4260C6B9918}"/>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10" name="Line 38">
                  <a:extLst>
                    <a:ext uri="{FF2B5EF4-FFF2-40B4-BE49-F238E27FC236}">
                      <a16:creationId xmlns:a16="http://schemas.microsoft.com/office/drawing/2014/main" id="{EFDFAD35-F6FA-4D81-830A-2A044B77EAC8}"/>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11" name="Line 39">
                  <a:extLst>
                    <a:ext uri="{FF2B5EF4-FFF2-40B4-BE49-F238E27FC236}">
                      <a16:creationId xmlns:a16="http://schemas.microsoft.com/office/drawing/2014/main" id="{D9457269-C89C-4F80-B110-A01A7B426557}"/>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1912" name="Group 40">
                <a:extLst>
                  <a:ext uri="{FF2B5EF4-FFF2-40B4-BE49-F238E27FC236}">
                    <a16:creationId xmlns:a16="http://schemas.microsoft.com/office/drawing/2014/main" id="{FBA74671-675F-42B9-9BC3-5A1EA3E9BF22}"/>
                  </a:ext>
                </a:extLst>
              </p:cNvPr>
              <p:cNvGrpSpPr>
                <a:grpSpLocks/>
              </p:cNvGrpSpPr>
              <p:nvPr/>
            </p:nvGrpSpPr>
            <p:grpSpPr bwMode="auto">
              <a:xfrm>
                <a:off x="2599" y="3321"/>
                <a:ext cx="641" cy="192"/>
                <a:chOff x="1056" y="2976"/>
                <a:chExt cx="641" cy="192"/>
              </a:xfrm>
            </p:grpSpPr>
            <p:sp>
              <p:nvSpPr>
                <p:cNvPr id="591913" name="Rectangle 41">
                  <a:extLst>
                    <a:ext uri="{FF2B5EF4-FFF2-40B4-BE49-F238E27FC236}">
                      <a16:creationId xmlns:a16="http://schemas.microsoft.com/office/drawing/2014/main" id="{AA508736-1985-4B49-B300-202D2E439FB1}"/>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700">
                      <a:cs typeface="Arial" panose="020B0604020202020204" pitchFamily="34" charset="0"/>
                    </a:rPr>
                    <a:t> </a:t>
                  </a:r>
                  <a:r>
                    <a:rPr lang="en-US" altLang="zh-CN" sz="1700" b="1">
                      <a:cs typeface="Arial" panose="020B0604020202020204" pitchFamily="34" charset="0"/>
                    </a:rPr>
                    <a:t>85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91914" name="Line 42">
                  <a:extLst>
                    <a:ext uri="{FF2B5EF4-FFF2-40B4-BE49-F238E27FC236}">
                      <a16:creationId xmlns:a16="http://schemas.microsoft.com/office/drawing/2014/main" id="{18AC1D5E-7DB9-4964-8BE7-1575698E43B7}"/>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15" name="Line 43">
                  <a:extLst>
                    <a:ext uri="{FF2B5EF4-FFF2-40B4-BE49-F238E27FC236}">
                      <a16:creationId xmlns:a16="http://schemas.microsoft.com/office/drawing/2014/main" id="{F29BAFD0-EBF5-4101-9613-9D9C7FD766EF}"/>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16" name="Line 44">
                  <a:extLst>
                    <a:ext uri="{FF2B5EF4-FFF2-40B4-BE49-F238E27FC236}">
                      <a16:creationId xmlns:a16="http://schemas.microsoft.com/office/drawing/2014/main" id="{96F2EF60-326A-4F2E-AF9E-9A2EABA0B031}"/>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1917" name="Group 45">
                <a:extLst>
                  <a:ext uri="{FF2B5EF4-FFF2-40B4-BE49-F238E27FC236}">
                    <a16:creationId xmlns:a16="http://schemas.microsoft.com/office/drawing/2014/main" id="{57ACA376-5819-47C3-B911-F4C8387D9DEC}"/>
                  </a:ext>
                </a:extLst>
              </p:cNvPr>
              <p:cNvGrpSpPr>
                <a:grpSpLocks/>
              </p:cNvGrpSpPr>
              <p:nvPr/>
            </p:nvGrpSpPr>
            <p:grpSpPr bwMode="auto">
              <a:xfrm>
                <a:off x="3319" y="3321"/>
                <a:ext cx="720" cy="192"/>
                <a:chOff x="1056" y="2976"/>
                <a:chExt cx="641" cy="192"/>
              </a:xfrm>
            </p:grpSpPr>
            <p:sp>
              <p:nvSpPr>
                <p:cNvPr id="591918" name="Rectangle 46">
                  <a:extLst>
                    <a:ext uri="{FF2B5EF4-FFF2-40B4-BE49-F238E27FC236}">
                      <a16:creationId xmlns:a16="http://schemas.microsoft.com/office/drawing/2014/main" id="{5BD9E83D-CC7E-498D-9980-98E00FA7CCE8}"/>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120  </a:t>
                  </a:r>
                  <a:r>
                    <a:rPr lang="zh-CN" altLang="en-US" sz="1700" b="1"/>
                    <a:t>－ </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91919" name="Line 47">
                  <a:extLst>
                    <a:ext uri="{FF2B5EF4-FFF2-40B4-BE49-F238E27FC236}">
                      <a16:creationId xmlns:a16="http://schemas.microsoft.com/office/drawing/2014/main" id="{B93178CC-6B84-4AC9-9759-7B7B70111730}"/>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20" name="Line 48">
                  <a:extLst>
                    <a:ext uri="{FF2B5EF4-FFF2-40B4-BE49-F238E27FC236}">
                      <a16:creationId xmlns:a16="http://schemas.microsoft.com/office/drawing/2014/main" id="{34B2696F-85F5-4903-929F-45FA4B48491C}"/>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21" name="Line 49">
                  <a:extLst>
                    <a:ext uri="{FF2B5EF4-FFF2-40B4-BE49-F238E27FC236}">
                      <a16:creationId xmlns:a16="http://schemas.microsoft.com/office/drawing/2014/main" id="{FA0E4722-088C-4A13-A806-6540C558F3C0}"/>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1922" name="Group 50">
                <a:extLst>
                  <a:ext uri="{FF2B5EF4-FFF2-40B4-BE49-F238E27FC236}">
                    <a16:creationId xmlns:a16="http://schemas.microsoft.com/office/drawing/2014/main" id="{90F495FE-B3F2-4AFA-9EC1-CDE7848F438F}"/>
                  </a:ext>
                </a:extLst>
              </p:cNvPr>
              <p:cNvGrpSpPr>
                <a:grpSpLocks/>
              </p:cNvGrpSpPr>
              <p:nvPr/>
            </p:nvGrpSpPr>
            <p:grpSpPr bwMode="auto">
              <a:xfrm>
                <a:off x="4087" y="3321"/>
                <a:ext cx="672" cy="192"/>
                <a:chOff x="1056" y="2976"/>
                <a:chExt cx="641" cy="192"/>
              </a:xfrm>
            </p:grpSpPr>
            <p:sp>
              <p:nvSpPr>
                <p:cNvPr id="591923" name="Rectangle 51">
                  <a:extLst>
                    <a:ext uri="{FF2B5EF4-FFF2-40B4-BE49-F238E27FC236}">
                      <a16:creationId xmlns:a16="http://schemas.microsoft.com/office/drawing/2014/main" id="{7207EA2C-401A-4C8F-831E-4E0F9E972112}"/>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159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91924" name="Line 52">
                  <a:extLst>
                    <a:ext uri="{FF2B5EF4-FFF2-40B4-BE49-F238E27FC236}">
                      <a16:creationId xmlns:a16="http://schemas.microsoft.com/office/drawing/2014/main" id="{6D9BB197-00E9-4C87-BA96-9C23BED8A2EE}"/>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25" name="Line 53">
                  <a:extLst>
                    <a:ext uri="{FF2B5EF4-FFF2-40B4-BE49-F238E27FC236}">
                      <a16:creationId xmlns:a16="http://schemas.microsoft.com/office/drawing/2014/main" id="{C2A44711-92A2-4510-9C4C-39719ED60B98}"/>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26" name="Line 54">
                  <a:extLst>
                    <a:ext uri="{FF2B5EF4-FFF2-40B4-BE49-F238E27FC236}">
                      <a16:creationId xmlns:a16="http://schemas.microsoft.com/office/drawing/2014/main" id="{73D313A6-1ECB-4EC0-9A48-1CADB2D56289}"/>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1927" name="Group 55">
                <a:extLst>
                  <a:ext uri="{FF2B5EF4-FFF2-40B4-BE49-F238E27FC236}">
                    <a16:creationId xmlns:a16="http://schemas.microsoft.com/office/drawing/2014/main" id="{4F19E2A5-2555-4734-92E5-D96CAE79FCFB}"/>
                  </a:ext>
                </a:extLst>
              </p:cNvPr>
              <p:cNvGrpSpPr>
                <a:grpSpLocks/>
              </p:cNvGrpSpPr>
              <p:nvPr/>
            </p:nvGrpSpPr>
            <p:grpSpPr bwMode="auto">
              <a:xfrm>
                <a:off x="4807" y="3321"/>
                <a:ext cx="737" cy="192"/>
                <a:chOff x="1056" y="2976"/>
                <a:chExt cx="641" cy="192"/>
              </a:xfrm>
            </p:grpSpPr>
            <p:sp>
              <p:nvSpPr>
                <p:cNvPr id="591928" name="Rectangle 56">
                  <a:extLst>
                    <a:ext uri="{FF2B5EF4-FFF2-40B4-BE49-F238E27FC236}">
                      <a16:creationId xmlns:a16="http://schemas.microsoft.com/office/drawing/2014/main" id="{9CCC3A18-D842-4605-89FD-B4BCBFA80F70}"/>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201 220 </a:t>
                  </a:r>
                  <a:r>
                    <a:rPr lang="zh-CN" altLang="en-US" sz="1700" b="1"/>
                    <a:t>－</a:t>
                  </a:r>
                  <a:endParaRPr lang="zh-CN" altLang="en-US" sz="1600">
                    <a:cs typeface="Arial" panose="020B0604020202020204" pitchFamily="34" charset="0"/>
                  </a:endParaRPr>
                </a:p>
              </p:txBody>
            </p:sp>
            <p:sp>
              <p:nvSpPr>
                <p:cNvPr id="591929" name="Line 57">
                  <a:extLst>
                    <a:ext uri="{FF2B5EF4-FFF2-40B4-BE49-F238E27FC236}">
                      <a16:creationId xmlns:a16="http://schemas.microsoft.com/office/drawing/2014/main" id="{689093CA-0743-4113-ABDC-D99D9D99749B}"/>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30" name="Line 58">
                  <a:extLst>
                    <a:ext uri="{FF2B5EF4-FFF2-40B4-BE49-F238E27FC236}">
                      <a16:creationId xmlns:a16="http://schemas.microsoft.com/office/drawing/2014/main" id="{A20FF9DE-1468-4E76-8B00-696DD7DB9E68}"/>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31" name="Line 59">
                  <a:extLst>
                    <a:ext uri="{FF2B5EF4-FFF2-40B4-BE49-F238E27FC236}">
                      <a16:creationId xmlns:a16="http://schemas.microsoft.com/office/drawing/2014/main" id="{999B15BF-EE01-4501-9A30-A3B687F3BF52}"/>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1932" name="Group 60">
                <a:extLst>
                  <a:ext uri="{FF2B5EF4-FFF2-40B4-BE49-F238E27FC236}">
                    <a16:creationId xmlns:a16="http://schemas.microsoft.com/office/drawing/2014/main" id="{8EF61BF1-B274-48BA-92D7-B8FD29234154}"/>
                  </a:ext>
                </a:extLst>
              </p:cNvPr>
              <p:cNvGrpSpPr>
                <a:grpSpLocks/>
              </p:cNvGrpSpPr>
              <p:nvPr/>
            </p:nvGrpSpPr>
            <p:grpSpPr bwMode="auto">
              <a:xfrm>
                <a:off x="2071" y="1689"/>
                <a:ext cx="1169" cy="192"/>
                <a:chOff x="1056" y="2112"/>
                <a:chExt cx="1073" cy="192"/>
              </a:xfrm>
            </p:grpSpPr>
            <p:sp>
              <p:nvSpPr>
                <p:cNvPr id="591933" name="Rectangle 61">
                  <a:extLst>
                    <a:ext uri="{FF2B5EF4-FFF2-40B4-BE49-F238E27FC236}">
                      <a16:creationId xmlns:a16="http://schemas.microsoft.com/office/drawing/2014/main" id="{A9189CD6-53EF-4D41-83C1-DA7C823D0EB1}"/>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en-US" altLang="zh-CN" sz="1700" b="1">
                      <a:cs typeface="Arial" panose="020B0604020202020204" pitchFamily="34" charset="0"/>
                    </a:rPr>
                    <a:t>°  26   ° </a:t>
                  </a:r>
                  <a:r>
                    <a:rPr lang="en-US" altLang="zh-CN" sz="1700" b="1"/>
                    <a:t>140</a:t>
                  </a:r>
                  <a:r>
                    <a:rPr lang="en-US" altLang="zh-CN" sz="1400" b="1"/>
                    <a:t>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91934" name="Line 62">
                  <a:extLst>
                    <a:ext uri="{FF2B5EF4-FFF2-40B4-BE49-F238E27FC236}">
                      <a16:creationId xmlns:a16="http://schemas.microsoft.com/office/drawing/2014/main" id="{C7BAA3CD-F66A-4DD7-A481-D56E67FE93B5}"/>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35" name="Line 63">
                  <a:extLst>
                    <a:ext uri="{FF2B5EF4-FFF2-40B4-BE49-F238E27FC236}">
                      <a16:creationId xmlns:a16="http://schemas.microsoft.com/office/drawing/2014/main" id="{87615A06-3779-4CC1-926D-43368DCA6B6F}"/>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36" name="Line 64">
                  <a:extLst>
                    <a:ext uri="{FF2B5EF4-FFF2-40B4-BE49-F238E27FC236}">
                      <a16:creationId xmlns:a16="http://schemas.microsoft.com/office/drawing/2014/main" id="{985B5EF8-133C-457E-BFFE-30141D4A778A}"/>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37" name="Line 65">
                  <a:extLst>
                    <a:ext uri="{FF2B5EF4-FFF2-40B4-BE49-F238E27FC236}">
                      <a16:creationId xmlns:a16="http://schemas.microsoft.com/office/drawing/2014/main" id="{D6EFA2AB-549E-4268-A611-4A56B8EE0D70}"/>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1938" name="Line 66">
                <a:extLst>
                  <a:ext uri="{FF2B5EF4-FFF2-40B4-BE49-F238E27FC236}">
                    <a16:creationId xmlns:a16="http://schemas.microsoft.com/office/drawing/2014/main" id="{E8FC1CA4-E738-4CA1-8496-6C0C22155178}"/>
                  </a:ext>
                </a:extLst>
              </p:cNvPr>
              <p:cNvSpPr>
                <a:spLocks noChangeShapeType="1"/>
              </p:cNvSpPr>
              <p:nvPr/>
            </p:nvSpPr>
            <p:spPr bwMode="auto">
              <a:xfrm flipH="1">
                <a:off x="1015" y="1785"/>
                <a:ext cx="1200" cy="672"/>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39" name="Line 67">
                <a:extLst>
                  <a:ext uri="{FF2B5EF4-FFF2-40B4-BE49-F238E27FC236}">
                    <a16:creationId xmlns:a16="http://schemas.microsoft.com/office/drawing/2014/main" id="{6B90F81F-918E-42B7-997A-F78FAD18DC82}"/>
                  </a:ext>
                </a:extLst>
              </p:cNvPr>
              <p:cNvSpPr>
                <a:spLocks noChangeShapeType="1"/>
              </p:cNvSpPr>
              <p:nvPr/>
            </p:nvSpPr>
            <p:spPr bwMode="auto">
              <a:xfrm flipH="1">
                <a:off x="2359" y="1785"/>
                <a:ext cx="288" cy="672"/>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40" name="Line 68">
                <a:extLst>
                  <a:ext uri="{FF2B5EF4-FFF2-40B4-BE49-F238E27FC236}">
                    <a16:creationId xmlns:a16="http://schemas.microsoft.com/office/drawing/2014/main" id="{15603B8E-680F-4E53-AEF5-F6C617CD330A}"/>
                  </a:ext>
                </a:extLst>
              </p:cNvPr>
              <p:cNvSpPr>
                <a:spLocks noChangeShapeType="1"/>
              </p:cNvSpPr>
              <p:nvPr/>
            </p:nvSpPr>
            <p:spPr bwMode="auto">
              <a:xfrm flipH="1">
                <a:off x="343" y="2601"/>
                <a:ext cx="624"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41" name="Line 69">
                <a:extLst>
                  <a:ext uri="{FF2B5EF4-FFF2-40B4-BE49-F238E27FC236}">
                    <a16:creationId xmlns:a16="http://schemas.microsoft.com/office/drawing/2014/main" id="{F8934283-6118-42EA-B5B4-E3F69589BC5C}"/>
                  </a:ext>
                </a:extLst>
              </p:cNvPr>
              <p:cNvSpPr>
                <a:spLocks noChangeShapeType="1"/>
              </p:cNvSpPr>
              <p:nvPr/>
            </p:nvSpPr>
            <p:spPr bwMode="auto">
              <a:xfrm flipH="1">
                <a:off x="1111" y="2601"/>
                <a:ext cx="336"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42" name="Line 70">
                <a:extLst>
                  <a:ext uri="{FF2B5EF4-FFF2-40B4-BE49-F238E27FC236}">
                    <a16:creationId xmlns:a16="http://schemas.microsoft.com/office/drawing/2014/main" id="{152781E8-8C47-446E-AB50-D81F8B0C43C9}"/>
                  </a:ext>
                </a:extLst>
              </p:cNvPr>
              <p:cNvSpPr>
                <a:spLocks noChangeShapeType="1"/>
              </p:cNvSpPr>
              <p:nvPr/>
            </p:nvSpPr>
            <p:spPr bwMode="auto">
              <a:xfrm flipH="1">
                <a:off x="1879" y="2553"/>
                <a:ext cx="432" cy="768"/>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43" name="Line 71">
                <a:extLst>
                  <a:ext uri="{FF2B5EF4-FFF2-40B4-BE49-F238E27FC236}">
                    <a16:creationId xmlns:a16="http://schemas.microsoft.com/office/drawing/2014/main" id="{D70A54A6-B074-4549-94B8-526269241636}"/>
                  </a:ext>
                </a:extLst>
              </p:cNvPr>
              <p:cNvSpPr>
                <a:spLocks noChangeShapeType="1"/>
              </p:cNvSpPr>
              <p:nvPr/>
            </p:nvSpPr>
            <p:spPr bwMode="auto">
              <a:xfrm flipH="1">
                <a:off x="2695" y="2601"/>
                <a:ext cx="192"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44" name="Line 72">
                <a:extLst>
                  <a:ext uri="{FF2B5EF4-FFF2-40B4-BE49-F238E27FC236}">
                    <a16:creationId xmlns:a16="http://schemas.microsoft.com/office/drawing/2014/main" id="{6F93CCE1-09E1-4B2E-A03F-7F60A45A44DB}"/>
                  </a:ext>
                </a:extLst>
              </p:cNvPr>
              <p:cNvSpPr>
                <a:spLocks noChangeShapeType="1"/>
              </p:cNvSpPr>
              <p:nvPr/>
            </p:nvSpPr>
            <p:spPr bwMode="auto">
              <a:xfrm>
                <a:off x="3319" y="2601"/>
                <a:ext cx="96"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45" name="Line 73">
                <a:extLst>
                  <a:ext uri="{FF2B5EF4-FFF2-40B4-BE49-F238E27FC236}">
                    <a16:creationId xmlns:a16="http://schemas.microsoft.com/office/drawing/2014/main" id="{968BEB79-9C3D-440A-9175-670BB322BCA0}"/>
                  </a:ext>
                </a:extLst>
              </p:cNvPr>
              <p:cNvSpPr>
                <a:spLocks noChangeShapeType="1"/>
              </p:cNvSpPr>
              <p:nvPr/>
            </p:nvSpPr>
            <p:spPr bwMode="auto">
              <a:xfrm>
                <a:off x="3943" y="2553"/>
                <a:ext cx="336" cy="768"/>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46" name="Line 74">
                <a:extLst>
                  <a:ext uri="{FF2B5EF4-FFF2-40B4-BE49-F238E27FC236}">
                    <a16:creationId xmlns:a16="http://schemas.microsoft.com/office/drawing/2014/main" id="{85454FB3-80FA-4E60-9FD2-A9D44C3AB019}"/>
                  </a:ext>
                </a:extLst>
              </p:cNvPr>
              <p:cNvSpPr>
                <a:spLocks noChangeShapeType="1"/>
              </p:cNvSpPr>
              <p:nvPr/>
            </p:nvSpPr>
            <p:spPr bwMode="auto">
              <a:xfrm>
                <a:off x="4375" y="2601"/>
                <a:ext cx="624"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1947" name="Line 75">
                <a:extLst>
                  <a:ext uri="{FF2B5EF4-FFF2-40B4-BE49-F238E27FC236}">
                    <a16:creationId xmlns:a16="http://schemas.microsoft.com/office/drawing/2014/main" id="{D2F7CEF7-E258-4C7E-A83C-FDA043AE3CAE}"/>
                  </a:ext>
                </a:extLst>
              </p:cNvPr>
              <p:cNvSpPr>
                <a:spLocks noChangeShapeType="1"/>
              </p:cNvSpPr>
              <p:nvPr/>
            </p:nvSpPr>
            <p:spPr bwMode="auto">
              <a:xfrm>
                <a:off x="3127" y="1833"/>
                <a:ext cx="816" cy="624"/>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591949" name="Rectangle 77">
            <a:extLst>
              <a:ext uri="{FF2B5EF4-FFF2-40B4-BE49-F238E27FC236}">
                <a16:creationId xmlns:a16="http://schemas.microsoft.com/office/drawing/2014/main" id="{DFFEE0C1-CA20-4DE7-AF83-86A3F6B679EC}"/>
              </a:ext>
            </a:extLst>
          </p:cNvPr>
          <p:cNvSpPr>
            <a:spLocks noChangeArrowheads="1"/>
          </p:cNvSpPr>
          <p:nvPr/>
        </p:nvSpPr>
        <p:spPr bwMode="auto">
          <a:xfrm>
            <a:off x="3708400" y="5105400"/>
            <a:ext cx="12239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r>
              <a:rPr lang="en-US" altLang="zh-CN" sz="2800" b="1">
                <a:solidFill>
                  <a:srgbClr val="006666"/>
                </a:solidFill>
                <a:effectLst>
                  <a:outerShdw blurRad="38100" dist="38100" dir="2700000" algn="tl">
                    <a:srgbClr val="C0C0C0"/>
                  </a:outerShdw>
                </a:effectLst>
              </a:rPr>
              <a:t>B-</a:t>
            </a:r>
            <a:r>
              <a:rPr lang="zh-CN" altLang="en-US" sz="2800" b="1">
                <a:solidFill>
                  <a:srgbClr val="006666"/>
                </a:solidFill>
                <a:effectLst>
                  <a:outerShdw blurRad="38100" dist="38100" dir="2700000" algn="tl">
                    <a:srgbClr val="C0C0C0"/>
                  </a:outerShdw>
                </a:effectLst>
              </a:rPr>
              <a:t>树</a:t>
            </a:r>
          </a:p>
        </p:txBody>
      </p:sp>
      <p:sp>
        <p:nvSpPr>
          <p:cNvPr id="591950" name="Rectangle 78">
            <a:extLst>
              <a:ext uri="{FF2B5EF4-FFF2-40B4-BE49-F238E27FC236}">
                <a16:creationId xmlns:a16="http://schemas.microsoft.com/office/drawing/2014/main" id="{CAEA95BC-C50A-4FDC-990A-65728059261F}"/>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9" name="Rectangle 5">
            <a:extLst>
              <a:ext uri="{FF2B5EF4-FFF2-40B4-BE49-F238E27FC236}">
                <a16:creationId xmlns:a16="http://schemas.microsoft.com/office/drawing/2014/main" id="{91D4D32A-C30F-4BA0-B291-3A268DC779CF}"/>
              </a:ext>
            </a:extLst>
          </p:cNvPr>
          <p:cNvSpPr>
            <a:spLocks noChangeArrowheads="1"/>
          </p:cNvSpPr>
          <p:nvPr/>
        </p:nvSpPr>
        <p:spPr bwMode="auto">
          <a:xfrm>
            <a:off x="468313" y="1185863"/>
            <a:ext cx="8207375"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b="0">
                <a:solidFill>
                  <a:srgbClr val="660066"/>
                </a:solidFill>
                <a:effectLst/>
                <a:latin typeface="黑体" panose="02010609060101010101" pitchFamily="49" charset="-122"/>
                <a:ea typeface="黑体" panose="02010609060101010101" pitchFamily="49" charset="-122"/>
              </a:rPr>
              <a:t>  </a:t>
            </a:r>
            <a:r>
              <a:rPr lang="zh-CN" altLang="en-US" b="0">
                <a:solidFill>
                  <a:srgbClr val="660066"/>
                </a:solidFill>
                <a:effectLst/>
                <a:latin typeface="黑体" panose="02010609060101010101" pitchFamily="49" charset="-122"/>
                <a:ea typeface="黑体" panose="02010609060101010101" pitchFamily="49" charset="-122"/>
              </a:rPr>
              <a:t>一棵</a:t>
            </a:r>
            <a:r>
              <a:rPr lang="en-US" altLang="zh-CN" b="0">
                <a:solidFill>
                  <a:srgbClr val="660066"/>
                </a:solidFill>
                <a:effectLst/>
                <a:latin typeface="黑体" panose="02010609060101010101" pitchFamily="49" charset="-122"/>
                <a:ea typeface="黑体" panose="02010609060101010101" pitchFamily="49" charset="-122"/>
              </a:rPr>
              <a:t>m</a:t>
            </a:r>
            <a:r>
              <a:rPr lang="zh-CN" altLang="en-US" b="0">
                <a:solidFill>
                  <a:srgbClr val="660066"/>
                </a:solidFill>
                <a:effectLst/>
                <a:latin typeface="黑体" panose="02010609060101010101" pitchFamily="49" charset="-122"/>
                <a:ea typeface="黑体" panose="02010609060101010101" pitchFamily="49" charset="-122"/>
              </a:rPr>
              <a:t>阶的</a:t>
            </a:r>
            <a:r>
              <a:rPr lang="en-US" altLang="zh-CN" b="0">
                <a:solidFill>
                  <a:srgbClr val="660066"/>
                </a:solidFill>
                <a:effectLst/>
                <a:latin typeface="黑体" panose="02010609060101010101" pitchFamily="49" charset="-122"/>
                <a:ea typeface="黑体" panose="02010609060101010101" pitchFamily="49" charset="-122"/>
              </a:rPr>
              <a:t>B</a:t>
            </a:r>
            <a:r>
              <a:rPr lang="en-US" altLang="zh-CN" b="0" baseline="30000">
                <a:solidFill>
                  <a:srgbClr val="660066"/>
                </a:solidFill>
                <a:effectLst/>
                <a:latin typeface="黑体" panose="02010609060101010101" pitchFamily="49" charset="-122"/>
                <a:ea typeface="黑体" panose="02010609060101010101" pitchFamily="49" charset="-122"/>
              </a:rPr>
              <a:t>+</a:t>
            </a:r>
            <a:r>
              <a:rPr lang="zh-CN" altLang="en-US" b="0">
                <a:solidFill>
                  <a:srgbClr val="660066"/>
                </a:solidFill>
                <a:effectLst/>
                <a:latin typeface="黑体" panose="02010609060101010101" pitchFamily="49" charset="-122"/>
                <a:ea typeface="黑体" panose="02010609060101010101" pitchFamily="49" charset="-122"/>
              </a:rPr>
              <a:t>树与一棵</a:t>
            </a:r>
            <a:r>
              <a:rPr lang="en-US" altLang="zh-CN" b="0">
                <a:solidFill>
                  <a:srgbClr val="660066"/>
                </a:solidFill>
                <a:effectLst/>
                <a:latin typeface="黑体" panose="02010609060101010101" pitchFamily="49" charset="-122"/>
                <a:ea typeface="黑体" panose="02010609060101010101" pitchFamily="49" charset="-122"/>
              </a:rPr>
              <a:t>m</a:t>
            </a:r>
            <a:r>
              <a:rPr lang="zh-CN" altLang="en-US" b="0">
                <a:solidFill>
                  <a:srgbClr val="660066"/>
                </a:solidFill>
                <a:effectLst/>
                <a:latin typeface="黑体" panose="02010609060101010101" pitchFamily="49" charset="-122"/>
                <a:ea typeface="黑体" panose="02010609060101010101" pitchFamily="49" charset="-122"/>
              </a:rPr>
              <a:t>阶的</a:t>
            </a:r>
            <a:r>
              <a:rPr lang="en-US" altLang="zh-CN" b="0">
                <a:solidFill>
                  <a:srgbClr val="660066"/>
                </a:solidFill>
                <a:effectLst/>
                <a:latin typeface="黑体" panose="02010609060101010101" pitchFamily="49" charset="-122"/>
                <a:ea typeface="黑体" panose="02010609060101010101" pitchFamily="49" charset="-122"/>
              </a:rPr>
              <a:t>B-</a:t>
            </a:r>
            <a:r>
              <a:rPr lang="zh-CN" altLang="en-US" b="0">
                <a:solidFill>
                  <a:srgbClr val="660066"/>
                </a:solidFill>
                <a:effectLst/>
                <a:latin typeface="黑体" panose="02010609060101010101" pitchFamily="49" charset="-122"/>
                <a:ea typeface="黑体" panose="02010609060101010101" pitchFamily="49" charset="-122"/>
              </a:rPr>
              <a:t>树的区别：</a:t>
            </a:r>
          </a:p>
          <a:p>
            <a:pPr>
              <a:lnSpc>
                <a:spcPct val="150000"/>
              </a:lnSpc>
            </a:pPr>
            <a:r>
              <a:rPr lang="zh-CN" altLang="en-US"/>
              <a:t>          （</a:t>
            </a:r>
            <a:r>
              <a:rPr lang="en-US" altLang="zh-CN"/>
              <a:t>2</a:t>
            </a:r>
            <a:r>
              <a:rPr lang="zh-CN" altLang="en-US"/>
              <a:t>）在</a:t>
            </a:r>
            <a:r>
              <a:rPr lang="en-US" altLang="zh-CN"/>
              <a:t>B</a:t>
            </a:r>
            <a:r>
              <a:rPr lang="en-US" altLang="zh-CN" baseline="30000"/>
              <a:t>+</a:t>
            </a:r>
            <a:r>
              <a:rPr lang="zh-CN" altLang="en-US"/>
              <a:t>树中，所有非叶结点包含了其子树中的叶结点的最小主键值。</a:t>
            </a:r>
          </a:p>
          <a:p>
            <a:pPr>
              <a:lnSpc>
                <a:spcPct val="150000"/>
              </a:lnSpc>
              <a:spcBef>
                <a:spcPct val="0"/>
              </a:spcBef>
            </a:pPr>
            <a:r>
              <a:rPr lang="zh-CN" altLang="en-US"/>
              <a:t>          而在</a:t>
            </a:r>
            <a:r>
              <a:rPr lang="en-US" altLang="zh-CN"/>
              <a:t>B-</a:t>
            </a:r>
            <a:r>
              <a:rPr lang="zh-CN" altLang="en-US"/>
              <a:t>树中，非叶结点中的主键值不再出现在其子树中。 </a:t>
            </a:r>
          </a:p>
        </p:txBody>
      </p:sp>
      <p:sp>
        <p:nvSpPr>
          <p:cNvPr id="502790" name="Rectangle 6">
            <a:extLst>
              <a:ext uri="{FF2B5EF4-FFF2-40B4-BE49-F238E27FC236}">
                <a16:creationId xmlns:a16="http://schemas.microsoft.com/office/drawing/2014/main" id="{8C935B5C-1851-4D51-AA9D-DA2F235626EA}"/>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02789">
                                            <p:txEl>
                                              <p:pRg st="1" end="1"/>
                                            </p:txEl>
                                          </p:spTgt>
                                        </p:tgtEl>
                                        <p:attrNameLst>
                                          <p:attrName>style.visibility</p:attrName>
                                        </p:attrNameLst>
                                      </p:cBhvr>
                                      <p:to>
                                        <p:strVal val="visible"/>
                                      </p:to>
                                    </p:set>
                                    <p:animEffect transition="in" filter="wipe(up)">
                                      <p:cBhvr>
                                        <p:cTn id="7" dur="1000"/>
                                        <p:tgtEl>
                                          <p:spTgt spid="502789">
                                            <p:txEl>
                                              <p:pRg st="1" end="1"/>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02789">
                                            <p:txEl>
                                              <p:pRg st="2" end="2"/>
                                            </p:txEl>
                                          </p:spTgt>
                                        </p:tgtEl>
                                        <p:attrNameLst>
                                          <p:attrName>style.visibility</p:attrName>
                                        </p:attrNameLst>
                                      </p:cBhvr>
                                      <p:to>
                                        <p:strVal val="visible"/>
                                      </p:to>
                                    </p:set>
                                    <p:animEffect transition="in" filter="wipe(up)">
                                      <p:cBhvr>
                                        <p:cTn id="11" dur="1000"/>
                                        <p:tgtEl>
                                          <p:spTgt spid="50278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900" name="Rectangle 4">
            <a:extLst>
              <a:ext uri="{FF2B5EF4-FFF2-40B4-BE49-F238E27FC236}">
                <a16:creationId xmlns:a16="http://schemas.microsoft.com/office/drawing/2014/main" id="{F3C90AAA-90A1-4D29-A956-790C35D89A41}"/>
              </a:ext>
            </a:extLst>
          </p:cNvPr>
          <p:cNvSpPr>
            <a:spLocks noChangeArrowheads="1"/>
          </p:cNvSpPr>
          <p:nvPr/>
        </p:nvSpPr>
        <p:spPr bwMode="auto">
          <a:xfrm>
            <a:off x="0" y="0"/>
            <a:ext cx="8532813" cy="2060575"/>
          </a:xfrm>
          <a:prstGeom prst="rect">
            <a:avLst/>
          </a:prstGeom>
          <a:solidFill>
            <a:schemeClr val="bg1"/>
          </a:solidFill>
          <a:ln w="952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92901" name="Group 5">
            <a:extLst>
              <a:ext uri="{FF2B5EF4-FFF2-40B4-BE49-F238E27FC236}">
                <a16:creationId xmlns:a16="http://schemas.microsoft.com/office/drawing/2014/main" id="{D3A0EE43-8016-421E-ACE0-6F3D544039D7}"/>
              </a:ext>
            </a:extLst>
          </p:cNvPr>
          <p:cNvGrpSpPr>
            <a:grpSpLocks/>
          </p:cNvGrpSpPr>
          <p:nvPr/>
        </p:nvGrpSpPr>
        <p:grpSpPr bwMode="auto">
          <a:xfrm>
            <a:off x="285750" y="260350"/>
            <a:ext cx="8561388" cy="2895600"/>
            <a:chOff x="180" y="1488"/>
            <a:chExt cx="5393" cy="1824"/>
          </a:xfrm>
        </p:grpSpPr>
        <p:grpSp>
          <p:nvGrpSpPr>
            <p:cNvPr id="592902" name="Group 6">
              <a:extLst>
                <a:ext uri="{FF2B5EF4-FFF2-40B4-BE49-F238E27FC236}">
                  <a16:creationId xmlns:a16="http://schemas.microsoft.com/office/drawing/2014/main" id="{8C21BF8E-5EAB-46E6-86E6-3F7578858598}"/>
                </a:ext>
              </a:extLst>
            </p:cNvPr>
            <p:cNvGrpSpPr>
              <a:grpSpLocks/>
            </p:cNvGrpSpPr>
            <p:nvPr/>
          </p:nvGrpSpPr>
          <p:grpSpPr bwMode="auto">
            <a:xfrm>
              <a:off x="4932" y="3120"/>
              <a:ext cx="641" cy="192"/>
              <a:chOff x="1056" y="2976"/>
              <a:chExt cx="641" cy="192"/>
            </a:xfrm>
          </p:grpSpPr>
          <p:sp>
            <p:nvSpPr>
              <p:cNvPr id="592903" name="Rectangle 7">
                <a:extLst>
                  <a:ext uri="{FF2B5EF4-FFF2-40B4-BE49-F238E27FC236}">
                    <a16:creationId xmlns:a16="http://schemas.microsoft.com/office/drawing/2014/main" id="{55D1495D-1698-4DA5-B750-4C6F7A0932C8}"/>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zh-CN" altLang="en-US" sz="1600"/>
                  <a:t>　　</a:t>
                </a:r>
                <a:r>
                  <a:rPr lang="en-US" altLang="zh-CN" sz="1400" b="1"/>
                  <a:t>180 </a:t>
                </a:r>
                <a:r>
                  <a:rPr lang="en-US" altLang="zh-CN" sz="1400" b="1">
                    <a:cs typeface="Arial" panose="020B0604020202020204" pitchFamily="34" charset="0"/>
                  </a:rPr>
                  <a:t>201 220</a:t>
                </a:r>
                <a:r>
                  <a:rPr lang="zh-CN" altLang="en-US" sz="1400" b="1"/>
                  <a:t>　</a:t>
                </a:r>
                <a:r>
                  <a:rPr lang="zh-CN" altLang="en-US" sz="1600" b="1">
                    <a:cs typeface="Arial" panose="020B0604020202020204" pitchFamily="34" charset="0"/>
                  </a:rPr>
                  <a:t> </a:t>
                </a:r>
                <a:r>
                  <a:rPr lang="zh-CN" altLang="en-US" sz="1600" b="1"/>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2904" name="Line 8">
                <a:extLst>
                  <a:ext uri="{FF2B5EF4-FFF2-40B4-BE49-F238E27FC236}">
                    <a16:creationId xmlns:a16="http://schemas.microsoft.com/office/drawing/2014/main" id="{B563A0F2-3C0E-4153-81E6-0EA5ACB80B6B}"/>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05" name="Line 9">
                <a:extLst>
                  <a:ext uri="{FF2B5EF4-FFF2-40B4-BE49-F238E27FC236}">
                    <a16:creationId xmlns:a16="http://schemas.microsoft.com/office/drawing/2014/main" id="{F987DE31-812C-467F-8F4C-0EB6C94AB1C2}"/>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06" name="Line 10">
                <a:extLst>
                  <a:ext uri="{FF2B5EF4-FFF2-40B4-BE49-F238E27FC236}">
                    <a16:creationId xmlns:a16="http://schemas.microsoft.com/office/drawing/2014/main" id="{67B09AC5-19D6-4E61-A5CB-2565C33C2844}"/>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2907" name="Group 11">
              <a:extLst>
                <a:ext uri="{FF2B5EF4-FFF2-40B4-BE49-F238E27FC236}">
                  <a16:creationId xmlns:a16="http://schemas.microsoft.com/office/drawing/2014/main" id="{77CED4DE-C2E7-4A60-8964-4729D3112535}"/>
                </a:ext>
              </a:extLst>
            </p:cNvPr>
            <p:cNvGrpSpPr>
              <a:grpSpLocks/>
            </p:cNvGrpSpPr>
            <p:nvPr/>
          </p:nvGrpSpPr>
          <p:grpSpPr bwMode="auto">
            <a:xfrm>
              <a:off x="996" y="2256"/>
              <a:ext cx="1073" cy="192"/>
              <a:chOff x="960" y="1824"/>
              <a:chExt cx="1073" cy="192"/>
            </a:xfrm>
          </p:grpSpPr>
          <p:sp>
            <p:nvSpPr>
              <p:cNvPr id="592908" name="Rectangle 12">
                <a:extLst>
                  <a:ext uri="{FF2B5EF4-FFF2-40B4-BE49-F238E27FC236}">
                    <a16:creationId xmlns:a16="http://schemas.microsoft.com/office/drawing/2014/main" id="{B119E17D-595A-4BE9-BE95-857798891C80}"/>
                  </a:ext>
                </a:extLst>
              </p:cNvPr>
              <p:cNvSpPr>
                <a:spLocks noChangeArrowheads="1"/>
              </p:cNvSpPr>
              <p:nvPr/>
            </p:nvSpPr>
            <p:spPr bwMode="auto">
              <a:xfrm>
                <a:off x="96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9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2909" name="Line 13">
                <a:extLst>
                  <a:ext uri="{FF2B5EF4-FFF2-40B4-BE49-F238E27FC236}">
                    <a16:creationId xmlns:a16="http://schemas.microsoft.com/office/drawing/2014/main" id="{9CF89F5D-D7F8-4A97-9322-4EC44E792253}"/>
                  </a:ext>
                </a:extLst>
              </p:cNvPr>
              <p:cNvSpPr>
                <a:spLocks noChangeShapeType="1"/>
              </p:cNvSpPr>
              <p:nvPr/>
            </p:nvSpPr>
            <p:spPr bwMode="auto">
              <a:xfrm>
                <a:off x="11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10" name="Line 14">
                <a:extLst>
                  <a:ext uri="{FF2B5EF4-FFF2-40B4-BE49-F238E27FC236}">
                    <a16:creationId xmlns:a16="http://schemas.microsoft.com/office/drawing/2014/main" id="{138CA4DC-A9FA-4813-A51F-B0003191A3A4}"/>
                  </a:ext>
                </a:extLst>
              </p:cNvPr>
              <p:cNvSpPr>
                <a:spLocks noChangeShapeType="1"/>
              </p:cNvSpPr>
              <p:nvPr/>
            </p:nvSpPr>
            <p:spPr bwMode="auto">
              <a:xfrm>
                <a:off x="13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11" name="Line 15">
                <a:extLst>
                  <a:ext uri="{FF2B5EF4-FFF2-40B4-BE49-F238E27FC236}">
                    <a16:creationId xmlns:a16="http://schemas.microsoft.com/office/drawing/2014/main" id="{B876B719-5D1E-4579-B412-71D147745441}"/>
                  </a:ext>
                </a:extLst>
              </p:cNvPr>
              <p:cNvSpPr>
                <a:spLocks noChangeShapeType="1"/>
              </p:cNvSpPr>
              <p:nvPr/>
            </p:nvSpPr>
            <p:spPr bwMode="auto">
              <a:xfrm>
                <a:off x="158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12" name="Line 16">
                <a:extLst>
                  <a:ext uri="{FF2B5EF4-FFF2-40B4-BE49-F238E27FC236}">
                    <a16:creationId xmlns:a16="http://schemas.microsoft.com/office/drawing/2014/main" id="{26FDDD6C-3749-4628-AB55-9157E723DCB3}"/>
                  </a:ext>
                </a:extLst>
              </p:cNvPr>
              <p:cNvSpPr>
                <a:spLocks noChangeShapeType="1"/>
              </p:cNvSpPr>
              <p:nvPr/>
            </p:nvSpPr>
            <p:spPr bwMode="auto">
              <a:xfrm>
                <a:off x="18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2913" name="Group 17">
              <a:extLst>
                <a:ext uri="{FF2B5EF4-FFF2-40B4-BE49-F238E27FC236}">
                  <a16:creationId xmlns:a16="http://schemas.microsoft.com/office/drawing/2014/main" id="{35846130-1769-4DD4-BDFD-05FEC9E7CE8E}"/>
                </a:ext>
              </a:extLst>
            </p:cNvPr>
            <p:cNvGrpSpPr>
              <a:grpSpLocks/>
            </p:cNvGrpSpPr>
            <p:nvPr/>
          </p:nvGrpSpPr>
          <p:grpSpPr bwMode="auto">
            <a:xfrm>
              <a:off x="2436" y="2256"/>
              <a:ext cx="1073" cy="192"/>
              <a:chOff x="2400" y="1824"/>
              <a:chExt cx="1073" cy="192"/>
            </a:xfrm>
          </p:grpSpPr>
          <p:sp>
            <p:nvSpPr>
              <p:cNvPr id="592914" name="Rectangle 18">
                <a:extLst>
                  <a:ext uri="{FF2B5EF4-FFF2-40B4-BE49-F238E27FC236}">
                    <a16:creationId xmlns:a16="http://schemas.microsoft.com/office/drawing/2014/main" id="{8FB54398-123B-418A-8B04-617D2BDD42D9}"/>
                  </a:ext>
                </a:extLst>
              </p:cNvPr>
              <p:cNvSpPr>
                <a:spLocks noChangeArrowheads="1"/>
              </p:cNvSpPr>
              <p:nvPr/>
            </p:nvSpPr>
            <p:spPr bwMode="auto">
              <a:xfrm>
                <a:off x="240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 </a:t>
                </a:r>
                <a:r>
                  <a:rPr lang="en-US" altLang="zh-CN" sz="1400" b="1"/>
                  <a:t>99</a:t>
                </a:r>
                <a:r>
                  <a:rPr lang="zh-CN" altLang="en-US" sz="1400" b="1"/>
                  <a:t>　</a:t>
                </a:r>
                <a:r>
                  <a:rPr lang="en-US" altLang="zh-CN" sz="1600" b="1">
                    <a:cs typeface="Arial" panose="020B0604020202020204" pitchFamily="34" charset="0"/>
                  </a:rPr>
                  <a:t>°</a:t>
                </a:r>
                <a:r>
                  <a:rPr lang="en-US" altLang="zh-CN" sz="1600">
                    <a:ea typeface="Arial Unicode MS" panose="020B0604020202020204" pitchFamily="34" charset="-122"/>
                    <a:cs typeface="Arial Unicode MS" panose="020B0604020202020204" pitchFamily="34" charset="-122"/>
                  </a:rPr>
                  <a:t> </a:t>
                </a:r>
              </a:p>
            </p:txBody>
          </p:sp>
          <p:sp>
            <p:nvSpPr>
              <p:cNvPr id="592915" name="Line 19">
                <a:extLst>
                  <a:ext uri="{FF2B5EF4-FFF2-40B4-BE49-F238E27FC236}">
                    <a16:creationId xmlns:a16="http://schemas.microsoft.com/office/drawing/2014/main" id="{2C59EDC1-50A1-4483-89AB-F1D5D8B556E6}"/>
                  </a:ext>
                </a:extLst>
              </p:cNvPr>
              <p:cNvSpPr>
                <a:spLocks noChangeShapeType="1"/>
              </p:cNvSpPr>
              <p:nvPr/>
            </p:nvSpPr>
            <p:spPr bwMode="auto">
              <a:xfrm>
                <a:off x="25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16" name="Line 20">
                <a:extLst>
                  <a:ext uri="{FF2B5EF4-FFF2-40B4-BE49-F238E27FC236}">
                    <a16:creationId xmlns:a16="http://schemas.microsoft.com/office/drawing/2014/main" id="{4878B975-07FD-478A-88AD-F217CB3AF689}"/>
                  </a:ext>
                </a:extLst>
              </p:cNvPr>
              <p:cNvSpPr>
                <a:spLocks noChangeShapeType="1"/>
              </p:cNvSpPr>
              <p:nvPr/>
            </p:nvSpPr>
            <p:spPr bwMode="auto">
              <a:xfrm>
                <a:off x="283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17" name="Line 21">
                <a:extLst>
                  <a:ext uri="{FF2B5EF4-FFF2-40B4-BE49-F238E27FC236}">
                    <a16:creationId xmlns:a16="http://schemas.microsoft.com/office/drawing/2014/main" id="{8F69A0BE-40ED-463C-9502-CD78256D20DA}"/>
                  </a:ext>
                </a:extLst>
              </p:cNvPr>
              <p:cNvSpPr>
                <a:spLocks noChangeShapeType="1"/>
              </p:cNvSpPr>
              <p:nvPr/>
            </p:nvSpPr>
            <p:spPr bwMode="auto">
              <a:xfrm>
                <a:off x="30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18" name="Line 22">
                <a:extLst>
                  <a:ext uri="{FF2B5EF4-FFF2-40B4-BE49-F238E27FC236}">
                    <a16:creationId xmlns:a16="http://schemas.microsoft.com/office/drawing/2014/main" id="{94A2A96D-54E9-4B88-9D5C-78E28F93F63E}"/>
                  </a:ext>
                </a:extLst>
              </p:cNvPr>
              <p:cNvSpPr>
                <a:spLocks noChangeShapeType="1"/>
              </p:cNvSpPr>
              <p:nvPr/>
            </p:nvSpPr>
            <p:spPr bwMode="auto">
              <a:xfrm>
                <a:off x="326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2919" name="Group 23">
              <a:extLst>
                <a:ext uri="{FF2B5EF4-FFF2-40B4-BE49-F238E27FC236}">
                  <a16:creationId xmlns:a16="http://schemas.microsoft.com/office/drawing/2014/main" id="{05A7DE70-A8BC-4266-B065-28A1F23D1C1C}"/>
                </a:ext>
              </a:extLst>
            </p:cNvPr>
            <p:cNvGrpSpPr>
              <a:grpSpLocks/>
            </p:cNvGrpSpPr>
            <p:nvPr/>
          </p:nvGrpSpPr>
          <p:grpSpPr bwMode="auto">
            <a:xfrm>
              <a:off x="3924" y="2256"/>
              <a:ext cx="1073" cy="192"/>
              <a:chOff x="3888" y="1824"/>
              <a:chExt cx="1073" cy="192"/>
            </a:xfrm>
          </p:grpSpPr>
          <p:sp>
            <p:nvSpPr>
              <p:cNvPr id="592920" name="Rectangle 24">
                <a:extLst>
                  <a:ext uri="{FF2B5EF4-FFF2-40B4-BE49-F238E27FC236}">
                    <a16:creationId xmlns:a16="http://schemas.microsoft.com/office/drawing/2014/main" id="{1C95B7AD-2D19-47D5-B400-BAECE88C4F19}"/>
                  </a:ext>
                </a:extLst>
              </p:cNvPr>
              <p:cNvSpPr>
                <a:spLocks noChangeArrowheads="1"/>
              </p:cNvSpPr>
              <p:nvPr/>
            </p:nvSpPr>
            <p:spPr bwMode="auto">
              <a:xfrm>
                <a:off x="3888"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a:t>
                </a:r>
                <a:r>
                  <a:rPr lang="en-US" altLang="zh-CN" sz="1400" b="1">
                    <a:cs typeface="Arial" panose="020B0604020202020204" pitchFamily="34" charset="0"/>
                  </a:rPr>
                  <a:t>180</a:t>
                </a:r>
                <a:r>
                  <a:rPr lang="en-US" altLang="zh-CN" sz="1600" b="1">
                    <a:cs typeface="Arial" panose="020B0604020202020204" pitchFamily="34" charset="0"/>
                  </a:rPr>
                  <a:t>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2921" name="Line 25">
                <a:extLst>
                  <a:ext uri="{FF2B5EF4-FFF2-40B4-BE49-F238E27FC236}">
                    <a16:creationId xmlns:a16="http://schemas.microsoft.com/office/drawing/2014/main" id="{648026D7-0708-464A-93D3-38F8AD48EAC9}"/>
                  </a:ext>
                </a:extLst>
              </p:cNvPr>
              <p:cNvSpPr>
                <a:spLocks noChangeShapeType="1"/>
              </p:cNvSpPr>
              <p:nvPr/>
            </p:nvSpPr>
            <p:spPr bwMode="auto">
              <a:xfrm>
                <a:off x="408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22" name="Line 26">
                <a:extLst>
                  <a:ext uri="{FF2B5EF4-FFF2-40B4-BE49-F238E27FC236}">
                    <a16:creationId xmlns:a16="http://schemas.microsoft.com/office/drawing/2014/main" id="{13FD54C5-CFFC-431E-90D4-552FC8B720F7}"/>
                  </a:ext>
                </a:extLst>
              </p:cNvPr>
              <p:cNvSpPr>
                <a:spLocks noChangeShapeType="1"/>
              </p:cNvSpPr>
              <p:nvPr/>
            </p:nvSpPr>
            <p:spPr bwMode="auto">
              <a:xfrm>
                <a:off x="432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23" name="Line 27">
                <a:extLst>
                  <a:ext uri="{FF2B5EF4-FFF2-40B4-BE49-F238E27FC236}">
                    <a16:creationId xmlns:a16="http://schemas.microsoft.com/office/drawing/2014/main" id="{085CB03E-6A92-4091-AB3E-E9A4C2DEE7BA}"/>
                  </a:ext>
                </a:extLst>
              </p:cNvPr>
              <p:cNvSpPr>
                <a:spLocks noChangeShapeType="1"/>
              </p:cNvSpPr>
              <p:nvPr/>
            </p:nvSpPr>
            <p:spPr bwMode="auto">
              <a:xfrm>
                <a:off x="451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24" name="Line 28">
                <a:extLst>
                  <a:ext uri="{FF2B5EF4-FFF2-40B4-BE49-F238E27FC236}">
                    <a16:creationId xmlns:a16="http://schemas.microsoft.com/office/drawing/2014/main" id="{19255F9D-C111-4EAE-AE1B-4CE4B7864CC0}"/>
                  </a:ext>
                </a:extLst>
              </p:cNvPr>
              <p:cNvSpPr>
                <a:spLocks noChangeShapeType="1"/>
              </p:cNvSpPr>
              <p:nvPr/>
            </p:nvSpPr>
            <p:spPr bwMode="auto">
              <a:xfrm>
                <a:off x="47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2925" name="Group 29">
              <a:extLst>
                <a:ext uri="{FF2B5EF4-FFF2-40B4-BE49-F238E27FC236}">
                  <a16:creationId xmlns:a16="http://schemas.microsoft.com/office/drawing/2014/main" id="{7E061209-B544-4099-A474-29BED28DE2F8}"/>
                </a:ext>
              </a:extLst>
            </p:cNvPr>
            <p:cNvGrpSpPr>
              <a:grpSpLocks/>
            </p:cNvGrpSpPr>
            <p:nvPr/>
          </p:nvGrpSpPr>
          <p:grpSpPr bwMode="auto">
            <a:xfrm>
              <a:off x="1092" y="3120"/>
              <a:ext cx="641" cy="192"/>
              <a:chOff x="1056" y="2976"/>
              <a:chExt cx="641" cy="192"/>
            </a:xfrm>
          </p:grpSpPr>
          <p:sp>
            <p:nvSpPr>
              <p:cNvPr id="592926" name="Rectangle 30">
                <a:extLst>
                  <a:ext uri="{FF2B5EF4-FFF2-40B4-BE49-F238E27FC236}">
                    <a16:creationId xmlns:a16="http://schemas.microsoft.com/office/drawing/2014/main" id="{10C4D8BA-4E7F-4377-B215-E7B3010350DD}"/>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9</a:t>
                </a:r>
                <a:r>
                  <a:rPr lang="en-US" altLang="zh-CN" sz="1600" b="1">
                    <a:cs typeface="Arial" panose="020B0604020202020204" pitchFamily="34" charset="0"/>
                  </a:rPr>
                  <a:t>   </a:t>
                </a:r>
                <a:r>
                  <a:rPr lang="en-US" altLang="zh-CN" sz="1400" b="1"/>
                  <a:t>15</a:t>
                </a:r>
                <a:r>
                  <a:rPr lang="en-US" altLang="zh-CN" sz="1600" b="1">
                    <a:cs typeface="Arial" panose="020B0604020202020204" pitchFamily="34" charset="0"/>
                  </a:rPr>
                  <a:t>   </a:t>
                </a:r>
                <a:r>
                  <a:rPr lang="zh-CN" altLang="en-US" sz="14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2927" name="Line 31">
                <a:extLst>
                  <a:ext uri="{FF2B5EF4-FFF2-40B4-BE49-F238E27FC236}">
                    <a16:creationId xmlns:a16="http://schemas.microsoft.com/office/drawing/2014/main" id="{DA8865A8-2F35-4E62-B3AA-30C0DF01A3F8}"/>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28" name="Line 32">
                <a:extLst>
                  <a:ext uri="{FF2B5EF4-FFF2-40B4-BE49-F238E27FC236}">
                    <a16:creationId xmlns:a16="http://schemas.microsoft.com/office/drawing/2014/main" id="{7A683891-43F9-4071-B53E-3DE407C9D366}"/>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29" name="Line 33">
                <a:extLst>
                  <a:ext uri="{FF2B5EF4-FFF2-40B4-BE49-F238E27FC236}">
                    <a16:creationId xmlns:a16="http://schemas.microsoft.com/office/drawing/2014/main" id="{0E2AB67B-11DF-40BB-A549-2F36E2AE0798}"/>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2930" name="Group 34">
              <a:extLst>
                <a:ext uri="{FF2B5EF4-FFF2-40B4-BE49-F238E27FC236}">
                  <a16:creationId xmlns:a16="http://schemas.microsoft.com/office/drawing/2014/main" id="{FD391F46-F908-498B-9643-8FC82F243C9C}"/>
                </a:ext>
              </a:extLst>
            </p:cNvPr>
            <p:cNvGrpSpPr>
              <a:grpSpLocks/>
            </p:cNvGrpSpPr>
            <p:nvPr/>
          </p:nvGrpSpPr>
          <p:grpSpPr bwMode="auto">
            <a:xfrm>
              <a:off x="2676" y="3120"/>
              <a:ext cx="641" cy="192"/>
              <a:chOff x="1056" y="2976"/>
              <a:chExt cx="641" cy="192"/>
            </a:xfrm>
          </p:grpSpPr>
          <p:sp>
            <p:nvSpPr>
              <p:cNvPr id="592931" name="Rectangle 35">
                <a:extLst>
                  <a:ext uri="{FF2B5EF4-FFF2-40B4-BE49-F238E27FC236}">
                    <a16:creationId xmlns:a16="http://schemas.microsoft.com/office/drawing/2014/main" id="{23F10905-EE13-47DB-B401-6F223EB63AAB}"/>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a:t>
                </a:r>
                <a:r>
                  <a:rPr lang="en-US" altLang="zh-CN" sz="1400" b="1"/>
                  <a:t>85</a:t>
                </a:r>
                <a:r>
                  <a:rPr lang="en-US" altLang="zh-CN" sz="1600" b="1">
                    <a:cs typeface="Arial" panose="020B0604020202020204" pitchFamily="34" charset="0"/>
                  </a:rPr>
                  <a:t>   </a:t>
                </a:r>
                <a:r>
                  <a:rPr lang="zh-CN" altLang="en-US" sz="1400" b="1"/>
                  <a:t>－</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2932" name="Line 36">
                <a:extLst>
                  <a:ext uri="{FF2B5EF4-FFF2-40B4-BE49-F238E27FC236}">
                    <a16:creationId xmlns:a16="http://schemas.microsoft.com/office/drawing/2014/main" id="{3BE4A75E-6452-4003-9AC1-9F050A6803C3}"/>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33" name="Line 37">
                <a:extLst>
                  <a:ext uri="{FF2B5EF4-FFF2-40B4-BE49-F238E27FC236}">
                    <a16:creationId xmlns:a16="http://schemas.microsoft.com/office/drawing/2014/main" id="{3FFAF3F1-80B3-4326-9C32-830AC7AF1E34}"/>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34" name="Line 38">
                <a:extLst>
                  <a:ext uri="{FF2B5EF4-FFF2-40B4-BE49-F238E27FC236}">
                    <a16:creationId xmlns:a16="http://schemas.microsoft.com/office/drawing/2014/main" id="{43392ADF-8859-4187-8171-FE901B6AE655}"/>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2935" name="Group 39">
              <a:extLst>
                <a:ext uri="{FF2B5EF4-FFF2-40B4-BE49-F238E27FC236}">
                  <a16:creationId xmlns:a16="http://schemas.microsoft.com/office/drawing/2014/main" id="{2F965A22-A63E-468A-ADDD-F67AF5007B0C}"/>
                </a:ext>
              </a:extLst>
            </p:cNvPr>
            <p:cNvGrpSpPr>
              <a:grpSpLocks/>
            </p:cNvGrpSpPr>
            <p:nvPr/>
          </p:nvGrpSpPr>
          <p:grpSpPr bwMode="auto">
            <a:xfrm>
              <a:off x="4260" y="3120"/>
              <a:ext cx="641" cy="192"/>
              <a:chOff x="1056" y="2976"/>
              <a:chExt cx="641" cy="192"/>
            </a:xfrm>
          </p:grpSpPr>
          <p:sp>
            <p:nvSpPr>
              <p:cNvPr id="592936" name="Rectangle 40">
                <a:extLst>
                  <a:ext uri="{FF2B5EF4-FFF2-40B4-BE49-F238E27FC236}">
                    <a16:creationId xmlns:a16="http://schemas.microsoft.com/office/drawing/2014/main" id="{02CE888D-5DBF-4EEE-B6D1-BC31E77F5C07}"/>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140</a:t>
                </a:r>
                <a:r>
                  <a:rPr lang="en-US" altLang="zh-CN" sz="1600" b="1">
                    <a:cs typeface="Arial" panose="020B0604020202020204" pitchFamily="34" charset="0"/>
                  </a:rPr>
                  <a:t>  </a:t>
                </a:r>
                <a:r>
                  <a:rPr lang="en-US" altLang="zh-CN" sz="1400" b="1"/>
                  <a:t>159</a:t>
                </a:r>
                <a:r>
                  <a:rPr lang="en-US" altLang="zh-CN" sz="1600" b="1">
                    <a:cs typeface="Arial" panose="020B0604020202020204" pitchFamily="34" charset="0"/>
                  </a:rPr>
                  <a:t>  </a:t>
                </a:r>
                <a:r>
                  <a:rPr lang="zh-CN" altLang="en-US" sz="1400" b="1"/>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2937" name="Line 41">
                <a:extLst>
                  <a:ext uri="{FF2B5EF4-FFF2-40B4-BE49-F238E27FC236}">
                    <a16:creationId xmlns:a16="http://schemas.microsoft.com/office/drawing/2014/main" id="{71587027-DFC7-4865-8A42-756D0DBA71DB}"/>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38" name="Line 42">
                <a:extLst>
                  <a:ext uri="{FF2B5EF4-FFF2-40B4-BE49-F238E27FC236}">
                    <a16:creationId xmlns:a16="http://schemas.microsoft.com/office/drawing/2014/main" id="{533B50E1-75B6-47D9-971F-63B9A555F1A6}"/>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39" name="Line 43">
                <a:extLst>
                  <a:ext uri="{FF2B5EF4-FFF2-40B4-BE49-F238E27FC236}">
                    <a16:creationId xmlns:a16="http://schemas.microsoft.com/office/drawing/2014/main" id="{11411AF5-6688-47F5-83E1-C592F36EFF7A}"/>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2940" name="Group 44">
              <a:extLst>
                <a:ext uri="{FF2B5EF4-FFF2-40B4-BE49-F238E27FC236}">
                  <a16:creationId xmlns:a16="http://schemas.microsoft.com/office/drawing/2014/main" id="{AF3A5831-B068-4887-9020-0BE332993A4B}"/>
                </a:ext>
              </a:extLst>
            </p:cNvPr>
            <p:cNvGrpSpPr>
              <a:grpSpLocks/>
            </p:cNvGrpSpPr>
            <p:nvPr/>
          </p:nvGrpSpPr>
          <p:grpSpPr bwMode="auto">
            <a:xfrm>
              <a:off x="2244" y="1488"/>
              <a:ext cx="1073" cy="192"/>
              <a:chOff x="2208" y="1056"/>
              <a:chExt cx="1073" cy="192"/>
            </a:xfrm>
          </p:grpSpPr>
          <p:sp>
            <p:nvSpPr>
              <p:cNvPr id="592941" name="Rectangle 45">
                <a:extLst>
                  <a:ext uri="{FF2B5EF4-FFF2-40B4-BE49-F238E27FC236}">
                    <a16:creationId xmlns:a16="http://schemas.microsoft.com/office/drawing/2014/main" id="{0E298CD0-873D-4051-A47D-38CBE1CFBF2D}"/>
                  </a:ext>
                </a:extLst>
              </p:cNvPr>
              <p:cNvSpPr>
                <a:spLocks noChangeArrowheads="1"/>
              </p:cNvSpPr>
              <p:nvPr/>
            </p:nvSpPr>
            <p:spPr bwMode="auto">
              <a:xfrm>
                <a:off x="2208" y="1056"/>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26</a:t>
                </a:r>
                <a:r>
                  <a:rPr lang="en-US" altLang="zh-CN" sz="1600" b="1">
                    <a:cs typeface="Arial" panose="020B0604020202020204" pitchFamily="34" charset="0"/>
                  </a:rPr>
                  <a:t>   ° </a:t>
                </a:r>
                <a:r>
                  <a:rPr lang="en-US" altLang="zh-CN" sz="1400" b="1"/>
                  <a:t>140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92942" name="Line 46">
                <a:extLst>
                  <a:ext uri="{FF2B5EF4-FFF2-40B4-BE49-F238E27FC236}">
                    <a16:creationId xmlns:a16="http://schemas.microsoft.com/office/drawing/2014/main" id="{F4AE5B98-5566-4D2A-8B42-71472FC0C787}"/>
                  </a:ext>
                </a:extLst>
              </p:cNvPr>
              <p:cNvSpPr>
                <a:spLocks noChangeShapeType="1"/>
              </p:cNvSpPr>
              <p:nvPr/>
            </p:nvSpPr>
            <p:spPr bwMode="auto">
              <a:xfrm>
                <a:off x="240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43" name="Line 47">
                <a:extLst>
                  <a:ext uri="{FF2B5EF4-FFF2-40B4-BE49-F238E27FC236}">
                    <a16:creationId xmlns:a16="http://schemas.microsoft.com/office/drawing/2014/main" id="{DF03FBED-80B7-41F6-9B51-F0D4C882F1DE}"/>
                  </a:ext>
                </a:extLst>
              </p:cNvPr>
              <p:cNvSpPr>
                <a:spLocks noChangeShapeType="1"/>
              </p:cNvSpPr>
              <p:nvPr/>
            </p:nvSpPr>
            <p:spPr bwMode="auto">
              <a:xfrm>
                <a:off x="264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44" name="Line 48">
                <a:extLst>
                  <a:ext uri="{FF2B5EF4-FFF2-40B4-BE49-F238E27FC236}">
                    <a16:creationId xmlns:a16="http://schemas.microsoft.com/office/drawing/2014/main" id="{7DAA9EDD-0579-43C6-8115-C162C439EA46}"/>
                  </a:ext>
                </a:extLst>
              </p:cNvPr>
              <p:cNvSpPr>
                <a:spLocks noChangeShapeType="1"/>
              </p:cNvSpPr>
              <p:nvPr/>
            </p:nvSpPr>
            <p:spPr bwMode="auto">
              <a:xfrm>
                <a:off x="283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45" name="Line 49">
                <a:extLst>
                  <a:ext uri="{FF2B5EF4-FFF2-40B4-BE49-F238E27FC236}">
                    <a16:creationId xmlns:a16="http://schemas.microsoft.com/office/drawing/2014/main" id="{2AAB833A-F6D0-44DD-9496-C3DB56437C64}"/>
                  </a:ext>
                </a:extLst>
              </p:cNvPr>
              <p:cNvSpPr>
                <a:spLocks noChangeShapeType="1"/>
              </p:cNvSpPr>
              <p:nvPr/>
            </p:nvSpPr>
            <p:spPr bwMode="auto">
              <a:xfrm>
                <a:off x="307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2946" name="Line 50">
              <a:extLst>
                <a:ext uri="{FF2B5EF4-FFF2-40B4-BE49-F238E27FC236}">
                  <a16:creationId xmlns:a16="http://schemas.microsoft.com/office/drawing/2014/main" id="{ED928762-1944-4089-B916-F7D0ED60FCAB}"/>
                </a:ext>
              </a:extLst>
            </p:cNvPr>
            <p:cNvSpPr>
              <a:spLocks noChangeShapeType="1"/>
            </p:cNvSpPr>
            <p:nvPr/>
          </p:nvSpPr>
          <p:spPr bwMode="auto">
            <a:xfrm flipH="1">
              <a:off x="1092" y="1584"/>
              <a:ext cx="1248"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47" name="Line 51">
              <a:extLst>
                <a:ext uri="{FF2B5EF4-FFF2-40B4-BE49-F238E27FC236}">
                  <a16:creationId xmlns:a16="http://schemas.microsoft.com/office/drawing/2014/main" id="{C30F19F4-A8A9-469E-855D-672EDDF10AAD}"/>
                </a:ext>
              </a:extLst>
            </p:cNvPr>
            <p:cNvSpPr>
              <a:spLocks noChangeShapeType="1"/>
            </p:cNvSpPr>
            <p:nvPr/>
          </p:nvSpPr>
          <p:spPr bwMode="auto">
            <a:xfrm flipH="1">
              <a:off x="2532" y="1584"/>
              <a:ext cx="192"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48" name="Line 52">
              <a:extLst>
                <a:ext uri="{FF2B5EF4-FFF2-40B4-BE49-F238E27FC236}">
                  <a16:creationId xmlns:a16="http://schemas.microsoft.com/office/drawing/2014/main" id="{E6CA3253-3CB4-4BE6-94AB-465091EA6B20}"/>
                </a:ext>
              </a:extLst>
            </p:cNvPr>
            <p:cNvSpPr>
              <a:spLocks noChangeShapeType="1"/>
            </p:cNvSpPr>
            <p:nvPr/>
          </p:nvSpPr>
          <p:spPr bwMode="auto">
            <a:xfrm flipH="1">
              <a:off x="420" y="2400"/>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49" name="Line 53">
              <a:extLst>
                <a:ext uri="{FF2B5EF4-FFF2-40B4-BE49-F238E27FC236}">
                  <a16:creationId xmlns:a16="http://schemas.microsoft.com/office/drawing/2014/main" id="{55428EB3-61E1-434C-8F1E-271C25782A63}"/>
                </a:ext>
              </a:extLst>
            </p:cNvPr>
            <p:cNvSpPr>
              <a:spLocks noChangeShapeType="1"/>
            </p:cNvSpPr>
            <p:nvPr/>
          </p:nvSpPr>
          <p:spPr bwMode="auto">
            <a:xfrm flipH="1">
              <a:off x="1188" y="2400"/>
              <a:ext cx="33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50" name="Line 54">
              <a:extLst>
                <a:ext uri="{FF2B5EF4-FFF2-40B4-BE49-F238E27FC236}">
                  <a16:creationId xmlns:a16="http://schemas.microsoft.com/office/drawing/2014/main" id="{AB7CD5E7-3988-4A5F-9832-7DFD6EC4B367}"/>
                </a:ext>
              </a:extLst>
            </p:cNvPr>
            <p:cNvSpPr>
              <a:spLocks noChangeShapeType="1"/>
            </p:cNvSpPr>
            <p:nvPr/>
          </p:nvSpPr>
          <p:spPr bwMode="auto">
            <a:xfrm flipH="1">
              <a:off x="1956" y="2352"/>
              <a:ext cx="57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51" name="Line 55">
              <a:extLst>
                <a:ext uri="{FF2B5EF4-FFF2-40B4-BE49-F238E27FC236}">
                  <a16:creationId xmlns:a16="http://schemas.microsoft.com/office/drawing/2014/main" id="{24AB2C10-0922-4DEB-8139-CA0305ED71E2}"/>
                </a:ext>
              </a:extLst>
            </p:cNvPr>
            <p:cNvSpPr>
              <a:spLocks noChangeShapeType="1"/>
            </p:cNvSpPr>
            <p:nvPr/>
          </p:nvSpPr>
          <p:spPr bwMode="auto">
            <a:xfrm flipH="1">
              <a:off x="2772" y="2400"/>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52" name="Line 56">
              <a:extLst>
                <a:ext uri="{FF2B5EF4-FFF2-40B4-BE49-F238E27FC236}">
                  <a16:creationId xmlns:a16="http://schemas.microsoft.com/office/drawing/2014/main" id="{FD867B4C-1101-49B7-9332-9B305D6BB59B}"/>
                </a:ext>
              </a:extLst>
            </p:cNvPr>
            <p:cNvSpPr>
              <a:spLocks noChangeShapeType="1"/>
            </p:cNvSpPr>
            <p:nvPr/>
          </p:nvSpPr>
          <p:spPr bwMode="auto">
            <a:xfrm>
              <a:off x="3396" y="2400"/>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53" name="Line 57">
              <a:extLst>
                <a:ext uri="{FF2B5EF4-FFF2-40B4-BE49-F238E27FC236}">
                  <a16:creationId xmlns:a16="http://schemas.microsoft.com/office/drawing/2014/main" id="{2B02F61B-8D3C-4DB7-BD4F-1151C3041AA8}"/>
                </a:ext>
              </a:extLst>
            </p:cNvPr>
            <p:cNvSpPr>
              <a:spLocks noChangeShapeType="1"/>
            </p:cNvSpPr>
            <p:nvPr/>
          </p:nvSpPr>
          <p:spPr bwMode="auto">
            <a:xfrm>
              <a:off x="4020" y="2352"/>
              <a:ext cx="33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54" name="Line 58">
              <a:extLst>
                <a:ext uri="{FF2B5EF4-FFF2-40B4-BE49-F238E27FC236}">
                  <a16:creationId xmlns:a16="http://schemas.microsoft.com/office/drawing/2014/main" id="{001727C6-DF0D-4FBA-AF5D-F7EE8D551521}"/>
                </a:ext>
              </a:extLst>
            </p:cNvPr>
            <p:cNvSpPr>
              <a:spLocks noChangeShapeType="1"/>
            </p:cNvSpPr>
            <p:nvPr/>
          </p:nvSpPr>
          <p:spPr bwMode="auto">
            <a:xfrm>
              <a:off x="4452" y="2400"/>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55" name="Line 59">
              <a:extLst>
                <a:ext uri="{FF2B5EF4-FFF2-40B4-BE49-F238E27FC236}">
                  <a16:creationId xmlns:a16="http://schemas.microsoft.com/office/drawing/2014/main" id="{256D54C8-040D-433D-9AC3-5CC35CCAFEBC}"/>
                </a:ext>
              </a:extLst>
            </p:cNvPr>
            <p:cNvSpPr>
              <a:spLocks noChangeShapeType="1"/>
            </p:cNvSpPr>
            <p:nvPr/>
          </p:nvSpPr>
          <p:spPr bwMode="auto">
            <a:xfrm>
              <a:off x="3204" y="1632"/>
              <a:ext cx="816"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92956" name="Group 60">
              <a:extLst>
                <a:ext uri="{FF2B5EF4-FFF2-40B4-BE49-F238E27FC236}">
                  <a16:creationId xmlns:a16="http://schemas.microsoft.com/office/drawing/2014/main" id="{CF1AD7FF-9232-4E8A-A796-B45227CA2168}"/>
                </a:ext>
              </a:extLst>
            </p:cNvPr>
            <p:cNvGrpSpPr>
              <a:grpSpLocks/>
            </p:cNvGrpSpPr>
            <p:nvPr/>
          </p:nvGrpSpPr>
          <p:grpSpPr bwMode="auto">
            <a:xfrm>
              <a:off x="180" y="3120"/>
              <a:ext cx="912" cy="192"/>
              <a:chOff x="144" y="2688"/>
              <a:chExt cx="912" cy="192"/>
            </a:xfrm>
          </p:grpSpPr>
          <p:sp>
            <p:nvSpPr>
              <p:cNvPr id="592957" name="Rectangle 61">
                <a:extLst>
                  <a:ext uri="{FF2B5EF4-FFF2-40B4-BE49-F238E27FC236}">
                    <a16:creationId xmlns:a16="http://schemas.microsoft.com/office/drawing/2014/main" id="{14988219-8DA1-4BA2-A8DD-F6D42978D500}"/>
                  </a:ext>
                </a:extLst>
              </p:cNvPr>
              <p:cNvSpPr>
                <a:spLocks noChangeArrowheads="1"/>
              </p:cNvSpPr>
              <p:nvPr/>
            </p:nvSpPr>
            <p:spPr bwMode="auto">
              <a:xfrm>
                <a:off x="288"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2    5    </a:t>
                </a:r>
                <a:r>
                  <a:rPr lang="zh-CN" altLang="en-US" sz="1400" b="1"/>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2958" name="Line 62">
                <a:extLst>
                  <a:ext uri="{FF2B5EF4-FFF2-40B4-BE49-F238E27FC236}">
                    <a16:creationId xmlns:a16="http://schemas.microsoft.com/office/drawing/2014/main" id="{6D358D16-09C5-48D9-9BC8-605E172012B7}"/>
                  </a:ext>
                </a:extLst>
              </p:cNvPr>
              <p:cNvSpPr>
                <a:spLocks noChangeShapeType="1"/>
              </p:cNvSpPr>
              <p:nvPr/>
            </p:nvSpPr>
            <p:spPr bwMode="auto">
              <a:xfrm>
                <a:off x="2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59" name="Line 63">
                <a:extLst>
                  <a:ext uri="{FF2B5EF4-FFF2-40B4-BE49-F238E27FC236}">
                    <a16:creationId xmlns:a16="http://schemas.microsoft.com/office/drawing/2014/main" id="{07932C4E-FBCA-4DAF-876B-495EE052F815}"/>
                  </a:ext>
                </a:extLst>
              </p:cNvPr>
              <p:cNvSpPr>
                <a:spLocks noChangeShapeType="1"/>
              </p:cNvSpPr>
              <p:nvPr/>
            </p:nvSpPr>
            <p:spPr bwMode="auto">
              <a:xfrm>
                <a:off x="48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60" name="Line 64">
                <a:extLst>
                  <a:ext uri="{FF2B5EF4-FFF2-40B4-BE49-F238E27FC236}">
                    <a16:creationId xmlns:a16="http://schemas.microsoft.com/office/drawing/2014/main" id="{F281284B-FA9B-4F71-8DC8-283BCF3027E4}"/>
                  </a:ext>
                </a:extLst>
              </p:cNvPr>
              <p:cNvSpPr>
                <a:spLocks noChangeShapeType="1"/>
              </p:cNvSpPr>
              <p:nvPr/>
            </p:nvSpPr>
            <p:spPr bwMode="auto">
              <a:xfrm>
                <a:off x="72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61" name="Line 65">
                <a:extLst>
                  <a:ext uri="{FF2B5EF4-FFF2-40B4-BE49-F238E27FC236}">
                    <a16:creationId xmlns:a16="http://schemas.microsoft.com/office/drawing/2014/main" id="{551789A6-D97C-4323-96C2-6F0280E75BA2}"/>
                  </a:ext>
                </a:extLst>
              </p:cNvPr>
              <p:cNvSpPr>
                <a:spLocks noChangeShapeType="1"/>
              </p:cNvSpPr>
              <p:nvPr/>
            </p:nvSpPr>
            <p:spPr bwMode="auto">
              <a:xfrm>
                <a:off x="912"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62" name="Line 66">
                <a:extLst>
                  <a:ext uri="{FF2B5EF4-FFF2-40B4-BE49-F238E27FC236}">
                    <a16:creationId xmlns:a16="http://schemas.microsoft.com/office/drawing/2014/main" id="{1EB9B7A7-9015-4E9E-B455-92A6B753598E}"/>
                  </a:ext>
                </a:extLst>
              </p:cNvPr>
              <p:cNvSpPr>
                <a:spLocks noChangeShapeType="1"/>
              </p:cNvSpPr>
              <p:nvPr/>
            </p:nvSpPr>
            <p:spPr bwMode="auto">
              <a:xfrm>
                <a:off x="144"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2963" name="Group 67">
              <a:extLst>
                <a:ext uri="{FF2B5EF4-FFF2-40B4-BE49-F238E27FC236}">
                  <a16:creationId xmlns:a16="http://schemas.microsoft.com/office/drawing/2014/main" id="{6A1EBA9B-5271-49D9-A3BB-9F780E956B7A}"/>
                </a:ext>
              </a:extLst>
            </p:cNvPr>
            <p:cNvGrpSpPr>
              <a:grpSpLocks/>
            </p:cNvGrpSpPr>
            <p:nvPr/>
          </p:nvGrpSpPr>
          <p:grpSpPr bwMode="auto">
            <a:xfrm>
              <a:off x="1716" y="3120"/>
              <a:ext cx="960" cy="192"/>
              <a:chOff x="1680" y="2688"/>
              <a:chExt cx="960" cy="192"/>
            </a:xfrm>
          </p:grpSpPr>
          <p:grpSp>
            <p:nvGrpSpPr>
              <p:cNvPr id="592964" name="Group 68">
                <a:extLst>
                  <a:ext uri="{FF2B5EF4-FFF2-40B4-BE49-F238E27FC236}">
                    <a16:creationId xmlns:a16="http://schemas.microsoft.com/office/drawing/2014/main" id="{6F4DA2D6-DD40-4DB6-89F2-D4AC844DACC9}"/>
                  </a:ext>
                </a:extLst>
              </p:cNvPr>
              <p:cNvGrpSpPr>
                <a:grpSpLocks/>
              </p:cNvGrpSpPr>
              <p:nvPr/>
            </p:nvGrpSpPr>
            <p:grpSpPr bwMode="auto">
              <a:xfrm>
                <a:off x="1824" y="2688"/>
                <a:ext cx="641" cy="192"/>
                <a:chOff x="1056" y="2976"/>
                <a:chExt cx="641" cy="192"/>
              </a:xfrm>
            </p:grpSpPr>
            <p:sp>
              <p:nvSpPr>
                <p:cNvPr id="592965" name="Rectangle 69">
                  <a:extLst>
                    <a:ext uri="{FF2B5EF4-FFF2-40B4-BE49-F238E27FC236}">
                      <a16:creationId xmlns:a16="http://schemas.microsoft.com/office/drawing/2014/main" id="{2B792A27-53B2-42EC-8D15-E3E6959C8C83}"/>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26</a:t>
                  </a:r>
                  <a:r>
                    <a:rPr lang="en-US" altLang="zh-CN" sz="1600" b="1">
                      <a:cs typeface="Arial" panose="020B0604020202020204" pitchFamily="34" charset="0"/>
                    </a:rPr>
                    <a:t>  </a:t>
                  </a:r>
                  <a:r>
                    <a:rPr lang="en-US" altLang="zh-CN" sz="1400" b="1">
                      <a:cs typeface="Arial" panose="020B0604020202020204" pitchFamily="34" charset="0"/>
                    </a:rPr>
                    <a:t>39 </a:t>
                  </a:r>
                  <a:r>
                    <a:rPr lang="en-US" altLang="zh-CN" sz="1600" b="1">
                      <a:cs typeface="Arial" panose="020B0604020202020204" pitchFamily="34" charset="0"/>
                    </a:rPr>
                    <a:t>  </a:t>
                  </a:r>
                  <a:r>
                    <a:rPr lang="en-US" altLang="zh-CN" sz="1400" b="1"/>
                    <a:t>48</a:t>
                  </a:r>
                  <a:endParaRPr lang="en-US" altLang="zh-CN" sz="1600">
                    <a:cs typeface="Arial" panose="020B0604020202020204" pitchFamily="34" charset="0"/>
                  </a:endParaRPr>
                </a:p>
              </p:txBody>
            </p:sp>
            <p:sp>
              <p:nvSpPr>
                <p:cNvPr id="592966" name="Line 70">
                  <a:extLst>
                    <a:ext uri="{FF2B5EF4-FFF2-40B4-BE49-F238E27FC236}">
                      <a16:creationId xmlns:a16="http://schemas.microsoft.com/office/drawing/2014/main" id="{9EB00E0C-E4A2-40A5-A49D-1C7746DA046E}"/>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67" name="Line 71">
                  <a:extLst>
                    <a:ext uri="{FF2B5EF4-FFF2-40B4-BE49-F238E27FC236}">
                      <a16:creationId xmlns:a16="http://schemas.microsoft.com/office/drawing/2014/main" id="{67C7EBFB-D063-4FA6-BBA7-6C95767D6467}"/>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68" name="Line 72">
                  <a:extLst>
                    <a:ext uri="{FF2B5EF4-FFF2-40B4-BE49-F238E27FC236}">
                      <a16:creationId xmlns:a16="http://schemas.microsoft.com/office/drawing/2014/main" id="{2A2E91DB-B446-44EF-88C7-87A77CEBDF2C}"/>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2969" name="Line 73">
                <a:extLst>
                  <a:ext uri="{FF2B5EF4-FFF2-40B4-BE49-F238E27FC236}">
                    <a16:creationId xmlns:a16="http://schemas.microsoft.com/office/drawing/2014/main" id="{30F77299-FFEF-45F4-AD5C-494C6004D26E}"/>
                  </a:ext>
                </a:extLst>
              </p:cNvPr>
              <p:cNvSpPr>
                <a:spLocks noChangeShapeType="1"/>
              </p:cNvSpPr>
              <p:nvPr/>
            </p:nvSpPr>
            <p:spPr bwMode="auto">
              <a:xfrm>
                <a:off x="16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70" name="Line 74">
                <a:extLst>
                  <a:ext uri="{FF2B5EF4-FFF2-40B4-BE49-F238E27FC236}">
                    <a16:creationId xmlns:a16="http://schemas.microsoft.com/office/drawing/2014/main" id="{E04F416C-B3AE-4B3D-B100-8538D5D61CC7}"/>
                  </a:ext>
                </a:extLst>
              </p:cNvPr>
              <p:cNvSpPr>
                <a:spLocks noChangeShapeType="1"/>
              </p:cNvSpPr>
              <p:nvPr/>
            </p:nvSpPr>
            <p:spPr bwMode="auto">
              <a:xfrm>
                <a:off x="2448"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2971" name="Group 75">
              <a:extLst>
                <a:ext uri="{FF2B5EF4-FFF2-40B4-BE49-F238E27FC236}">
                  <a16:creationId xmlns:a16="http://schemas.microsoft.com/office/drawing/2014/main" id="{C7F85449-C05D-4687-99A5-A99F3F94AB2B}"/>
                </a:ext>
              </a:extLst>
            </p:cNvPr>
            <p:cNvGrpSpPr>
              <a:grpSpLocks/>
            </p:cNvGrpSpPr>
            <p:nvPr/>
          </p:nvGrpSpPr>
          <p:grpSpPr bwMode="auto">
            <a:xfrm>
              <a:off x="3300" y="3120"/>
              <a:ext cx="960" cy="192"/>
              <a:chOff x="3264" y="2688"/>
              <a:chExt cx="960" cy="192"/>
            </a:xfrm>
          </p:grpSpPr>
          <p:sp>
            <p:nvSpPr>
              <p:cNvPr id="592972" name="Rectangle 76">
                <a:extLst>
                  <a:ext uri="{FF2B5EF4-FFF2-40B4-BE49-F238E27FC236}">
                    <a16:creationId xmlns:a16="http://schemas.microsoft.com/office/drawing/2014/main" id="{FBECF8C4-9AE1-4068-8D9E-AB3ECEDFD559}"/>
                  </a:ext>
                </a:extLst>
              </p:cNvPr>
              <p:cNvSpPr>
                <a:spLocks noChangeArrowheads="1"/>
              </p:cNvSpPr>
              <p:nvPr/>
            </p:nvSpPr>
            <p:spPr bwMode="auto">
              <a:xfrm>
                <a:off x="3456"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99</a:t>
                </a:r>
                <a:r>
                  <a:rPr lang="en-US" altLang="zh-CN" sz="1600" b="1">
                    <a:cs typeface="Arial" panose="020B0604020202020204" pitchFamily="34" charset="0"/>
                  </a:rPr>
                  <a:t> </a:t>
                </a:r>
                <a:r>
                  <a:rPr lang="en-US" altLang="zh-CN" sz="1400" b="1"/>
                  <a:t>120</a:t>
                </a:r>
                <a:r>
                  <a:rPr lang="en-US" altLang="zh-CN" sz="1600" b="1">
                    <a:cs typeface="Arial" panose="020B0604020202020204" pitchFamily="34" charset="0"/>
                  </a:rPr>
                  <a:t>  </a:t>
                </a:r>
                <a:r>
                  <a:rPr lang="zh-CN" altLang="en-US" sz="1400" b="1"/>
                  <a:t>－</a:t>
                </a:r>
                <a:endParaRPr lang="zh-CN" altLang="en-US" sz="1600">
                  <a:cs typeface="Arial" panose="020B0604020202020204" pitchFamily="34" charset="0"/>
                </a:endParaRPr>
              </a:p>
            </p:txBody>
          </p:sp>
          <p:sp>
            <p:nvSpPr>
              <p:cNvPr id="592973" name="Line 77">
                <a:extLst>
                  <a:ext uri="{FF2B5EF4-FFF2-40B4-BE49-F238E27FC236}">
                    <a16:creationId xmlns:a16="http://schemas.microsoft.com/office/drawing/2014/main" id="{2FF1418B-C7BA-452C-9194-5614A47CEB81}"/>
                  </a:ext>
                </a:extLst>
              </p:cNvPr>
              <p:cNvSpPr>
                <a:spLocks noChangeShapeType="1"/>
              </p:cNvSpPr>
              <p:nvPr/>
            </p:nvSpPr>
            <p:spPr bwMode="auto">
              <a:xfrm>
                <a:off x="3456"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74" name="Line 78">
                <a:extLst>
                  <a:ext uri="{FF2B5EF4-FFF2-40B4-BE49-F238E27FC236}">
                    <a16:creationId xmlns:a16="http://schemas.microsoft.com/office/drawing/2014/main" id="{45061D77-C91F-44ED-9190-F1EF66EC7880}"/>
                  </a:ext>
                </a:extLst>
              </p:cNvPr>
              <p:cNvSpPr>
                <a:spLocks noChangeShapeType="1"/>
              </p:cNvSpPr>
              <p:nvPr/>
            </p:nvSpPr>
            <p:spPr bwMode="auto">
              <a:xfrm>
                <a:off x="364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75" name="Line 79">
                <a:extLst>
                  <a:ext uri="{FF2B5EF4-FFF2-40B4-BE49-F238E27FC236}">
                    <a16:creationId xmlns:a16="http://schemas.microsoft.com/office/drawing/2014/main" id="{D4D79514-8015-4625-B86C-030DF6647A7B}"/>
                  </a:ext>
                </a:extLst>
              </p:cNvPr>
              <p:cNvSpPr>
                <a:spLocks noChangeShapeType="1"/>
              </p:cNvSpPr>
              <p:nvPr/>
            </p:nvSpPr>
            <p:spPr bwMode="auto">
              <a:xfrm>
                <a:off x="38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76" name="Line 80">
                <a:extLst>
                  <a:ext uri="{FF2B5EF4-FFF2-40B4-BE49-F238E27FC236}">
                    <a16:creationId xmlns:a16="http://schemas.microsoft.com/office/drawing/2014/main" id="{CA899188-1AC9-4466-BAB2-021C8D048265}"/>
                  </a:ext>
                </a:extLst>
              </p:cNvPr>
              <p:cNvSpPr>
                <a:spLocks noChangeShapeType="1"/>
              </p:cNvSpPr>
              <p:nvPr/>
            </p:nvSpPr>
            <p:spPr bwMode="auto">
              <a:xfrm>
                <a:off x="3264"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77" name="Line 81">
                <a:extLst>
                  <a:ext uri="{FF2B5EF4-FFF2-40B4-BE49-F238E27FC236}">
                    <a16:creationId xmlns:a16="http://schemas.microsoft.com/office/drawing/2014/main" id="{F83BC752-5F5B-49FD-BE13-7527AFB356F8}"/>
                  </a:ext>
                </a:extLst>
              </p:cNvPr>
              <p:cNvSpPr>
                <a:spLocks noChangeShapeType="1"/>
              </p:cNvSpPr>
              <p:nvPr/>
            </p:nvSpPr>
            <p:spPr bwMode="auto">
              <a:xfrm>
                <a:off x="40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2978" name="Line 82">
              <a:extLst>
                <a:ext uri="{FF2B5EF4-FFF2-40B4-BE49-F238E27FC236}">
                  <a16:creationId xmlns:a16="http://schemas.microsoft.com/office/drawing/2014/main" id="{1CB0E613-0A7F-4153-AAC8-FB472FC3D715}"/>
                </a:ext>
              </a:extLst>
            </p:cNvPr>
            <p:cNvSpPr>
              <a:spLocks noChangeShapeType="1"/>
            </p:cNvSpPr>
            <p:nvPr/>
          </p:nvSpPr>
          <p:spPr bwMode="auto">
            <a:xfrm>
              <a:off x="4884" y="3216"/>
              <a:ext cx="9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2979" name="Rectangle 83">
            <a:extLst>
              <a:ext uri="{FF2B5EF4-FFF2-40B4-BE49-F238E27FC236}">
                <a16:creationId xmlns:a16="http://schemas.microsoft.com/office/drawing/2014/main" id="{6A654CF3-8C17-4FF9-BBE5-6B9A041E57FA}"/>
              </a:ext>
            </a:extLst>
          </p:cNvPr>
          <p:cNvSpPr>
            <a:spLocks noChangeArrowheads="1"/>
          </p:cNvSpPr>
          <p:nvPr/>
        </p:nvSpPr>
        <p:spPr bwMode="auto">
          <a:xfrm>
            <a:off x="7667625" y="620713"/>
            <a:ext cx="1152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r>
              <a:rPr lang="en-US" altLang="zh-CN" sz="2800" b="1">
                <a:solidFill>
                  <a:srgbClr val="006666"/>
                </a:solidFill>
                <a:effectLst>
                  <a:outerShdw blurRad="38100" dist="38100" dir="2700000" algn="tl">
                    <a:srgbClr val="C0C0C0"/>
                  </a:outerShdw>
                </a:effectLst>
              </a:rPr>
              <a:t>B</a:t>
            </a:r>
            <a:r>
              <a:rPr lang="en-US" altLang="zh-CN" sz="2800" b="1" baseline="30000">
                <a:solidFill>
                  <a:srgbClr val="006666"/>
                </a:solidFill>
                <a:effectLst>
                  <a:outerShdw blurRad="38100" dist="38100" dir="2700000" algn="tl">
                    <a:srgbClr val="C0C0C0"/>
                  </a:outerShdw>
                </a:effectLst>
              </a:rPr>
              <a:t>+</a:t>
            </a:r>
            <a:r>
              <a:rPr lang="zh-CN" altLang="en-US" sz="2800" b="1">
                <a:solidFill>
                  <a:srgbClr val="006666"/>
                </a:solidFill>
                <a:effectLst>
                  <a:outerShdw blurRad="38100" dist="38100" dir="2700000" algn="tl">
                    <a:srgbClr val="C0C0C0"/>
                  </a:outerShdw>
                </a:effectLst>
              </a:rPr>
              <a:t>树</a:t>
            </a:r>
          </a:p>
        </p:txBody>
      </p:sp>
      <p:grpSp>
        <p:nvGrpSpPr>
          <p:cNvPr id="593055" name="Group 159">
            <a:extLst>
              <a:ext uri="{FF2B5EF4-FFF2-40B4-BE49-F238E27FC236}">
                <a16:creationId xmlns:a16="http://schemas.microsoft.com/office/drawing/2014/main" id="{DC01BA3A-E1A9-4097-A28E-9942BA5BD16B}"/>
              </a:ext>
            </a:extLst>
          </p:cNvPr>
          <p:cNvGrpSpPr>
            <a:grpSpLocks/>
          </p:cNvGrpSpPr>
          <p:nvPr/>
        </p:nvGrpSpPr>
        <p:grpSpPr bwMode="auto">
          <a:xfrm>
            <a:off x="179388" y="3357563"/>
            <a:ext cx="8640762" cy="3167062"/>
            <a:chOff x="113" y="2115"/>
            <a:chExt cx="5443" cy="1995"/>
          </a:xfrm>
        </p:grpSpPr>
        <p:sp>
          <p:nvSpPr>
            <p:cNvPr id="592981" name="Rectangle 85">
              <a:extLst>
                <a:ext uri="{FF2B5EF4-FFF2-40B4-BE49-F238E27FC236}">
                  <a16:creationId xmlns:a16="http://schemas.microsoft.com/office/drawing/2014/main" id="{CC37BD02-73A6-4770-981C-190300F6696E}"/>
                </a:ext>
              </a:extLst>
            </p:cNvPr>
            <p:cNvSpPr>
              <a:spLocks noChangeArrowheads="1"/>
            </p:cNvSpPr>
            <p:nvPr/>
          </p:nvSpPr>
          <p:spPr bwMode="auto">
            <a:xfrm>
              <a:off x="113" y="2115"/>
              <a:ext cx="5443" cy="1995"/>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92983" name="Group 87">
              <a:extLst>
                <a:ext uri="{FF2B5EF4-FFF2-40B4-BE49-F238E27FC236}">
                  <a16:creationId xmlns:a16="http://schemas.microsoft.com/office/drawing/2014/main" id="{1F90949D-499C-4858-B420-7C177D9EEB71}"/>
                </a:ext>
              </a:extLst>
            </p:cNvPr>
            <p:cNvGrpSpPr>
              <a:grpSpLocks/>
            </p:cNvGrpSpPr>
            <p:nvPr/>
          </p:nvGrpSpPr>
          <p:grpSpPr bwMode="auto">
            <a:xfrm>
              <a:off x="860" y="2982"/>
              <a:ext cx="1152" cy="192"/>
              <a:chOff x="1056" y="2112"/>
              <a:chExt cx="1073" cy="192"/>
            </a:xfrm>
          </p:grpSpPr>
          <p:sp>
            <p:nvSpPr>
              <p:cNvPr id="592984" name="Rectangle 88">
                <a:extLst>
                  <a:ext uri="{FF2B5EF4-FFF2-40B4-BE49-F238E27FC236}">
                    <a16:creationId xmlns:a16="http://schemas.microsoft.com/office/drawing/2014/main" id="{2335E917-1020-4835-8399-926F056D9F2D}"/>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9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600">
                  <a:cs typeface="Arial" panose="020B0604020202020204" pitchFamily="34" charset="0"/>
                </a:endParaRPr>
              </a:p>
            </p:txBody>
          </p:sp>
          <p:sp>
            <p:nvSpPr>
              <p:cNvPr id="592985" name="Line 89">
                <a:extLst>
                  <a:ext uri="{FF2B5EF4-FFF2-40B4-BE49-F238E27FC236}">
                    <a16:creationId xmlns:a16="http://schemas.microsoft.com/office/drawing/2014/main" id="{46FD5F75-D269-45AE-AA7A-687A3DD92362}"/>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86" name="Line 90">
                <a:extLst>
                  <a:ext uri="{FF2B5EF4-FFF2-40B4-BE49-F238E27FC236}">
                    <a16:creationId xmlns:a16="http://schemas.microsoft.com/office/drawing/2014/main" id="{5F686762-8548-4C6C-9953-9701E2C594E7}"/>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87" name="Line 91">
                <a:extLst>
                  <a:ext uri="{FF2B5EF4-FFF2-40B4-BE49-F238E27FC236}">
                    <a16:creationId xmlns:a16="http://schemas.microsoft.com/office/drawing/2014/main" id="{90BA8E38-D26B-4E88-B32B-1127CC0F1F9F}"/>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88" name="Line 92">
                <a:extLst>
                  <a:ext uri="{FF2B5EF4-FFF2-40B4-BE49-F238E27FC236}">
                    <a16:creationId xmlns:a16="http://schemas.microsoft.com/office/drawing/2014/main" id="{21F009A0-0890-4129-B52F-5AE2ECF03D4F}"/>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2989" name="Group 93">
              <a:extLst>
                <a:ext uri="{FF2B5EF4-FFF2-40B4-BE49-F238E27FC236}">
                  <a16:creationId xmlns:a16="http://schemas.microsoft.com/office/drawing/2014/main" id="{A7DA515E-FD1A-4F70-9017-DD6A348AE9F6}"/>
                </a:ext>
              </a:extLst>
            </p:cNvPr>
            <p:cNvGrpSpPr>
              <a:grpSpLocks/>
            </p:cNvGrpSpPr>
            <p:nvPr/>
          </p:nvGrpSpPr>
          <p:grpSpPr bwMode="auto">
            <a:xfrm>
              <a:off x="2279" y="2982"/>
              <a:ext cx="1151" cy="192"/>
              <a:chOff x="1056" y="2112"/>
              <a:chExt cx="1073" cy="192"/>
            </a:xfrm>
          </p:grpSpPr>
          <p:sp>
            <p:nvSpPr>
              <p:cNvPr id="592990" name="Rectangle 94">
                <a:extLst>
                  <a:ext uri="{FF2B5EF4-FFF2-40B4-BE49-F238E27FC236}">
                    <a16:creationId xmlns:a16="http://schemas.microsoft.com/office/drawing/2014/main" id="{10D31763-3AA7-473D-ADBA-8D2D91E7809B}"/>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60  °  </a:t>
                </a:r>
                <a:r>
                  <a:rPr lang="en-US" altLang="zh-CN" sz="1700" b="1"/>
                  <a:t>99</a:t>
                </a:r>
                <a:r>
                  <a:rPr lang="zh-CN" altLang="en-US" sz="1700" b="1"/>
                  <a:t>　</a:t>
                </a:r>
                <a:r>
                  <a:rPr lang="en-US" altLang="zh-CN" sz="17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92991" name="Line 95">
                <a:extLst>
                  <a:ext uri="{FF2B5EF4-FFF2-40B4-BE49-F238E27FC236}">
                    <a16:creationId xmlns:a16="http://schemas.microsoft.com/office/drawing/2014/main" id="{9E51D29F-329B-463E-9986-24FBA83C40EE}"/>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92" name="Line 96">
                <a:extLst>
                  <a:ext uri="{FF2B5EF4-FFF2-40B4-BE49-F238E27FC236}">
                    <a16:creationId xmlns:a16="http://schemas.microsoft.com/office/drawing/2014/main" id="{AE38C110-50EB-4671-B57F-649DC9DDE4EB}"/>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93" name="Line 97">
                <a:extLst>
                  <a:ext uri="{FF2B5EF4-FFF2-40B4-BE49-F238E27FC236}">
                    <a16:creationId xmlns:a16="http://schemas.microsoft.com/office/drawing/2014/main" id="{4B3F13F0-B94E-4BCA-890F-657FD4C27755}"/>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94" name="Line 98">
                <a:extLst>
                  <a:ext uri="{FF2B5EF4-FFF2-40B4-BE49-F238E27FC236}">
                    <a16:creationId xmlns:a16="http://schemas.microsoft.com/office/drawing/2014/main" id="{564CAAED-3707-4D3C-9FD8-59051AB6AC5C}"/>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2995" name="Group 99">
              <a:extLst>
                <a:ext uri="{FF2B5EF4-FFF2-40B4-BE49-F238E27FC236}">
                  <a16:creationId xmlns:a16="http://schemas.microsoft.com/office/drawing/2014/main" id="{BFEA36A7-DAC1-4650-8D7A-590701458D76}"/>
                </a:ext>
              </a:extLst>
            </p:cNvPr>
            <p:cNvGrpSpPr>
              <a:grpSpLocks/>
            </p:cNvGrpSpPr>
            <p:nvPr/>
          </p:nvGrpSpPr>
          <p:grpSpPr bwMode="auto">
            <a:xfrm>
              <a:off x="3745" y="2982"/>
              <a:ext cx="1229" cy="192"/>
              <a:chOff x="1056" y="2112"/>
              <a:chExt cx="1073" cy="192"/>
            </a:xfrm>
          </p:grpSpPr>
          <p:sp>
            <p:nvSpPr>
              <p:cNvPr id="592996" name="Rectangle 100">
                <a:extLst>
                  <a:ext uri="{FF2B5EF4-FFF2-40B4-BE49-F238E27FC236}">
                    <a16:creationId xmlns:a16="http://schemas.microsoft.com/office/drawing/2014/main" id="{A93C5EA7-AD13-4517-AAE0-953681C98A6F}"/>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180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700">
                  <a:cs typeface="Arial" panose="020B0604020202020204" pitchFamily="34" charset="0"/>
                </a:endParaRPr>
              </a:p>
            </p:txBody>
          </p:sp>
          <p:sp>
            <p:nvSpPr>
              <p:cNvPr id="592997" name="Line 101">
                <a:extLst>
                  <a:ext uri="{FF2B5EF4-FFF2-40B4-BE49-F238E27FC236}">
                    <a16:creationId xmlns:a16="http://schemas.microsoft.com/office/drawing/2014/main" id="{4A8C19FD-9C60-4515-ADEA-D06CCD2793F6}"/>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98" name="Line 102">
                <a:extLst>
                  <a:ext uri="{FF2B5EF4-FFF2-40B4-BE49-F238E27FC236}">
                    <a16:creationId xmlns:a16="http://schemas.microsoft.com/office/drawing/2014/main" id="{650B8CE8-F4E2-47C7-B3D5-FB44F0C11D71}"/>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2999" name="Line 103">
                <a:extLst>
                  <a:ext uri="{FF2B5EF4-FFF2-40B4-BE49-F238E27FC236}">
                    <a16:creationId xmlns:a16="http://schemas.microsoft.com/office/drawing/2014/main" id="{454FDD4F-7B74-42D0-847E-54550252DF9C}"/>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00" name="Line 104">
                <a:extLst>
                  <a:ext uri="{FF2B5EF4-FFF2-40B4-BE49-F238E27FC236}">
                    <a16:creationId xmlns:a16="http://schemas.microsoft.com/office/drawing/2014/main" id="{7DE45A84-10EF-4B29-ABA1-0D831AEF9076}"/>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001" name="Group 105">
              <a:extLst>
                <a:ext uri="{FF2B5EF4-FFF2-40B4-BE49-F238E27FC236}">
                  <a16:creationId xmlns:a16="http://schemas.microsoft.com/office/drawing/2014/main" id="{7334F2E0-4EAC-4FC2-A83D-EBA6737F832D}"/>
                </a:ext>
              </a:extLst>
            </p:cNvPr>
            <p:cNvGrpSpPr>
              <a:grpSpLocks/>
            </p:cNvGrpSpPr>
            <p:nvPr/>
          </p:nvGrpSpPr>
          <p:grpSpPr bwMode="auto">
            <a:xfrm>
              <a:off x="293" y="3846"/>
              <a:ext cx="631" cy="192"/>
              <a:chOff x="1056" y="2976"/>
              <a:chExt cx="641" cy="192"/>
            </a:xfrm>
          </p:grpSpPr>
          <p:sp>
            <p:nvSpPr>
              <p:cNvPr id="593002" name="Rectangle 106">
                <a:extLst>
                  <a:ext uri="{FF2B5EF4-FFF2-40B4-BE49-F238E27FC236}">
                    <a16:creationId xmlns:a16="http://schemas.microsoft.com/office/drawing/2014/main" id="{F79EF251-B7D8-4CA7-8102-2FD3FFDBC8B0}"/>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2    5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3003" name="Line 107">
                <a:extLst>
                  <a:ext uri="{FF2B5EF4-FFF2-40B4-BE49-F238E27FC236}">
                    <a16:creationId xmlns:a16="http://schemas.microsoft.com/office/drawing/2014/main" id="{A53A6772-CADF-4581-BD2A-8BA63D35B4F8}"/>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04" name="Line 108">
                <a:extLst>
                  <a:ext uri="{FF2B5EF4-FFF2-40B4-BE49-F238E27FC236}">
                    <a16:creationId xmlns:a16="http://schemas.microsoft.com/office/drawing/2014/main" id="{31D6DD0B-9D5C-43C3-B461-5114949BBF00}"/>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05" name="Line 109">
                <a:extLst>
                  <a:ext uri="{FF2B5EF4-FFF2-40B4-BE49-F238E27FC236}">
                    <a16:creationId xmlns:a16="http://schemas.microsoft.com/office/drawing/2014/main" id="{1CC859F1-A3A1-4DB7-8C8D-828FACC5D220}"/>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006" name="Group 110">
              <a:extLst>
                <a:ext uri="{FF2B5EF4-FFF2-40B4-BE49-F238E27FC236}">
                  <a16:creationId xmlns:a16="http://schemas.microsoft.com/office/drawing/2014/main" id="{5D67B19F-0415-4E93-9F1F-04762F075757}"/>
                </a:ext>
              </a:extLst>
            </p:cNvPr>
            <p:cNvGrpSpPr>
              <a:grpSpLocks/>
            </p:cNvGrpSpPr>
            <p:nvPr/>
          </p:nvGrpSpPr>
          <p:grpSpPr bwMode="auto">
            <a:xfrm>
              <a:off x="1050" y="3846"/>
              <a:ext cx="631" cy="192"/>
              <a:chOff x="1056" y="2976"/>
              <a:chExt cx="641" cy="192"/>
            </a:xfrm>
          </p:grpSpPr>
          <p:sp>
            <p:nvSpPr>
              <p:cNvPr id="593007" name="Rectangle 111">
                <a:extLst>
                  <a:ext uri="{FF2B5EF4-FFF2-40B4-BE49-F238E27FC236}">
                    <a16:creationId xmlns:a16="http://schemas.microsoft.com/office/drawing/2014/main" id="{C5CA4913-E77B-4019-825E-73119737A6BE}"/>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15  </a:t>
                </a:r>
                <a:r>
                  <a:rPr lang="zh-CN" altLang="en-US" sz="1700" b="1"/>
                  <a:t>－</a:t>
                </a:r>
                <a:r>
                  <a:rPr lang="zh-CN" altLang="en-US" sz="1700" b="1">
                    <a:cs typeface="Arial" panose="020B0604020202020204" pitchFamily="34" charset="0"/>
                  </a:rPr>
                  <a:t>   </a:t>
                </a:r>
                <a:r>
                  <a:rPr lang="zh-CN" altLang="en-US" sz="17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3008" name="Line 112">
                <a:extLst>
                  <a:ext uri="{FF2B5EF4-FFF2-40B4-BE49-F238E27FC236}">
                    <a16:creationId xmlns:a16="http://schemas.microsoft.com/office/drawing/2014/main" id="{9E6114D8-670E-4008-AC3E-7046D1A340EE}"/>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09" name="Line 113">
                <a:extLst>
                  <a:ext uri="{FF2B5EF4-FFF2-40B4-BE49-F238E27FC236}">
                    <a16:creationId xmlns:a16="http://schemas.microsoft.com/office/drawing/2014/main" id="{4F7B6DB9-5C51-4EAD-B4FB-D87B08AD7E9A}"/>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10" name="Line 114">
                <a:extLst>
                  <a:ext uri="{FF2B5EF4-FFF2-40B4-BE49-F238E27FC236}">
                    <a16:creationId xmlns:a16="http://schemas.microsoft.com/office/drawing/2014/main" id="{542DAB21-9C82-43B2-8997-483093205807}"/>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011" name="Group 115">
              <a:extLst>
                <a:ext uri="{FF2B5EF4-FFF2-40B4-BE49-F238E27FC236}">
                  <a16:creationId xmlns:a16="http://schemas.microsoft.com/office/drawing/2014/main" id="{E10D6460-3DA5-44A8-990A-DB1F9B213E4F}"/>
                </a:ext>
              </a:extLst>
            </p:cNvPr>
            <p:cNvGrpSpPr>
              <a:grpSpLocks/>
            </p:cNvGrpSpPr>
            <p:nvPr/>
          </p:nvGrpSpPr>
          <p:grpSpPr bwMode="auto">
            <a:xfrm>
              <a:off x="1806" y="3846"/>
              <a:ext cx="632" cy="192"/>
              <a:chOff x="1056" y="2976"/>
              <a:chExt cx="641" cy="192"/>
            </a:xfrm>
          </p:grpSpPr>
          <p:sp>
            <p:nvSpPr>
              <p:cNvPr id="593012" name="Rectangle 116">
                <a:extLst>
                  <a:ext uri="{FF2B5EF4-FFF2-40B4-BE49-F238E27FC236}">
                    <a16:creationId xmlns:a16="http://schemas.microsoft.com/office/drawing/2014/main" id="{E6519BBA-4493-440B-82EB-FD6900F24316}"/>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39   48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3013" name="Line 117">
                <a:extLst>
                  <a:ext uri="{FF2B5EF4-FFF2-40B4-BE49-F238E27FC236}">
                    <a16:creationId xmlns:a16="http://schemas.microsoft.com/office/drawing/2014/main" id="{472B028E-C61D-4854-B439-A1D7C989CF69}"/>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14" name="Line 118">
                <a:extLst>
                  <a:ext uri="{FF2B5EF4-FFF2-40B4-BE49-F238E27FC236}">
                    <a16:creationId xmlns:a16="http://schemas.microsoft.com/office/drawing/2014/main" id="{7BC435F8-9093-43DA-AA1A-3AE7A0DF2BC8}"/>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15" name="Line 119">
                <a:extLst>
                  <a:ext uri="{FF2B5EF4-FFF2-40B4-BE49-F238E27FC236}">
                    <a16:creationId xmlns:a16="http://schemas.microsoft.com/office/drawing/2014/main" id="{83592612-F950-4E29-BF70-5B34A6086597}"/>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016" name="Group 120">
              <a:extLst>
                <a:ext uri="{FF2B5EF4-FFF2-40B4-BE49-F238E27FC236}">
                  <a16:creationId xmlns:a16="http://schemas.microsoft.com/office/drawing/2014/main" id="{76C5812A-BA35-4779-8146-4C18990B3A02}"/>
                </a:ext>
              </a:extLst>
            </p:cNvPr>
            <p:cNvGrpSpPr>
              <a:grpSpLocks/>
            </p:cNvGrpSpPr>
            <p:nvPr/>
          </p:nvGrpSpPr>
          <p:grpSpPr bwMode="auto">
            <a:xfrm>
              <a:off x="2610" y="3846"/>
              <a:ext cx="631" cy="192"/>
              <a:chOff x="1056" y="2976"/>
              <a:chExt cx="641" cy="192"/>
            </a:xfrm>
          </p:grpSpPr>
          <p:sp>
            <p:nvSpPr>
              <p:cNvPr id="593017" name="Rectangle 121">
                <a:extLst>
                  <a:ext uri="{FF2B5EF4-FFF2-40B4-BE49-F238E27FC236}">
                    <a16:creationId xmlns:a16="http://schemas.microsoft.com/office/drawing/2014/main" id="{BDF802CC-C3FC-46E8-9C59-81DF3E9A076A}"/>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700">
                    <a:cs typeface="Arial" panose="020B0604020202020204" pitchFamily="34" charset="0"/>
                  </a:rPr>
                  <a:t> </a:t>
                </a:r>
                <a:r>
                  <a:rPr lang="en-US" altLang="zh-CN" sz="1700" b="1">
                    <a:cs typeface="Arial" panose="020B0604020202020204" pitchFamily="34" charset="0"/>
                  </a:rPr>
                  <a:t>85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93018" name="Line 122">
                <a:extLst>
                  <a:ext uri="{FF2B5EF4-FFF2-40B4-BE49-F238E27FC236}">
                    <a16:creationId xmlns:a16="http://schemas.microsoft.com/office/drawing/2014/main" id="{07EE0666-E661-459E-B374-6BA301625CC1}"/>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19" name="Line 123">
                <a:extLst>
                  <a:ext uri="{FF2B5EF4-FFF2-40B4-BE49-F238E27FC236}">
                    <a16:creationId xmlns:a16="http://schemas.microsoft.com/office/drawing/2014/main" id="{3C214A36-2BC5-444B-BAEA-B67C11173486}"/>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20" name="Line 124">
                <a:extLst>
                  <a:ext uri="{FF2B5EF4-FFF2-40B4-BE49-F238E27FC236}">
                    <a16:creationId xmlns:a16="http://schemas.microsoft.com/office/drawing/2014/main" id="{6B75ADE9-5378-4852-B719-4B706B06C75C}"/>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021" name="Group 125">
              <a:extLst>
                <a:ext uri="{FF2B5EF4-FFF2-40B4-BE49-F238E27FC236}">
                  <a16:creationId xmlns:a16="http://schemas.microsoft.com/office/drawing/2014/main" id="{BC992484-D81E-422B-A59F-9B22A547D99B}"/>
                </a:ext>
              </a:extLst>
            </p:cNvPr>
            <p:cNvGrpSpPr>
              <a:grpSpLocks/>
            </p:cNvGrpSpPr>
            <p:nvPr/>
          </p:nvGrpSpPr>
          <p:grpSpPr bwMode="auto">
            <a:xfrm>
              <a:off x="3319" y="3846"/>
              <a:ext cx="709" cy="192"/>
              <a:chOff x="1056" y="2976"/>
              <a:chExt cx="641" cy="192"/>
            </a:xfrm>
          </p:grpSpPr>
          <p:sp>
            <p:nvSpPr>
              <p:cNvPr id="593022" name="Rectangle 126">
                <a:extLst>
                  <a:ext uri="{FF2B5EF4-FFF2-40B4-BE49-F238E27FC236}">
                    <a16:creationId xmlns:a16="http://schemas.microsoft.com/office/drawing/2014/main" id="{E4F88B10-05E4-4D41-ABCA-6F5EA90C10D1}"/>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120  </a:t>
                </a:r>
                <a:r>
                  <a:rPr lang="zh-CN" altLang="en-US" sz="1700" b="1"/>
                  <a:t>－ </a:t>
                </a:r>
                <a:r>
                  <a:rPr lang="zh-CN" altLang="en-US" sz="14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93023" name="Line 127">
                <a:extLst>
                  <a:ext uri="{FF2B5EF4-FFF2-40B4-BE49-F238E27FC236}">
                    <a16:creationId xmlns:a16="http://schemas.microsoft.com/office/drawing/2014/main" id="{CCBE2A3E-7B34-49A1-8A76-780B9CE8B882}"/>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24" name="Line 128">
                <a:extLst>
                  <a:ext uri="{FF2B5EF4-FFF2-40B4-BE49-F238E27FC236}">
                    <a16:creationId xmlns:a16="http://schemas.microsoft.com/office/drawing/2014/main" id="{8EFEC05A-D4D8-4CB1-A60E-DFB57680CAED}"/>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25" name="Line 129">
                <a:extLst>
                  <a:ext uri="{FF2B5EF4-FFF2-40B4-BE49-F238E27FC236}">
                    <a16:creationId xmlns:a16="http://schemas.microsoft.com/office/drawing/2014/main" id="{48BB44A4-7D70-4FB7-B4AA-50B8EF908342}"/>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054" name="Group 158">
              <a:extLst>
                <a:ext uri="{FF2B5EF4-FFF2-40B4-BE49-F238E27FC236}">
                  <a16:creationId xmlns:a16="http://schemas.microsoft.com/office/drawing/2014/main" id="{4A59A6C4-81AE-4508-AB3C-0539387D0632}"/>
                </a:ext>
              </a:extLst>
            </p:cNvPr>
            <p:cNvGrpSpPr>
              <a:grpSpLocks/>
            </p:cNvGrpSpPr>
            <p:nvPr/>
          </p:nvGrpSpPr>
          <p:grpSpPr bwMode="auto">
            <a:xfrm>
              <a:off x="4067" y="3846"/>
              <a:ext cx="662" cy="192"/>
              <a:chOff x="4067" y="3846"/>
              <a:chExt cx="662" cy="192"/>
            </a:xfrm>
          </p:grpSpPr>
          <p:sp>
            <p:nvSpPr>
              <p:cNvPr id="593027" name="Rectangle 131">
                <a:extLst>
                  <a:ext uri="{FF2B5EF4-FFF2-40B4-BE49-F238E27FC236}">
                    <a16:creationId xmlns:a16="http://schemas.microsoft.com/office/drawing/2014/main" id="{3EA0B9A4-66B1-4AE6-9688-42E9E82FCB01}"/>
                  </a:ext>
                </a:extLst>
              </p:cNvPr>
              <p:cNvSpPr>
                <a:spLocks noChangeArrowheads="1"/>
              </p:cNvSpPr>
              <p:nvPr/>
            </p:nvSpPr>
            <p:spPr bwMode="auto">
              <a:xfrm>
                <a:off x="4067" y="3846"/>
                <a:ext cx="662"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159</a:t>
                </a:r>
                <a:r>
                  <a:rPr lang="en-US" altLang="zh-CN" sz="1000" b="1">
                    <a:cs typeface="Arial" panose="020B0604020202020204" pitchFamily="34" charset="0"/>
                  </a:rPr>
                  <a:t>   </a:t>
                </a:r>
                <a:r>
                  <a:rPr lang="en-US" altLang="zh-CN" sz="1400" b="1">
                    <a:cs typeface="Arial" panose="020B0604020202020204" pitchFamily="34" charset="0"/>
                  </a:rPr>
                  <a:t> </a:t>
                </a:r>
                <a:r>
                  <a:rPr lang="zh-CN" altLang="en-US" sz="1700" b="1"/>
                  <a:t>－</a:t>
                </a:r>
                <a:r>
                  <a:rPr lang="zh-CN" altLang="en-US" sz="1400" b="1">
                    <a:cs typeface="Arial" panose="020B0604020202020204" pitchFamily="34" charset="0"/>
                  </a:rPr>
                  <a:t> </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93028" name="Line 132">
                <a:extLst>
                  <a:ext uri="{FF2B5EF4-FFF2-40B4-BE49-F238E27FC236}">
                    <a16:creationId xmlns:a16="http://schemas.microsoft.com/office/drawing/2014/main" id="{F472EB74-E479-4542-901A-D110115FA98A}"/>
                  </a:ext>
                </a:extLst>
              </p:cNvPr>
              <p:cNvSpPr>
                <a:spLocks noChangeShapeType="1"/>
              </p:cNvSpPr>
              <p:nvPr/>
            </p:nvSpPr>
            <p:spPr bwMode="auto">
              <a:xfrm>
                <a:off x="4076" y="384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29" name="Line 133">
                <a:extLst>
                  <a:ext uri="{FF2B5EF4-FFF2-40B4-BE49-F238E27FC236}">
                    <a16:creationId xmlns:a16="http://schemas.microsoft.com/office/drawing/2014/main" id="{A80EA733-92F4-43E6-B268-628E4DE949A6}"/>
                  </a:ext>
                </a:extLst>
              </p:cNvPr>
              <p:cNvSpPr>
                <a:spLocks noChangeShapeType="1"/>
              </p:cNvSpPr>
              <p:nvPr/>
            </p:nvSpPr>
            <p:spPr bwMode="auto">
              <a:xfrm>
                <a:off x="4274" y="384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30" name="Line 134">
                <a:extLst>
                  <a:ext uri="{FF2B5EF4-FFF2-40B4-BE49-F238E27FC236}">
                    <a16:creationId xmlns:a16="http://schemas.microsoft.com/office/drawing/2014/main" id="{C49D9A81-91B8-4A5A-BE9F-3D1099E661CA}"/>
                  </a:ext>
                </a:extLst>
              </p:cNvPr>
              <p:cNvSpPr>
                <a:spLocks noChangeShapeType="1"/>
              </p:cNvSpPr>
              <p:nvPr/>
            </p:nvSpPr>
            <p:spPr bwMode="auto">
              <a:xfrm>
                <a:off x="4522" y="384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053" name="Group 157">
              <a:extLst>
                <a:ext uri="{FF2B5EF4-FFF2-40B4-BE49-F238E27FC236}">
                  <a16:creationId xmlns:a16="http://schemas.microsoft.com/office/drawing/2014/main" id="{BE00BE96-DDD2-4558-B1C3-ACB142AD017B}"/>
                </a:ext>
              </a:extLst>
            </p:cNvPr>
            <p:cNvGrpSpPr>
              <a:grpSpLocks/>
            </p:cNvGrpSpPr>
            <p:nvPr/>
          </p:nvGrpSpPr>
          <p:grpSpPr bwMode="auto">
            <a:xfrm>
              <a:off x="4794" y="3846"/>
              <a:ext cx="726" cy="192"/>
              <a:chOff x="4758" y="3846"/>
              <a:chExt cx="726" cy="192"/>
            </a:xfrm>
          </p:grpSpPr>
          <p:sp>
            <p:nvSpPr>
              <p:cNvPr id="593032" name="Rectangle 136">
                <a:extLst>
                  <a:ext uri="{FF2B5EF4-FFF2-40B4-BE49-F238E27FC236}">
                    <a16:creationId xmlns:a16="http://schemas.microsoft.com/office/drawing/2014/main" id="{7EF6CEBA-7A4C-4632-A874-1814CB5D012B}"/>
                  </a:ext>
                </a:extLst>
              </p:cNvPr>
              <p:cNvSpPr>
                <a:spLocks noChangeArrowheads="1"/>
              </p:cNvSpPr>
              <p:nvPr/>
            </p:nvSpPr>
            <p:spPr bwMode="auto">
              <a:xfrm>
                <a:off x="4758" y="3846"/>
                <a:ext cx="726"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cs typeface="Arial" panose="020B0604020202020204" pitchFamily="34" charset="0"/>
                  </a:rPr>
                  <a:t>201</a:t>
                </a:r>
                <a:r>
                  <a:rPr lang="en-US" altLang="zh-CN" sz="1700" b="1">
                    <a:cs typeface="Arial" panose="020B0604020202020204" pitchFamily="34" charset="0"/>
                  </a:rPr>
                  <a:t> 220 </a:t>
                </a:r>
                <a:r>
                  <a:rPr lang="zh-CN" altLang="en-US" sz="1700" b="1"/>
                  <a:t>－</a:t>
                </a:r>
                <a:endParaRPr lang="zh-CN" altLang="en-US" sz="1600">
                  <a:cs typeface="Arial" panose="020B0604020202020204" pitchFamily="34" charset="0"/>
                </a:endParaRPr>
              </a:p>
            </p:txBody>
          </p:sp>
          <p:sp>
            <p:nvSpPr>
              <p:cNvPr id="593033" name="Line 137">
                <a:extLst>
                  <a:ext uri="{FF2B5EF4-FFF2-40B4-BE49-F238E27FC236}">
                    <a16:creationId xmlns:a16="http://schemas.microsoft.com/office/drawing/2014/main" id="{2E9E7BB1-7423-40D9-9484-35B867ECB265}"/>
                  </a:ext>
                </a:extLst>
              </p:cNvPr>
              <p:cNvSpPr>
                <a:spLocks noChangeShapeType="1"/>
              </p:cNvSpPr>
              <p:nvPr/>
            </p:nvSpPr>
            <p:spPr bwMode="auto">
              <a:xfrm>
                <a:off x="4785" y="384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34" name="Line 138">
                <a:extLst>
                  <a:ext uri="{FF2B5EF4-FFF2-40B4-BE49-F238E27FC236}">
                    <a16:creationId xmlns:a16="http://schemas.microsoft.com/office/drawing/2014/main" id="{9F772480-3677-4ADB-9842-5C477A0232A8}"/>
                  </a:ext>
                </a:extLst>
              </p:cNvPr>
              <p:cNvSpPr>
                <a:spLocks noChangeShapeType="1"/>
              </p:cNvSpPr>
              <p:nvPr/>
            </p:nvSpPr>
            <p:spPr bwMode="auto">
              <a:xfrm>
                <a:off x="5002" y="384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35" name="Line 139">
                <a:extLst>
                  <a:ext uri="{FF2B5EF4-FFF2-40B4-BE49-F238E27FC236}">
                    <a16:creationId xmlns:a16="http://schemas.microsoft.com/office/drawing/2014/main" id="{9393B912-48CB-4EE8-9933-18C34B4C352B}"/>
                  </a:ext>
                </a:extLst>
              </p:cNvPr>
              <p:cNvSpPr>
                <a:spLocks noChangeShapeType="1"/>
              </p:cNvSpPr>
              <p:nvPr/>
            </p:nvSpPr>
            <p:spPr bwMode="auto">
              <a:xfrm>
                <a:off x="5274" y="384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036" name="Group 140">
              <a:extLst>
                <a:ext uri="{FF2B5EF4-FFF2-40B4-BE49-F238E27FC236}">
                  <a16:creationId xmlns:a16="http://schemas.microsoft.com/office/drawing/2014/main" id="{20076D21-2408-4CA8-A305-F87677671993}"/>
                </a:ext>
              </a:extLst>
            </p:cNvPr>
            <p:cNvGrpSpPr>
              <a:grpSpLocks/>
            </p:cNvGrpSpPr>
            <p:nvPr/>
          </p:nvGrpSpPr>
          <p:grpSpPr bwMode="auto">
            <a:xfrm>
              <a:off x="2090" y="2214"/>
              <a:ext cx="1151" cy="192"/>
              <a:chOff x="1056" y="2112"/>
              <a:chExt cx="1073" cy="192"/>
            </a:xfrm>
          </p:grpSpPr>
          <p:sp>
            <p:nvSpPr>
              <p:cNvPr id="593037" name="Rectangle 141">
                <a:extLst>
                  <a:ext uri="{FF2B5EF4-FFF2-40B4-BE49-F238E27FC236}">
                    <a16:creationId xmlns:a16="http://schemas.microsoft.com/office/drawing/2014/main" id="{92AD8DE8-8A0C-4F51-966F-345B95703A83}"/>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en-US" altLang="zh-CN" sz="1700" b="1">
                    <a:cs typeface="Arial" panose="020B0604020202020204" pitchFamily="34" charset="0"/>
                  </a:rPr>
                  <a:t>°  26   ° </a:t>
                </a:r>
                <a:r>
                  <a:rPr lang="en-US" altLang="zh-CN" sz="1700" b="1"/>
                  <a:t>140</a:t>
                </a:r>
                <a:r>
                  <a:rPr lang="en-US" altLang="zh-CN" sz="1400" b="1"/>
                  <a:t>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93038" name="Line 142">
                <a:extLst>
                  <a:ext uri="{FF2B5EF4-FFF2-40B4-BE49-F238E27FC236}">
                    <a16:creationId xmlns:a16="http://schemas.microsoft.com/office/drawing/2014/main" id="{5219EC56-4022-4699-94F9-6F64E2E5F9E0}"/>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39" name="Line 143">
                <a:extLst>
                  <a:ext uri="{FF2B5EF4-FFF2-40B4-BE49-F238E27FC236}">
                    <a16:creationId xmlns:a16="http://schemas.microsoft.com/office/drawing/2014/main" id="{2E6E407A-7BD6-4309-BFC5-7526BFE58AD0}"/>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40" name="Line 144">
                <a:extLst>
                  <a:ext uri="{FF2B5EF4-FFF2-40B4-BE49-F238E27FC236}">
                    <a16:creationId xmlns:a16="http://schemas.microsoft.com/office/drawing/2014/main" id="{94BFCA1C-776A-425E-BF55-FAF5352E64C6}"/>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41" name="Line 145">
                <a:extLst>
                  <a:ext uri="{FF2B5EF4-FFF2-40B4-BE49-F238E27FC236}">
                    <a16:creationId xmlns:a16="http://schemas.microsoft.com/office/drawing/2014/main" id="{B32727AC-C76B-461B-92E8-80850C12C0E3}"/>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3042" name="Line 146">
              <a:extLst>
                <a:ext uri="{FF2B5EF4-FFF2-40B4-BE49-F238E27FC236}">
                  <a16:creationId xmlns:a16="http://schemas.microsoft.com/office/drawing/2014/main" id="{B7351BBD-0A33-4E92-AC16-22BD42C103EF}"/>
                </a:ext>
              </a:extLst>
            </p:cNvPr>
            <p:cNvSpPr>
              <a:spLocks noChangeShapeType="1"/>
            </p:cNvSpPr>
            <p:nvPr/>
          </p:nvSpPr>
          <p:spPr bwMode="auto">
            <a:xfrm flipH="1">
              <a:off x="1050" y="2310"/>
              <a:ext cx="1182" cy="672"/>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43" name="Line 147">
              <a:extLst>
                <a:ext uri="{FF2B5EF4-FFF2-40B4-BE49-F238E27FC236}">
                  <a16:creationId xmlns:a16="http://schemas.microsoft.com/office/drawing/2014/main" id="{3A0B3DCB-435C-46F8-9183-F5D49BE66EFA}"/>
                </a:ext>
              </a:extLst>
            </p:cNvPr>
            <p:cNvSpPr>
              <a:spLocks noChangeShapeType="1"/>
            </p:cNvSpPr>
            <p:nvPr/>
          </p:nvSpPr>
          <p:spPr bwMode="auto">
            <a:xfrm flipH="1">
              <a:off x="2374" y="2310"/>
              <a:ext cx="283" cy="672"/>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44" name="Line 148">
              <a:extLst>
                <a:ext uri="{FF2B5EF4-FFF2-40B4-BE49-F238E27FC236}">
                  <a16:creationId xmlns:a16="http://schemas.microsoft.com/office/drawing/2014/main" id="{3339B599-D8AB-41B9-B93A-50695A2F3F61}"/>
                </a:ext>
              </a:extLst>
            </p:cNvPr>
            <p:cNvSpPr>
              <a:spLocks noChangeShapeType="1"/>
            </p:cNvSpPr>
            <p:nvPr/>
          </p:nvSpPr>
          <p:spPr bwMode="auto">
            <a:xfrm flipH="1">
              <a:off x="388" y="3126"/>
              <a:ext cx="614"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45" name="Line 149">
              <a:extLst>
                <a:ext uri="{FF2B5EF4-FFF2-40B4-BE49-F238E27FC236}">
                  <a16:creationId xmlns:a16="http://schemas.microsoft.com/office/drawing/2014/main" id="{C3444EC1-A1DE-4DAE-921E-799383093C95}"/>
                </a:ext>
              </a:extLst>
            </p:cNvPr>
            <p:cNvSpPr>
              <a:spLocks noChangeShapeType="1"/>
            </p:cNvSpPr>
            <p:nvPr/>
          </p:nvSpPr>
          <p:spPr bwMode="auto">
            <a:xfrm flipH="1">
              <a:off x="1144" y="3126"/>
              <a:ext cx="331"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46" name="Line 150">
              <a:extLst>
                <a:ext uri="{FF2B5EF4-FFF2-40B4-BE49-F238E27FC236}">
                  <a16:creationId xmlns:a16="http://schemas.microsoft.com/office/drawing/2014/main" id="{0AD1F0BB-A674-47E9-980E-3A62F4057B5F}"/>
                </a:ext>
              </a:extLst>
            </p:cNvPr>
            <p:cNvSpPr>
              <a:spLocks noChangeShapeType="1"/>
            </p:cNvSpPr>
            <p:nvPr/>
          </p:nvSpPr>
          <p:spPr bwMode="auto">
            <a:xfrm flipH="1">
              <a:off x="1901" y="3078"/>
              <a:ext cx="425" cy="768"/>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47" name="Line 151">
              <a:extLst>
                <a:ext uri="{FF2B5EF4-FFF2-40B4-BE49-F238E27FC236}">
                  <a16:creationId xmlns:a16="http://schemas.microsoft.com/office/drawing/2014/main" id="{79AC3B3F-7CFC-4128-83CB-BDA5B3DB245E}"/>
                </a:ext>
              </a:extLst>
            </p:cNvPr>
            <p:cNvSpPr>
              <a:spLocks noChangeShapeType="1"/>
            </p:cNvSpPr>
            <p:nvPr/>
          </p:nvSpPr>
          <p:spPr bwMode="auto">
            <a:xfrm flipH="1">
              <a:off x="2704" y="3126"/>
              <a:ext cx="190"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48" name="Line 152">
              <a:extLst>
                <a:ext uri="{FF2B5EF4-FFF2-40B4-BE49-F238E27FC236}">
                  <a16:creationId xmlns:a16="http://schemas.microsoft.com/office/drawing/2014/main" id="{D92EC58A-F132-42CB-AE6B-ACA80E2CB05C}"/>
                </a:ext>
              </a:extLst>
            </p:cNvPr>
            <p:cNvSpPr>
              <a:spLocks noChangeShapeType="1"/>
            </p:cNvSpPr>
            <p:nvPr/>
          </p:nvSpPr>
          <p:spPr bwMode="auto">
            <a:xfrm>
              <a:off x="3319" y="3126"/>
              <a:ext cx="95"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49" name="Line 153">
              <a:extLst>
                <a:ext uri="{FF2B5EF4-FFF2-40B4-BE49-F238E27FC236}">
                  <a16:creationId xmlns:a16="http://schemas.microsoft.com/office/drawing/2014/main" id="{AAA8BA93-AA74-44AC-B56F-8A15B328F74B}"/>
                </a:ext>
              </a:extLst>
            </p:cNvPr>
            <p:cNvSpPr>
              <a:spLocks noChangeShapeType="1"/>
            </p:cNvSpPr>
            <p:nvPr/>
          </p:nvSpPr>
          <p:spPr bwMode="auto">
            <a:xfrm>
              <a:off x="3934" y="3078"/>
              <a:ext cx="331" cy="768"/>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50" name="Line 154">
              <a:extLst>
                <a:ext uri="{FF2B5EF4-FFF2-40B4-BE49-F238E27FC236}">
                  <a16:creationId xmlns:a16="http://schemas.microsoft.com/office/drawing/2014/main" id="{0A426189-EBC4-414F-B0DA-A44BE9C83709}"/>
                </a:ext>
              </a:extLst>
            </p:cNvPr>
            <p:cNvSpPr>
              <a:spLocks noChangeShapeType="1"/>
            </p:cNvSpPr>
            <p:nvPr/>
          </p:nvSpPr>
          <p:spPr bwMode="auto">
            <a:xfrm>
              <a:off x="4359" y="3126"/>
              <a:ext cx="615"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51" name="Line 155">
              <a:extLst>
                <a:ext uri="{FF2B5EF4-FFF2-40B4-BE49-F238E27FC236}">
                  <a16:creationId xmlns:a16="http://schemas.microsoft.com/office/drawing/2014/main" id="{46220756-DEFC-4A6E-9DE1-8B88B39BE195}"/>
                </a:ext>
              </a:extLst>
            </p:cNvPr>
            <p:cNvSpPr>
              <a:spLocks noChangeShapeType="1"/>
            </p:cNvSpPr>
            <p:nvPr/>
          </p:nvSpPr>
          <p:spPr bwMode="auto">
            <a:xfrm>
              <a:off x="3130" y="2358"/>
              <a:ext cx="804" cy="624"/>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052" name="Rectangle 156">
              <a:extLst>
                <a:ext uri="{FF2B5EF4-FFF2-40B4-BE49-F238E27FC236}">
                  <a16:creationId xmlns:a16="http://schemas.microsoft.com/office/drawing/2014/main" id="{103DCD97-55F3-4902-AA84-643B139F8DA8}"/>
                </a:ext>
              </a:extLst>
            </p:cNvPr>
            <p:cNvSpPr>
              <a:spLocks noChangeArrowheads="1"/>
            </p:cNvSpPr>
            <p:nvPr/>
          </p:nvSpPr>
          <p:spPr bwMode="auto">
            <a:xfrm>
              <a:off x="4751" y="2341"/>
              <a:ext cx="71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r>
                <a:rPr lang="en-US" altLang="zh-CN" sz="2800" b="1">
                  <a:solidFill>
                    <a:srgbClr val="660066"/>
                  </a:solidFill>
                  <a:effectLst>
                    <a:outerShdw blurRad="38100" dist="38100" dir="2700000" algn="tl">
                      <a:srgbClr val="C0C0C0"/>
                    </a:outerShdw>
                  </a:effectLst>
                </a:rPr>
                <a:t>B-</a:t>
              </a:r>
              <a:r>
                <a:rPr lang="zh-CN" altLang="en-US" sz="2800" b="1">
                  <a:solidFill>
                    <a:srgbClr val="660066"/>
                  </a:solidFill>
                  <a:effectLst>
                    <a:outerShdw blurRad="38100" dist="38100" dir="2700000" algn="tl">
                      <a:srgbClr val="C0C0C0"/>
                    </a:outerShdw>
                  </a:effectLst>
                </a:rPr>
                <a:t>树</a:t>
              </a: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3" name="Rectangle 5">
            <a:extLst>
              <a:ext uri="{FF2B5EF4-FFF2-40B4-BE49-F238E27FC236}">
                <a16:creationId xmlns:a16="http://schemas.microsoft.com/office/drawing/2014/main" id="{33353001-9007-4B08-8253-CA6A03B58D7A}"/>
              </a:ext>
            </a:extLst>
          </p:cNvPr>
          <p:cNvSpPr>
            <a:spLocks noChangeArrowheads="1"/>
          </p:cNvSpPr>
          <p:nvPr/>
        </p:nvSpPr>
        <p:spPr bwMode="auto">
          <a:xfrm>
            <a:off x="468313" y="1185863"/>
            <a:ext cx="8207375"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b="0">
                <a:solidFill>
                  <a:srgbClr val="660066"/>
                </a:solidFill>
                <a:effectLst/>
                <a:latin typeface="黑体" panose="02010609060101010101" pitchFamily="49" charset="-122"/>
                <a:ea typeface="黑体" panose="02010609060101010101" pitchFamily="49" charset="-122"/>
              </a:rPr>
              <a:t>  </a:t>
            </a:r>
            <a:r>
              <a:rPr lang="zh-CN" altLang="en-US" b="0">
                <a:solidFill>
                  <a:srgbClr val="660066"/>
                </a:solidFill>
                <a:effectLst/>
                <a:latin typeface="黑体" panose="02010609060101010101" pitchFamily="49" charset="-122"/>
                <a:ea typeface="黑体" panose="02010609060101010101" pitchFamily="49" charset="-122"/>
              </a:rPr>
              <a:t>一棵</a:t>
            </a:r>
            <a:r>
              <a:rPr lang="en-US" altLang="zh-CN" b="0">
                <a:solidFill>
                  <a:srgbClr val="660066"/>
                </a:solidFill>
                <a:effectLst/>
                <a:latin typeface="黑体" panose="02010609060101010101" pitchFamily="49" charset="-122"/>
                <a:ea typeface="黑体" panose="02010609060101010101" pitchFamily="49" charset="-122"/>
              </a:rPr>
              <a:t>m</a:t>
            </a:r>
            <a:r>
              <a:rPr lang="zh-CN" altLang="en-US" b="0">
                <a:solidFill>
                  <a:srgbClr val="660066"/>
                </a:solidFill>
                <a:effectLst/>
                <a:latin typeface="黑体" panose="02010609060101010101" pitchFamily="49" charset="-122"/>
                <a:ea typeface="黑体" panose="02010609060101010101" pitchFamily="49" charset="-122"/>
              </a:rPr>
              <a:t>阶的</a:t>
            </a:r>
            <a:r>
              <a:rPr lang="en-US" altLang="zh-CN" b="0">
                <a:solidFill>
                  <a:srgbClr val="660066"/>
                </a:solidFill>
                <a:effectLst/>
                <a:latin typeface="黑体" panose="02010609060101010101" pitchFamily="49" charset="-122"/>
                <a:ea typeface="黑体" panose="02010609060101010101" pitchFamily="49" charset="-122"/>
              </a:rPr>
              <a:t>B</a:t>
            </a:r>
            <a:r>
              <a:rPr lang="en-US" altLang="zh-CN" b="0" baseline="30000">
                <a:solidFill>
                  <a:srgbClr val="660066"/>
                </a:solidFill>
                <a:effectLst/>
                <a:latin typeface="黑体" panose="02010609060101010101" pitchFamily="49" charset="-122"/>
                <a:ea typeface="黑体" panose="02010609060101010101" pitchFamily="49" charset="-122"/>
              </a:rPr>
              <a:t>+</a:t>
            </a:r>
            <a:r>
              <a:rPr lang="zh-CN" altLang="en-US" b="0">
                <a:solidFill>
                  <a:srgbClr val="660066"/>
                </a:solidFill>
                <a:effectLst/>
                <a:latin typeface="黑体" panose="02010609060101010101" pitchFamily="49" charset="-122"/>
                <a:ea typeface="黑体" panose="02010609060101010101" pitchFamily="49" charset="-122"/>
              </a:rPr>
              <a:t>树与一棵</a:t>
            </a:r>
            <a:r>
              <a:rPr lang="en-US" altLang="zh-CN" b="0">
                <a:solidFill>
                  <a:srgbClr val="660066"/>
                </a:solidFill>
                <a:effectLst/>
                <a:latin typeface="黑体" panose="02010609060101010101" pitchFamily="49" charset="-122"/>
                <a:ea typeface="黑体" panose="02010609060101010101" pitchFamily="49" charset="-122"/>
              </a:rPr>
              <a:t>m</a:t>
            </a:r>
            <a:r>
              <a:rPr lang="zh-CN" altLang="en-US" b="0">
                <a:solidFill>
                  <a:srgbClr val="660066"/>
                </a:solidFill>
                <a:effectLst/>
                <a:latin typeface="黑体" panose="02010609060101010101" pitchFamily="49" charset="-122"/>
                <a:ea typeface="黑体" panose="02010609060101010101" pitchFamily="49" charset="-122"/>
              </a:rPr>
              <a:t>阶的</a:t>
            </a:r>
            <a:r>
              <a:rPr lang="en-US" altLang="zh-CN" b="0">
                <a:solidFill>
                  <a:srgbClr val="660066"/>
                </a:solidFill>
                <a:effectLst/>
                <a:latin typeface="黑体" panose="02010609060101010101" pitchFamily="49" charset="-122"/>
                <a:ea typeface="黑体" panose="02010609060101010101" pitchFamily="49" charset="-122"/>
              </a:rPr>
              <a:t>B-</a:t>
            </a:r>
            <a:r>
              <a:rPr lang="zh-CN" altLang="en-US" b="0">
                <a:solidFill>
                  <a:srgbClr val="660066"/>
                </a:solidFill>
                <a:effectLst/>
                <a:latin typeface="黑体" panose="02010609060101010101" pitchFamily="49" charset="-122"/>
                <a:ea typeface="黑体" panose="02010609060101010101" pitchFamily="49" charset="-122"/>
              </a:rPr>
              <a:t>树的区别：</a:t>
            </a:r>
          </a:p>
          <a:p>
            <a:pPr>
              <a:lnSpc>
                <a:spcPct val="150000"/>
              </a:lnSpc>
            </a:pPr>
            <a:r>
              <a:rPr lang="zh-CN" altLang="en-US"/>
              <a:t>          （</a:t>
            </a:r>
            <a:r>
              <a:rPr lang="en-US" altLang="zh-CN"/>
              <a:t>3</a:t>
            </a:r>
            <a:r>
              <a:rPr lang="zh-CN" altLang="en-US"/>
              <a:t>）在</a:t>
            </a:r>
            <a:r>
              <a:rPr lang="en-US" altLang="zh-CN"/>
              <a:t>B</a:t>
            </a:r>
            <a:r>
              <a:rPr lang="en-US" altLang="zh-CN" baseline="30000"/>
              <a:t>+</a:t>
            </a:r>
            <a:r>
              <a:rPr lang="zh-CN" altLang="en-US"/>
              <a:t>树中，查询任何数据记录所经历的路径是等长的。</a:t>
            </a:r>
          </a:p>
          <a:p>
            <a:pPr>
              <a:lnSpc>
                <a:spcPct val="150000"/>
              </a:lnSpc>
              <a:spcBef>
                <a:spcPct val="0"/>
              </a:spcBef>
            </a:pPr>
            <a:r>
              <a:rPr lang="zh-CN" altLang="en-US"/>
              <a:t>          而在</a:t>
            </a:r>
            <a:r>
              <a:rPr lang="en-US" altLang="zh-CN"/>
              <a:t>B-</a:t>
            </a:r>
            <a:r>
              <a:rPr lang="zh-CN" altLang="en-US"/>
              <a:t>树中，不同数据记录的查询路径是不等长的。</a:t>
            </a:r>
          </a:p>
        </p:txBody>
      </p:sp>
      <p:sp>
        <p:nvSpPr>
          <p:cNvPr id="503814" name="Rectangle 6">
            <a:extLst>
              <a:ext uri="{FF2B5EF4-FFF2-40B4-BE49-F238E27FC236}">
                <a16:creationId xmlns:a16="http://schemas.microsoft.com/office/drawing/2014/main" id="{3052C62D-0BEB-4AD9-A043-70040C97F69B}"/>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03813">
                                            <p:txEl>
                                              <p:pRg st="1" end="1"/>
                                            </p:txEl>
                                          </p:spTgt>
                                        </p:tgtEl>
                                        <p:attrNameLst>
                                          <p:attrName>style.visibility</p:attrName>
                                        </p:attrNameLst>
                                      </p:cBhvr>
                                      <p:to>
                                        <p:strVal val="visible"/>
                                      </p:to>
                                    </p:set>
                                    <p:animEffect transition="in" filter="wipe(up)">
                                      <p:cBhvr>
                                        <p:cTn id="7" dur="1000"/>
                                        <p:tgtEl>
                                          <p:spTgt spid="503813">
                                            <p:txEl>
                                              <p:pRg st="1" end="1"/>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03813">
                                            <p:txEl>
                                              <p:pRg st="2" end="2"/>
                                            </p:txEl>
                                          </p:spTgt>
                                        </p:tgtEl>
                                        <p:attrNameLst>
                                          <p:attrName>style.visibility</p:attrName>
                                        </p:attrNameLst>
                                      </p:cBhvr>
                                      <p:to>
                                        <p:strVal val="visible"/>
                                      </p:to>
                                    </p:set>
                                    <p:animEffect transition="in" filter="wipe(up)">
                                      <p:cBhvr>
                                        <p:cTn id="11" dur="1000"/>
                                        <p:tgtEl>
                                          <p:spTgt spid="5038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4" name="Rectangle 4">
            <a:extLst>
              <a:ext uri="{FF2B5EF4-FFF2-40B4-BE49-F238E27FC236}">
                <a16:creationId xmlns:a16="http://schemas.microsoft.com/office/drawing/2014/main" id="{2AA4E4D2-03AB-43EE-8A7A-FB4D7B6D0716}"/>
              </a:ext>
            </a:extLst>
          </p:cNvPr>
          <p:cNvSpPr>
            <a:spLocks noChangeArrowheads="1"/>
          </p:cNvSpPr>
          <p:nvPr/>
        </p:nvSpPr>
        <p:spPr bwMode="auto">
          <a:xfrm>
            <a:off x="0" y="0"/>
            <a:ext cx="8532813" cy="2060575"/>
          </a:xfrm>
          <a:prstGeom prst="rect">
            <a:avLst/>
          </a:prstGeom>
          <a:solidFill>
            <a:schemeClr val="bg1"/>
          </a:solidFill>
          <a:ln w="952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3925" name="Rectangle 5">
            <a:extLst>
              <a:ext uri="{FF2B5EF4-FFF2-40B4-BE49-F238E27FC236}">
                <a16:creationId xmlns:a16="http://schemas.microsoft.com/office/drawing/2014/main" id="{E19D5745-D283-483F-B719-B66CFFF1EAD7}"/>
              </a:ext>
            </a:extLst>
          </p:cNvPr>
          <p:cNvSpPr>
            <a:spLocks noChangeArrowheads="1"/>
          </p:cNvSpPr>
          <p:nvPr/>
        </p:nvSpPr>
        <p:spPr bwMode="auto">
          <a:xfrm>
            <a:off x="7667625" y="620713"/>
            <a:ext cx="1152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r>
              <a:rPr lang="en-US" altLang="zh-CN" sz="2800" b="1">
                <a:solidFill>
                  <a:srgbClr val="006666"/>
                </a:solidFill>
                <a:effectLst>
                  <a:outerShdw blurRad="38100" dist="38100" dir="2700000" algn="tl">
                    <a:srgbClr val="C0C0C0"/>
                  </a:outerShdw>
                </a:effectLst>
              </a:rPr>
              <a:t>B</a:t>
            </a:r>
            <a:r>
              <a:rPr lang="en-US" altLang="zh-CN" sz="2800" b="1" baseline="30000">
                <a:solidFill>
                  <a:srgbClr val="006666"/>
                </a:solidFill>
                <a:effectLst>
                  <a:outerShdw blurRad="38100" dist="38100" dir="2700000" algn="tl">
                    <a:srgbClr val="C0C0C0"/>
                  </a:outerShdw>
                </a:effectLst>
              </a:rPr>
              <a:t>+</a:t>
            </a:r>
            <a:r>
              <a:rPr lang="zh-CN" altLang="en-US" sz="2800" b="1">
                <a:solidFill>
                  <a:srgbClr val="006666"/>
                </a:solidFill>
                <a:effectLst>
                  <a:outerShdw blurRad="38100" dist="38100" dir="2700000" algn="tl">
                    <a:srgbClr val="C0C0C0"/>
                  </a:outerShdw>
                </a:effectLst>
              </a:rPr>
              <a:t>树</a:t>
            </a:r>
          </a:p>
        </p:txBody>
      </p:sp>
      <p:grpSp>
        <p:nvGrpSpPr>
          <p:cNvPr id="593926" name="Group 6">
            <a:extLst>
              <a:ext uri="{FF2B5EF4-FFF2-40B4-BE49-F238E27FC236}">
                <a16:creationId xmlns:a16="http://schemas.microsoft.com/office/drawing/2014/main" id="{148FA452-5761-4A69-8C3C-5C1435F8F72A}"/>
              </a:ext>
            </a:extLst>
          </p:cNvPr>
          <p:cNvGrpSpPr>
            <a:grpSpLocks/>
          </p:cNvGrpSpPr>
          <p:nvPr/>
        </p:nvGrpSpPr>
        <p:grpSpPr bwMode="auto">
          <a:xfrm>
            <a:off x="465138" y="3500438"/>
            <a:ext cx="8283575" cy="2914650"/>
            <a:chOff x="247" y="1098"/>
            <a:chExt cx="5218" cy="1836"/>
          </a:xfrm>
        </p:grpSpPr>
        <p:sp>
          <p:nvSpPr>
            <p:cNvPr id="593927" name="Rectangle 7">
              <a:extLst>
                <a:ext uri="{FF2B5EF4-FFF2-40B4-BE49-F238E27FC236}">
                  <a16:creationId xmlns:a16="http://schemas.microsoft.com/office/drawing/2014/main" id="{74054023-3BE3-4AFF-96F7-168EA7F7C409}"/>
                </a:ext>
              </a:extLst>
            </p:cNvPr>
            <p:cNvSpPr>
              <a:spLocks noChangeArrowheads="1"/>
            </p:cNvSpPr>
            <p:nvPr/>
          </p:nvSpPr>
          <p:spPr bwMode="auto">
            <a:xfrm>
              <a:off x="249" y="1098"/>
              <a:ext cx="5216" cy="1836"/>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93928" name="Group 8">
              <a:extLst>
                <a:ext uri="{FF2B5EF4-FFF2-40B4-BE49-F238E27FC236}">
                  <a16:creationId xmlns:a16="http://schemas.microsoft.com/office/drawing/2014/main" id="{7DFF12C1-8132-42BE-B586-1E3333B9553A}"/>
                </a:ext>
              </a:extLst>
            </p:cNvPr>
            <p:cNvGrpSpPr>
              <a:grpSpLocks/>
            </p:cNvGrpSpPr>
            <p:nvPr/>
          </p:nvGrpSpPr>
          <p:grpSpPr bwMode="auto">
            <a:xfrm>
              <a:off x="247" y="1107"/>
              <a:ext cx="5218" cy="1824"/>
              <a:chOff x="247" y="1689"/>
              <a:chExt cx="5297" cy="1824"/>
            </a:xfrm>
          </p:grpSpPr>
          <p:grpSp>
            <p:nvGrpSpPr>
              <p:cNvPr id="593929" name="Group 9">
                <a:extLst>
                  <a:ext uri="{FF2B5EF4-FFF2-40B4-BE49-F238E27FC236}">
                    <a16:creationId xmlns:a16="http://schemas.microsoft.com/office/drawing/2014/main" id="{3398970E-428F-4CA8-B733-05B4D4F77450}"/>
                  </a:ext>
                </a:extLst>
              </p:cNvPr>
              <p:cNvGrpSpPr>
                <a:grpSpLocks/>
              </p:cNvGrpSpPr>
              <p:nvPr/>
            </p:nvGrpSpPr>
            <p:grpSpPr bwMode="auto">
              <a:xfrm>
                <a:off x="823" y="2457"/>
                <a:ext cx="1169" cy="192"/>
                <a:chOff x="1056" y="2112"/>
                <a:chExt cx="1073" cy="192"/>
              </a:xfrm>
            </p:grpSpPr>
            <p:sp>
              <p:nvSpPr>
                <p:cNvPr id="593930" name="Rectangle 10">
                  <a:extLst>
                    <a:ext uri="{FF2B5EF4-FFF2-40B4-BE49-F238E27FC236}">
                      <a16:creationId xmlns:a16="http://schemas.microsoft.com/office/drawing/2014/main" id="{3CF1A6F9-1CCB-4AF6-A65B-C1BC1901AAB0}"/>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9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600">
                    <a:cs typeface="Arial" panose="020B0604020202020204" pitchFamily="34" charset="0"/>
                  </a:endParaRPr>
                </a:p>
              </p:txBody>
            </p:sp>
            <p:sp>
              <p:nvSpPr>
                <p:cNvPr id="593931" name="Line 11">
                  <a:extLst>
                    <a:ext uri="{FF2B5EF4-FFF2-40B4-BE49-F238E27FC236}">
                      <a16:creationId xmlns:a16="http://schemas.microsoft.com/office/drawing/2014/main" id="{396B5C1C-FB6F-4EC2-A42C-55599D64E892}"/>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32" name="Line 12">
                  <a:extLst>
                    <a:ext uri="{FF2B5EF4-FFF2-40B4-BE49-F238E27FC236}">
                      <a16:creationId xmlns:a16="http://schemas.microsoft.com/office/drawing/2014/main" id="{68F69F32-8557-49F0-AA72-3457631918DE}"/>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33" name="Line 13">
                  <a:extLst>
                    <a:ext uri="{FF2B5EF4-FFF2-40B4-BE49-F238E27FC236}">
                      <a16:creationId xmlns:a16="http://schemas.microsoft.com/office/drawing/2014/main" id="{95D94E7C-224F-4875-AAA8-F4A401418207}"/>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34" name="Line 14">
                  <a:extLst>
                    <a:ext uri="{FF2B5EF4-FFF2-40B4-BE49-F238E27FC236}">
                      <a16:creationId xmlns:a16="http://schemas.microsoft.com/office/drawing/2014/main" id="{028154CD-EECB-41D9-AB48-1403DF8D2E92}"/>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935" name="Group 15">
                <a:extLst>
                  <a:ext uri="{FF2B5EF4-FFF2-40B4-BE49-F238E27FC236}">
                    <a16:creationId xmlns:a16="http://schemas.microsoft.com/office/drawing/2014/main" id="{0DD5D170-17F1-48E5-B54A-58ACBB7B9785}"/>
                  </a:ext>
                </a:extLst>
              </p:cNvPr>
              <p:cNvGrpSpPr>
                <a:grpSpLocks/>
              </p:cNvGrpSpPr>
              <p:nvPr/>
            </p:nvGrpSpPr>
            <p:grpSpPr bwMode="auto">
              <a:xfrm>
                <a:off x="2263" y="2457"/>
                <a:ext cx="1169" cy="192"/>
                <a:chOff x="1056" y="2112"/>
                <a:chExt cx="1073" cy="192"/>
              </a:xfrm>
            </p:grpSpPr>
            <p:sp>
              <p:nvSpPr>
                <p:cNvPr id="593936" name="Rectangle 16">
                  <a:extLst>
                    <a:ext uri="{FF2B5EF4-FFF2-40B4-BE49-F238E27FC236}">
                      <a16:creationId xmlns:a16="http://schemas.microsoft.com/office/drawing/2014/main" id="{71544059-F07D-418A-A0B3-B57592CC58A4}"/>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60  °  </a:t>
                  </a:r>
                  <a:r>
                    <a:rPr lang="en-US" altLang="zh-CN" sz="1700" b="1"/>
                    <a:t>99</a:t>
                  </a:r>
                  <a:r>
                    <a:rPr lang="zh-CN" altLang="en-US" sz="1700" b="1"/>
                    <a:t>　</a:t>
                  </a:r>
                  <a:r>
                    <a:rPr lang="en-US" altLang="zh-CN" sz="17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93937" name="Line 17">
                  <a:extLst>
                    <a:ext uri="{FF2B5EF4-FFF2-40B4-BE49-F238E27FC236}">
                      <a16:creationId xmlns:a16="http://schemas.microsoft.com/office/drawing/2014/main" id="{EFE96B0E-E913-46F4-921A-BCCCB0608474}"/>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38" name="Line 18">
                  <a:extLst>
                    <a:ext uri="{FF2B5EF4-FFF2-40B4-BE49-F238E27FC236}">
                      <a16:creationId xmlns:a16="http://schemas.microsoft.com/office/drawing/2014/main" id="{70F4F1AA-0AB8-4DD4-8F5B-DBAB10B461FF}"/>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39" name="Line 19">
                  <a:extLst>
                    <a:ext uri="{FF2B5EF4-FFF2-40B4-BE49-F238E27FC236}">
                      <a16:creationId xmlns:a16="http://schemas.microsoft.com/office/drawing/2014/main" id="{32E3445F-8265-488D-86FA-720A9D1EE493}"/>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40" name="Line 20">
                  <a:extLst>
                    <a:ext uri="{FF2B5EF4-FFF2-40B4-BE49-F238E27FC236}">
                      <a16:creationId xmlns:a16="http://schemas.microsoft.com/office/drawing/2014/main" id="{6672F90C-9EFE-4F35-AC13-939E2286282C}"/>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941" name="Group 21">
                <a:extLst>
                  <a:ext uri="{FF2B5EF4-FFF2-40B4-BE49-F238E27FC236}">
                    <a16:creationId xmlns:a16="http://schemas.microsoft.com/office/drawing/2014/main" id="{941B6179-BA38-43BE-9ADD-26DE7AC68728}"/>
                  </a:ext>
                </a:extLst>
              </p:cNvPr>
              <p:cNvGrpSpPr>
                <a:grpSpLocks/>
              </p:cNvGrpSpPr>
              <p:nvPr/>
            </p:nvGrpSpPr>
            <p:grpSpPr bwMode="auto">
              <a:xfrm>
                <a:off x="3751" y="2457"/>
                <a:ext cx="1248" cy="192"/>
                <a:chOff x="1056" y="2112"/>
                <a:chExt cx="1073" cy="192"/>
              </a:xfrm>
            </p:grpSpPr>
            <p:sp>
              <p:nvSpPr>
                <p:cNvPr id="593942" name="Rectangle 22">
                  <a:extLst>
                    <a:ext uri="{FF2B5EF4-FFF2-40B4-BE49-F238E27FC236}">
                      <a16:creationId xmlns:a16="http://schemas.microsoft.com/office/drawing/2014/main" id="{B9596C12-71C8-4B10-8698-085EB7929795}"/>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180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700">
                    <a:cs typeface="Arial" panose="020B0604020202020204" pitchFamily="34" charset="0"/>
                  </a:endParaRPr>
                </a:p>
              </p:txBody>
            </p:sp>
            <p:sp>
              <p:nvSpPr>
                <p:cNvPr id="593943" name="Line 23">
                  <a:extLst>
                    <a:ext uri="{FF2B5EF4-FFF2-40B4-BE49-F238E27FC236}">
                      <a16:creationId xmlns:a16="http://schemas.microsoft.com/office/drawing/2014/main" id="{92711E6A-718A-40D3-9A31-844666A30B75}"/>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44" name="Line 24">
                  <a:extLst>
                    <a:ext uri="{FF2B5EF4-FFF2-40B4-BE49-F238E27FC236}">
                      <a16:creationId xmlns:a16="http://schemas.microsoft.com/office/drawing/2014/main" id="{5A21695E-F8FD-4EEA-B647-193601D54F7A}"/>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45" name="Line 25">
                  <a:extLst>
                    <a:ext uri="{FF2B5EF4-FFF2-40B4-BE49-F238E27FC236}">
                      <a16:creationId xmlns:a16="http://schemas.microsoft.com/office/drawing/2014/main" id="{E3B153F9-4025-4441-95F9-78135023CE76}"/>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46" name="Line 26">
                  <a:extLst>
                    <a:ext uri="{FF2B5EF4-FFF2-40B4-BE49-F238E27FC236}">
                      <a16:creationId xmlns:a16="http://schemas.microsoft.com/office/drawing/2014/main" id="{39208D1D-74C7-47E6-8F97-D6D256810066}"/>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947" name="Group 27">
                <a:extLst>
                  <a:ext uri="{FF2B5EF4-FFF2-40B4-BE49-F238E27FC236}">
                    <a16:creationId xmlns:a16="http://schemas.microsoft.com/office/drawing/2014/main" id="{D188BB91-C217-4A48-94D9-4FB22D6971C3}"/>
                  </a:ext>
                </a:extLst>
              </p:cNvPr>
              <p:cNvGrpSpPr>
                <a:grpSpLocks/>
              </p:cNvGrpSpPr>
              <p:nvPr/>
            </p:nvGrpSpPr>
            <p:grpSpPr bwMode="auto">
              <a:xfrm>
                <a:off x="247" y="3321"/>
                <a:ext cx="641" cy="192"/>
                <a:chOff x="1056" y="2976"/>
                <a:chExt cx="641" cy="192"/>
              </a:xfrm>
            </p:grpSpPr>
            <p:sp>
              <p:nvSpPr>
                <p:cNvPr id="593948" name="Rectangle 28">
                  <a:extLst>
                    <a:ext uri="{FF2B5EF4-FFF2-40B4-BE49-F238E27FC236}">
                      <a16:creationId xmlns:a16="http://schemas.microsoft.com/office/drawing/2014/main" id="{B68574EA-77F5-4D43-A38D-D592DB26808C}"/>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2    5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3949" name="Line 29">
                  <a:extLst>
                    <a:ext uri="{FF2B5EF4-FFF2-40B4-BE49-F238E27FC236}">
                      <a16:creationId xmlns:a16="http://schemas.microsoft.com/office/drawing/2014/main" id="{C25EEB50-84A9-42C2-ADA0-D40B130CDD60}"/>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50" name="Line 30">
                  <a:extLst>
                    <a:ext uri="{FF2B5EF4-FFF2-40B4-BE49-F238E27FC236}">
                      <a16:creationId xmlns:a16="http://schemas.microsoft.com/office/drawing/2014/main" id="{249FF76B-81AD-448C-BA25-09A502D2E8A2}"/>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51" name="Line 31">
                  <a:extLst>
                    <a:ext uri="{FF2B5EF4-FFF2-40B4-BE49-F238E27FC236}">
                      <a16:creationId xmlns:a16="http://schemas.microsoft.com/office/drawing/2014/main" id="{CA3957B6-E7F7-40E8-969C-47E4F75D2D9A}"/>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952" name="Group 32">
                <a:extLst>
                  <a:ext uri="{FF2B5EF4-FFF2-40B4-BE49-F238E27FC236}">
                    <a16:creationId xmlns:a16="http://schemas.microsoft.com/office/drawing/2014/main" id="{563F3815-A203-40E9-A6A2-8C34D9AFC21B}"/>
                  </a:ext>
                </a:extLst>
              </p:cNvPr>
              <p:cNvGrpSpPr>
                <a:grpSpLocks/>
              </p:cNvGrpSpPr>
              <p:nvPr/>
            </p:nvGrpSpPr>
            <p:grpSpPr bwMode="auto">
              <a:xfrm>
                <a:off x="1015" y="3321"/>
                <a:ext cx="641" cy="192"/>
                <a:chOff x="1056" y="2976"/>
                <a:chExt cx="641" cy="192"/>
              </a:xfrm>
            </p:grpSpPr>
            <p:sp>
              <p:nvSpPr>
                <p:cNvPr id="593953" name="Rectangle 33">
                  <a:extLst>
                    <a:ext uri="{FF2B5EF4-FFF2-40B4-BE49-F238E27FC236}">
                      <a16:creationId xmlns:a16="http://schemas.microsoft.com/office/drawing/2014/main" id="{3C5FE756-4260-43E3-8898-BBA6E86B4A33}"/>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15  </a:t>
                  </a:r>
                  <a:r>
                    <a:rPr lang="zh-CN" altLang="en-US" sz="1700" b="1"/>
                    <a:t>－</a:t>
                  </a:r>
                  <a:r>
                    <a:rPr lang="zh-CN" altLang="en-US" sz="1700" b="1">
                      <a:cs typeface="Arial" panose="020B0604020202020204" pitchFamily="34" charset="0"/>
                    </a:rPr>
                    <a:t>   </a:t>
                  </a:r>
                  <a:r>
                    <a:rPr lang="zh-CN" altLang="en-US" sz="17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3954" name="Line 34">
                  <a:extLst>
                    <a:ext uri="{FF2B5EF4-FFF2-40B4-BE49-F238E27FC236}">
                      <a16:creationId xmlns:a16="http://schemas.microsoft.com/office/drawing/2014/main" id="{CF17BBE0-B586-4E3E-8716-C9AAEC44B82A}"/>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55" name="Line 35">
                  <a:extLst>
                    <a:ext uri="{FF2B5EF4-FFF2-40B4-BE49-F238E27FC236}">
                      <a16:creationId xmlns:a16="http://schemas.microsoft.com/office/drawing/2014/main" id="{1B97CABF-BCA0-4F9B-A585-97163AE1DF83}"/>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56" name="Line 36">
                  <a:extLst>
                    <a:ext uri="{FF2B5EF4-FFF2-40B4-BE49-F238E27FC236}">
                      <a16:creationId xmlns:a16="http://schemas.microsoft.com/office/drawing/2014/main" id="{D880821C-F5CD-41BC-AA24-738097E1C6D4}"/>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957" name="Group 37">
                <a:extLst>
                  <a:ext uri="{FF2B5EF4-FFF2-40B4-BE49-F238E27FC236}">
                    <a16:creationId xmlns:a16="http://schemas.microsoft.com/office/drawing/2014/main" id="{BEF42245-6D65-4D20-8B14-119A20F2F4DD}"/>
                  </a:ext>
                </a:extLst>
              </p:cNvPr>
              <p:cNvGrpSpPr>
                <a:grpSpLocks/>
              </p:cNvGrpSpPr>
              <p:nvPr/>
            </p:nvGrpSpPr>
            <p:grpSpPr bwMode="auto">
              <a:xfrm>
                <a:off x="1783" y="3321"/>
                <a:ext cx="641" cy="192"/>
                <a:chOff x="1056" y="2976"/>
                <a:chExt cx="641" cy="192"/>
              </a:xfrm>
            </p:grpSpPr>
            <p:sp>
              <p:nvSpPr>
                <p:cNvPr id="593958" name="Rectangle 38">
                  <a:extLst>
                    <a:ext uri="{FF2B5EF4-FFF2-40B4-BE49-F238E27FC236}">
                      <a16:creationId xmlns:a16="http://schemas.microsoft.com/office/drawing/2014/main" id="{CC32F9BD-CA75-437E-897A-A20617A8C19F}"/>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39   48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3959" name="Line 39">
                  <a:extLst>
                    <a:ext uri="{FF2B5EF4-FFF2-40B4-BE49-F238E27FC236}">
                      <a16:creationId xmlns:a16="http://schemas.microsoft.com/office/drawing/2014/main" id="{DB77048C-23F5-4D4A-A915-51F3B95DB0AD}"/>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60" name="Line 40">
                  <a:extLst>
                    <a:ext uri="{FF2B5EF4-FFF2-40B4-BE49-F238E27FC236}">
                      <a16:creationId xmlns:a16="http://schemas.microsoft.com/office/drawing/2014/main" id="{D6BA50F8-01A7-44AE-9097-01DFD603D15E}"/>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61" name="Line 41">
                  <a:extLst>
                    <a:ext uri="{FF2B5EF4-FFF2-40B4-BE49-F238E27FC236}">
                      <a16:creationId xmlns:a16="http://schemas.microsoft.com/office/drawing/2014/main" id="{0A8C9726-10F9-4683-ACC9-4D9399A96E1F}"/>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962" name="Group 42">
                <a:extLst>
                  <a:ext uri="{FF2B5EF4-FFF2-40B4-BE49-F238E27FC236}">
                    <a16:creationId xmlns:a16="http://schemas.microsoft.com/office/drawing/2014/main" id="{F59688ED-46F0-4CB9-A782-8982312D760D}"/>
                  </a:ext>
                </a:extLst>
              </p:cNvPr>
              <p:cNvGrpSpPr>
                <a:grpSpLocks/>
              </p:cNvGrpSpPr>
              <p:nvPr/>
            </p:nvGrpSpPr>
            <p:grpSpPr bwMode="auto">
              <a:xfrm>
                <a:off x="2599" y="3321"/>
                <a:ext cx="641" cy="192"/>
                <a:chOff x="1056" y="2976"/>
                <a:chExt cx="641" cy="192"/>
              </a:xfrm>
            </p:grpSpPr>
            <p:sp>
              <p:nvSpPr>
                <p:cNvPr id="593963" name="Rectangle 43">
                  <a:extLst>
                    <a:ext uri="{FF2B5EF4-FFF2-40B4-BE49-F238E27FC236}">
                      <a16:creationId xmlns:a16="http://schemas.microsoft.com/office/drawing/2014/main" id="{54918BD5-0475-497B-96E0-E1023E7C9C08}"/>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700">
                      <a:cs typeface="Arial" panose="020B0604020202020204" pitchFamily="34" charset="0"/>
                    </a:rPr>
                    <a:t> </a:t>
                  </a:r>
                  <a:r>
                    <a:rPr lang="en-US" altLang="zh-CN" sz="1700" b="1">
                      <a:cs typeface="Arial" panose="020B0604020202020204" pitchFamily="34" charset="0"/>
                    </a:rPr>
                    <a:t>85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93964" name="Line 44">
                  <a:extLst>
                    <a:ext uri="{FF2B5EF4-FFF2-40B4-BE49-F238E27FC236}">
                      <a16:creationId xmlns:a16="http://schemas.microsoft.com/office/drawing/2014/main" id="{53D2D808-7869-46D6-8C65-0CE54CFA6ECA}"/>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65" name="Line 45">
                  <a:extLst>
                    <a:ext uri="{FF2B5EF4-FFF2-40B4-BE49-F238E27FC236}">
                      <a16:creationId xmlns:a16="http://schemas.microsoft.com/office/drawing/2014/main" id="{5171CEF0-0325-467D-92EF-14D60F318E77}"/>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66" name="Line 46">
                  <a:extLst>
                    <a:ext uri="{FF2B5EF4-FFF2-40B4-BE49-F238E27FC236}">
                      <a16:creationId xmlns:a16="http://schemas.microsoft.com/office/drawing/2014/main" id="{A90EF8CF-0FEA-4A90-ADBC-6C40249099F4}"/>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967" name="Group 47">
                <a:extLst>
                  <a:ext uri="{FF2B5EF4-FFF2-40B4-BE49-F238E27FC236}">
                    <a16:creationId xmlns:a16="http://schemas.microsoft.com/office/drawing/2014/main" id="{F7C106A2-760E-4C64-9FF0-D2208B2D43BD}"/>
                  </a:ext>
                </a:extLst>
              </p:cNvPr>
              <p:cNvGrpSpPr>
                <a:grpSpLocks/>
              </p:cNvGrpSpPr>
              <p:nvPr/>
            </p:nvGrpSpPr>
            <p:grpSpPr bwMode="auto">
              <a:xfrm>
                <a:off x="3319" y="3321"/>
                <a:ext cx="720" cy="192"/>
                <a:chOff x="1056" y="2976"/>
                <a:chExt cx="641" cy="192"/>
              </a:xfrm>
            </p:grpSpPr>
            <p:sp>
              <p:nvSpPr>
                <p:cNvPr id="593968" name="Rectangle 48">
                  <a:extLst>
                    <a:ext uri="{FF2B5EF4-FFF2-40B4-BE49-F238E27FC236}">
                      <a16:creationId xmlns:a16="http://schemas.microsoft.com/office/drawing/2014/main" id="{D60D0107-ADF2-43BD-B3DA-7B46B2041B8B}"/>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120  </a:t>
                  </a:r>
                  <a:r>
                    <a:rPr lang="zh-CN" altLang="en-US" sz="1700" b="1"/>
                    <a:t>－ </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93969" name="Line 49">
                  <a:extLst>
                    <a:ext uri="{FF2B5EF4-FFF2-40B4-BE49-F238E27FC236}">
                      <a16:creationId xmlns:a16="http://schemas.microsoft.com/office/drawing/2014/main" id="{7FC86A6E-A026-4E14-BFA2-C9C687B0B3D9}"/>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70" name="Line 50">
                  <a:extLst>
                    <a:ext uri="{FF2B5EF4-FFF2-40B4-BE49-F238E27FC236}">
                      <a16:creationId xmlns:a16="http://schemas.microsoft.com/office/drawing/2014/main" id="{71B8CAF1-0092-47CA-882F-D04A67C62992}"/>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71" name="Line 51">
                  <a:extLst>
                    <a:ext uri="{FF2B5EF4-FFF2-40B4-BE49-F238E27FC236}">
                      <a16:creationId xmlns:a16="http://schemas.microsoft.com/office/drawing/2014/main" id="{395FFC98-8F00-431D-B97F-C7AD3E45130E}"/>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972" name="Group 52">
                <a:extLst>
                  <a:ext uri="{FF2B5EF4-FFF2-40B4-BE49-F238E27FC236}">
                    <a16:creationId xmlns:a16="http://schemas.microsoft.com/office/drawing/2014/main" id="{0FC04ABF-4175-4875-A622-99311636E159}"/>
                  </a:ext>
                </a:extLst>
              </p:cNvPr>
              <p:cNvGrpSpPr>
                <a:grpSpLocks/>
              </p:cNvGrpSpPr>
              <p:nvPr/>
            </p:nvGrpSpPr>
            <p:grpSpPr bwMode="auto">
              <a:xfrm>
                <a:off x="4087" y="3321"/>
                <a:ext cx="672" cy="192"/>
                <a:chOff x="1056" y="2976"/>
                <a:chExt cx="641" cy="192"/>
              </a:xfrm>
            </p:grpSpPr>
            <p:sp>
              <p:nvSpPr>
                <p:cNvPr id="593973" name="Rectangle 53">
                  <a:extLst>
                    <a:ext uri="{FF2B5EF4-FFF2-40B4-BE49-F238E27FC236}">
                      <a16:creationId xmlns:a16="http://schemas.microsoft.com/office/drawing/2014/main" id="{C9077690-EAFA-4153-8F59-796DC0F6069E}"/>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159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93974" name="Line 54">
                  <a:extLst>
                    <a:ext uri="{FF2B5EF4-FFF2-40B4-BE49-F238E27FC236}">
                      <a16:creationId xmlns:a16="http://schemas.microsoft.com/office/drawing/2014/main" id="{FE9D107E-3CE8-4F55-8832-7C38F6F01AE7}"/>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75" name="Line 55">
                  <a:extLst>
                    <a:ext uri="{FF2B5EF4-FFF2-40B4-BE49-F238E27FC236}">
                      <a16:creationId xmlns:a16="http://schemas.microsoft.com/office/drawing/2014/main" id="{0A5F8E7A-35DD-46E1-B450-E85350704F4A}"/>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76" name="Line 56">
                  <a:extLst>
                    <a:ext uri="{FF2B5EF4-FFF2-40B4-BE49-F238E27FC236}">
                      <a16:creationId xmlns:a16="http://schemas.microsoft.com/office/drawing/2014/main" id="{68971546-3579-4080-807F-58996F07F7AF}"/>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977" name="Group 57">
                <a:extLst>
                  <a:ext uri="{FF2B5EF4-FFF2-40B4-BE49-F238E27FC236}">
                    <a16:creationId xmlns:a16="http://schemas.microsoft.com/office/drawing/2014/main" id="{386201DC-47BA-4FE2-8E7C-7111BF2C0F5B}"/>
                  </a:ext>
                </a:extLst>
              </p:cNvPr>
              <p:cNvGrpSpPr>
                <a:grpSpLocks/>
              </p:cNvGrpSpPr>
              <p:nvPr/>
            </p:nvGrpSpPr>
            <p:grpSpPr bwMode="auto">
              <a:xfrm>
                <a:off x="4807" y="3321"/>
                <a:ext cx="737" cy="192"/>
                <a:chOff x="1056" y="2976"/>
                <a:chExt cx="641" cy="192"/>
              </a:xfrm>
            </p:grpSpPr>
            <p:sp>
              <p:nvSpPr>
                <p:cNvPr id="593978" name="Rectangle 58">
                  <a:extLst>
                    <a:ext uri="{FF2B5EF4-FFF2-40B4-BE49-F238E27FC236}">
                      <a16:creationId xmlns:a16="http://schemas.microsoft.com/office/drawing/2014/main" id="{549F424C-9820-41AC-9BBA-65F708E263E9}"/>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201 220 </a:t>
                  </a:r>
                  <a:r>
                    <a:rPr lang="zh-CN" altLang="en-US" sz="1700" b="1"/>
                    <a:t>－</a:t>
                  </a:r>
                  <a:endParaRPr lang="zh-CN" altLang="en-US" sz="1600">
                    <a:cs typeface="Arial" panose="020B0604020202020204" pitchFamily="34" charset="0"/>
                  </a:endParaRPr>
                </a:p>
              </p:txBody>
            </p:sp>
            <p:sp>
              <p:nvSpPr>
                <p:cNvPr id="593979" name="Line 59">
                  <a:extLst>
                    <a:ext uri="{FF2B5EF4-FFF2-40B4-BE49-F238E27FC236}">
                      <a16:creationId xmlns:a16="http://schemas.microsoft.com/office/drawing/2014/main" id="{9154338E-EA1A-48C1-8BFA-374E23291BD1}"/>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80" name="Line 60">
                  <a:extLst>
                    <a:ext uri="{FF2B5EF4-FFF2-40B4-BE49-F238E27FC236}">
                      <a16:creationId xmlns:a16="http://schemas.microsoft.com/office/drawing/2014/main" id="{1AFE9ED9-3EDD-4A6E-9C35-A5FF7D48CBE8}"/>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81" name="Line 61">
                  <a:extLst>
                    <a:ext uri="{FF2B5EF4-FFF2-40B4-BE49-F238E27FC236}">
                      <a16:creationId xmlns:a16="http://schemas.microsoft.com/office/drawing/2014/main" id="{B02D0A3E-7DA9-4B75-A176-A28ABE0767E5}"/>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3982" name="Group 62">
                <a:extLst>
                  <a:ext uri="{FF2B5EF4-FFF2-40B4-BE49-F238E27FC236}">
                    <a16:creationId xmlns:a16="http://schemas.microsoft.com/office/drawing/2014/main" id="{6EF92C9A-E756-4F3F-9F4D-D71CDDAC5A8D}"/>
                  </a:ext>
                </a:extLst>
              </p:cNvPr>
              <p:cNvGrpSpPr>
                <a:grpSpLocks/>
              </p:cNvGrpSpPr>
              <p:nvPr/>
            </p:nvGrpSpPr>
            <p:grpSpPr bwMode="auto">
              <a:xfrm>
                <a:off x="2071" y="1689"/>
                <a:ext cx="1169" cy="192"/>
                <a:chOff x="1056" y="2112"/>
                <a:chExt cx="1073" cy="192"/>
              </a:xfrm>
            </p:grpSpPr>
            <p:sp>
              <p:nvSpPr>
                <p:cNvPr id="593983" name="Rectangle 63">
                  <a:extLst>
                    <a:ext uri="{FF2B5EF4-FFF2-40B4-BE49-F238E27FC236}">
                      <a16:creationId xmlns:a16="http://schemas.microsoft.com/office/drawing/2014/main" id="{E7291EF6-A308-4F5C-BE71-825C0AC1654C}"/>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en-US" altLang="zh-CN" sz="1700" b="1">
                      <a:cs typeface="Arial" panose="020B0604020202020204" pitchFamily="34" charset="0"/>
                    </a:rPr>
                    <a:t>°  26   ° </a:t>
                  </a:r>
                  <a:r>
                    <a:rPr lang="en-US" altLang="zh-CN" sz="1700" b="1"/>
                    <a:t>140</a:t>
                  </a:r>
                  <a:r>
                    <a:rPr lang="en-US" altLang="zh-CN" sz="1400" b="1"/>
                    <a:t>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93984" name="Line 64">
                  <a:extLst>
                    <a:ext uri="{FF2B5EF4-FFF2-40B4-BE49-F238E27FC236}">
                      <a16:creationId xmlns:a16="http://schemas.microsoft.com/office/drawing/2014/main" id="{234A24F8-A61D-4683-8F8B-FAB197EE2961}"/>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85" name="Line 65">
                  <a:extLst>
                    <a:ext uri="{FF2B5EF4-FFF2-40B4-BE49-F238E27FC236}">
                      <a16:creationId xmlns:a16="http://schemas.microsoft.com/office/drawing/2014/main" id="{04BF92AD-FE16-4A9F-8163-B253AC646783}"/>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86" name="Line 66">
                  <a:extLst>
                    <a:ext uri="{FF2B5EF4-FFF2-40B4-BE49-F238E27FC236}">
                      <a16:creationId xmlns:a16="http://schemas.microsoft.com/office/drawing/2014/main" id="{9C9BF1D3-9763-478F-B9A3-90E65EF40189}"/>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87" name="Line 67">
                  <a:extLst>
                    <a:ext uri="{FF2B5EF4-FFF2-40B4-BE49-F238E27FC236}">
                      <a16:creationId xmlns:a16="http://schemas.microsoft.com/office/drawing/2014/main" id="{3604B49C-4D4A-41BB-B02D-E41DF4709482}"/>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3988" name="Line 68">
                <a:extLst>
                  <a:ext uri="{FF2B5EF4-FFF2-40B4-BE49-F238E27FC236}">
                    <a16:creationId xmlns:a16="http://schemas.microsoft.com/office/drawing/2014/main" id="{571B076F-F897-4526-9E09-B292DB7C4FA5}"/>
                  </a:ext>
                </a:extLst>
              </p:cNvPr>
              <p:cNvSpPr>
                <a:spLocks noChangeShapeType="1"/>
              </p:cNvSpPr>
              <p:nvPr/>
            </p:nvSpPr>
            <p:spPr bwMode="auto">
              <a:xfrm flipH="1">
                <a:off x="1015" y="1785"/>
                <a:ext cx="1200" cy="672"/>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89" name="Line 69">
                <a:extLst>
                  <a:ext uri="{FF2B5EF4-FFF2-40B4-BE49-F238E27FC236}">
                    <a16:creationId xmlns:a16="http://schemas.microsoft.com/office/drawing/2014/main" id="{24022B9E-6446-477C-8A2B-A9CC2EE35FC0}"/>
                  </a:ext>
                </a:extLst>
              </p:cNvPr>
              <p:cNvSpPr>
                <a:spLocks noChangeShapeType="1"/>
              </p:cNvSpPr>
              <p:nvPr/>
            </p:nvSpPr>
            <p:spPr bwMode="auto">
              <a:xfrm flipH="1">
                <a:off x="2359" y="1785"/>
                <a:ext cx="288" cy="672"/>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90" name="Line 70">
                <a:extLst>
                  <a:ext uri="{FF2B5EF4-FFF2-40B4-BE49-F238E27FC236}">
                    <a16:creationId xmlns:a16="http://schemas.microsoft.com/office/drawing/2014/main" id="{EC921159-0ECB-453E-9168-6118BD41111A}"/>
                  </a:ext>
                </a:extLst>
              </p:cNvPr>
              <p:cNvSpPr>
                <a:spLocks noChangeShapeType="1"/>
              </p:cNvSpPr>
              <p:nvPr/>
            </p:nvSpPr>
            <p:spPr bwMode="auto">
              <a:xfrm flipH="1">
                <a:off x="343" y="2601"/>
                <a:ext cx="624"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91" name="Line 71">
                <a:extLst>
                  <a:ext uri="{FF2B5EF4-FFF2-40B4-BE49-F238E27FC236}">
                    <a16:creationId xmlns:a16="http://schemas.microsoft.com/office/drawing/2014/main" id="{2CE9E68D-1C96-4F58-BA2E-0227E87C3611}"/>
                  </a:ext>
                </a:extLst>
              </p:cNvPr>
              <p:cNvSpPr>
                <a:spLocks noChangeShapeType="1"/>
              </p:cNvSpPr>
              <p:nvPr/>
            </p:nvSpPr>
            <p:spPr bwMode="auto">
              <a:xfrm flipH="1">
                <a:off x="1111" y="2601"/>
                <a:ext cx="336"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92" name="Line 72">
                <a:extLst>
                  <a:ext uri="{FF2B5EF4-FFF2-40B4-BE49-F238E27FC236}">
                    <a16:creationId xmlns:a16="http://schemas.microsoft.com/office/drawing/2014/main" id="{41ADE612-4B49-4EDD-9762-5B5D35A49161}"/>
                  </a:ext>
                </a:extLst>
              </p:cNvPr>
              <p:cNvSpPr>
                <a:spLocks noChangeShapeType="1"/>
              </p:cNvSpPr>
              <p:nvPr/>
            </p:nvSpPr>
            <p:spPr bwMode="auto">
              <a:xfrm flipH="1">
                <a:off x="1879" y="2553"/>
                <a:ext cx="432" cy="768"/>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93" name="Line 73">
                <a:extLst>
                  <a:ext uri="{FF2B5EF4-FFF2-40B4-BE49-F238E27FC236}">
                    <a16:creationId xmlns:a16="http://schemas.microsoft.com/office/drawing/2014/main" id="{F4229092-1257-4DA6-A414-25D1667DC3C5}"/>
                  </a:ext>
                </a:extLst>
              </p:cNvPr>
              <p:cNvSpPr>
                <a:spLocks noChangeShapeType="1"/>
              </p:cNvSpPr>
              <p:nvPr/>
            </p:nvSpPr>
            <p:spPr bwMode="auto">
              <a:xfrm flipH="1">
                <a:off x="2695" y="2601"/>
                <a:ext cx="192"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94" name="Line 74">
                <a:extLst>
                  <a:ext uri="{FF2B5EF4-FFF2-40B4-BE49-F238E27FC236}">
                    <a16:creationId xmlns:a16="http://schemas.microsoft.com/office/drawing/2014/main" id="{991459B6-5224-4C4A-91C8-70E9CEF8C3BC}"/>
                  </a:ext>
                </a:extLst>
              </p:cNvPr>
              <p:cNvSpPr>
                <a:spLocks noChangeShapeType="1"/>
              </p:cNvSpPr>
              <p:nvPr/>
            </p:nvSpPr>
            <p:spPr bwMode="auto">
              <a:xfrm>
                <a:off x="3319" y="2601"/>
                <a:ext cx="96"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95" name="Line 75">
                <a:extLst>
                  <a:ext uri="{FF2B5EF4-FFF2-40B4-BE49-F238E27FC236}">
                    <a16:creationId xmlns:a16="http://schemas.microsoft.com/office/drawing/2014/main" id="{8F4803AF-1F20-47FC-8B0E-A4F7C4DC83C2}"/>
                  </a:ext>
                </a:extLst>
              </p:cNvPr>
              <p:cNvSpPr>
                <a:spLocks noChangeShapeType="1"/>
              </p:cNvSpPr>
              <p:nvPr/>
            </p:nvSpPr>
            <p:spPr bwMode="auto">
              <a:xfrm>
                <a:off x="3943" y="2553"/>
                <a:ext cx="336" cy="768"/>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96" name="Line 76">
                <a:extLst>
                  <a:ext uri="{FF2B5EF4-FFF2-40B4-BE49-F238E27FC236}">
                    <a16:creationId xmlns:a16="http://schemas.microsoft.com/office/drawing/2014/main" id="{7888BA20-9C37-4F2C-B9F1-1F8B83F29A67}"/>
                  </a:ext>
                </a:extLst>
              </p:cNvPr>
              <p:cNvSpPr>
                <a:spLocks noChangeShapeType="1"/>
              </p:cNvSpPr>
              <p:nvPr/>
            </p:nvSpPr>
            <p:spPr bwMode="auto">
              <a:xfrm>
                <a:off x="4375" y="2601"/>
                <a:ext cx="624"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97" name="Line 77">
                <a:extLst>
                  <a:ext uri="{FF2B5EF4-FFF2-40B4-BE49-F238E27FC236}">
                    <a16:creationId xmlns:a16="http://schemas.microsoft.com/office/drawing/2014/main" id="{D52F0554-A400-40BF-A137-A9AE60A5B32F}"/>
                  </a:ext>
                </a:extLst>
              </p:cNvPr>
              <p:cNvSpPr>
                <a:spLocks noChangeShapeType="1"/>
              </p:cNvSpPr>
              <p:nvPr/>
            </p:nvSpPr>
            <p:spPr bwMode="auto">
              <a:xfrm>
                <a:off x="3127" y="1833"/>
                <a:ext cx="816" cy="624"/>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593998" name="Rectangle 78">
            <a:extLst>
              <a:ext uri="{FF2B5EF4-FFF2-40B4-BE49-F238E27FC236}">
                <a16:creationId xmlns:a16="http://schemas.microsoft.com/office/drawing/2014/main" id="{D69134B9-8D65-4A21-B722-CE440B2B68F7}"/>
              </a:ext>
            </a:extLst>
          </p:cNvPr>
          <p:cNvSpPr>
            <a:spLocks noChangeArrowheads="1"/>
          </p:cNvSpPr>
          <p:nvPr/>
        </p:nvSpPr>
        <p:spPr bwMode="auto">
          <a:xfrm>
            <a:off x="7542213" y="3716338"/>
            <a:ext cx="10620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r>
              <a:rPr lang="en-US" altLang="zh-CN" sz="2800" b="1">
                <a:solidFill>
                  <a:srgbClr val="660066"/>
                </a:solidFill>
                <a:effectLst>
                  <a:outerShdw blurRad="38100" dist="38100" dir="2700000" algn="tl">
                    <a:srgbClr val="C0C0C0"/>
                  </a:outerShdw>
                </a:effectLst>
              </a:rPr>
              <a:t>B-</a:t>
            </a:r>
            <a:r>
              <a:rPr lang="zh-CN" altLang="en-US" sz="2800" b="1">
                <a:solidFill>
                  <a:srgbClr val="660066"/>
                </a:solidFill>
                <a:effectLst>
                  <a:outerShdw blurRad="38100" dist="38100" dir="2700000" algn="tl">
                    <a:srgbClr val="C0C0C0"/>
                  </a:outerShdw>
                </a:effectLst>
              </a:rPr>
              <a:t>树</a:t>
            </a:r>
          </a:p>
        </p:txBody>
      </p:sp>
      <p:grpSp>
        <p:nvGrpSpPr>
          <p:cNvPr id="593999" name="Group 79">
            <a:extLst>
              <a:ext uri="{FF2B5EF4-FFF2-40B4-BE49-F238E27FC236}">
                <a16:creationId xmlns:a16="http://schemas.microsoft.com/office/drawing/2014/main" id="{F68E4793-163D-4E77-9CE1-58153F7A3439}"/>
              </a:ext>
            </a:extLst>
          </p:cNvPr>
          <p:cNvGrpSpPr>
            <a:grpSpLocks/>
          </p:cNvGrpSpPr>
          <p:nvPr/>
        </p:nvGrpSpPr>
        <p:grpSpPr bwMode="auto">
          <a:xfrm>
            <a:off x="285750" y="260350"/>
            <a:ext cx="8561388" cy="2895600"/>
            <a:chOff x="180" y="1488"/>
            <a:chExt cx="5393" cy="1824"/>
          </a:xfrm>
        </p:grpSpPr>
        <p:grpSp>
          <p:nvGrpSpPr>
            <p:cNvPr id="594000" name="Group 80">
              <a:extLst>
                <a:ext uri="{FF2B5EF4-FFF2-40B4-BE49-F238E27FC236}">
                  <a16:creationId xmlns:a16="http://schemas.microsoft.com/office/drawing/2014/main" id="{F382D3DE-0859-4208-AEB3-6ED99CC8A48B}"/>
                </a:ext>
              </a:extLst>
            </p:cNvPr>
            <p:cNvGrpSpPr>
              <a:grpSpLocks/>
            </p:cNvGrpSpPr>
            <p:nvPr/>
          </p:nvGrpSpPr>
          <p:grpSpPr bwMode="auto">
            <a:xfrm>
              <a:off x="4932" y="3120"/>
              <a:ext cx="641" cy="192"/>
              <a:chOff x="1056" y="2976"/>
              <a:chExt cx="641" cy="192"/>
            </a:xfrm>
          </p:grpSpPr>
          <p:sp>
            <p:nvSpPr>
              <p:cNvPr id="594001" name="Rectangle 81">
                <a:extLst>
                  <a:ext uri="{FF2B5EF4-FFF2-40B4-BE49-F238E27FC236}">
                    <a16:creationId xmlns:a16="http://schemas.microsoft.com/office/drawing/2014/main" id="{B2929E8C-ABD0-4B6C-9EFE-902424D6D783}"/>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zh-CN" altLang="en-US" sz="1600"/>
                  <a:t>　　</a:t>
                </a:r>
                <a:r>
                  <a:rPr lang="en-US" altLang="zh-CN" sz="1400" b="1"/>
                  <a:t>180 </a:t>
                </a:r>
                <a:r>
                  <a:rPr lang="en-US" altLang="zh-CN" sz="1400" b="1">
                    <a:cs typeface="Arial" panose="020B0604020202020204" pitchFamily="34" charset="0"/>
                  </a:rPr>
                  <a:t>201 220</a:t>
                </a:r>
                <a:r>
                  <a:rPr lang="zh-CN" altLang="en-US" sz="1400" b="1"/>
                  <a:t>　</a:t>
                </a:r>
                <a:r>
                  <a:rPr lang="zh-CN" altLang="en-US" sz="1600" b="1">
                    <a:cs typeface="Arial" panose="020B0604020202020204" pitchFamily="34" charset="0"/>
                  </a:rPr>
                  <a:t> </a:t>
                </a:r>
                <a:r>
                  <a:rPr lang="zh-CN" altLang="en-US" sz="1600" b="1"/>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4002" name="Line 82">
                <a:extLst>
                  <a:ext uri="{FF2B5EF4-FFF2-40B4-BE49-F238E27FC236}">
                    <a16:creationId xmlns:a16="http://schemas.microsoft.com/office/drawing/2014/main" id="{86E81188-EE59-4394-B8AD-499FEC701125}"/>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03" name="Line 83">
                <a:extLst>
                  <a:ext uri="{FF2B5EF4-FFF2-40B4-BE49-F238E27FC236}">
                    <a16:creationId xmlns:a16="http://schemas.microsoft.com/office/drawing/2014/main" id="{C227E5BA-6531-4834-82DF-738AB9EB5CB9}"/>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04" name="Line 84">
                <a:extLst>
                  <a:ext uri="{FF2B5EF4-FFF2-40B4-BE49-F238E27FC236}">
                    <a16:creationId xmlns:a16="http://schemas.microsoft.com/office/drawing/2014/main" id="{A685C5B5-1FA3-4A09-8E64-6FF961814249}"/>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4005" name="Group 85">
              <a:extLst>
                <a:ext uri="{FF2B5EF4-FFF2-40B4-BE49-F238E27FC236}">
                  <a16:creationId xmlns:a16="http://schemas.microsoft.com/office/drawing/2014/main" id="{33588F3C-2893-47D5-8CF3-F2412356BA6E}"/>
                </a:ext>
              </a:extLst>
            </p:cNvPr>
            <p:cNvGrpSpPr>
              <a:grpSpLocks/>
            </p:cNvGrpSpPr>
            <p:nvPr/>
          </p:nvGrpSpPr>
          <p:grpSpPr bwMode="auto">
            <a:xfrm>
              <a:off x="996" y="2256"/>
              <a:ext cx="1073" cy="192"/>
              <a:chOff x="960" y="1824"/>
              <a:chExt cx="1073" cy="192"/>
            </a:xfrm>
          </p:grpSpPr>
          <p:sp>
            <p:nvSpPr>
              <p:cNvPr id="594006" name="Rectangle 86">
                <a:extLst>
                  <a:ext uri="{FF2B5EF4-FFF2-40B4-BE49-F238E27FC236}">
                    <a16:creationId xmlns:a16="http://schemas.microsoft.com/office/drawing/2014/main" id="{1C875B45-52F8-4BE0-A12C-789E691107C8}"/>
                  </a:ext>
                </a:extLst>
              </p:cNvPr>
              <p:cNvSpPr>
                <a:spLocks noChangeArrowheads="1"/>
              </p:cNvSpPr>
              <p:nvPr/>
            </p:nvSpPr>
            <p:spPr bwMode="auto">
              <a:xfrm>
                <a:off x="96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9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4007" name="Line 87">
                <a:extLst>
                  <a:ext uri="{FF2B5EF4-FFF2-40B4-BE49-F238E27FC236}">
                    <a16:creationId xmlns:a16="http://schemas.microsoft.com/office/drawing/2014/main" id="{5549EF0D-4D5F-4D2A-9BEB-D0BD8DC3EAFA}"/>
                  </a:ext>
                </a:extLst>
              </p:cNvPr>
              <p:cNvSpPr>
                <a:spLocks noChangeShapeType="1"/>
              </p:cNvSpPr>
              <p:nvPr/>
            </p:nvSpPr>
            <p:spPr bwMode="auto">
              <a:xfrm>
                <a:off x="11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08" name="Line 88">
                <a:extLst>
                  <a:ext uri="{FF2B5EF4-FFF2-40B4-BE49-F238E27FC236}">
                    <a16:creationId xmlns:a16="http://schemas.microsoft.com/office/drawing/2014/main" id="{AFA567DC-17C1-4F63-AE79-B318BDDAED23}"/>
                  </a:ext>
                </a:extLst>
              </p:cNvPr>
              <p:cNvSpPr>
                <a:spLocks noChangeShapeType="1"/>
              </p:cNvSpPr>
              <p:nvPr/>
            </p:nvSpPr>
            <p:spPr bwMode="auto">
              <a:xfrm>
                <a:off x="13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09" name="Line 89">
                <a:extLst>
                  <a:ext uri="{FF2B5EF4-FFF2-40B4-BE49-F238E27FC236}">
                    <a16:creationId xmlns:a16="http://schemas.microsoft.com/office/drawing/2014/main" id="{D661ACF3-4FAF-4D93-B0DD-7FC48F0648FA}"/>
                  </a:ext>
                </a:extLst>
              </p:cNvPr>
              <p:cNvSpPr>
                <a:spLocks noChangeShapeType="1"/>
              </p:cNvSpPr>
              <p:nvPr/>
            </p:nvSpPr>
            <p:spPr bwMode="auto">
              <a:xfrm>
                <a:off x="158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10" name="Line 90">
                <a:extLst>
                  <a:ext uri="{FF2B5EF4-FFF2-40B4-BE49-F238E27FC236}">
                    <a16:creationId xmlns:a16="http://schemas.microsoft.com/office/drawing/2014/main" id="{8701C167-7A23-4B3C-A474-D614F11EAFAA}"/>
                  </a:ext>
                </a:extLst>
              </p:cNvPr>
              <p:cNvSpPr>
                <a:spLocks noChangeShapeType="1"/>
              </p:cNvSpPr>
              <p:nvPr/>
            </p:nvSpPr>
            <p:spPr bwMode="auto">
              <a:xfrm>
                <a:off x="18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4011" name="Group 91">
              <a:extLst>
                <a:ext uri="{FF2B5EF4-FFF2-40B4-BE49-F238E27FC236}">
                  <a16:creationId xmlns:a16="http://schemas.microsoft.com/office/drawing/2014/main" id="{CC54D273-642B-4F94-BCCD-C73CF8D5C45A}"/>
                </a:ext>
              </a:extLst>
            </p:cNvPr>
            <p:cNvGrpSpPr>
              <a:grpSpLocks/>
            </p:cNvGrpSpPr>
            <p:nvPr/>
          </p:nvGrpSpPr>
          <p:grpSpPr bwMode="auto">
            <a:xfrm>
              <a:off x="2436" y="2256"/>
              <a:ext cx="1073" cy="192"/>
              <a:chOff x="2400" y="1824"/>
              <a:chExt cx="1073" cy="192"/>
            </a:xfrm>
          </p:grpSpPr>
          <p:sp>
            <p:nvSpPr>
              <p:cNvPr id="594012" name="Rectangle 92">
                <a:extLst>
                  <a:ext uri="{FF2B5EF4-FFF2-40B4-BE49-F238E27FC236}">
                    <a16:creationId xmlns:a16="http://schemas.microsoft.com/office/drawing/2014/main" id="{6375F965-2032-4923-9803-1251E7C6E5DA}"/>
                  </a:ext>
                </a:extLst>
              </p:cNvPr>
              <p:cNvSpPr>
                <a:spLocks noChangeArrowheads="1"/>
              </p:cNvSpPr>
              <p:nvPr/>
            </p:nvSpPr>
            <p:spPr bwMode="auto">
              <a:xfrm>
                <a:off x="240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 </a:t>
                </a:r>
                <a:r>
                  <a:rPr lang="en-US" altLang="zh-CN" sz="1400" b="1"/>
                  <a:t>99</a:t>
                </a:r>
                <a:r>
                  <a:rPr lang="zh-CN" altLang="en-US" sz="1400" b="1"/>
                  <a:t>　</a:t>
                </a:r>
                <a:r>
                  <a:rPr lang="en-US" altLang="zh-CN" sz="1600" b="1">
                    <a:cs typeface="Arial" panose="020B0604020202020204" pitchFamily="34" charset="0"/>
                  </a:rPr>
                  <a:t>°</a:t>
                </a:r>
                <a:r>
                  <a:rPr lang="en-US" altLang="zh-CN" sz="1600">
                    <a:ea typeface="Arial Unicode MS" panose="020B0604020202020204" pitchFamily="34" charset="-122"/>
                    <a:cs typeface="Arial Unicode MS" panose="020B0604020202020204" pitchFamily="34" charset="-122"/>
                  </a:rPr>
                  <a:t> </a:t>
                </a:r>
              </a:p>
            </p:txBody>
          </p:sp>
          <p:sp>
            <p:nvSpPr>
              <p:cNvPr id="594013" name="Line 93">
                <a:extLst>
                  <a:ext uri="{FF2B5EF4-FFF2-40B4-BE49-F238E27FC236}">
                    <a16:creationId xmlns:a16="http://schemas.microsoft.com/office/drawing/2014/main" id="{6DCDDC20-D0CE-49DA-86D6-C3797C2E6103}"/>
                  </a:ext>
                </a:extLst>
              </p:cNvPr>
              <p:cNvSpPr>
                <a:spLocks noChangeShapeType="1"/>
              </p:cNvSpPr>
              <p:nvPr/>
            </p:nvSpPr>
            <p:spPr bwMode="auto">
              <a:xfrm>
                <a:off x="25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14" name="Line 94">
                <a:extLst>
                  <a:ext uri="{FF2B5EF4-FFF2-40B4-BE49-F238E27FC236}">
                    <a16:creationId xmlns:a16="http://schemas.microsoft.com/office/drawing/2014/main" id="{215A28B7-5E3E-4F73-B749-75F980AAA445}"/>
                  </a:ext>
                </a:extLst>
              </p:cNvPr>
              <p:cNvSpPr>
                <a:spLocks noChangeShapeType="1"/>
              </p:cNvSpPr>
              <p:nvPr/>
            </p:nvSpPr>
            <p:spPr bwMode="auto">
              <a:xfrm>
                <a:off x="283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15" name="Line 95">
                <a:extLst>
                  <a:ext uri="{FF2B5EF4-FFF2-40B4-BE49-F238E27FC236}">
                    <a16:creationId xmlns:a16="http://schemas.microsoft.com/office/drawing/2014/main" id="{CE478A4F-ED34-439A-8B32-CAC1D0F3D138}"/>
                  </a:ext>
                </a:extLst>
              </p:cNvPr>
              <p:cNvSpPr>
                <a:spLocks noChangeShapeType="1"/>
              </p:cNvSpPr>
              <p:nvPr/>
            </p:nvSpPr>
            <p:spPr bwMode="auto">
              <a:xfrm>
                <a:off x="30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16" name="Line 96">
                <a:extLst>
                  <a:ext uri="{FF2B5EF4-FFF2-40B4-BE49-F238E27FC236}">
                    <a16:creationId xmlns:a16="http://schemas.microsoft.com/office/drawing/2014/main" id="{4F21112F-A616-4068-BE60-4529E425722A}"/>
                  </a:ext>
                </a:extLst>
              </p:cNvPr>
              <p:cNvSpPr>
                <a:spLocks noChangeShapeType="1"/>
              </p:cNvSpPr>
              <p:nvPr/>
            </p:nvSpPr>
            <p:spPr bwMode="auto">
              <a:xfrm>
                <a:off x="326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4017" name="Group 97">
              <a:extLst>
                <a:ext uri="{FF2B5EF4-FFF2-40B4-BE49-F238E27FC236}">
                  <a16:creationId xmlns:a16="http://schemas.microsoft.com/office/drawing/2014/main" id="{0D62C855-7CE3-4980-A735-86A6860BE1C8}"/>
                </a:ext>
              </a:extLst>
            </p:cNvPr>
            <p:cNvGrpSpPr>
              <a:grpSpLocks/>
            </p:cNvGrpSpPr>
            <p:nvPr/>
          </p:nvGrpSpPr>
          <p:grpSpPr bwMode="auto">
            <a:xfrm>
              <a:off x="3924" y="2256"/>
              <a:ext cx="1073" cy="192"/>
              <a:chOff x="3888" y="1824"/>
              <a:chExt cx="1073" cy="192"/>
            </a:xfrm>
          </p:grpSpPr>
          <p:sp>
            <p:nvSpPr>
              <p:cNvPr id="594018" name="Rectangle 98">
                <a:extLst>
                  <a:ext uri="{FF2B5EF4-FFF2-40B4-BE49-F238E27FC236}">
                    <a16:creationId xmlns:a16="http://schemas.microsoft.com/office/drawing/2014/main" id="{C3A11FC1-2DA2-4209-B8FA-4D9A61A860F1}"/>
                  </a:ext>
                </a:extLst>
              </p:cNvPr>
              <p:cNvSpPr>
                <a:spLocks noChangeArrowheads="1"/>
              </p:cNvSpPr>
              <p:nvPr/>
            </p:nvSpPr>
            <p:spPr bwMode="auto">
              <a:xfrm>
                <a:off x="3888"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a:t>
                </a:r>
                <a:r>
                  <a:rPr lang="en-US" altLang="zh-CN" sz="1400" b="1">
                    <a:cs typeface="Arial" panose="020B0604020202020204" pitchFamily="34" charset="0"/>
                  </a:rPr>
                  <a:t>180</a:t>
                </a:r>
                <a:r>
                  <a:rPr lang="en-US" altLang="zh-CN" sz="1600" b="1">
                    <a:cs typeface="Arial" panose="020B0604020202020204" pitchFamily="34" charset="0"/>
                  </a:rPr>
                  <a:t>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4019" name="Line 99">
                <a:extLst>
                  <a:ext uri="{FF2B5EF4-FFF2-40B4-BE49-F238E27FC236}">
                    <a16:creationId xmlns:a16="http://schemas.microsoft.com/office/drawing/2014/main" id="{E4888EBF-8833-4901-BC18-2BC5123CF5A2}"/>
                  </a:ext>
                </a:extLst>
              </p:cNvPr>
              <p:cNvSpPr>
                <a:spLocks noChangeShapeType="1"/>
              </p:cNvSpPr>
              <p:nvPr/>
            </p:nvSpPr>
            <p:spPr bwMode="auto">
              <a:xfrm>
                <a:off x="408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20" name="Line 100">
                <a:extLst>
                  <a:ext uri="{FF2B5EF4-FFF2-40B4-BE49-F238E27FC236}">
                    <a16:creationId xmlns:a16="http://schemas.microsoft.com/office/drawing/2014/main" id="{A50DE6B3-5A99-477D-9F6C-A6E88658179E}"/>
                  </a:ext>
                </a:extLst>
              </p:cNvPr>
              <p:cNvSpPr>
                <a:spLocks noChangeShapeType="1"/>
              </p:cNvSpPr>
              <p:nvPr/>
            </p:nvSpPr>
            <p:spPr bwMode="auto">
              <a:xfrm>
                <a:off x="432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21" name="Line 101">
                <a:extLst>
                  <a:ext uri="{FF2B5EF4-FFF2-40B4-BE49-F238E27FC236}">
                    <a16:creationId xmlns:a16="http://schemas.microsoft.com/office/drawing/2014/main" id="{986E448F-9FC5-4474-A907-EEF4618F980B}"/>
                  </a:ext>
                </a:extLst>
              </p:cNvPr>
              <p:cNvSpPr>
                <a:spLocks noChangeShapeType="1"/>
              </p:cNvSpPr>
              <p:nvPr/>
            </p:nvSpPr>
            <p:spPr bwMode="auto">
              <a:xfrm>
                <a:off x="451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22" name="Line 102">
                <a:extLst>
                  <a:ext uri="{FF2B5EF4-FFF2-40B4-BE49-F238E27FC236}">
                    <a16:creationId xmlns:a16="http://schemas.microsoft.com/office/drawing/2014/main" id="{461A3B50-10FC-4AE8-BA61-0882D1A027C8}"/>
                  </a:ext>
                </a:extLst>
              </p:cNvPr>
              <p:cNvSpPr>
                <a:spLocks noChangeShapeType="1"/>
              </p:cNvSpPr>
              <p:nvPr/>
            </p:nvSpPr>
            <p:spPr bwMode="auto">
              <a:xfrm>
                <a:off x="47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4023" name="Group 103">
              <a:extLst>
                <a:ext uri="{FF2B5EF4-FFF2-40B4-BE49-F238E27FC236}">
                  <a16:creationId xmlns:a16="http://schemas.microsoft.com/office/drawing/2014/main" id="{A8529521-B9FA-4F0A-8A31-89A9DD267D65}"/>
                </a:ext>
              </a:extLst>
            </p:cNvPr>
            <p:cNvGrpSpPr>
              <a:grpSpLocks/>
            </p:cNvGrpSpPr>
            <p:nvPr/>
          </p:nvGrpSpPr>
          <p:grpSpPr bwMode="auto">
            <a:xfrm>
              <a:off x="1092" y="3120"/>
              <a:ext cx="641" cy="192"/>
              <a:chOff x="1056" y="2976"/>
              <a:chExt cx="641" cy="192"/>
            </a:xfrm>
          </p:grpSpPr>
          <p:sp>
            <p:nvSpPr>
              <p:cNvPr id="594024" name="Rectangle 104">
                <a:extLst>
                  <a:ext uri="{FF2B5EF4-FFF2-40B4-BE49-F238E27FC236}">
                    <a16:creationId xmlns:a16="http://schemas.microsoft.com/office/drawing/2014/main" id="{7575E332-EC68-493A-9022-95E93783F5FB}"/>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9</a:t>
                </a:r>
                <a:r>
                  <a:rPr lang="en-US" altLang="zh-CN" sz="1600" b="1">
                    <a:cs typeface="Arial" panose="020B0604020202020204" pitchFamily="34" charset="0"/>
                  </a:rPr>
                  <a:t>   </a:t>
                </a:r>
                <a:r>
                  <a:rPr lang="en-US" altLang="zh-CN" sz="1400" b="1"/>
                  <a:t>15</a:t>
                </a:r>
                <a:r>
                  <a:rPr lang="en-US" altLang="zh-CN" sz="1600" b="1">
                    <a:cs typeface="Arial" panose="020B0604020202020204" pitchFamily="34" charset="0"/>
                  </a:rPr>
                  <a:t>   </a:t>
                </a:r>
                <a:r>
                  <a:rPr lang="zh-CN" altLang="en-US" sz="14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4025" name="Line 105">
                <a:extLst>
                  <a:ext uri="{FF2B5EF4-FFF2-40B4-BE49-F238E27FC236}">
                    <a16:creationId xmlns:a16="http://schemas.microsoft.com/office/drawing/2014/main" id="{7136718C-64E7-40FF-8578-F1F5CEF0D340}"/>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26" name="Line 106">
                <a:extLst>
                  <a:ext uri="{FF2B5EF4-FFF2-40B4-BE49-F238E27FC236}">
                    <a16:creationId xmlns:a16="http://schemas.microsoft.com/office/drawing/2014/main" id="{1389DD85-59D5-4069-86C7-61040F59D93C}"/>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27" name="Line 107">
                <a:extLst>
                  <a:ext uri="{FF2B5EF4-FFF2-40B4-BE49-F238E27FC236}">
                    <a16:creationId xmlns:a16="http://schemas.microsoft.com/office/drawing/2014/main" id="{84AD804B-C7DF-44A5-9C5D-DC6095C67C94}"/>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4028" name="Group 108">
              <a:extLst>
                <a:ext uri="{FF2B5EF4-FFF2-40B4-BE49-F238E27FC236}">
                  <a16:creationId xmlns:a16="http://schemas.microsoft.com/office/drawing/2014/main" id="{3EA5C516-BD4D-4754-A6AD-541D01B30B9F}"/>
                </a:ext>
              </a:extLst>
            </p:cNvPr>
            <p:cNvGrpSpPr>
              <a:grpSpLocks/>
            </p:cNvGrpSpPr>
            <p:nvPr/>
          </p:nvGrpSpPr>
          <p:grpSpPr bwMode="auto">
            <a:xfrm>
              <a:off x="2676" y="3120"/>
              <a:ext cx="641" cy="192"/>
              <a:chOff x="1056" y="2976"/>
              <a:chExt cx="641" cy="192"/>
            </a:xfrm>
          </p:grpSpPr>
          <p:sp>
            <p:nvSpPr>
              <p:cNvPr id="594029" name="Rectangle 109">
                <a:extLst>
                  <a:ext uri="{FF2B5EF4-FFF2-40B4-BE49-F238E27FC236}">
                    <a16:creationId xmlns:a16="http://schemas.microsoft.com/office/drawing/2014/main" id="{370DCB9C-068A-4E51-9AE8-C9172589343E}"/>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a:t>
                </a:r>
                <a:r>
                  <a:rPr lang="en-US" altLang="zh-CN" sz="1400" b="1"/>
                  <a:t>85</a:t>
                </a:r>
                <a:r>
                  <a:rPr lang="en-US" altLang="zh-CN" sz="1600" b="1">
                    <a:cs typeface="Arial" panose="020B0604020202020204" pitchFamily="34" charset="0"/>
                  </a:rPr>
                  <a:t>   </a:t>
                </a:r>
                <a:r>
                  <a:rPr lang="zh-CN" altLang="en-US" sz="1400" b="1"/>
                  <a:t>－</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4030" name="Line 110">
                <a:extLst>
                  <a:ext uri="{FF2B5EF4-FFF2-40B4-BE49-F238E27FC236}">
                    <a16:creationId xmlns:a16="http://schemas.microsoft.com/office/drawing/2014/main" id="{E16233F1-B20B-4D3B-86CA-00F3EC2898B9}"/>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31" name="Line 111">
                <a:extLst>
                  <a:ext uri="{FF2B5EF4-FFF2-40B4-BE49-F238E27FC236}">
                    <a16:creationId xmlns:a16="http://schemas.microsoft.com/office/drawing/2014/main" id="{05FEE65C-22E4-475C-A68C-27B5A1132EDC}"/>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32" name="Line 112">
                <a:extLst>
                  <a:ext uri="{FF2B5EF4-FFF2-40B4-BE49-F238E27FC236}">
                    <a16:creationId xmlns:a16="http://schemas.microsoft.com/office/drawing/2014/main" id="{1C33C8F9-99AA-4E4D-A2EF-A1A660044920}"/>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4033" name="Group 113">
              <a:extLst>
                <a:ext uri="{FF2B5EF4-FFF2-40B4-BE49-F238E27FC236}">
                  <a16:creationId xmlns:a16="http://schemas.microsoft.com/office/drawing/2014/main" id="{9E333BA2-FF1E-4A0D-9FA0-27482B3D79B7}"/>
                </a:ext>
              </a:extLst>
            </p:cNvPr>
            <p:cNvGrpSpPr>
              <a:grpSpLocks/>
            </p:cNvGrpSpPr>
            <p:nvPr/>
          </p:nvGrpSpPr>
          <p:grpSpPr bwMode="auto">
            <a:xfrm>
              <a:off x="4260" y="3120"/>
              <a:ext cx="641" cy="192"/>
              <a:chOff x="1056" y="2976"/>
              <a:chExt cx="641" cy="192"/>
            </a:xfrm>
          </p:grpSpPr>
          <p:sp>
            <p:nvSpPr>
              <p:cNvPr id="594034" name="Rectangle 114">
                <a:extLst>
                  <a:ext uri="{FF2B5EF4-FFF2-40B4-BE49-F238E27FC236}">
                    <a16:creationId xmlns:a16="http://schemas.microsoft.com/office/drawing/2014/main" id="{5308CC3E-7962-4BE2-8577-586334BA27E2}"/>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140</a:t>
                </a:r>
                <a:r>
                  <a:rPr lang="en-US" altLang="zh-CN" sz="1600" b="1">
                    <a:cs typeface="Arial" panose="020B0604020202020204" pitchFamily="34" charset="0"/>
                  </a:rPr>
                  <a:t>  </a:t>
                </a:r>
                <a:r>
                  <a:rPr lang="en-US" altLang="zh-CN" sz="1400" b="1"/>
                  <a:t>159</a:t>
                </a:r>
                <a:r>
                  <a:rPr lang="en-US" altLang="zh-CN" sz="1600" b="1">
                    <a:cs typeface="Arial" panose="020B0604020202020204" pitchFamily="34" charset="0"/>
                  </a:rPr>
                  <a:t>  </a:t>
                </a:r>
                <a:r>
                  <a:rPr lang="zh-CN" altLang="en-US" sz="1400" b="1"/>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4035" name="Line 115">
                <a:extLst>
                  <a:ext uri="{FF2B5EF4-FFF2-40B4-BE49-F238E27FC236}">
                    <a16:creationId xmlns:a16="http://schemas.microsoft.com/office/drawing/2014/main" id="{7779CF5E-CCB5-4E76-80F6-55B9B193DE4C}"/>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36" name="Line 116">
                <a:extLst>
                  <a:ext uri="{FF2B5EF4-FFF2-40B4-BE49-F238E27FC236}">
                    <a16:creationId xmlns:a16="http://schemas.microsoft.com/office/drawing/2014/main" id="{956BDE35-22D3-4784-B129-163C1287F8C9}"/>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37" name="Line 117">
                <a:extLst>
                  <a:ext uri="{FF2B5EF4-FFF2-40B4-BE49-F238E27FC236}">
                    <a16:creationId xmlns:a16="http://schemas.microsoft.com/office/drawing/2014/main" id="{6DF7B530-983B-47FF-B32F-2B20C65A288E}"/>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4038" name="Group 118">
              <a:extLst>
                <a:ext uri="{FF2B5EF4-FFF2-40B4-BE49-F238E27FC236}">
                  <a16:creationId xmlns:a16="http://schemas.microsoft.com/office/drawing/2014/main" id="{E6E57F24-2B9E-4FFD-86A9-52580155B3B1}"/>
                </a:ext>
              </a:extLst>
            </p:cNvPr>
            <p:cNvGrpSpPr>
              <a:grpSpLocks/>
            </p:cNvGrpSpPr>
            <p:nvPr/>
          </p:nvGrpSpPr>
          <p:grpSpPr bwMode="auto">
            <a:xfrm>
              <a:off x="2244" y="1488"/>
              <a:ext cx="1073" cy="192"/>
              <a:chOff x="2208" y="1056"/>
              <a:chExt cx="1073" cy="192"/>
            </a:xfrm>
          </p:grpSpPr>
          <p:sp>
            <p:nvSpPr>
              <p:cNvPr id="594039" name="Rectangle 119">
                <a:extLst>
                  <a:ext uri="{FF2B5EF4-FFF2-40B4-BE49-F238E27FC236}">
                    <a16:creationId xmlns:a16="http://schemas.microsoft.com/office/drawing/2014/main" id="{23B3ED55-F6AA-41AD-8FF3-AC24433E20D9}"/>
                  </a:ext>
                </a:extLst>
              </p:cNvPr>
              <p:cNvSpPr>
                <a:spLocks noChangeArrowheads="1"/>
              </p:cNvSpPr>
              <p:nvPr/>
            </p:nvSpPr>
            <p:spPr bwMode="auto">
              <a:xfrm>
                <a:off x="2208" y="1056"/>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26</a:t>
                </a:r>
                <a:r>
                  <a:rPr lang="en-US" altLang="zh-CN" sz="1600" b="1">
                    <a:cs typeface="Arial" panose="020B0604020202020204" pitchFamily="34" charset="0"/>
                  </a:rPr>
                  <a:t>   ° </a:t>
                </a:r>
                <a:r>
                  <a:rPr lang="en-US" altLang="zh-CN" sz="1400" b="1"/>
                  <a:t>140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94040" name="Line 120">
                <a:extLst>
                  <a:ext uri="{FF2B5EF4-FFF2-40B4-BE49-F238E27FC236}">
                    <a16:creationId xmlns:a16="http://schemas.microsoft.com/office/drawing/2014/main" id="{025DABE4-49EC-451A-98C1-4C21DC513B5D}"/>
                  </a:ext>
                </a:extLst>
              </p:cNvPr>
              <p:cNvSpPr>
                <a:spLocks noChangeShapeType="1"/>
              </p:cNvSpPr>
              <p:nvPr/>
            </p:nvSpPr>
            <p:spPr bwMode="auto">
              <a:xfrm>
                <a:off x="240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41" name="Line 121">
                <a:extLst>
                  <a:ext uri="{FF2B5EF4-FFF2-40B4-BE49-F238E27FC236}">
                    <a16:creationId xmlns:a16="http://schemas.microsoft.com/office/drawing/2014/main" id="{C4008D8B-1AFD-44F6-B8C0-BA41848B9650}"/>
                  </a:ext>
                </a:extLst>
              </p:cNvPr>
              <p:cNvSpPr>
                <a:spLocks noChangeShapeType="1"/>
              </p:cNvSpPr>
              <p:nvPr/>
            </p:nvSpPr>
            <p:spPr bwMode="auto">
              <a:xfrm>
                <a:off x="264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42" name="Line 122">
                <a:extLst>
                  <a:ext uri="{FF2B5EF4-FFF2-40B4-BE49-F238E27FC236}">
                    <a16:creationId xmlns:a16="http://schemas.microsoft.com/office/drawing/2014/main" id="{5AAAFCE6-4653-4E89-8B1E-A0BBD93EAAE2}"/>
                  </a:ext>
                </a:extLst>
              </p:cNvPr>
              <p:cNvSpPr>
                <a:spLocks noChangeShapeType="1"/>
              </p:cNvSpPr>
              <p:nvPr/>
            </p:nvSpPr>
            <p:spPr bwMode="auto">
              <a:xfrm>
                <a:off x="283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43" name="Line 123">
                <a:extLst>
                  <a:ext uri="{FF2B5EF4-FFF2-40B4-BE49-F238E27FC236}">
                    <a16:creationId xmlns:a16="http://schemas.microsoft.com/office/drawing/2014/main" id="{8D3C38EB-05B6-4E7F-800B-21F9DED6D525}"/>
                  </a:ext>
                </a:extLst>
              </p:cNvPr>
              <p:cNvSpPr>
                <a:spLocks noChangeShapeType="1"/>
              </p:cNvSpPr>
              <p:nvPr/>
            </p:nvSpPr>
            <p:spPr bwMode="auto">
              <a:xfrm>
                <a:off x="307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4044" name="Line 124">
              <a:extLst>
                <a:ext uri="{FF2B5EF4-FFF2-40B4-BE49-F238E27FC236}">
                  <a16:creationId xmlns:a16="http://schemas.microsoft.com/office/drawing/2014/main" id="{BF74206F-84D9-47EC-8858-A7DA71CE80F8}"/>
                </a:ext>
              </a:extLst>
            </p:cNvPr>
            <p:cNvSpPr>
              <a:spLocks noChangeShapeType="1"/>
            </p:cNvSpPr>
            <p:nvPr/>
          </p:nvSpPr>
          <p:spPr bwMode="auto">
            <a:xfrm flipH="1">
              <a:off x="1092" y="1584"/>
              <a:ext cx="1248"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45" name="Line 125">
              <a:extLst>
                <a:ext uri="{FF2B5EF4-FFF2-40B4-BE49-F238E27FC236}">
                  <a16:creationId xmlns:a16="http://schemas.microsoft.com/office/drawing/2014/main" id="{4206B6FA-59D5-48FE-B77D-608303CD93CF}"/>
                </a:ext>
              </a:extLst>
            </p:cNvPr>
            <p:cNvSpPr>
              <a:spLocks noChangeShapeType="1"/>
            </p:cNvSpPr>
            <p:nvPr/>
          </p:nvSpPr>
          <p:spPr bwMode="auto">
            <a:xfrm flipH="1">
              <a:off x="2532" y="1584"/>
              <a:ext cx="192"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46" name="Line 126">
              <a:extLst>
                <a:ext uri="{FF2B5EF4-FFF2-40B4-BE49-F238E27FC236}">
                  <a16:creationId xmlns:a16="http://schemas.microsoft.com/office/drawing/2014/main" id="{19B61523-4061-4A3D-9CC4-D546AC45E703}"/>
                </a:ext>
              </a:extLst>
            </p:cNvPr>
            <p:cNvSpPr>
              <a:spLocks noChangeShapeType="1"/>
            </p:cNvSpPr>
            <p:nvPr/>
          </p:nvSpPr>
          <p:spPr bwMode="auto">
            <a:xfrm flipH="1">
              <a:off x="420" y="2400"/>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47" name="Line 127">
              <a:extLst>
                <a:ext uri="{FF2B5EF4-FFF2-40B4-BE49-F238E27FC236}">
                  <a16:creationId xmlns:a16="http://schemas.microsoft.com/office/drawing/2014/main" id="{B9C79E99-7D29-44AA-B445-67AD356033CC}"/>
                </a:ext>
              </a:extLst>
            </p:cNvPr>
            <p:cNvSpPr>
              <a:spLocks noChangeShapeType="1"/>
            </p:cNvSpPr>
            <p:nvPr/>
          </p:nvSpPr>
          <p:spPr bwMode="auto">
            <a:xfrm flipH="1">
              <a:off x="1188" y="2400"/>
              <a:ext cx="33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48" name="Line 128">
              <a:extLst>
                <a:ext uri="{FF2B5EF4-FFF2-40B4-BE49-F238E27FC236}">
                  <a16:creationId xmlns:a16="http://schemas.microsoft.com/office/drawing/2014/main" id="{E1CCA65D-A2C6-4F3A-9FFE-3D81F357AB97}"/>
                </a:ext>
              </a:extLst>
            </p:cNvPr>
            <p:cNvSpPr>
              <a:spLocks noChangeShapeType="1"/>
            </p:cNvSpPr>
            <p:nvPr/>
          </p:nvSpPr>
          <p:spPr bwMode="auto">
            <a:xfrm flipH="1">
              <a:off x="1956" y="2352"/>
              <a:ext cx="57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49" name="Line 129">
              <a:extLst>
                <a:ext uri="{FF2B5EF4-FFF2-40B4-BE49-F238E27FC236}">
                  <a16:creationId xmlns:a16="http://schemas.microsoft.com/office/drawing/2014/main" id="{9CCF7434-BD69-4C65-8ADF-83C133563E1F}"/>
                </a:ext>
              </a:extLst>
            </p:cNvPr>
            <p:cNvSpPr>
              <a:spLocks noChangeShapeType="1"/>
            </p:cNvSpPr>
            <p:nvPr/>
          </p:nvSpPr>
          <p:spPr bwMode="auto">
            <a:xfrm flipH="1">
              <a:off x="2772" y="2400"/>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50" name="Line 130">
              <a:extLst>
                <a:ext uri="{FF2B5EF4-FFF2-40B4-BE49-F238E27FC236}">
                  <a16:creationId xmlns:a16="http://schemas.microsoft.com/office/drawing/2014/main" id="{63A1AB0C-817C-41A1-B3A8-BAD34EBF589F}"/>
                </a:ext>
              </a:extLst>
            </p:cNvPr>
            <p:cNvSpPr>
              <a:spLocks noChangeShapeType="1"/>
            </p:cNvSpPr>
            <p:nvPr/>
          </p:nvSpPr>
          <p:spPr bwMode="auto">
            <a:xfrm>
              <a:off x="3396" y="2400"/>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51" name="Line 131">
              <a:extLst>
                <a:ext uri="{FF2B5EF4-FFF2-40B4-BE49-F238E27FC236}">
                  <a16:creationId xmlns:a16="http://schemas.microsoft.com/office/drawing/2014/main" id="{14FD20F8-7368-417A-A588-25AC82135327}"/>
                </a:ext>
              </a:extLst>
            </p:cNvPr>
            <p:cNvSpPr>
              <a:spLocks noChangeShapeType="1"/>
            </p:cNvSpPr>
            <p:nvPr/>
          </p:nvSpPr>
          <p:spPr bwMode="auto">
            <a:xfrm>
              <a:off x="4020" y="2352"/>
              <a:ext cx="33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52" name="Line 132">
              <a:extLst>
                <a:ext uri="{FF2B5EF4-FFF2-40B4-BE49-F238E27FC236}">
                  <a16:creationId xmlns:a16="http://schemas.microsoft.com/office/drawing/2014/main" id="{3781F591-3188-457A-9532-98D2ECEA6BFF}"/>
                </a:ext>
              </a:extLst>
            </p:cNvPr>
            <p:cNvSpPr>
              <a:spLocks noChangeShapeType="1"/>
            </p:cNvSpPr>
            <p:nvPr/>
          </p:nvSpPr>
          <p:spPr bwMode="auto">
            <a:xfrm>
              <a:off x="4452" y="2400"/>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53" name="Line 133">
              <a:extLst>
                <a:ext uri="{FF2B5EF4-FFF2-40B4-BE49-F238E27FC236}">
                  <a16:creationId xmlns:a16="http://schemas.microsoft.com/office/drawing/2014/main" id="{CDFFE38E-835E-47F6-BE9A-3C335D767AA3}"/>
                </a:ext>
              </a:extLst>
            </p:cNvPr>
            <p:cNvSpPr>
              <a:spLocks noChangeShapeType="1"/>
            </p:cNvSpPr>
            <p:nvPr/>
          </p:nvSpPr>
          <p:spPr bwMode="auto">
            <a:xfrm>
              <a:off x="3204" y="1632"/>
              <a:ext cx="816"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94054" name="Group 134">
              <a:extLst>
                <a:ext uri="{FF2B5EF4-FFF2-40B4-BE49-F238E27FC236}">
                  <a16:creationId xmlns:a16="http://schemas.microsoft.com/office/drawing/2014/main" id="{82DCA0EC-9833-492F-AEEF-260577C68E00}"/>
                </a:ext>
              </a:extLst>
            </p:cNvPr>
            <p:cNvGrpSpPr>
              <a:grpSpLocks/>
            </p:cNvGrpSpPr>
            <p:nvPr/>
          </p:nvGrpSpPr>
          <p:grpSpPr bwMode="auto">
            <a:xfrm>
              <a:off x="180" y="3120"/>
              <a:ext cx="912" cy="192"/>
              <a:chOff x="144" y="2688"/>
              <a:chExt cx="912" cy="192"/>
            </a:xfrm>
          </p:grpSpPr>
          <p:sp>
            <p:nvSpPr>
              <p:cNvPr id="594055" name="Rectangle 135">
                <a:extLst>
                  <a:ext uri="{FF2B5EF4-FFF2-40B4-BE49-F238E27FC236}">
                    <a16:creationId xmlns:a16="http://schemas.microsoft.com/office/drawing/2014/main" id="{75CD1D77-9532-4FEB-9B0A-EE582152FA54}"/>
                  </a:ext>
                </a:extLst>
              </p:cNvPr>
              <p:cNvSpPr>
                <a:spLocks noChangeArrowheads="1"/>
              </p:cNvSpPr>
              <p:nvPr/>
            </p:nvSpPr>
            <p:spPr bwMode="auto">
              <a:xfrm>
                <a:off x="288"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2    5    </a:t>
                </a:r>
                <a:r>
                  <a:rPr lang="zh-CN" altLang="en-US" sz="1400" b="1"/>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4056" name="Line 136">
                <a:extLst>
                  <a:ext uri="{FF2B5EF4-FFF2-40B4-BE49-F238E27FC236}">
                    <a16:creationId xmlns:a16="http://schemas.microsoft.com/office/drawing/2014/main" id="{BB15820E-FEBA-4AAB-BD37-DE841E6EBEE0}"/>
                  </a:ext>
                </a:extLst>
              </p:cNvPr>
              <p:cNvSpPr>
                <a:spLocks noChangeShapeType="1"/>
              </p:cNvSpPr>
              <p:nvPr/>
            </p:nvSpPr>
            <p:spPr bwMode="auto">
              <a:xfrm>
                <a:off x="2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57" name="Line 137">
                <a:extLst>
                  <a:ext uri="{FF2B5EF4-FFF2-40B4-BE49-F238E27FC236}">
                    <a16:creationId xmlns:a16="http://schemas.microsoft.com/office/drawing/2014/main" id="{4961E979-5021-401F-BA05-E6008590EB4B}"/>
                  </a:ext>
                </a:extLst>
              </p:cNvPr>
              <p:cNvSpPr>
                <a:spLocks noChangeShapeType="1"/>
              </p:cNvSpPr>
              <p:nvPr/>
            </p:nvSpPr>
            <p:spPr bwMode="auto">
              <a:xfrm>
                <a:off x="48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58" name="Line 138">
                <a:extLst>
                  <a:ext uri="{FF2B5EF4-FFF2-40B4-BE49-F238E27FC236}">
                    <a16:creationId xmlns:a16="http://schemas.microsoft.com/office/drawing/2014/main" id="{14DFF3D9-1866-4D91-9499-F9BCF4E07825}"/>
                  </a:ext>
                </a:extLst>
              </p:cNvPr>
              <p:cNvSpPr>
                <a:spLocks noChangeShapeType="1"/>
              </p:cNvSpPr>
              <p:nvPr/>
            </p:nvSpPr>
            <p:spPr bwMode="auto">
              <a:xfrm>
                <a:off x="72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59" name="Line 139">
                <a:extLst>
                  <a:ext uri="{FF2B5EF4-FFF2-40B4-BE49-F238E27FC236}">
                    <a16:creationId xmlns:a16="http://schemas.microsoft.com/office/drawing/2014/main" id="{8252783D-CEF1-4F24-9F3F-A661CB4AB7DE}"/>
                  </a:ext>
                </a:extLst>
              </p:cNvPr>
              <p:cNvSpPr>
                <a:spLocks noChangeShapeType="1"/>
              </p:cNvSpPr>
              <p:nvPr/>
            </p:nvSpPr>
            <p:spPr bwMode="auto">
              <a:xfrm>
                <a:off x="912"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60" name="Line 140">
                <a:extLst>
                  <a:ext uri="{FF2B5EF4-FFF2-40B4-BE49-F238E27FC236}">
                    <a16:creationId xmlns:a16="http://schemas.microsoft.com/office/drawing/2014/main" id="{798140C1-8FA7-44E9-8AFB-331344808F46}"/>
                  </a:ext>
                </a:extLst>
              </p:cNvPr>
              <p:cNvSpPr>
                <a:spLocks noChangeShapeType="1"/>
              </p:cNvSpPr>
              <p:nvPr/>
            </p:nvSpPr>
            <p:spPr bwMode="auto">
              <a:xfrm>
                <a:off x="144"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4061" name="Group 141">
              <a:extLst>
                <a:ext uri="{FF2B5EF4-FFF2-40B4-BE49-F238E27FC236}">
                  <a16:creationId xmlns:a16="http://schemas.microsoft.com/office/drawing/2014/main" id="{6B064E8C-D4EF-4F62-B898-C2567CF2DB1E}"/>
                </a:ext>
              </a:extLst>
            </p:cNvPr>
            <p:cNvGrpSpPr>
              <a:grpSpLocks/>
            </p:cNvGrpSpPr>
            <p:nvPr/>
          </p:nvGrpSpPr>
          <p:grpSpPr bwMode="auto">
            <a:xfrm>
              <a:off x="1716" y="3120"/>
              <a:ext cx="960" cy="192"/>
              <a:chOff x="1680" y="2688"/>
              <a:chExt cx="960" cy="192"/>
            </a:xfrm>
          </p:grpSpPr>
          <p:grpSp>
            <p:nvGrpSpPr>
              <p:cNvPr id="594062" name="Group 142">
                <a:extLst>
                  <a:ext uri="{FF2B5EF4-FFF2-40B4-BE49-F238E27FC236}">
                    <a16:creationId xmlns:a16="http://schemas.microsoft.com/office/drawing/2014/main" id="{E50D7465-0CDA-491C-870B-D5B03ED9B1A5}"/>
                  </a:ext>
                </a:extLst>
              </p:cNvPr>
              <p:cNvGrpSpPr>
                <a:grpSpLocks/>
              </p:cNvGrpSpPr>
              <p:nvPr/>
            </p:nvGrpSpPr>
            <p:grpSpPr bwMode="auto">
              <a:xfrm>
                <a:off x="1824" y="2688"/>
                <a:ext cx="641" cy="192"/>
                <a:chOff x="1056" y="2976"/>
                <a:chExt cx="641" cy="192"/>
              </a:xfrm>
            </p:grpSpPr>
            <p:sp>
              <p:nvSpPr>
                <p:cNvPr id="594063" name="Rectangle 143">
                  <a:extLst>
                    <a:ext uri="{FF2B5EF4-FFF2-40B4-BE49-F238E27FC236}">
                      <a16:creationId xmlns:a16="http://schemas.microsoft.com/office/drawing/2014/main" id="{F98F6A32-64ED-4601-B52E-8F72FCF106FC}"/>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26</a:t>
                  </a:r>
                  <a:r>
                    <a:rPr lang="en-US" altLang="zh-CN" sz="1600" b="1">
                      <a:cs typeface="Arial" panose="020B0604020202020204" pitchFamily="34" charset="0"/>
                    </a:rPr>
                    <a:t>  </a:t>
                  </a:r>
                  <a:r>
                    <a:rPr lang="en-US" altLang="zh-CN" sz="1400" b="1">
                      <a:cs typeface="Arial" panose="020B0604020202020204" pitchFamily="34" charset="0"/>
                    </a:rPr>
                    <a:t>39 </a:t>
                  </a:r>
                  <a:r>
                    <a:rPr lang="en-US" altLang="zh-CN" sz="1600" b="1">
                      <a:cs typeface="Arial" panose="020B0604020202020204" pitchFamily="34" charset="0"/>
                    </a:rPr>
                    <a:t>  </a:t>
                  </a:r>
                  <a:r>
                    <a:rPr lang="en-US" altLang="zh-CN" sz="1400" b="1"/>
                    <a:t>48</a:t>
                  </a:r>
                  <a:endParaRPr lang="en-US" altLang="zh-CN" sz="1600">
                    <a:cs typeface="Arial" panose="020B0604020202020204" pitchFamily="34" charset="0"/>
                  </a:endParaRPr>
                </a:p>
              </p:txBody>
            </p:sp>
            <p:sp>
              <p:nvSpPr>
                <p:cNvPr id="594064" name="Line 144">
                  <a:extLst>
                    <a:ext uri="{FF2B5EF4-FFF2-40B4-BE49-F238E27FC236}">
                      <a16:creationId xmlns:a16="http://schemas.microsoft.com/office/drawing/2014/main" id="{B504E8E1-CFBE-447B-ACD5-DA060D8C3592}"/>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65" name="Line 145">
                  <a:extLst>
                    <a:ext uri="{FF2B5EF4-FFF2-40B4-BE49-F238E27FC236}">
                      <a16:creationId xmlns:a16="http://schemas.microsoft.com/office/drawing/2014/main" id="{A3B0C215-D25E-4797-9CD5-CC794E6491FE}"/>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66" name="Line 146">
                  <a:extLst>
                    <a:ext uri="{FF2B5EF4-FFF2-40B4-BE49-F238E27FC236}">
                      <a16:creationId xmlns:a16="http://schemas.microsoft.com/office/drawing/2014/main" id="{60AA5149-0A37-4B2A-A996-85EB8939D4B5}"/>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4067" name="Line 147">
                <a:extLst>
                  <a:ext uri="{FF2B5EF4-FFF2-40B4-BE49-F238E27FC236}">
                    <a16:creationId xmlns:a16="http://schemas.microsoft.com/office/drawing/2014/main" id="{CEBCD7B0-A0FA-4727-BE16-E92B043DAFCD}"/>
                  </a:ext>
                </a:extLst>
              </p:cNvPr>
              <p:cNvSpPr>
                <a:spLocks noChangeShapeType="1"/>
              </p:cNvSpPr>
              <p:nvPr/>
            </p:nvSpPr>
            <p:spPr bwMode="auto">
              <a:xfrm>
                <a:off x="16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68" name="Line 148">
                <a:extLst>
                  <a:ext uri="{FF2B5EF4-FFF2-40B4-BE49-F238E27FC236}">
                    <a16:creationId xmlns:a16="http://schemas.microsoft.com/office/drawing/2014/main" id="{D6B84CA4-01AD-4008-A3C8-5E4F2E10C850}"/>
                  </a:ext>
                </a:extLst>
              </p:cNvPr>
              <p:cNvSpPr>
                <a:spLocks noChangeShapeType="1"/>
              </p:cNvSpPr>
              <p:nvPr/>
            </p:nvSpPr>
            <p:spPr bwMode="auto">
              <a:xfrm>
                <a:off x="2448"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4069" name="Group 149">
              <a:extLst>
                <a:ext uri="{FF2B5EF4-FFF2-40B4-BE49-F238E27FC236}">
                  <a16:creationId xmlns:a16="http://schemas.microsoft.com/office/drawing/2014/main" id="{5AA26D0B-2303-45DE-A767-9FFD216EAEA5}"/>
                </a:ext>
              </a:extLst>
            </p:cNvPr>
            <p:cNvGrpSpPr>
              <a:grpSpLocks/>
            </p:cNvGrpSpPr>
            <p:nvPr/>
          </p:nvGrpSpPr>
          <p:grpSpPr bwMode="auto">
            <a:xfrm>
              <a:off x="3300" y="3120"/>
              <a:ext cx="960" cy="192"/>
              <a:chOff x="3264" y="2688"/>
              <a:chExt cx="960" cy="192"/>
            </a:xfrm>
          </p:grpSpPr>
          <p:sp>
            <p:nvSpPr>
              <p:cNvPr id="594070" name="Rectangle 150">
                <a:extLst>
                  <a:ext uri="{FF2B5EF4-FFF2-40B4-BE49-F238E27FC236}">
                    <a16:creationId xmlns:a16="http://schemas.microsoft.com/office/drawing/2014/main" id="{8BB78FD5-F2C7-406D-B3A8-0F1835CEF04E}"/>
                  </a:ext>
                </a:extLst>
              </p:cNvPr>
              <p:cNvSpPr>
                <a:spLocks noChangeArrowheads="1"/>
              </p:cNvSpPr>
              <p:nvPr/>
            </p:nvSpPr>
            <p:spPr bwMode="auto">
              <a:xfrm>
                <a:off x="3456"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99</a:t>
                </a:r>
                <a:r>
                  <a:rPr lang="en-US" altLang="zh-CN" sz="1600" b="1">
                    <a:cs typeface="Arial" panose="020B0604020202020204" pitchFamily="34" charset="0"/>
                  </a:rPr>
                  <a:t> </a:t>
                </a:r>
                <a:r>
                  <a:rPr lang="en-US" altLang="zh-CN" sz="1400" b="1"/>
                  <a:t>120</a:t>
                </a:r>
                <a:r>
                  <a:rPr lang="en-US" altLang="zh-CN" sz="1600" b="1">
                    <a:cs typeface="Arial" panose="020B0604020202020204" pitchFamily="34" charset="0"/>
                  </a:rPr>
                  <a:t>  </a:t>
                </a:r>
                <a:r>
                  <a:rPr lang="zh-CN" altLang="en-US" sz="1400" b="1"/>
                  <a:t>－</a:t>
                </a:r>
                <a:endParaRPr lang="zh-CN" altLang="en-US" sz="1600">
                  <a:cs typeface="Arial" panose="020B0604020202020204" pitchFamily="34" charset="0"/>
                </a:endParaRPr>
              </a:p>
            </p:txBody>
          </p:sp>
          <p:sp>
            <p:nvSpPr>
              <p:cNvPr id="594071" name="Line 151">
                <a:extLst>
                  <a:ext uri="{FF2B5EF4-FFF2-40B4-BE49-F238E27FC236}">
                    <a16:creationId xmlns:a16="http://schemas.microsoft.com/office/drawing/2014/main" id="{607680B4-32B2-4001-BCB1-B7201A8085FC}"/>
                  </a:ext>
                </a:extLst>
              </p:cNvPr>
              <p:cNvSpPr>
                <a:spLocks noChangeShapeType="1"/>
              </p:cNvSpPr>
              <p:nvPr/>
            </p:nvSpPr>
            <p:spPr bwMode="auto">
              <a:xfrm>
                <a:off x="3456"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72" name="Line 152">
                <a:extLst>
                  <a:ext uri="{FF2B5EF4-FFF2-40B4-BE49-F238E27FC236}">
                    <a16:creationId xmlns:a16="http://schemas.microsoft.com/office/drawing/2014/main" id="{7E76CD72-31D6-469A-8B6D-E4A9C42A0CBB}"/>
                  </a:ext>
                </a:extLst>
              </p:cNvPr>
              <p:cNvSpPr>
                <a:spLocks noChangeShapeType="1"/>
              </p:cNvSpPr>
              <p:nvPr/>
            </p:nvSpPr>
            <p:spPr bwMode="auto">
              <a:xfrm>
                <a:off x="364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73" name="Line 153">
                <a:extLst>
                  <a:ext uri="{FF2B5EF4-FFF2-40B4-BE49-F238E27FC236}">
                    <a16:creationId xmlns:a16="http://schemas.microsoft.com/office/drawing/2014/main" id="{71123C9C-83F0-4E66-AC5C-581672DF57DA}"/>
                  </a:ext>
                </a:extLst>
              </p:cNvPr>
              <p:cNvSpPr>
                <a:spLocks noChangeShapeType="1"/>
              </p:cNvSpPr>
              <p:nvPr/>
            </p:nvSpPr>
            <p:spPr bwMode="auto">
              <a:xfrm>
                <a:off x="38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74" name="Line 154">
                <a:extLst>
                  <a:ext uri="{FF2B5EF4-FFF2-40B4-BE49-F238E27FC236}">
                    <a16:creationId xmlns:a16="http://schemas.microsoft.com/office/drawing/2014/main" id="{7F7FFA0F-7AC8-439C-921F-F42D1DAD5CB8}"/>
                  </a:ext>
                </a:extLst>
              </p:cNvPr>
              <p:cNvSpPr>
                <a:spLocks noChangeShapeType="1"/>
              </p:cNvSpPr>
              <p:nvPr/>
            </p:nvSpPr>
            <p:spPr bwMode="auto">
              <a:xfrm>
                <a:off x="3264"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75" name="Line 155">
                <a:extLst>
                  <a:ext uri="{FF2B5EF4-FFF2-40B4-BE49-F238E27FC236}">
                    <a16:creationId xmlns:a16="http://schemas.microsoft.com/office/drawing/2014/main" id="{858EBA90-DE76-41B9-9E25-720F3ABDDE78}"/>
                  </a:ext>
                </a:extLst>
              </p:cNvPr>
              <p:cNvSpPr>
                <a:spLocks noChangeShapeType="1"/>
              </p:cNvSpPr>
              <p:nvPr/>
            </p:nvSpPr>
            <p:spPr bwMode="auto">
              <a:xfrm>
                <a:off x="40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4076" name="Line 156">
              <a:extLst>
                <a:ext uri="{FF2B5EF4-FFF2-40B4-BE49-F238E27FC236}">
                  <a16:creationId xmlns:a16="http://schemas.microsoft.com/office/drawing/2014/main" id="{D7A05B87-0360-4C7C-8F00-1D3696698BFA}"/>
                </a:ext>
              </a:extLst>
            </p:cNvPr>
            <p:cNvSpPr>
              <a:spLocks noChangeShapeType="1"/>
            </p:cNvSpPr>
            <p:nvPr/>
          </p:nvSpPr>
          <p:spPr bwMode="auto">
            <a:xfrm>
              <a:off x="4884" y="3216"/>
              <a:ext cx="9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7" name="Rectangle 5">
            <a:extLst>
              <a:ext uri="{FF2B5EF4-FFF2-40B4-BE49-F238E27FC236}">
                <a16:creationId xmlns:a16="http://schemas.microsoft.com/office/drawing/2014/main" id="{4626A1A0-0835-42AA-9D87-2049A375A730}"/>
              </a:ext>
            </a:extLst>
          </p:cNvPr>
          <p:cNvSpPr>
            <a:spLocks noChangeArrowheads="1"/>
          </p:cNvSpPr>
          <p:nvPr/>
        </p:nvSpPr>
        <p:spPr bwMode="auto">
          <a:xfrm>
            <a:off x="468313" y="1185863"/>
            <a:ext cx="8207375"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b="0">
                <a:solidFill>
                  <a:srgbClr val="660066"/>
                </a:solidFill>
                <a:effectLst/>
                <a:latin typeface="黑体" panose="02010609060101010101" pitchFamily="49" charset="-122"/>
                <a:ea typeface="黑体" panose="02010609060101010101" pitchFamily="49" charset="-122"/>
              </a:rPr>
              <a:t>  </a:t>
            </a:r>
            <a:r>
              <a:rPr lang="zh-CN" altLang="en-US" b="0">
                <a:solidFill>
                  <a:srgbClr val="660066"/>
                </a:solidFill>
                <a:effectLst/>
                <a:latin typeface="黑体" panose="02010609060101010101" pitchFamily="49" charset="-122"/>
                <a:ea typeface="黑体" panose="02010609060101010101" pitchFamily="49" charset="-122"/>
              </a:rPr>
              <a:t>一棵</a:t>
            </a:r>
            <a:r>
              <a:rPr lang="en-US" altLang="zh-CN" b="0">
                <a:solidFill>
                  <a:srgbClr val="660066"/>
                </a:solidFill>
                <a:effectLst/>
                <a:latin typeface="黑体" panose="02010609060101010101" pitchFamily="49" charset="-122"/>
                <a:ea typeface="黑体" panose="02010609060101010101" pitchFamily="49" charset="-122"/>
              </a:rPr>
              <a:t>m</a:t>
            </a:r>
            <a:r>
              <a:rPr lang="zh-CN" altLang="en-US" b="0">
                <a:solidFill>
                  <a:srgbClr val="660066"/>
                </a:solidFill>
                <a:effectLst/>
                <a:latin typeface="黑体" panose="02010609060101010101" pitchFamily="49" charset="-122"/>
                <a:ea typeface="黑体" panose="02010609060101010101" pitchFamily="49" charset="-122"/>
              </a:rPr>
              <a:t>阶的</a:t>
            </a:r>
            <a:r>
              <a:rPr lang="en-US" altLang="zh-CN" b="0">
                <a:solidFill>
                  <a:srgbClr val="660066"/>
                </a:solidFill>
                <a:effectLst/>
                <a:latin typeface="黑体" panose="02010609060101010101" pitchFamily="49" charset="-122"/>
                <a:ea typeface="黑体" panose="02010609060101010101" pitchFamily="49" charset="-122"/>
              </a:rPr>
              <a:t>B</a:t>
            </a:r>
            <a:r>
              <a:rPr lang="en-US" altLang="zh-CN" b="0" baseline="30000">
                <a:solidFill>
                  <a:srgbClr val="660066"/>
                </a:solidFill>
                <a:effectLst/>
                <a:latin typeface="黑体" panose="02010609060101010101" pitchFamily="49" charset="-122"/>
                <a:ea typeface="黑体" panose="02010609060101010101" pitchFamily="49" charset="-122"/>
              </a:rPr>
              <a:t>+</a:t>
            </a:r>
            <a:r>
              <a:rPr lang="zh-CN" altLang="en-US" b="0">
                <a:solidFill>
                  <a:srgbClr val="660066"/>
                </a:solidFill>
                <a:effectLst/>
                <a:latin typeface="黑体" panose="02010609060101010101" pitchFamily="49" charset="-122"/>
                <a:ea typeface="黑体" panose="02010609060101010101" pitchFamily="49" charset="-122"/>
              </a:rPr>
              <a:t>树与一棵</a:t>
            </a:r>
            <a:r>
              <a:rPr lang="en-US" altLang="zh-CN" b="0">
                <a:solidFill>
                  <a:srgbClr val="660066"/>
                </a:solidFill>
                <a:effectLst/>
                <a:latin typeface="黑体" panose="02010609060101010101" pitchFamily="49" charset="-122"/>
                <a:ea typeface="黑体" panose="02010609060101010101" pitchFamily="49" charset="-122"/>
              </a:rPr>
              <a:t>m</a:t>
            </a:r>
            <a:r>
              <a:rPr lang="zh-CN" altLang="en-US" b="0">
                <a:solidFill>
                  <a:srgbClr val="660066"/>
                </a:solidFill>
                <a:effectLst/>
                <a:latin typeface="黑体" panose="02010609060101010101" pitchFamily="49" charset="-122"/>
                <a:ea typeface="黑体" panose="02010609060101010101" pitchFamily="49" charset="-122"/>
              </a:rPr>
              <a:t>阶的</a:t>
            </a:r>
            <a:r>
              <a:rPr lang="en-US" altLang="zh-CN" b="0">
                <a:solidFill>
                  <a:srgbClr val="660066"/>
                </a:solidFill>
                <a:effectLst/>
                <a:latin typeface="黑体" panose="02010609060101010101" pitchFamily="49" charset="-122"/>
                <a:ea typeface="黑体" panose="02010609060101010101" pitchFamily="49" charset="-122"/>
              </a:rPr>
              <a:t>B-</a:t>
            </a:r>
            <a:r>
              <a:rPr lang="zh-CN" altLang="en-US" b="0">
                <a:solidFill>
                  <a:srgbClr val="660066"/>
                </a:solidFill>
                <a:effectLst/>
                <a:latin typeface="黑体" panose="02010609060101010101" pitchFamily="49" charset="-122"/>
                <a:ea typeface="黑体" panose="02010609060101010101" pitchFamily="49" charset="-122"/>
              </a:rPr>
              <a:t>树的区别：</a:t>
            </a:r>
          </a:p>
          <a:p>
            <a:pPr>
              <a:lnSpc>
                <a:spcPct val="150000"/>
              </a:lnSpc>
            </a:pPr>
            <a:r>
              <a:rPr lang="zh-CN" altLang="en-US"/>
              <a:t>          （</a:t>
            </a:r>
            <a:r>
              <a:rPr lang="en-US" altLang="zh-CN"/>
              <a:t>4</a:t>
            </a:r>
            <a:r>
              <a:rPr lang="zh-CN" altLang="en-US"/>
              <a:t>）</a:t>
            </a:r>
            <a:r>
              <a:rPr lang="zh-CN" altLang="en-US" sz="2600"/>
              <a:t>在</a:t>
            </a:r>
            <a:r>
              <a:rPr lang="en-US" altLang="zh-CN" sz="2600"/>
              <a:t>B</a:t>
            </a:r>
            <a:r>
              <a:rPr lang="en-US" altLang="zh-CN" sz="2600" baseline="30000"/>
              <a:t>+</a:t>
            </a:r>
            <a:r>
              <a:rPr lang="zh-CN" altLang="en-US" sz="2600"/>
              <a:t>树中，可以采用两种方式进行查询</a:t>
            </a:r>
            <a:r>
              <a:rPr lang="en-US" altLang="zh-CN" sz="2600"/>
              <a:t>:</a:t>
            </a:r>
          </a:p>
          <a:p>
            <a:pPr>
              <a:lnSpc>
                <a:spcPct val="150000"/>
              </a:lnSpc>
              <a:spcBef>
                <a:spcPct val="0"/>
              </a:spcBef>
            </a:pPr>
            <a:r>
              <a:rPr lang="zh-CN" altLang="en-US" sz="2600"/>
              <a:t>           </a:t>
            </a:r>
            <a:r>
              <a:rPr lang="zh-CN" altLang="en-US" sz="2600">
                <a:solidFill>
                  <a:srgbClr val="006666"/>
                </a:solidFill>
                <a:effectLst/>
                <a:ea typeface="黑体" panose="02010609060101010101" pitchFamily="49" charset="-122"/>
              </a:rPr>
              <a:t>当随机查询时</a:t>
            </a:r>
            <a:r>
              <a:rPr lang="zh-CN" altLang="en-US" sz="2600"/>
              <a:t>，从根部开始查找，通过</a:t>
            </a:r>
            <a:r>
              <a:rPr lang="en-US" altLang="zh-CN" sz="2600"/>
              <a:t>B</a:t>
            </a:r>
            <a:r>
              <a:rPr lang="en-US" altLang="zh-CN" sz="2600" baseline="30000"/>
              <a:t>+</a:t>
            </a:r>
            <a:r>
              <a:rPr lang="zh-CN" altLang="en-US" sz="2600"/>
              <a:t>树索引找到要查找的数据记录；</a:t>
            </a:r>
          </a:p>
          <a:p>
            <a:pPr>
              <a:lnSpc>
                <a:spcPct val="150000"/>
              </a:lnSpc>
              <a:spcBef>
                <a:spcPct val="0"/>
              </a:spcBef>
            </a:pPr>
            <a:r>
              <a:rPr lang="zh-CN" altLang="en-US" sz="2600"/>
              <a:t>           </a:t>
            </a:r>
            <a:r>
              <a:rPr lang="zh-CN" altLang="en-US" sz="2600">
                <a:solidFill>
                  <a:srgbClr val="006666"/>
                </a:solidFill>
                <a:effectLst/>
                <a:ea typeface="黑体" panose="02010609060101010101" pitchFamily="49" charset="-122"/>
              </a:rPr>
              <a:t>当顺序查询时</a:t>
            </a:r>
            <a:r>
              <a:rPr lang="zh-CN" altLang="en-US" sz="2600">
                <a:solidFill>
                  <a:srgbClr val="003366"/>
                </a:solidFill>
                <a:ea typeface="黑体" panose="02010609060101010101" pitchFamily="49" charset="-122"/>
              </a:rPr>
              <a:t>，</a:t>
            </a:r>
            <a:r>
              <a:rPr lang="zh-CN" altLang="en-US" sz="2600"/>
              <a:t>从顺序集的链头或通过</a:t>
            </a:r>
            <a:r>
              <a:rPr lang="en-US" altLang="zh-CN" sz="2600"/>
              <a:t>B</a:t>
            </a:r>
            <a:r>
              <a:rPr lang="zh-CN" altLang="en-US" sz="2600"/>
              <a:t>树索引得到某一顺序结点并开始找起，然后通过顺序集找到要查找的数据记录。</a:t>
            </a:r>
          </a:p>
          <a:p>
            <a:pPr>
              <a:lnSpc>
                <a:spcPct val="150000"/>
              </a:lnSpc>
              <a:spcBef>
                <a:spcPct val="0"/>
              </a:spcBef>
            </a:pPr>
            <a:r>
              <a:rPr lang="zh-CN" altLang="en-US" sz="2600"/>
              <a:t>          </a:t>
            </a:r>
            <a:r>
              <a:rPr lang="zh-CN" altLang="en-US" sz="2600">
                <a:solidFill>
                  <a:srgbClr val="003366"/>
                </a:solidFill>
              </a:rPr>
              <a:t>而在</a:t>
            </a:r>
            <a:r>
              <a:rPr lang="en-US" altLang="zh-CN" sz="2600">
                <a:solidFill>
                  <a:srgbClr val="003366"/>
                </a:solidFill>
              </a:rPr>
              <a:t>B-</a:t>
            </a:r>
            <a:r>
              <a:rPr lang="zh-CN" altLang="en-US" sz="2600">
                <a:solidFill>
                  <a:srgbClr val="003366"/>
                </a:solidFill>
              </a:rPr>
              <a:t>树中，只有从根部随机查找的一种方式。</a:t>
            </a:r>
          </a:p>
        </p:txBody>
      </p:sp>
      <p:sp>
        <p:nvSpPr>
          <p:cNvPr id="504838" name="Rectangle 6">
            <a:extLst>
              <a:ext uri="{FF2B5EF4-FFF2-40B4-BE49-F238E27FC236}">
                <a16:creationId xmlns:a16="http://schemas.microsoft.com/office/drawing/2014/main" id="{DCA2839B-BA38-4228-8A44-ED1056CFBC61}"/>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04837">
                                            <p:txEl>
                                              <p:pRg st="1" end="1"/>
                                            </p:txEl>
                                          </p:spTgt>
                                        </p:tgtEl>
                                        <p:attrNameLst>
                                          <p:attrName>style.visibility</p:attrName>
                                        </p:attrNameLst>
                                      </p:cBhvr>
                                      <p:to>
                                        <p:strVal val="visible"/>
                                      </p:to>
                                    </p:set>
                                    <p:animEffect transition="in" filter="wipe(up)">
                                      <p:cBhvr>
                                        <p:cTn id="7" dur="1000"/>
                                        <p:tgtEl>
                                          <p:spTgt spid="504837">
                                            <p:txEl>
                                              <p:pRg st="1" end="1"/>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04837">
                                            <p:txEl>
                                              <p:pRg st="2" end="2"/>
                                            </p:txEl>
                                          </p:spTgt>
                                        </p:tgtEl>
                                        <p:attrNameLst>
                                          <p:attrName>style.visibility</p:attrName>
                                        </p:attrNameLst>
                                      </p:cBhvr>
                                      <p:to>
                                        <p:strVal val="visible"/>
                                      </p:to>
                                    </p:set>
                                    <p:animEffect transition="in" filter="wipe(up)">
                                      <p:cBhvr>
                                        <p:cTn id="11" dur="1000"/>
                                        <p:tgtEl>
                                          <p:spTgt spid="504837">
                                            <p:txEl>
                                              <p:pRg st="2" end="2"/>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504837">
                                            <p:txEl>
                                              <p:pRg st="3" end="3"/>
                                            </p:txEl>
                                          </p:spTgt>
                                        </p:tgtEl>
                                        <p:attrNameLst>
                                          <p:attrName>style.visibility</p:attrName>
                                        </p:attrNameLst>
                                      </p:cBhvr>
                                      <p:to>
                                        <p:strVal val="visible"/>
                                      </p:to>
                                    </p:set>
                                    <p:animEffect transition="in" filter="wipe(up)">
                                      <p:cBhvr>
                                        <p:cTn id="15" dur="1000"/>
                                        <p:tgtEl>
                                          <p:spTgt spid="504837">
                                            <p:txEl>
                                              <p:pRg st="3" end="3"/>
                                            </p:txEl>
                                          </p:spTgt>
                                        </p:tgtEl>
                                      </p:cBhvr>
                                    </p:animEffect>
                                  </p:childTnLst>
                                </p:cTn>
                              </p:par>
                            </p:childTnLst>
                          </p:cTn>
                        </p:par>
                        <p:par>
                          <p:cTn id="16" fill="hold" nodeType="afterGroup">
                            <p:stCondLst>
                              <p:cond delay="3000"/>
                            </p:stCondLst>
                            <p:childTnLst>
                              <p:par>
                                <p:cTn id="17" presetID="22" presetClass="entr" presetSubtype="1" fill="hold" nodeType="afterEffect">
                                  <p:stCondLst>
                                    <p:cond delay="0"/>
                                  </p:stCondLst>
                                  <p:childTnLst>
                                    <p:set>
                                      <p:cBhvr>
                                        <p:cTn id="18" dur="1" fill="hold">
                                          <p:stCondLst>
                                            <p:cond delay="0"/>
                                          </p:stCondLst>
                                        </p:cTn>
                                        <p:tgtEl>
                                          <p:spTgt spid="504837">
                                            <p:txEl>
                                              <p:pRg st="4" end="4"/>
                                            </p:txEl>
                                          </p:spTgt>
                                        </p:tgtEl>
                                        <p:attrNameLst>
                                          <p:attrName>style.visibility</p:attrName>
                                        </p:attrNameLst>
                                      </p:cBhvr>
                                      <p:to>
                                        <p:strVal val="visible"/>
                                      </p:to>
                                    </p:set>
                                    <p:animEffect transition="in" filter="wipe(up)">
                                      <p:cBhvr>
                                        <p:cTn id="19" dur="1000"/>
                                        <p:tgtEl>
                                          <p:spTgt spid="50483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016" name="Rectangle 160">
            <a:extLst>
              <a:ext uri="{FF2B5EF4-FFF2-40B4-BE49-F238E27FC236}">
                <a16:creationId xmlns:a16="http://schemas.microsoft.com/office/drawing/2014/main" id="{ECBFB97E-FEAC-4528-B3B2-05CB73784A84}"/>
              </a:ext>
            </a:extLst>
          </p:cNvPr>
          <p:cNvSpPr>
            <a:spLocks noChangeArrowheads="1"/>
          </p:cNvSpPr>
          <p:nvPr/>
        </p:nvSpPr>
        <p:spPr bwMode="auto">
          <a:xfrm>
            <a:off x="0" y="0"/>
            <a:ext cx="8532813" cy="2060575"/>
          </a:xfrm>
          <a:prstGeom prst="rect">
            <a:avLst/>
          </a:prstGeom>
          <a:solidFill>
            <a:schemeClr val="bg1"/>
          </a:solidFill>
          <a:ln w="952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6017" name="Rectangle 161">
            <a:extLst>
              <a:ext uri="{FF2B5EF4-FFF2-40B4-BE49-F238E27FC236}">
                <a16:creationId xmlns:a16="http://schemas.microsoft.com/office/drawing/2014/main" id="{90FE1AEB-2701-4F00-8251-2C2CD78E922D}"/>
              </a:ext>
            </a:extLst>
          </p:cNvPr>
          <p:cNvSpPr>
            <a:spLocks noChangeArrowheads="1"/>
          </p:cNvSpPr>
          <p:nvPr/>
        </p:nvSpPr>
        <p:spPr bwMode="auto">
          <a:xfrm>
            <a:off x="7667625" y="620713"/>
            <a:ext cx="1152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r>
              <a:rPr lang="en-US" altLang="zh-CN" sz="2800" b="1">
                <a:solidFill>
                  <a:srgbClr val="006666"/>
                </a:solidFill>
                <a:effectLst>
                  <a:outerShdw blurRad="38100" dist="38100" dir="2700000" algn="tl">
                    <a:srgbClr val="C0C0C0"/>
                  </a:outerShdw>
                </a:effectLst>
              </a:rPr>
              <a:t>B</a:t>
            </a:r>
            <a:r>
              <a:rPr lang="en-US" altLang="zh-CN" sz="2800" b="1" baseline="30000">
                <a:solidFill>
                  <a:srgbClr val="006666"/>
                </a:solidFill>
                <a:effectLst>
                  <a:outerShdw blurRad="38100" dist="38100" dir="2700000" algn="tl">
                    <a:srgbClr val="C0C0C0"/>
                  </a:outerShdw>
                </a:effectLst>
              </a:rPr>
              <a:t>+</a:t>
            </a:r>
            <a:r>
              <a:rPr lang="zh-CN" altLang="en-US" sz="2800" b="1">
                <a:solidFill>
                  <a:srgbClr val="006666"/>
                </a:solidFill>
                <a:effectLst>
                  <a:outerShdw blurRad="38100" dist="38100" dir="2700000" algn="tl">
                    <a:srgbClr val="C0C0C0"/>
                  </a:outerShdw>
                </a:effectLst>
              </a:rPr>
              <a:t>树</a:t>
            </a:r>
          </a:p>
        </p:txBody>
      </p:sp>
      <p:grpSp>
        <p:nvGrpSpPr>
          <p:cNvPr id="506018" name="Group 162">
            <a:extLst>
              <a:ext uri="{FF2B5EF4-FFF2-40B4-BE49-F238E27FC236}">
                <a16:creationId xmlns:a16="http://schemas.microsoft.com/office/drawing/2014/main" id="{1913B789-DE36-4BF9-9127-86CFCF46ABF1}"/>
              </a:ext>
            </a:extLst>
          </p:cNvPr>
          <p:cNvGrpSpPr>
            <a:grpSpLocks/>
          </p:cNvGrpSpPr>
          <p:nvPr/>
        </p:nvGrpSpPr>
        <p:grpSpPr bwMode="auto">
          <a:xfrm>
            <a:off x="465138" y="3500438"/>
            <a:ext cx="8283575" cy="2914650"/>
            <a:chOff x="247" y="1098"/>
            <a:chExt cx="5218" cy="1836"/>
          </a:xfrm>
        </p:grpSpPr>
        <p:sp>
          <p:nvSpPr>
            <p:cNvPr id="506019" name="Rectangle 163">
              <a:extLst>
                <a:ext uri="{FF2B5EF4-FFF2-40B4-BE49-F238E27FC236}">
                  <a16:creationId xmlns:a16="http://schemas.microsoft.com/office/drawing/2014/main" id="{2B320DF4-78E2-4BF6-855A-BEA20D36E216}"/>
                </a:ext>
              </a:extLst>
            </p:cNvPr>
            <p:cNvSpPr>
              <a:spLocks noChangeArrowheads="1"/>
            </p:cNvSpPr>
            <p:nvPr/>
          </p:nvSpPr>
          <p:spPr bwMode="auto">
            <a:xfrm>
              <a:off x="249" y="1098"/>
              <a:ext cx="5216" cy="1836"/>
            </a:xfrm>
            <a:prstGeom prst="rect">
              <a:avLst/>
            </a:prstGeom>
            <a:solidFill>
              <a:srgbClr val="99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06020" name="Group 164">
              <a:extLst>
                <a:ext uri="{FF2B5EF4-FFF2-40B4-BE49-F238E27FC236}">
                  <a16:creationId xmlns:a16="http://schemas.microsoft.com/office/drawing/2014/main" id="{A0F01E0A-CD2C-48B5-950E-619B4887E62B}"/>
                </a:ext>
              </a:extLst>
            </p:cNvPr>
            <p:cNvGrpSpPr>
              <a:grpSpLocks/>
            </p:cNvGrpSpPr>
            <p:nvPr/>
          </p:nvGrpSpPr>
          <p:grpSpPr bwMode="auto">
            <a:xfrm>
              <a:off x="247" y="1107"/>
              <a:ext cx="5218" cy="1824"/>
              <a:chOff x="247" y="1689"/>
              <a:chExt cx="5297" cy="1824"/>
            </a:xfrm>
          </p:grpSpPr>
          <p:grpSp>
            <p:nvGrpSpPr>
              <p:cNvPr id="506021" name="Group 165">
                <a:extLst>
                  <a:ext uri="{FF2B5EF4-FFF2-40B4-BE49-F238E27FC236}">
                    <a16:creationId xmlns:a16="http://schemas.microsoft.com/office/drawing/2014/main" id="{5CD5949A-1557-4E09-8CAC-265541EDEDE0}"/>
                  </a:ext>
                </a:extLst>
              </p:cNvPr>
              <p:cNvGrpSpPr>
                <a:grpSpLocks/>
              </p:cNvGrpSpPr>
              <p:nvPr/>
            </p:nvGrpSpPr>
            <p:grpSpPr bwMode="auto">
              <a:xfrm>
                <a:off x="823" y="2457"/>
                <a:ext cx="1169" cy="192"/>
                <a:chOff x="1056" y="2112"/>
                <a:chExt cx="1073" cy="192"/>
              </a:xfrm>
            </p:grpSpPr>
            <p:sp>
              <p:nvSpPr>
                <p:cNvPr id="506022" name="Rectangle 166">
                  <a:extLst>
                    <a:ext uri="{FF2B5EF4-FFF2-40B4-BE49-F238E27FC236}">
                      <a16:creationId xmlns:a16="http://schemas.microsoft.com/office/drawing/2014/main" id="{737C198A-49C8-42F2-96BF-34E9905A84FF}"/>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9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600">
                    <a:cs typeface="Arial" panose="020B0604020202020204" pitchFamily="34" charset="0"/>
                  </a:endParaRPr>
                </a:p>
              </p:txBody>
            </p:sp>
            <p:sp>
              <p:nvSpPr>
                <p:cNvPr id="506023" name="Line 167">
                  <a:extLst>
                    <a:ext uri="{FF2B5EF4-FFF2-40B4-BE49-F238E27FC236}">
                      <a16:creationId xmlns:a16="http://schemas.microsoft.com/office/drawing/2014/main" id="{35D2E4B5-3D6B-459D-AC69-A05DF3F7AF3B}"/>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24" name="Line 168">
                  <a:extLst>
                    <a:ext uri="{FF2B5EF4-FFF2-40B4-BE49-F238E27FC236}">
                      <a16:creationId xmlns:a16="http://schemas.microsoft.com/office/drawing/2014/main" id="{B029CACE-BDE7-4D1A-BDD0-9F93B55F1482}"/>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25" name="Line 169">
                  <a:extLst>
                    <a:ext uri="{FF2B5EF4-FFF2-40B4-BE49-F238E27FC236}">
                      <a16:creationId xmlns:a16="http://schemas.microsoft.com/office/drawing/2014/main" id="{84FBBC18-A286-42F0-972B-1C09C920C40D}"/>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26" name="Line 170">
                  <a:extLst>
                    <a:ext uri="{FF2B5EF4-FFF2-40B4-BE49-F238E27FC236}">
                      <a16:creationId xmlns:a16="http://schemas.microsoft.com/office/drawing/2014/main" id="{77F42777-14BC-43B1-BA99-48876004A65C}"/>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027" name="Group 171">
                <a:extLst>
                  <a:ext uri="{FF2B5EF4-FFF2-40B4-BE49-F238E27FC236}">
                    <a16:creationId xmlns:a16="http://schemas.microsoft.com/office/drawing/2014/main" id="{F23D7802-3C37-4957-B674-7197D1B98CF0}"/>
                  </a:ext>
                </a:extLst>
              </p:cNvPr>
              <p:cNvGrpSpPr>
                <a:grpSpLocks/>
              </p:cNvGrpSpPr>
              <p:nvPr/>
            </p:nvGrpSpPr>
            <p:grpSpPr bwMode="auto">
              <a:xfrm>
                <a:off x="2263" y="2457"/>
                <a:ext cx="1169" cy="192"/>
                <a:chOff x="1056" y="2112"/>
                <a:chExt cx="1073" cy="192"/>
              </a:xfrm>
            </p:grpSpPr>
            <p:sp>
              <p:nvSpPr>
                <p:cNvPr id="506028" name="Rectangle 172">
                  <a:extLst>
                    <a:ext uri="{FF2B5EF4-FFF2-40B4-BE49-F238E27FC236}">
                      <a16:creationId xmlns:a16="http://schemas.microsoft.com/office/drawing/2014/main" id="{0BBFD80F-14BE-4BD3-BF36-2C169DB35D22}"/>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60  °  </a:t>
                  </a:r>
                  <a:r>
                    <a:rPr lang="en-US" altLang="zh-CN" sz="1700" b="1"/>
                    <a:t>99</a:t>
                  </a:r>
                  <a:r>
                    <a:rPr lang="zh-CN" altLang="en-US" sz="1700" b="1"/>
                    <a:t>　</a:t>
                  </a:r>
                  <a:r>
                    <a:rPr lang="en-US" altLang="zh-CN" sz="17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06029" name="Line 173">
                  <a:extLst>
                    <a:ext uri="{FF2B5EF4-FFF2-40B4-BE49-F238E27FC236}">
                      <a16:creationId xmlns:a16="http://schemas.microsoft.com/office/drawing/2014/main" id="{8ED9DFB2-9B95-4ABC-B684-0EFD8D118464}"/>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30" name="Line 174">
                  <a:extLst>
                    <a:ext uri="{FF2B5EF4-FFF2-40B4-BE49-F238E27FC236}">
                      <a16:creationId xmlns:a16="http://schemas.microsoft.com/office/drawing/2014/main" id="{2D48173B-913C-4A00-8AD3-0A56266D113F}"/>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31" name="Line 175">
                  <a:extLst>
                    <a:ext uri="{FF2B5EF4-FFF2-40B4-BE49-F238E27FC236}">
                      <a16:creationId xmlns:a16="http://schemas.microsoft.com/office/drawing/2014/main" id="{A1BB8FEF-E521-4E01-BA22-A1270544D1D1}"/>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32" name="Line 176">
                  <a:extLst>
                    <a:ext uri="{FF2B5EF4-FFF2-40B4-BE49-F238E27FC236}">
                      <a16:creationId xmlns:a16="http://schemas.microsoft.com/office/drawing/2014/main" id="{B25C1ACC-6D54-4A86-9F23-9F3EE8ED5AEE}"/>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033" name="Group 177">
                <a:extLst>
                  <a:ext uri="{FF2B5EF4-FFF2-40B4-BE49-F238E27FC236}">
                    <a16:creationId xmlns:a16="http://schemas.microsoft.com/office/drawing/2014/main" id="{1E7339F7-4790-4E56-8E1C-C39940CCDCB7}"/>
                  </a:ext>
                </a:extLst>
              </p:cNvPr>
              <p:cNvGrpSpPr>
                <a:grpSpLocks/>
              </p:cNvGrpSpPr>
              <p:nvPr/>
            </p:nvGrpSpPr>
            <p:grpSpPr bwMode="auto">
              <a:xfrm>
                <a:off x="3751" y="2457"/>
                <a:ext cx="1248" cy="192"/>
                <a:chOff x="1056" y="2112"/>
                <a:chExt cx="1073" cy="192"/>
              </a:xfrm>
            </p:grpSpPr>
            <p:sp>
              <p:nvSpPr>
                <p:cNvPr id="506034" name="Rectangle 178">
                  <a:extLst>
                    <a:ext uri="{FF2B5EF4-FFF2-40B4-BE49-F238E27FC236}">
                      <a16:creationId xmlns:a16="http://schemas.microsoft.com/office/drawing/2014/main" id="{992DFEEB-5986-4935-9B71-E0D91A591064}"/>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 180  °  </a:t>
                  </a:r>
                  <a:r>
                    <a:rPr lang="zh-CN" altLang="en-US" sz="1700" b="1"/>
                    <a:t>－</a:t>
                  </a:r>
                  <a:r>
                    <a:rPr lang="zh-CN" altLang="en-US" sz="1700" b="1">
                      <a:cs typeface="Arial" panose="020B0604020202020204" pitchFamily="34" charset="0"/>
                    </a:rPr>
                    <a:t>  </a:t>
                  </a:r>
                  <a:r>
                    <a:rPr lang="zh-CN" altLang="en-US" sz="1700" b="1">
                      <a:ea typeface="Arial Unicode MS" panose="020B0604020202020204" pitchFamily="34" charset="-122"/>
                      <a:cs typeface="Arial Unicode MS" panose="020B0604020202020204" pitchFamily="34" charset="-122"/>
                    </a:rPr>
                    <a:t>∧</a:t>
                  </a:r>
                  <a:endParaRPr lang="zh-CN" altLang="en-US" sz="1700">
                    <a:cs typeface="Arial" panose="020B0604020202020204" pitchFamily="34" charset="0"/>
                  </a:endParaRPr>
                </a:p>
              </p:txBody>
            </p:sp>
            <p:sp>
              <p:nvSpPr>
                <p:cNvPr id="506035" name="Line 179">
                  <a:extLst>
                    <a:ext uri="{FF2B5EF4-FFF2-40B4-BE49-F238E27FC236}">
                      <a16:creationId xmlns:a16="http://schemas.microsoft.com/office/drawing/2014/main" id="{89E67C6A-37DA-4FC5-ABD7-73EFF00C55FF}"/>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36" name="Line 180">
                  <a:extLst>
                    <a:ext uri="{FF2B5EF4-FFF2-40B4-BE49-F238E27FC236}">
                      <a16:creationId xmlns:a16="http://schemas.microsoft.com/office/drawing/2014/main" id="{BC11C688-3C73-4987-B5CD-6254988C9D7E}"/>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37" name="Line 181">
                  <a:extLst>
                    <a:ext uri="{FF2B5EF4-FFF2-40B4-BE49-F238E27FC236}">
                      <a16:creationId xmlns:a16="http://schemas.microsoft.com/office/drawing/2014/main" id="{3B375D70-96C6-49F1-818B-85E686924C65}"/>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38" name="Line 182">
                  <a:extLst>
                    <a:ext uri="{FF2B5EF4-FFF2-40B4-BE49-F238E27FC236}">
                      <a16:creationId xmlns:a16="http://schemas.microsoft.com/office/drawing/2014/main" id="{0093365D-F55B-4559-BCE2-3BBEEEF03072}"/>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039" name="Group 183">
                <a:extLst>
                  <a:ext uri="{FF2B5EF4-FFF2-40B4-BE49-F238E27FC236}">
                    <a16:creationId xmlns:a16="http://schemas.microsoft.com/office/drawing/2014/main" id="{76776DA7-C764-41D6-9C49-F3F0D54CCA41}"/>
                  </a:ext>
                </a:extLst>
              </p:cNvPr>
              <p:cNvGrpSpPr>
                <a:grpSpLocks/>
              </p:cNvGrpSpPr>
              <p:nvPr/>
            </p:nvGrpSpPr>
            <p:grpSpPr bwMode="auto">
              <a:xfrm>
                <a:off x="247" y="3321"/>
                <a:ext cx="641" cy="192"/>
                <a:chOff x="1056" y="2976"/>
                <a:chExt cx="641" cy="192"/>
              </a:xfrm>
            </p:grpSpPr>
            <p:sp>
              <p:nvSpPr>
                <p:cNvPr id="506040" name="Rectangle 184">
                  <a:extLst>
                    <a:ext uri="{FF2B5EF4-FFF2-40B4-BE49-F238E27FC236}">
                      <a16:creationId xmlns:a16="http://schemas.microsoft.com/office/drawing/2014/main" id="{3D7C5186-02EB-4DAC-871F-8859E5F6949E}"/>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2    5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6041" name="Line 185">
                  <a:extLst>
                    <a:ext uri="{FF2B5EF4-FFF2-40B4-BE49-F238E27FC236}">
                      <a16:creationId xmlns:a16="http://schemas.microsoft.com/office/drawing/2014/main" id="{B11B48F7-E3FF-4BC0-8446-1C256A9163D3}"/>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42" name="Line 186">
                  <a:extLst>
                    <a:ext uri="{FF2B5EF4-FFF2-40B4-BE49-F238E27FC236}">
                      <a16:creationId xmlns:a16="http://schemas.microsoft.com/office/drawing/2014/main" id="{ED0A2829-0B8A-417D-9FC9-892224BC4020}"/>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43" name="Line 187">
                  <a:extLst>
                    <a:ext uri="{FF2B5EF4-FFF2-40B4-BE49-F238E27FC236}">
                      <a16:creationId xmlns:a16="http://schemas.microsoft.com/office/drawing/2014/main" id="{BFFA8215-0B74-4879-B813-6174109B884F}"/>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044" name="Group 188">
                <a:extLst>
                  <a:ext uri="{FF2B5EF4-FFF2-40B4-BE49-F238E27FC236}">
                    <a16:creationId xmlns:a16="http://schemas.microsoft.com/office/drawing/2014/main" id="{432ACF6B-AB1A-474C-A199-CF584AD04109}"/>
                  </a:ext>
                </a:extLst>
              </p:cNvPr>
              <p:cNvGrpSpPr>
                <a:grpSpLocks/>
              </p:cNvGrpSpPr>
              <p:nvPr/>
            </p:nvGrpSpPr>
            <p:grpSpPr bwMode="auto">
              <a:xfrm>
                <a:off x="1015" y="3321"/>
                <a:ext cx="641" cy="192"/>
                <a:chOff x="1056" y="2976"/>
                <a:chExt cx="641" cy="192"/>
              </a:xfrm>
            </p:grpSpPr>
            <p:sp>
              <p:nvSpPr>
                <p:cNvPr id="506045" name="Rectangle 189">
                  <a:extLst>
                    <a:ext uri="{FF2B5EF4-FFF2-40B4-BE49-F238E27FC236}">
                      <a16:creationId xmlns:a16="http://schemas.microsoft.com/office/drawing/2014/main" id="{3E0D9B24-9DF0-45A2-B0AB-F4A664B6B35E}"/>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15  </a:t>
                  </a:r>
                  <a:r>
                    <a:rPr lang="zh-CN" altLang="en-US" sz="1700" b="1"/>
                    <a:t>－</a:t>
                  </a:r>
                  <a:r>
                    <a:rPr lang="zh-CN" altLang="en-US" sz="1700" b="1">
                      <a:cs typeface="Arial" panose="020B0604020202020204" pitchFamily="34" charset="0"/>
                    </a:rPr>
                    <a:t>   </a:t>
                  </a:r>
                  <a:r>
                    <a:rPr lang="zh-CN" altLang="en-US" sz="17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6046" name="Line 190">
                  <a:extLst>
                    <a:ext uri="{FF2B5EF4-FFF2-40B4-BE49-F238E27FC236}">
                      <a16:creationId xmlns:a16="http://schemas.microsoft.com/office/drawing/2014/main" id="{7BB0AC86-4B15-43D8-BACA-BE220023667A}"/>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47" name="Line 191">
                  <a:extLst>
                    <a:ext uri="{FF2B5EF4-FFF2-40B4-BE49-F238E27FC236}">
                      <a16:creationId xmlns:a16="http://schemas.microsoft.com/office/drawing/2014/main" id="{9F0B1651-8ED0-4FDA-86E0-4B5CC77E79DB}"/>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48" name="Line 192">
                  <a:extLst>
                    <a:ext uri="{FF2B5EF4-FFF2-40B4-BE49-F238E27FC236}">
                      <a16:creationId xmlns:a16="http://schemas.microsoft.com/office/drawing/2014/main" id="{FC925F55-5FF5-4574-BD98-D692F45C0EC7}"/>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049" name="Group 193">
                <a:extLst>
                  <a:ext uri="{FF2B5EF4-FFF2-40B4-BE49-F238E27FC236}">
                    <a16:creationId xmlns:a16="http://schemas.microsoft.com/office/drawing/2014/main" id="{F9E3821B-5EED-4C4F-B580-51C664A7A7B7}"/>
                  </a:ext>
                </a:extLst>
              </p:cNvPr>
              <p:cNvGrpSpPr>
                <a:grpSpLocks/>
              </p:cNvGrpSpPr>
              <p:nvPr/>
            </p:nvGrpSpPr>
            <p:grpSpPr bwMode="auto">
              <a:xfrm>
                <a:off x="1783" y="3321"/>
                <a:ext cx="641" cy="192"/>
                <a:chOff x="1056" y="2976"/>
                <a:chExt cx="641" cy="192"/>
              </a:xfrm>
            </p:grpSpPr>
            <p:sp>
              <p:nvSpPr>
                <p:cNvPr id="506050" name="Rectangle 194">
                  <a:extLst>
                    <a:ext uri="{FF2B5EF4-FFF2-40B4-BE49-F238E27FC236}">
                      <a16:creationId xmlns:a16="http://schemas.microsoft.com/office/drawing/2014/main" id="{1F9D4FBC-3200-4BC8-A669-5D8A68A1A2FD}"/>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700" b="1">
                      <a:cs typeface="Arial" panose="020B0604020202020204" pitchFamily="34" charset="0"/>
                    </a:rPr>
                    <a:t>39   48   </a:t>
                  </a:r>
                  <a:r>
                    <a:rPr lang="zh-CN" altLang="en-US" sz="1700" b="1"/>
                    <a:t>－</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6051" name="Line 195">
                  <a:extLst>
                    <a:ext uri="{FF2B5EF4-FFF2-40B4-BE49-F238E27FC236}">
                      <a16:creationId xmlns:a16="http://schemas.microsoft.com/office/drawing/2014/main" id="{3A61919B-0B2A-45F4-874D-40F0481A5A2B}"/>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52" name="Line 196">
                  <a:extLst>
                    <a:ext uri="{FF2B5EF4-FFF2-40B4-BE49-F238E27FC236}">
                      <a16:creationId xmlns:a16="http://schemas.microsoft.com/office/drawing/2014/main" id="{D6D9E6C6-3240-4223-87CA-AD8D89449297}"/>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53" name="Line 197">
                  <a:extLst>
                    <a:ext uri="{FF2B5EF4-FFF2-40B4-BE49-F238E27FC236}">
                      <a16:creationId xmlns:a16="http://schemas.microsoft.com/office/drawing/2014/main" id="{DA0F72FB-0288-4F7E-A452-67D8A740F862}"/>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054" name="Group 198">
                <a:extLst>
                  <a:ext uri="{FF2B5EF4-FFF2-40B4-BE49-F238E27FC236}">
                    <a16:creationId xmlns:a16="http://schemas.microsoft.com/office/drawing/2014/main" id="{42AFDCC0-A89E-490A-BB83-F0FF8DE0FA30}"/>
                  </a:ext>
                </a:extLst>
              </p:cNvPr>
              <p:cNvGrpSpPr>
                <a:grpSpLocks/>
              </p:cNvGrpSpPr>
              <p:nvPr/>
            </p:nvGrpSpPr>
            <p:grpSpPr bwMode="auto">
              <a:xfrm>
                <a:off x="2599" y="3321"/>
                <a:ext cx="641" cy="192"/>
                <a:chOff x="1056" y="2976"/>
                <a:chExt cx="641" cy="192"/>
              </a:xfrm>
            </p:grpSpPr>
            <p:sp>
              <p:nvSpPr>
                <p:cNvPr id="506055" name="Rectangle 199">
                  <a:extLst>
                    <a:ext uri="{FF2B5EF4-FFF2-40B4-BE49-F238E27FC236}">
                      <a16:creationId xmlns:a16="http://schemas.microsoft.com/office/drawing/2014/main" id="{E2EB4590-DFA2-4B08-860F-47873F246F28}"/>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700">
                      <a:cs typeface="Arial" panose="020B0604020202020204" pitchFamily="34" charset="0"/>
                    </a:rPr>
                    <a:t> </a:t>
                  </a:r>
                  <a:r>
                    <a:rPr lang="en-US" altLang="zh-CN" sz="1700" b="1">
                      <a:cs typeface="Arial" panose="020B0604020202020204" pitchFamily="34" charset="0"/>
                    </a:rPr>
                    <a:t>85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06056" name="Line 200">
                  <a:extLst>
                    <a:ext uri="{FF2B5EF4-FFF2-40B4-BE49-F238E27FC236}">
                      <a16:creationId xmlns:a16="http://schemas.microsoft.com/office/drawing/2014/main" id="{68D645D6-44ED-4575-B58E-B168D895C2E9}"/>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57" name="Line 201">
                  <a:extLst>
                    <a:ext uri="{FF2B5EF4-FFF2-40B4-BE49-F238E27FC236}">
                      <a16:creationId xmlns:a16="http://schemas.microsoft.com/office/drawing/2014/main" id="{C41CBD11-8465-4757-B95D-1F0EFB4E0FC0}"/>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58" name="Line 202">
                  <a:extLst>
                    <a:ext uri="{FF2B5EF4-FFF2-40B4-BE49-F238E27FC236}">
                      <a16:creationId xmlns:a16="http://schemas.microsoft.com/office/drawing/2014/main" id="{0A728BC9-A844-4DC1-A39B-84DEEE7003FC}"/>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059" name="Group 203">
                <a:extLst>
                  <a:ext uri="{FF2B5EF4-FFF2-40B4-BE49-F238E27FC236}">
                    <a16:creationId xmlns:a16="http://schemas.microsoft.com/office/drawing/2014/main" id="{95B61594-B679-4418-A58B-80B683B4D20A}"/>
                  </a:ext>
                </a:extLst>
              </p:cNvPr>
              <p:cNvGrpSpPr>
                <a:grpSpLocks/>
              </p:cNvGrpSpPr>
              <p:nvPr/>
            </p:nvGrpSpPr>
            <p:grpSpPr bwMode="auto">
              <a:xfrm>
                <a:off x="3319" y="3321"/>
                <a:ext cx="720" cy="192"/>
                <a:chOff x="1056" y="2976"/>
                <a:chExt cx="641" cy="192"/>
              </a:xfrm>
            </p:grpSpPr>
            <p:sp>
              <p:nvSpPr>
                <p:cNvPr id="506060" name="Rectangle 204">
                  <a:extLst>
                    <a:ext uri="{FF2B5EF4-FFF2-40B4-BE49-F238E27FC236}">
                      <a16:creationId xmlns:a16="http://schemas.microsoft.com/office/drawing/2014/main" id="{EB444B15-2CC1-468B-BD77-9DD9F17769EF}"/>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120  </a:t>
                  </a:r>
                  <a:r>
                    <a:rPr lang="zh-CN" altLang="en-US" sz="1700" b="1"/>
                    <a:t>－ </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06061" name="Line 205">
                  <a:extLst>
                    <a:ext uri="{FF2B5EF4-FFF2-40B4-BE49-F238E27FC236}">
                      <a16:creationId xmlns:a16="http://schemas.microsoft.com/office/drawing/2014/main" id="{0D5D0667-C062-4A5D-AD22-EE831816D260}"/>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62" name="Line 206">
                  <a:extLst>
                    <a:ext uri="{FF2B5EF4-FFF2-40B4-BE49-F238E27FC236}">
                      <a16:creationId xmlns:a16="http://schemas.microsoft.com/office/drawing/2014/main" id="{57ECA678-5EEF-412A-BEA5-D953D7E2DD10}"/>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63" name="Line 207">
                  <a:extLst>
                    <a:ext uri="{FF2B5EF4-FFF2-40B4-BE49-F238E27FC236}">
                      <a16:creationId xmlns:a16="http://schemas.microsoft.com/office/drawing/2014/main" id="{519FF266-5D9D-4044-A7C6-B471BB1BF754}"/>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064" name="Group 208">
                <a:extLst>
                  <a:ext uri="{FF2B5EF4-FFF2-40B4-BE49-F238E27FC236}">
                    <a16:creationId xmlns:a16="http://schemas.microsoft.com/office/drawing/2014/main" id="{C5CBF110-E76F-4FA0-AA2B-00D926C2439E}"/>
                  </a:ext>
                </a:extLst>
              </p:cNvPr>
              <p:cNvGrpSpPr>
                <a:grpSpLocks/>
              </p:cNvGrpSpPr>
              <p:nvPr/>
            </p:nvGrpSpPr>
            <p:grpSpPr bwMode="auto">
              <a:xfrm>
                <a:off x="4087" y="3321"/>
                <a:ext cx="672" cy="192"/>
                <a:chOff x="1056" y="2976"/>
                <a:chExt cx="641" cy="192"/>
              </a:xfrm>
            </p:grpSpPr>
            <p:sp>
              <p:nvSpPr>
                <p:cNvPr id="506065" name="Rectangle 209">
                  <a:extLst>
                    <a:ext uri="{FF2B5EF4-FFF2-40B4-BE49-F238E27FC236}">
                      <a16:creationId xmlns:a16="http://schemas.microsoft.com/office/drawing/2014/main" id="{44FEC316-057E-4F7E-8E80-096952538707}"/>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159    </a:t>
                  </a:r>
                  <a:r>
                    <a:rPr lang="zh-CN" altLang="en-US" sz="1700" b="1"/>
                    <a:t>－</a:t>
                  </a:r>
                  <a:r>
                    <a:rPr lang="zh-CN" altLang="en-US" sz="1700" b="1">
                      <a:cs typeface="Arial" panose="020B0604020202020204" pitchFamily="34" charset="0"/>
                    </a:rPr>
                    <a:t>  </a:t>
                  </a:r>
                  <a:r>
                    <a:rPr lang="zh-CN" altLang="en-US" sz="1700" b="1"/>
                    <a:t>－</a:t>
                  </a:r>
                  <a:endParaRPr lang="zh-CN" altLang="en-US" sz="1600">
                    <a:cs typeface="Arial" panose="020B0604020202020204" pitchFamily="34" charset="0"/>
                  </a:endParaRPr>
                </a:p>
              </p:txBody>
            </p:sp>
            <p:sp>
              <p:nvSpPr>
                <p:cNvPr id="506066" name="Line 210">
                  <a:extLst>
                    <a:ext uri="{FF2B5EF4-FFF2-40B4-BE49-F238E27FC236}">
                      <a16:creationId xmlns:a16="http://schemas.microsoft.com/office/drawing/2014/main" id="{EFB6E98C-F62D-4AC7-B480-F6F56FE6F60A}"/>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67" name="Line 211">
                  <a:extLst>
                    <a:ext uri="{FF2B5EF4-FFF2-40B4-BE49-F238E27FC236}">
                      <a16:creationId xmlns:a16="http://schemas.microsoft.com/office/drawing/2014/main" id="{65A4A060-46E9-467B-914E-321B57196AA1}"/>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68" name="Line 212">
                  <a:extLst>
                    <a:ext uri="{FF2B5EF4-FFF2-40B4-BE49-F238E27FC236}">
                      <a16:creationId xmlns:a16="http://schemas.microsoft.com/office/drawing/2014/main" id="{A79843E0-D437-46DD-A735-6BE32455F057}"/>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069" name="Group 213">
                <a:extLst>
                  <a:ext uri="{FF2B5EF4-FFF2-40B4-BE49-F238E27FC236}">
                    <a16:creationId xmlns:a16="http://schemas.microsoft.com/office/drawing/2014/main" id="{82621247-6899-4888-9EF2-6400374B2BCA}"/>
                  </a:ext>
                </a:extLst>
              </p:cNvPr>
              <p:cNvGrpSpPr>
                <a:grpSpLocks/>
              </p:cNvGrpSpPr>
              <p:nvPr/>
            </p:nvGrpSpPr>
            <p:grpSpPr bwMode="auto">
              <a:xfrm>
                <a:off x="4807" y="3321"/>
                <a:ext cx="737" cy="192"/>
                <a:chOff x="1056" y="2976"/>
                <a:chExt cx="641" cy="192"/>
              </a:xfrm>
            </p:grpSpPr>
            <p:sp>
              <p:nvSpPr>
                <p:cNvPr id="506070" name="Rectangle 214">
                  <a:extLst>
                    <a:ext uri="{FF2B5EF4-FFF2-40B4-BE49-F238E27FC236}">
                      <a16:creationId xmlns:a16="http://schemas.microsoft.com/office/drawing/2014/main" id="{9266216D-2FE5-4DDE-95B4-BB394E5EF721}"/>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700" b="1">
                      <a:cs typeface="Arial" panose="020B0604020202020204" pitchFamily="34" charset="0"/>
                    </a:rPr>
                    <a:t>201 220 </a:t>
                  </a:r>
                  <a:r>
                    <a:rPr lang="zh-CN" altLang="en-US" sz="1700" b="1"/>
                    <a:t>－</a:t>
                  </a:r>
                  <a:endParaRPr lang="zh-CN" altLang="en-US" sz="1600">
                    <a:cs typeface="Arial" panose="020B0604020202020204" pitchFamily="34" charset="0"/>
                  </a:endParaRPr>
                </a:p>
              </p:txBody>
            </p:sp>
            <p:sp>
              <p:nvSpPr>
                <p:cNvPr id="506071" name="Line 215">
                  <a:extLst>
                    <a:ext uri="{FF2B5EF4-FFF2-40B4-BE49-F238E27FC236}">
                      <a16:creationId xmlns:a16="http://schemas.microsoft.com/office/drawing/2014/main" id="{C5F66AF2-4685-4FC8-9802-C8193A5188CD}"/>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72" name="Line 216">
                  <a:extLst>
                    <a:ext uri="{FF2B5EF4-FFF2-40B4-BE49-F238E27FC236}">
                      <a16:creationId xmlns:a16="http://schemas.microsoft.com/office/drawing/2014/main" id="{038A7262-0BCD-4A27-95AB-8B8E48671DA1}"/>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73" name="Line 217">
                  <a:extLst>
                    <a:ext uri="{FF2B5EF4-FFF2-40B4-BE49-F238E27FC236}">
                      <a16:creationId xmlns:a16="http://schemas.microsoft.com/office/drawing/2014/main" id="{CF2300EE-98B3-4F80-8823-3618C1161218}"/>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074" name="Group 218">
                <a:extLst>
                  <a:ext uri="{FF2B5EF4-FFF2-40B4-BE49-F238E27FC236}">
                    <a16:creationId xmlns:a16="http://schemas.microsoft.com/office/drawing/2014/main" id="{0C3955D3-5046-4870-9FDF-AD2022D55B9A}"/>
                  </a:ext>
                </a:extLst>
              </p:cNvPr>
              <p:cNvGrpSpPr>
                <a:grpSpLocks/>
              </p:cNvGrpSpPr>
              <p:nvPr/>
            </p:nvGrpSpPr>
            <p:grpSpPr bwMode="auto">
              <a:xfrm>
                <a:off x="2071" y="1689"/>
                <a:ext cx="1169" cy="192"/>
                <a:chOff x="1056" y="2112"/>
                <a:chExt cx="1073" cy="192"/>
              </a:xfrm>
            </p:grpSpPr>
            <p:sp>
              <p:nvSpPr>
                <p:cNvPr id="506075" name="Rectangle 219">
                  <a:extLst>
                    <a:ext uri="{FF2B5EF4-FFF2-40B4-BE49-F238E27FC236}">
                      <a16:creationId xmlns:a16="http://schemas.microsoft.com/office/drawing/2014/main" id="{9D17E65D-C721-447F-A4E6-5FB445F9A964}"/>
                    </a:ext>
                  </a:extLst>
                </p:cNvPr>
                <p:cNvSpPr>
                  <a:spLocks noChangeArrowheads="1"/>
                </p:cNvSpPr>
                <p:nvPr/>
              </p:nvSpPr>
              <p:spPr bwMode="auto">
                <a:xfrm>
                  <a:off x="1056" y="2112"/>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en-US" altLang="zh-CN" sz="1700" b="1">
                      <a:cs typeface="Arial" panose="020B0604020202020204" pitchFamily="34" charset="0"/>
                    </a:rPr>
                    <a:t>°  26   ° </a:t>
                  </a:r>
                  <a:r>
                    <a:rPr lang="en-US" altLang="zh-CN" sz="1700" b="1"/>
                    <a:t>140</a:t>
                  </a:r>
                  <a:r>
                    <a:rPr lang="en-US" altLang="zh-CN" sz="1400" b="1"/>
                    <a:t>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06076" name="Line 220">
                  <a:extLst>
                    <a:ext uri="{FF2B5EF4-FFF2-40B4-BE49-F238E27FC236}">
                      <a16:creationId xmlns:a16="http://schemas.microsoft.com/office/drawing/2014/main" id="{A7DB527F-E520-4062-B2B0-EF3519A916F7}"/>
                    </a:ext>
                  </a:extLst>
                </p:cNvPr>
                <p:cNvSpPr>
                  <a:spLocks noChangeShapeType="1"/>
                </p:cNvSpPr>
                <p:nvPr/>
              </p:nvSpPr>
              <p:spPr bwMode="auto">
                <a:xfrm>
                  <a:off x="124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77" name="Line 221">
                  <a:extLst>
                    <a:ext uri="{FF2B5EF4-FFF2-40B4-BE49-F238E27FC236}">
                      <a16:creationId xmlns:a16="http://schemas.microsoft.com/office/drawing/2014/main" id="{5EA85885-3B77-4BFD-A3B9-7420C8AA21FC}"/>
                    </a:ext>
                  </a:extLst>
                </p:cNvPr>
                <p:cNvSpPr>
                  <a:spLocks noChangeShapeType="1"/>
                </p:cNvSpPr>
                <p:nvPr/>
              </p:nvSpPr>
              <p:spPr bwMode="auto">
                <a:xfrm>
                  <a:off x="1488"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78" name="Line 222">
                  <a:extLst>
                    <a:ext uri="{FF2B5EF4-FFF2-40B4-BE49-F238E27FC236}">
                      <a16:creationId xmlns:a16="http://schemas.microsoft.com/office/drawing/2014/main" id="{B55797C6-D20B-42F7-9DD2-76E2D1100E7F}"/>
                    </a:ext>
                  </a:extLst>
                </p:cNvPr>
                <p:cNvSpPr>
                  <a:spLocks noChangeShapeType="1"/>
                </p:cNvSpPr>
                <p:nvPr/>
              </p:nvSpPr>
              <p:spPr bwMode="auto">
                <a:xfrm>
                  <a:off x="168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79" name="Line 223">
                  <a:extLst>
                    <a:ext uri="{FF2B5EF4-FFF2-40B4-BE49-F238E27FC236}">
                      <a16:creationId xmlns:a16="http://schemas.microsoft.com/office/drawing/2014/main" id="{8B13F46A-20AE-413C-A64B-38601CD58D39}"/>
                    </a:ext>
                  </a:extLst>
                </p:cNvPr>
                <p:cNvSpPr>
                  <a:spLocks noChangeShapeType="1"/>
                </p:cNvSpPr>
                <p:nvPr/>
              </p:nvSpPr>
              <p:spPr bwMode="auto">
                <a:xfrm>
                  <a:off x="1920" y="2112"/>
                  <a:ext cx="0" cy="192"/>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06080" name="Line 224">
                <a:extLst>
                  <a:ext uri="{FF2B5EF4-FFF2-40B4-BE49-F238E27FC236}">
                    <a16:creationId xmlns:a16="http://schemas.microsoft.com/office/drawing/2014/main" id="{B23A8DD3-CFF0-4E3E-B990-A9B3443A42D4}"/>
                  </a:ext>
                </a:extLst>
              </p:cNvPr>
              <p:cNvSpPr>
                <a:spLocks noChangeShapeType="1"/>
              </p:cNvSpPr>
              <p:nvPr/>
            </p:nvSpPr>
            <p:spPr bwMode="auto">
              <a:xfrm flipH="1">
                <a:off x="1015" y="1785"/>
                <a:ext cx="1200" cy="672"/>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81" name="Line 225">
                <a:extLst>
                  <a:ext uri="{FF2B5EF4-FFF2-40B4-BE49-F238E27FC236}">
                    <a16:creationId xmlns:a16="http://schemas.microsoft.com/office/drawing/2014/main" id="{C128FE64-6B63-4362-9D4B-ACEA0BC23856}"/>
                  </a:ext>
                </a:extLst>
              </p:cNvPr>
              <p:cNvSpPr>
                <a:spLocks noChangeShapeType="1"/>
              </p:cNvSpPr>
              <p:nvPr/>
            </p:nvSpPr>
            <p:spPr bwMode="auto">
              <a:xfrm flipH="1">
                <a:off x="2359" y="1785"/>
                <a:ext cx="288" cy="672"/>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82" name="Line 226">
                <a:extLst>
                  <a:ext uri="{FF2B5EF4-FFF2-40B4-BE49-F238E27FC236}">
                    <a16:creationId xmlns:a16="http://schemas.microsoft.com/office/drawing/2014/main" id="{278A9A47-272F-48DC-B549-5575FC9DA7ED}"/>
                  </a:ext>
                </a:extLst>
              </p:cNvPr>
              <p:cNvSpPr>
                <a:spLocks noChangeShapeType="1"/>
              </p:cNvSpPr>
              <p:nvPr/>
            </p:nvSpPr>
            <p:spPr bwMode="auto">
              <a:xfrm flipH="1">
                <a:off x="343" y="2601"/>
                <a:ext cx="624"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83" name="Line 227">
                <a:extLst>
                  <a:ext uri="{FF2B5EF4-FFF2-40B4-BE49-F238E27FC236}">
                    <a16:creationId xmlns:a16="http://schemas.microsoft.com/office/drawing/2014/main" id="{DA37962E-5E59-4FA2-95DD-55F6F3B94D34}"/>
                  </a:ext>
                </a:extLst>
              </p:cNvPr>
              <p:cNvSpPr>
                <a:spLocks noChangeShapeType="1"/>
              </p:cNvSpPr>
              <p:nvPr/>
            </p:nvSpPr>
            <p:spPr bwMode="auto">
              <a:xfrm flipH="1">
                <a:off x="1111" y="2601"/>
                <a:ext cx="336"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84" name="Line 228">
                <a:extLst>
                  <a:ext uri="{FF2B5EF4-FFF2-40B4-BE49-F238E27FC236}">
                    <a16:creationId xmlns:a16="http://schemas.microsoft.com/office/drawing/2014/main" id="{2C9DC9DE-EB4C-4AA2-BB17-C4E897492FBE}"/>
                  </a:ext>
                </a:extLst>
              </p:cNvPr>
              <p:cNvSpPr>
                <a:spLocks noChangeShapeType="1"/>
              </p:cNvSpPr>
              <p:nvPr/>
            </p:nvSpPr>
            <p:spPr bwMode="auto">
              <a:xfrm flipH="1">
                <a:off x="1879" y="2553"/>
                <a:ext cx="432" cy="768"/>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85" name="Line 229">
                <a:extLst>
                  <a:ext uri="{FF2B5EF4-FFF2-40B4-BE49-F238E27FC236}">
                    <a16:creationId xmlns:a16="http://schemas.microsoft.com/office/drawing/2014/main" id="{ED824570-7C40-4988-A9A6-1D113D914133}"/>
                  </a:ext>
                </a:extLst>
              </p:cNvPr>
              <p:cNvSpPr>
                <a:spLocks noChangeShapeType="1"/>
              </p:cNvSpPr>
              <p:nvPr/>
            </p:nvSpPr>
            <p:spPr bwMode="auto">
              <a:xfrm flipH="1">
                <a:off x="2695" y="2601"/>
                <a:ext cx="192"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86" name="Line 230">
                <a:extLst>
                  <a:ext uri="{FF2B5EF4-FFF2-40B4-BE49-F238E27FC236}">
                    <a16:creationId xmlns:a16="http://schemas.microsoft.com/office/drawing/2014/main" id="{A9D97616-58F0-4A8B-96C7-987F1F4045B1}"/>
                  </a:ext>
                </a:extLst>
              </p:cNvPr>
              <p:cNvSpPr>
                <a:spLocks noChangeShapeType="1"/>
              </p:cNvSpPr>
              <p:nvPr/>
            </p:nvSpPr>
            <p:spPr bwMode="auto">
              <a:xfrm>
                <a:off x="3319" y="2601"/>
                <a:ext cx="96"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87" name="Line 231">
                <a:extLst>
                  <a:ext uri="{FF2B5EF4-FFF2-40B4-BE49-F238E27FC236}">
                    <a16:creationId xmlns:a16="http://schemas.microsoft.com/office/drawing/2014/main" id="{5A989A44-2A10-429C-91E2-933FBCC21754}"/>
                  </a:ext>
                </a:extLst>
              </p:cNvPr>
              <p:cNvSpPr>
                <a:spLocks noChangeShapeType="1"/>
              </p:cNvSpPr>
              <p:nvPr/>
            </p:nvSpPr>
            <p:spPr bwMode="auto">
              <a:xfrm>
                <a:off x="3943" y="2553"/>
                <a:ext cx="336" cy="768"/>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88" name="Line 232">
                <a:extLst>
                  <a:ext uri="{FF2B5EF4-FFF2-40B4-BE49-F238E27FC236}">
                    <a16:creationId xmlns:a16="http://schemas.microsoft.com/office/drawing/2014/main" id="{03B4D770-E1A2-4827-AA78-8355F51209FC}"/>
                  </a:ext>
                </a:extLst>
              </p:cNvPr>
              <p:cNvSpPr>
                <a:spLocks noChangeShapeType="1"/>
              </p:cNvSpPr>
              <p:nvPr/>
            </p:nvSpPr>
            <p:spPr bwMode="auto">
              <a:xfrm>
                <a:off x="4375" y="2601"/>
                <a:ext cx="624" cy="720"/>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89" name="Line 233">
                <a:extLst>
                  <a:ext uri="{FF2B5EF4-FFF2-40B4-BE49-F238E27FC236}">
                    <a16:creationId xmlns:a16="http://schemas.microsoft.com/office/drawing/2014/main" id="{79148FFA-18BF-46B7-ADBD-4DBAD4182822}"/>
                  </a:ext>
                </a:extLst>
              </p:cNvPr>
              <p:cNvSpPr>
                <a:spLocks noChangeShapeType="1"/>
              </p:cNvSpPr>
              <p:nvPr/>
            </p:nvSpPr>
            <p:spPr bwMode="auto">
              <a:xfrm>
                <a:off x="3127" y="1833"/>
                <a:ext cx="816" cy="624"/>
              </a:xfrm>
              <a:prstGeom prst="line">
                <a:avLst/>
              </a:prstGeom>
              <a:noFill/>
              <a:ln w="19050">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506090" name="Rectangle 234">
            <a:extLst>
              <a:ext uri="{FF2B5EF4-FFF2-40B4-BE49-F238E27FC236}">
                <a16:creationId xmlns:a16="http://schemas.microsoft.com/office/drawing/2014/main" id="{A29C75E5-7D2A-417E-9B79-E3B739DE8213}"/>
              </a:ext>
            </a:extLst>
          </p:cNvPr>
          <p:cNvSpPr>
            <a:spLocks noChangeArrowheads="1"/>
          </p:cNvSpPr>
          <p:nvPr/>
        </p:nvSpPr>
        <p:spPr bwMode="auto">
          <a:xfrm>
            <a:off x="7542213" y="3716338"/>
            <a:ext cx="10620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r>
              <a:rPr lang="en-US" altLang="zh-CN" sz="2800" b="1">
                <a:solidFill>
                  <a:srgbClr val="660066"/>
                </a:solidFill>
                <a:effectLst>
                  <a:outerShdw blurRad="38100" dist="38100" dir="2700000" algn="tl">
                    <a:srgbClr val="C0C0C0"/>
                  </a:outerShdw>
                </a:effectLst>
              </a:rPr>
              <a:t>B-</a:t>
            </a:r>
            <a:r>
              <a:rPr lang="zh-CN" altLang="en-US" sz="2800" b="1">
                <a:solidFill>
                  <a:srgbClr val="660066"/>
                </a:solidFill>
                <a:effectLst>
                  <a:outerShdw blurRad="38100" dist="38100" dir="2700000" algn="tl">
                    <a:srgbClr val="C0C0C0"/>
                  </a:outerShdw>
                </a:effectLst>
              </a:rPr>
              <a:t>树</a:t>
            </a:r>
          </a:p>
        </p:txBody>
      </p:sp>
      <p:grpSp>
        <p:nvGrpSpPr>
          <p:cNvPr id="506091" name="Group 235">
            <a:extLst>
              <a:ext uri="{FF2B5EF4-FFF2-40B4-BE49-F238E27FC236}">
                <a16:creationId xmlns:a16="http://schemas.microsoft.com/office/drawing/2014/main" id="{3266E23B-DD9B-41EE-BAA5-7C5EB2BEC624}"/>
              </a:ext>
            </a:extLst>
          </p:cNvPr>
          <p:cNvGrpSpPr>
            <a:grpSpLocks/>
          </p:cNvGrpSpPr>
          <p:nvPr/>
        </p:nvGrpSpPr>
        <p:grpSpPr bwMode="auto">
          <a:xfrm>
            <a:off x="285750" y="260350"/>
            <a:ext cx="8561388" cy="2895600"/>
            <a:chOff x="180" y="1488"/>
            <a:chExt cx="5393" cy="1824"/>
          </a:xfrm>
        </p:grpSpPr>
        <p:grpSp>
          <p:nvGrpSpPr>
            <p:cNvPr id="506092" name="Group 236">
              <a:extLst>
                <a:ext uri="{FF2B5EF4-FFF2-40B4-BE49-F238E27FC236}">
                  <a16:creationId xmlns:a16="http://schemas.microsoft.com/office/drawing/2014/main" id="{9A13B945-64BC-4496-86E9-1FCA2C2C63E7}"/>
                </a:ext>
              </a:extLst>
            </p:cNvPr>
            <p:cNvGrpSpPr>
              <a:grpSpLocks/>
            </p:cNvGrpSpPr>
            <p:nvPr/>
          </p:nvGrpSpPr>
          <p:grpSpPr bwMode="auto">
            <a:xfrm>
              <a:off x="4932" y="3120"/>
              <a:ext cx="641" cy="192"/>
              <a:chOff x="1056" y="2976"/>
              <a:chExt cx="641" cy="192"/>
            </a:xfrm>
          </p:grpSpPr>
          <p:sp>
            <p:nvSpPr>
              <p:cNvPr id="506093" name="Rectangle 237">
                <a:extLst>
                  <a:ext uri="{FF2B5EF4-FFF2-40B4-BE49-F238E27FC236}">
                    <a16:creationId xmlns:a16="http://schemas.microsoft.com/office/drawing/2014/main" id="{2A5CCDBD-F972-4169-8A17-2DD7C3233BB9}"/>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zh-CN" altLang="en-US" sz="1600"/>
                  <a:t>　　</a:t>
                </a:r>
                <a:r>
                  <a:rPr lang="en-US" altLang="zh-CN" sz="1400" b="1"/>
                  <a:t>180 </a:t>
                </a:r>
                <a:r>
                  <a:rPr lang="en-US" altLang="zh-CN" sz="1400" b="1">
                    <a:cs typeface="Arial" panose="020B0604020202020204" pitchFamily="34" charset="0"/>
                  </a:rPr>
                  <a:t>201 220</a:t>
                </a:r>
                <a:r>
                  <a:rPr lang="zh-CN" altLang="en-US" sz="1400" b="1"/>
                  <a:t>　</a:t>
                </a:r>
                <a:r>
                  <a:rPr lang="zh-CN" altLang="en-US" sz="1600" b="1">
                    <a:cs typeface="Arial" panose="020B0604020202020204" pitchFamily="34" charset="0"/>
                  </a:rPr>
                  <a:t> </a:t>
                </a:r>
                <a:r>
                  <a:rPr lang="zh-CN" altLang="en-US" sz="1600" b="1"/>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6094" name="Line 238">
                <a:extLst>
                  <a:ext uri="{FF2B5EF4-FFF2-40B4-BE49-F238E27FC236}">
                    <a16:creationId xmlns:a16="http://schemas.microsoft.com/office/drawing/2014/main" id="{3564C58D-396F-4F17-97DA-FD04A3E20BB5}"/>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95" name="Line 239">
                <a:extLst>
                  <a:ext uri="{FF2B5EF4-FFF2-40B4-BE49-F238E27FC236}">
                    <a16:creationId xmlns:a16="http://schemas.microsoft.com/office/drawing/2014/main" id="{C97158DF-DC3E-4D6A-A601-3918E3566A2E}"/>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096" name="Line 240">
                <a:extLst>
                  <a:ext uri="{FF2B5EF4-FFF2-40B4-BE49-F238E27FC236}">
                    <a16:creationId xmlns:a16="http://schemas.microsoft.com/office/drawing/2014/main" id="{459F61EF-5468-4CA3-98C8-683CD3D9DEF5}"/>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097" name="Group 241">
              <a:extLst>
                <a:ext uri="{FF2B5EF4-FFF2-40B4-BE49-F238E27FC236}">
                  <a16:creationId xmlns:a16="http://schemas.microsoft.com/office/drawing/2014/main" id="{0FA98D57-EBB5-4CC1-AF6B-6C9C8696A4EF}"/>
                </a:ext>
              </a:extLst>
            </p:cNvPr>
            <p:cNvGrpSpPr>
              <a:grpSpLocks/>
            </p:cNvGrpSpPr>
            <p:nvPr/>
          </p:nvGrpSpPr>
          <p:grpSpPr bwMode="auto">
            <a:xfrm>
              <a:off x="996" y="2256"/>
              <a:ext cx="1073" cy="192"/>
              <a:chOff x="960" y="1824"/>
              <a:chExt cx="1073" cy="192"/>
            </a:xfrm>
          </p:grpSpPr>
          <p:sp>
            <p:nvSpPr>
              <p:cNvPr id="506098" name="Rectangle 242">
                <a:extLst>
                  <a:ext uri="{FF2B5EF4-FFF2-40B4-BE49-F238E27FC236}">
                    <a16:creationId xmlns:a16="http://schemas.microsoft.com/office/drawing/2014/main" id="{F5029961-BB13-4CF2-9476-FCD3393BFDEC}"/>
                  </a:ext>
                </a:extLst>
              </p:cNvPr>
              <p:cNvSpPr>
                <a:spLocks noChangeArrowheads="1"/>
              </p:cNvSpPr>
              <p:nvPr/>
            </p:nvSpPr>
            <p:spPr bwMode="auto">
              <a:xfrm>
                <a:off x="96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9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6099" name="Line 243">
                <a:extLst>
                  <a:ext uri="{FF2B5EF4-FFF2-40B4-BE49-F238E27FC236}">
                    <a16:creationId xmlns:a16="http://schemas.microsoft.com/office/drawing/2014/main" id="{5FD5FFFA-4EFE-4C2F-BE12-29DF69D6EA82}"/>
                  </a:ext>
                </a:extLst>
              </p:cNvPr>
              <p:cNvSpPr>
                <a:spLocks noChangeShapeType="1"/>
              </p:cNvSpPr>
              <p:nvPr/>
            </p:nvSpPr>
            <p:spPr bwMode="auto">
              <a:xfrm>
                <a:off x="11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00" name="Line 244">
                <a:extLst>
                  <a:ext uri="{FF2B5EF4-FFF2-40B4-BE49-F238E27FC236}">
                    <a16:creationId xmlns:a16="http://schemas.microsoft.com/office/drawing/2014/main" id="{70ED841F-1A29-470C-95C8-99FBEBFE2A00}"/>
                  </a:ext>
                </a:extLst>
              </p:cNvPr>
              <p:cNvSpPr>
                <a:spLocks noChangeShapeType="1"/>
              </p:cNvSpPr>
              <p:nvPr/>
            </p:nvSpPr>
            <p:spPr bwMode="auto">
              <a:xfrm>
                <a:off x="13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01" name="Line 245">
                <a:extLst>
                  <a:ext uri="{FF2B5EF4-FFF2-40B4-BE49-F238E27FC236}">
                    <a16:creationId xmlns:a16="http://schemas.microsoft.com/office/drawing/2014/main" id="{97AF9B85-BEDF-4496-A69D-02D232934805}"/>
                  </a:ext>
                </a:extLst>
              </p:cNvPr>
              <p:cNvSpPr>
                <a:spLocks noChangeShapeType="1"/>
              </p:cNvSpPr>
              <p:nvPr/>
            </p:nvSpPr>
            <p:spPr bwMode="auto">
              <a:xfrm>
                <a:off x="158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02" name="Line 246">
                <a:extLst>
                  <a:ext uri="{FF2B5EF4-FFF2-40B4-BE49-F238E27FC236}">
                    <a16:creationId xmlns:a16="http://schemas.microsoft.com/office/drawing/2014/main" id="{197A1E19-2802-4235-B4B4-A346266D0EA9}"/>
                  </a:ext>
                </a:extLst>
              </p:cNvPr>
              <p:cNvSpPr>
                <a:spLocks noChangeShapeType="1"/>
              </p:cNvSpPr>
              <p:nvPr/>
            </p:nvSpPr>
            <p:spPr bwMode="auto">
              <a:xfrm>
                <a:off x="18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103" name="Group 247">
              <a:extLst>
                <a:ext uri="{FF2B5EF4-FFF2-40B4-BE49-F238E27FC236}">
                  <a16:creationId xmlns:a16="http://schemas.microsoft.com/office/drawing/2014/main" id="{5323E127-C9CC-46FF-B059-65B53B844AD9}"/>
                </a:ext>
              </a:extLst>
            </p:cNvPr>
            <p:cNvGrpSpPr>
              <a:grpSpLocks/>
            </p:cNvGrpSpPr>
            <p:nvPr/>
          </p:nvGrpSpPr>
          <p:grpSpPr bwMode="auto">
            <a:xfrm>
              <a:off x="2436" y="2256"/>
              <a:ext cx="1073" cy="192"/>
              <a:chOff x="2400" y="1824"/>
              <a:chExt cx="1073" cy="192"/>
            </a:xfrm>
          </p:grpSpPr>
          <p:sp>
            <p:nvSpPr>
              <p:cNvPr id="506104" name="Rectangle 248">
                <a:extLst>
                  <a:ext uri="{FF2B5EF4-FFF2-40B4-BE49-F238E27FC236}">
                    <a16:creationId xmlns:a16="http://schemas.microsoft.com/office/drawing/2014/main" id="{BC410DB6-66B6-476A-A746-7F054C8E9331}"/>
                  </a:ext>
                </a:extLst>
              </p:cNvPr>
              <p:cNvSpPr>
                <a:spLocks noChangeArrowheads="1"/>
              </p:cNvSpPr>
              <p:nvPr/>
            </p:nvSpPr>
            <p:spPr bwMode="auto">
              <a:xfrm>
                <a:off x="240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 </a:t>
                </a:r>
                <a:r>
                  <a:rPr lang="en-US" altLang="zh-CN" sz="1400" b="1"/>
                  <a:t>99</a:t>
                </a:r>
                <a:r>
                  <a:rPr lang="zh-CN" altLang="en-US" sz="1400" b="1"/>
                  <a:t>　</a:t>
                </a:r>
                <a:r>
                  <a:rPr lang="en-US" altLang="zh-CN" sz="1600" b="1">
                    <a:cs typeface="Arial" panose="020B0604020202020204" pitchFamily="34" charset="0"/>
                  </a:rPr>
                  <a:t>°</a:t>
                </a:r>
                <a:r>
                  <a:rPr lang="en-US" altLang="zh-CN" sz="1600">
                    <a:ea typeface="Arial Unicode MS" panose="020B0604020202020204" pitchFamily="34" charset="-122"/>
                    <a:cs typeface="Arial Unicode MS" panose="020B0604020202020204" pitchFamily="34" charset="-122"/>
                  </a:rPr>
                  <a:t> </a:t>
                </a:r>
              </a:p>
            </p:txBody>
          </p:sp>
          <p:sp>
            <p:nvSpPr>
              <p:cNvPr id="506105" name="Line 249">
                <a:extLst>
                  <a:ext uri="{FF2B5EF4-FFF2-40B4-BE49-F238E27FC236}">
                    <a16:creationId xmlns:a16="http://schemas.microsoft.com/office/drawing/2014/main" id="{5BACEF0A-9CA2-4CB5-924B-B3A5569291A0}"/>
                  </a:ext>
                </a:extLst>
              </p:cNvPr>
              <p:cNvSpPr>
                <a:spLocks noChangeShapeType="1"/>
              </p:cNvSpPr>
              <p:nvPr/>
            </p:nvSpPr>
            <p:spPr bwMode="auto">
              <a:xfrm>
                <a:off x="25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06" name="Line 250">
                <a:extLst>
                  <a:ext uri="{FF2B5EF4-FFF2-40B4-BE49-F238E27FC236}">
                    <a16:creationId xmlns:a16="http://schemas.microsoft.com/office/drawing/2014/main" id="{2C0A656B-94A7-4600-93BA-37AC6DF46B8B}"/>
                  </a:ext>
                </a:extLst>
              </p:cNvPr>
              <p:cNvSpPr>
                <a:spLocks noChangeShapeType="1"/>
              </p:cNvSpPr>
              <p:nvPr/>
            </p:nvSpPr>
            <p:spPr bwMode="auto">
              <a:xfrm>
                <a:off x="283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07" name="Line 251">
                <a:extLst>
                  <a:ext uri="{FF2B5EF4-FFF2-40B4-BE49-F238E27FC236}">
                    <a16:creationId xmlns:a16="http://schemas.microsoft.com/office/drawing/2014/main" id="{A532B891-4163-4CA7-97FA-FD8E7D654B8C}"/>
                  </a:ext>
                </a:extLst>
              </p:cNvPr>
              <p:cNvSpPr>
                <a:spLocks noChangeShapeType="1"/>
              </p:cNvSpPr>
              <p:nvPr/>
            </p:nvSpPr>
            <p:spPr bwMode="auto">
              <a:xfrm>
                <a:off x="30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08" name="Line 252">
                <a:extLst>
                  <a:ext uri="{FF2B5EF4-FFF2-40B4-BE49-F238E27FC236}">
                    <a16:creationId xmlns:a16="http://schemas.microsoft.com/office/drawing/2014/main" id="{F2C2E902-0BF9-4BBF-AA10-C3074050CD45}"/>
                  </a:ext>
                </a:extLst>
              </p:cNvPr>
              <p:cNvSpPr>
                <a:spLocks noChangeShapeType="1"/>
              </p:cNvSpPr>
              <p:nvPr/>
            </p:nvSpPr>
            <p:spPr bwMode="auto">
              <a:xfrm>
                <a:off x="326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109" name="Group 253">
              <a:extLst>
                <a:ext uri="{FF2B5EF4-FFF2-40B4-BE49-F238E27FC236}">
                  <a16:creationId xmlns:a16="http://schemas.microsoft.com/office/drawing/2014/main" id="{044C6A47-4C59-4B63-8E66-11D19E68DF51}"/>
                </a:ext>
              </a:extLst>
            </p:cNvPr>
            <p:cNvGrpSpPr>
              <a:grpSpLocks/>
            </p:cNvGrpSpPr>
            <p:nvPr/>
          </p:nvGrpSpPr>
          <p:grpSpPr bwMode="auto">
            <a:xfrm>
              <a:off x="3924" y="2256"/>
              <a:ext cx="1073" cy="192"/>
              <a:chOff x="3888" y="1824"/>
              <a:chExt cx="1073" cy="192"/>
            </a:xfrm>
          </p:grpSpPr>
          <p:sp>
            <p:nvSpPr>
              <p:cNvPr id="506110" name="Rectangle 254">
                <a:extLst>
                  <a:ext uri="{FF2B5EF4-FFF2-40B4-BE49-F238E27FC236}">
                    <a16:creationId xmlns:a16="http://schemas.microsoft.com/office/drawing/2014/main" id="{C2135086-D22C-47C4-8C6F-33BC4579F4C1}"/>
                  </a:ext>
                </a:extLst>
              </p:cNvPr>
              <p:cNvSpPr>
                <a:spLocks noChangeArrowheads="1"/>
              </p:cNvSpPr>
              <p:nvPr/>
            </p:nvSpPr>
            <p:spPr bwMode="auto">
              <a:xfrm>
                <a:off x="3888"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a:t>
                </a:r>
                <a:r>
                  <a:rPr lang="en-US" altLang="zh-CN" sz="1400" b="1">
                    <a:cs typeface="Arial" panose="020B0604020202020204" pitchFamily="34" charset="0"/>
                  </a:rPr>
                  <a:t>180</a:t>
                </a:r>
                <a:r>
                  <a:rPr lang="en-US" altLang="zh-CN" sz="1600" b="1">
                    <a:cs typeface="Arial" panose="020B0604020202020204" pitchFamily="34" charset="0"/>
                  </a:rPr>
                  <a:t>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6111" name="Line 255">
                <a:extLst>
                  <a:ext uri="{FF2B5EF4-FFF2-40B4-BE49-F238E27FC236}">
                    <a16:creationId xmlns:a16="http://schemas.microsoft.com/office/drawing/2014/main" id="{67A99E89-B266-490A-9871-0FE337C4D3D3}"/>
                  </a:ext>
                </a:extLst>
              </p:cNvPr>
              <p:cNvSpPr>
                <a:spLocks noChangeShapeType="1"/>
              </p:cNvSpPr>
              <p:nvPr/>
            </p:nvSpPr>
            <p:spPr bwMode="auto">
              <a:xfrm>
                <a:off x="408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12" name="Line 256">
                <a:extLst>
                  <a:ext uri="{FF2B5EF4-FFF2-40B4-BE49-F238E27FC236}">
                    <a16:creationId xmlns:a16="http://schemas.microsoft.com/office/drawing/2014/main" id="{21209806-8D47-4095-A47A-DA009D64F6CF}"/>
                  </a:ext>
                </a:extLst>
              </p:cNvPr>
              <p:cNvSpPr>
                <a:spLocks noChangeShapeType="1"/>
              </p:cNvSpPr>
              <p:nvPr/>
            </p:nvSpPr>
            <p:spPr bwMode="auto">
              <a:xfrm>
                <a:off x="432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13" name="Line 257">
                <a:extLst>
                  <a:ext uri="{FF2B5EF4-FFF2-40B4-BE49-F238E27FC236}">
                    <a16:creationId xmlns:a16="http://schemas.microsoft.com/office/drawing/2014/main" id="{CA8B8F60-18BB-464A-A0A5-A65ABCCEF33C}"/>
                  </a:ext>
                </a:extLst>
              </p:cNvPr>
              <p:cNvSpPr>
                <a:spLocks noChangeShapeType="1"/>
              </p:cNvSpPr>
              <p:nvPr/>
            </p:nvSpPr>
            <p:spPr bwMode="auto">
              <a:xfrm>
                <a:off x="451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14" name="Line 258">
                <a:extLst>
                  <a:ext uri="{FF2B5EF4-FFF2-40B4-BE49-F238E27FC236}">
                    <a16:creationId xmlns:a16="http://schemas.microsoft.com/office/drawing/2014/main" id="{AE28E846-2DB8-4DB4-9DFC-CF3F3721F982}"/>
                  </a:ext>
                </a:extLst>
              </p:cNvPr>
              <p:cNvSpPr>
                <a:spLocks noChangeShapeType="1"/>
              </p:cNvSpPr>
              <p:nvPr/>
            </p:nvSpPr>
            <p:spPr bwMode="auto">
              <a:xfrm>
                <a:off x="47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115" name="Group 259">
              <a:extLst>
                <a:ext uri="{FF2B5EF4-FFF2-40B4-BE49-F238E27FC236}">
                  <a16:creationId xmlns:a16="http://schemas.microsoft.com/office/drawing/2014/main" id="{CF281BD6-A001-466A-B295-17F5BBAA7E6E}"/>
                </a:ext>
              </a:extLst>
            </p:cNvPr>
            <p:cNvGrpSpPr>
              <a:grpSpLocks/>
            </p:cNvGrpSpPr>
            <p:nvPr/>
          </p:nvGrpSpPr>
          <p:grpSpPr bwMode="auto">
            <a:xfrm>
              <a:off x="1092" y="3120"/>
              <a:ext cx="641" cy="192"/>
              <a:chOff x="1056" y="2976"/>
              <a:chExt cx="641" cy="192"/>
            </a:xfrm>
          </p:grpSpPr>
          <p:sp>
            <p:nvSpPr>
              <p:cNvPr id="506116" name="Rectangle 260">
                <a:extLst>
                  <a:ext uri="{FF2B5EF4-FFF2-40B4-BE49-F238E27FC236}">
                    <a16:creationId xmlns:a16="http://schemas.microsoft.com/office/drawing/2014/main" id="{519CCFDA-CDB1-462D-A2B7-4745D93CDDC3}"/>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9</a:t>
                </a:r>
                <a:r>
                  <a:rPr lang="en-US" altLang="zh-CN" sz="1600" b="1">
                    <a:cs typeface="Arial" panose="020B0604020202020204" pitchFamily="34" charset="0"/>
                  </a:rPr>
                  <a:t>   </a:t>
                </a:r>
                <a:r>
                  <a:rPr lang="en-US" altLang="zh-CN" sz="1400" b="1"/>
                  <a:t>15</a:t>
                </a:r>
                <a:r>
                  <a:rPr lang="en-US" altLang="zh-CN" sz="1600" b="1">
                    <a:cs typeface="Arial" panose="020B0604020202020204" pitchFamily="34" charset="0"/>
                  </a:rPr>
                  <a:t>   </a:t>
                </a:r>
                <a:r>
                  <a:rPr lang="zh-CN" altLang="en-US" sz="14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6117" name="Line 261">
                <a:extLst>
                  <a:ext uri="{FF2B5EF4-FFF2-40B4-BE49-F238E27FC236}">
                    <a16:creationId xmlns:a16="http://schemas.microsoft.com/office/drawing/2014/main" id="{4FC521E8-6ABA-47A3-B7FD-857FA982B87E}"/>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18" name="Line 262">
                <a:extLst>
                  <a:ext uri="{FF2B5EF4-FFF2-40B4-BE49-F238E27FC236}">
                    <a16:creationId xmlns:a16="http://schemas.microsoft.com/office/drawing/2014/main" id="{E8E5E8E8-A572-48EC-8A5A-228DC1476B29}"/>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19" name="Line 263">
                <a:extLst>
                  <a:ext uri="{FF2B5EF4-FFF2-40B4-BE49-F238E27FC236}">
                    <a16:creationId xmlns:a16="http://schemas.microsoft.com/office/drawing/2014/main" id="{064EC8D4-509F-4606-98BE-EDF1C1C0A0D6}"/>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120" name="Group 264">
              <a:extLst>
                <a:ext uri="{FF2B5EF4-FFF2-40B4-BE49-F238E27FC236}">
                  <a16:creationId xmlns:a16="http://schemas.microsoft.com/office/drawing/2014/main" id="{6B5E7E0C-D72C-419A-B7F1-B1639C09CD94}"/>
                </a:ext>
              </a:extLst>
            </p:cNvPr>
            <p:cNvGrpSpPr>
              <a:grpSpLocks/>
            </p:cNvGrpSpPr>
            <p:nvPr/>
          </p:nvGrpSpPr>
          <p:grpSpPr bwMode="auto">
            <a:xfrm>
              <a:off x="2676" y="3120"/>
              <a:ext cx="641" cy="192"/>
              <a:chOff x="1056" y="2976"/>
              <a:chExt cx="641" cy="192"/>
            </a:xfrm>
          </p:grpSpPr>
          <p:sp>
            <p:nvSpPr>
              <p:cNvPr id="506121" name="Rectangle 265">
                <a:extLst>
                  <a:ext uri="{FF2B5EF4-FFF2-40B4-BE49-F238E27FC236}">
                    <a16:creationId xmlns:a16="http://schemas.microsoft.com/office/drawing/2014/main" id="{BD8C8206-7216-4D14-BC77-54B39BA4854C}"/>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a:t>
                </a:r>
                <a:r>
                  <a:rPr lang="en-US" altLang="zh-CN" sz="1400" b="1"/>
                  <a:t>85</a:t>
                </a:r>
                <a:r>
                  <a:rPr lang="en-US" altLang="zh-CN" sz="1600" b="1">
                    <a:cs typeface="Arial" panose="020B0604020202020204" pitchFamily="34" charset="0"/>
                  </a:rPr>
                  <a:t>   </a:t>
                </a:r>
                <a:r>
                  <a:rPr lang="zh-CN" altLang="en-US" sz="1400" b="1"/>
                  <a:t>－</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6122" name="Line 266">
                <a:extLst>
                  <a:ext uri="{FF2B5EF4-FFF2-40B4-BE49-F238E27FC236}">
                    <a16:creationId xmlns:a16="http://schemas.microsoft.com/office/drawing/2014/main" id="{8808D248-4BB7-4D2B-8CA1-E19820453461}"/>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23" name="Line 267">
                <a:extLst>
                  <a:ext uri="{FF2B5EF4-FFF2-40B4-BE49-F238E27FC236}">
                    <a16:creationId xmlns:a16="http://schemas.microsoft.com/office/drawing/2014/main" id="{0DD559B8-545A-42C5-A9CE-71DD06BE5159}"/>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24" name="Line 268">
                <a:extLst>
                  <a:ext uri="{FF2B5EF4-FFF2-40B4-BE49-F238E27FC236}">
                    <a16:creationId xmlns:a16="http://schemas.microsoft.com/office/drawing/2014/main" id="{F56CE174-0069-4778-8E3D-FEBB1807D9D3}"/>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125" name="Group 269">
              <a:extLst>
                <a:ext uri="{FF2B5EF4-FFF2-40B4-BE49-F238E27FC236}">
                  <a16:creationId xmlns:a16="http://schemas.microsoft.com/office/drawing/2014/main" id="{8E383709-CEE8-4FA1-8FB5-EEA2D612A56C}"/>
                </a:ext>
              </a:extLst>
            </p:cNvPr>
            <p:cNvGrpSpPr>
              <a:grpSpLocks/>
            </p:cNvGrpSpPr>
            <p:nvPr/>
          </p:nvGrpSpPr>
          <p:grpSpPr bwMode="auto">
            <a:xfrm>
              <a:off x="4260" y="3120"/>
              <a:ext cx="641" cy="192"/>
              <a:chOff x="1056" y="2976"/>
              <a:chExt cx="641" cy="192"/>
            </a:xfrm>
          </p:grpSpPr>
          <p:sp>
            <p:nvSpPr>
              <p:cNvPr id="506126" name="Rectangle 270">
                <a:extLst>
                  <a:ext uri="{FF2B5EF4-FFF2-40B4-BE49-F238E27FC236}">
                    <a16:creationId xmlns:a16="http://schemas.microsoft.com/office/drawing/2014/main" id="{00D7B418-DAC1-4210-8346-4BAF79E32AFA}"/>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140</a:t>
                </a:r>
                <a:r>
                  <a:rPr lang="en-US" altLang="zh-CN" sz="1600" b="1">
                    <a:cs typeface="Arial" panose="020B0604020202020204" pitchFamily="34" charset="0"/>
                  </a:rPr>
                  <a:t>  </a:t>
                </a:r>
                <a:r>
                  <a:rPr lang="en-US" altLang="zh-CN" sz="1400" b="1"/>
                  <a:t>159</a:t>
                </a:r>
                <a:r>
                  <a:rPr lang="en-US" altLang="zh-CN" sz="1600" b="1">
                    <a:cs typeface="Arial" panose="020B0604020202020204" pitchFamily="34" charset="0"/>
                  </a:rPr>
                  <a:t>  </a:t>
                </a:r>
                <a:r>
                  <a:rPr lang="zh-CN" altLang="en-US" sz="1400" b="1"/>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6127" name="Line 271">
                <a:extLst>
                  <a:ext uri="{FF2B5EF4-FFF2-40B4-BE49-F238E27FC236}">
                    <a16:creationId xmlns:a16="http://schemas.microsoft.com/office/drawing/2014/main" id="{33600964-A927-46B7-BF82-F01C05E68579}"/>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28" name="Line 272">
                <a:extLst>
                  <a:ext uri="{FF2B5EF4-FFF2-40B4-BE49-F238E27FC236}">
                    <a16:creationId xmlns:a16="http://schemas.microsoft.com/office/drawing/2014/main" id="{23D749A6-D670-4B7B-8DB4-63BEFBA403B3}"/>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29" name="Line 273">
                <a:extLst>
                  <a:ext uri="{FF2B5EF4-FFF2-40B4-BE49-F238E27FC236}">
                    <a16:creationId xmlns:a16="http://schemas.microsoft.com/office/drawing/2014/main" id="{7DFF7F1D-9C66-4CB1-982C-FCDB07B546F9}"/>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130" name="Group 274">
              <a:extLst>
                <a:ext uri="{FF2B5EF4-FFF2-40B4-BE49-F238E27FC236}">
                  <a16:creationId xmlns:a16="http://schemas.microsoft.com/office/drawing/2014/main" id="{444B4DC5-1828-4D18-B8C7-4B8245CBC671}"/>
                </a:ext>
              </a:extLst>
            </p:cNvPr>
            <p:cNvGrpSpPr>
              <a:grpSpLocks/>
            </p:cNvGrpSpPr>
            <p:nvPr/>
          </p:nvGrpSpPr>
          <p:grpSpPr bwMode="auto">
            <a:xfrm>
              <a:off x="2244" y="1488"/>
              <a:ext cx="1073" cy="192"/>
              <a:chOff x="2208" y="1056"/>
              <a:chExt cx="1073" cy="192"/>
            </a:xfrm>
          </p:grpSpPr>
          <p:sp>
            <p:nvSpPr>
              <p:cNvPr id="506131" name="Rectangle 275">
                <a:extLst>
                  <a:ext uri="{FF2B5EF4-FFF2-40B4-BE49-F238E27FC236}">
                    <a16:creationId xmlns:a16="http://schemas.microsoft.com/office/drawing/2014/main" id="{48A976DA-9DBC-483A-92F8-8C312E9D9C52}"/>
                  </a:ext>
                </a:extLst>
              </p:cNvPr>
              <p:cNvSpPr>
                <a:spLocks noChangeArrowheads="1"/>
              </p:cNvSpPr>
              <p:nvPr/>
            </p:nvSpPr>
            <p:spPr bwMode="auto">
              <a:xfrm>
                <a:off x="2208" y="1056"/>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26</a:t>
                </a:r>
                <a:r>
                  <a:rPr lang="en-US" altLang="zh-CN" sz="1600" b="1">
                    <a:cs typeface="Arial" panose="020B0604020202020204" pitchFamily="34" charset="0"/>
                  </a:rPr>
                  <a:t>   ° </a:t>
                </a:r>
                <a:r>
                  <a:rPr lang="en-US" altLang="zh-CN" sz="1400" b="1"/>
                  <a:t>140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06132" name="Line 276">
                <a:extLst>
                  <a:ext uri="{FF2B5EF4-FFF2-40B4-BE49-F238E27FC236}">
                    <a16:creationId xmlns:a16="http://schemas.microsoft.com/office/drawing/2014/main" id="{62412BEC-0CB6-40F1-8552-C913240CBB5B}"/>
                  </a:ext>
                </a:extLst>
              </p:cNvPr>
              <p:cNvSpPr>
                <a:spLocks noChangeShapeType="1"/>
              </p:cNvSpPr>
              <p:nvPr/>
            </p:nvSpPr>
            <p:spPr bwMode="auto">
              <a:xfrm>
                <a:off x="240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33" name="Line 277">
                <a:extLst>
                  <a:ext uri="{FF2B5EF4-FFF2-40B4-BE49-F238E27FC236}">
                    <a16:creationId xmlns:a16="http://schemas.microsoft.com/office/drawing/2014/main" id="{AC08965E-BD9A-4308-BB74-CBDAA8D7BAD9}"/>
                  </a:ext>
                </a:extLst>
              </p:cNvPr>
              <p:cNvSpPr>
                <a:spLocks noChangeShapeType="1"/>
              </p:cNvSpPr>
              <p:nvPr/>
            </p:nvSpPr>
            <p:spPr bwMode="auto">
              <a:xfrm>
                <a:off x="264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34" name="Line 278">
                <a:extLst>
                  <a:ext uri="{FF2B5EF4-FFF2-40B4-BE49-F238E27FC236}">
                    <a16:creationId xmlns:a16="http://schemas.microsoft.com/office/drawing/2014/main" id="{2033A24C-87B3-40A9-8122-4BB5D5BC0219}"/>
                  </a:ext>
                </a:extLst>
              </p:cNvPr>
              <p:cNvSpPr>
                <a:spLocks noChangeShapeType="1"/>
              </p:cNvSpPr>
              <p:nvPr/>
            </p:nvSpPr>
            <p:spPr bwMode="auto">
              <a:xfrm>
                <a:off x="283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35" name="Line 279">
                <a:extLst>
                  <a:ext uri="{FF2B5EF4-FFF2-40B4-BE49-F238E27FC236}">
                    <a16:creationId xmlns:a16="http://schemas.microsoft.com/office/drawing/2014/main" id="{05DCDFEB-6EBB-4B48-B37F-986FC4C6EF52}"/>
                  </a:ext>
                </a:extLst>
              </p:cNvPr>
              <p:cNvSpPr>
                <a:spLocks noChangeShapeType="1"/>
              </p:cNvSpPr>
              <p:nvPr/>
            </p:nvSpPr>
            <p:spPr bwMode="auto">
              <a:xfrm>
                <a:off x="307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06136" name="Line 280">
              <a:extLst>
                <a:ext uri="{FF2B5EF4-FFF2-40B4-BE49-F238E27FC236}">
                  <a16:creationId xmlns:a16="http://schemas.microsoft.com/office/drawing/2014/main" id="{DEF141CE-02A6-4C8B-836A-06BABB0DFB8C}"/>
                </a:ext>
              </a:extLst>
            </p:cNvPr>
            <p:cNvSpPr>
              <a:spLocks noChangeShapeType="1"/>
            </p:cNvSpPr>
            <p:nvPr/>
          </p:nvSpPr>
          <p:spPr bwMode="auto">
            <a:xfrm flipH="1">
              <a:off x="1092" y="1584"/>
              <a:ext cx="1248"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37" name="Line 281">
              <a:extLst>
                <a:ext uri="{FF2B5EF4-FFF2-40B4-BE49-F238E27FC236}">
                  <a16:creationId xmlns:a16="http://schemas.microsoft.com/office/drawing/2014/main" id="{864C5DA6-47AB-4D44-B28B-E08A52FBDDFD}"/>
                </a:ext>
              </a:extLst>
            </p:cNvPr>
            <p:cNvSpPr>
              <a:spLocks noChangeShapeType="1"/>
            </p:cNvSpPr>
            <p:nvPr/>
          </p:nvSpPr>
          <p:spPr bwMode="auto">
            <a:xfrm flipH="1">
              <a:off x="2532" y="1584"/>
              <a:ext cx="192"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38" name="Line 282">
              <a:extLst>
                <a:ext uri="{FF2B5EF4-FFF2-40B4-BE49-F238E27FC236}">
                  <a16:creationId xmlns:a16="http://schemas.microsoft.com/office/drawing/2014/main" id="{430B80F2-FCC5-4A5B-8A4E-8376EDB46F1E}"/>
                </a:ext>
              </a:extLst>
            </p:cNvPr>
            <p:cNvSpPr>
              <a:spLocks noChangeShapeType="1"/>
            </p:cNvSpPr>
            <p:nvPr/>
          </p:nvSpPr>
          <p:spPr bwMode="auto">
            <a:xfrm flipH="1">
              <a:off x="420" y="2400"/>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39" name="Line 283">
              <a:extLst>
                <a:ext uri="{FF2B5EF4-FFF2-40B4-BE49-F238E27FC236}">
                  <a16:creationId xmlns:a16="http://schemas.microsoft.com/office/drawing/2014/main" id="{C9B06BF9-1AE7-4EBB-AA0F-D7E24576A85B}"/>
                </a:ext>
              </a:extLst>
            </p:cNvPr>
            <p:cNvSpPr>
              <a:spLocks noChangeShapeType="1"/>
            </p:cNvSpPr>
            <p:nvPr/>
          </p:nvSpPr>
          <p:spPr bwMode="auto">
            <a:xfrm flipH="1">
              <a:off x="1188" y="2400"/>
              <a:ext cx="33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40" name="Line 284">
              <a:extLst>
                <a:ext uri="{FF2B5EF4-FFF2-40B4-BE49-F238E27FC236}">
                  <a16:creationId xmlns:a16="http://schemas.microsoft.com/office/drawing/2014/main" id="{44CD632B-56EE-47F7-AC78-619ED473CD2E}"/>
                </a:ext>
              </a:extLst>
            </p:cNvPr>
            <p:cNvSpPr>
              <a:spLocks noChangeShapeType="1"/>
            </p:cNvSpPr>
            <p:nvPr/>
          </p:nvSpPr>
          <p:spPr bwMode="auto">
            <a:xfrm flipH="1">
              <a:off x="1956" y="2352"/>
              <a:ext cx="57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41" name="Line 285">
              <a:extLst>
                <a:ext uri="{FF2B5EF4-FFF2-40B4-BE49-F238E27FC236}">
                  <a16:creationId xmlns:a16="http://schemas.microsoft.com/office/drawing/2014/main" id="{F98900D1-A9B9-48FE-84EE-F78218662845}"/>
                </a:ext>
              </a:extLst>
            </p:cNvPr>
            <p:cNvSpPr>
              <a:spLocks noChangeShapeType="1"/>
            </p:cNvSpPr>
            <p:nvPr/>
          </p:nvSpPr>
          <p:spPr bwMode="auto">
            <a:xfrm flipH="1">
              <a:off x="2772" y="2400"/>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42" name="Line 286">
              <a:extLst>
                <a:ext uri="{FF2B5EF4-FFF2-40B4-BE49-F238E27FC236}">
                  <a16:creationId xmlns:a16="http://schemas.microsoft.com/office/drawing/2014/main" id="{DACD396A-6C10-4F66-B6C4-3DE0717BA46D}"/>
                </a:ext>
              </a:extLst>
            </p:cNvPr>
            <p:cNvSpPr>
              <a:spLocks noChangeShapeType="1"/>
            </p:cNvSpPr>
            <p:nvPr/>
          </p:nvSpPr>
          <p:spPr bwMode="auto">
            <a:xfrm>
              <a:off x="3396" y="2400"/>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43" name="Line 287">
              <a:extLst>
                <a:ext uri="{FF2B5EF4-FFF2-40B4-BE49-F238E27FC236}">
                  <a16:creationId xmlns:a16="http://schemas.microsoft.com/office/drawing/2014/main" id="{B7DC9794-47C7-4727-9555-F281643F703F}"/>
                </a:ext>
              </a:extLst>
            </p:cNvPr>
            <p:cNvSpPr>
              <a:spLocks noChangeShapeType="1"/>
            </p:cNvSpPr>
            <p:nvPr/>
          </p:nvSpPr>
          <p:spPr bwMode="auto">
            <a:xfrm>
              <a:off x="4020" y="2352"/>
              <a:ext cx="33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44" name="Line 288">
              <a:extLst>
                <a:ext uri="{FF2B5EF4-FFF2-40B4-BE49-F238E27FC236}">
                  <a16:creationId xmlns:a16="http://schemas.microsoft.com/office/drawing/2014/main" id="{E91348F8-17A0-4B4E-96B5-A822CBD6D39C}"/>
                </a:ext>
              </a:extLst>
            </p:cNvPr>
            <p:cNvSpPr>
              <a:spLocks noChangeShapeType="1"/>
            </p:cNvSpPr>
            <p:nvPr/>
          </p:nvSpPr>
          <p:spPr bwMode="auto">
            <a:xfrm>
              <a:off x="4452" y="2400"/>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45" name="Line 289">
              <a:extLst>
                <a:ext uri="{FF2B5EF4-FFF2-40B4-BE49-F238E27FC236}">
                  <a16:creationId xmlns:a16="http://schemas.microsoft.com/office/drawing/2014/main" id="{C20ACCA3-FAC7-4CEC-BF99-30218B5A3CCF}"/>
                </a:ext>
              </a:extLst>
            </p:cNvPr>
            <p:cNvSpPr>
              <a:spLocks noChangeShapeType="1"/>
            </p:cNvSpPr>
            <p:nvPr/>
          </p:nvSpPr>
          <p:spPr bwMode="auto">
            <a:xfrm>
              <a:off x="3204" y="1632"/>
              <a:ext cx="816"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06146" name="Group 290">
              <a:extLst>
                <a:ext uri="{FF2B5EF4-FFF2-40B4-BE49-F238E27FC236}">
                  <a16:creationId xmlns:a16="http://schemas.microsoft.com/office/drawing/2014/main" id="{078DCC9F-3C22-4A1A-B864-2C7B67077D1F}"/>
                </a:ext>
              </a:extLst>
            </p:cNvPr>
            <p:cNvGrpSpPr>
              <a:grpSpLocks/>
            </p:cNvGrpSpPr>
            <p:nvPr/>
          </p:nvGrpSpPr>
          <p:grpSpPr bwMode="auto">
            <a:xfrm>
              <a:off x="180" y="3120"/>
              <a:ext cx="912" cy="192"/>
              <a:chOff x="144" y="2688"/>
              <a:chExt cx="912" cy="192"/>
            </a:xfrm>
          </p:grpSpPr>
          <p:sp>
            <p:nvSpPr>
              <p:cNvPr id="506147" name="Rectangle 291">
                <a:extLst>
                  <a:ext uri="{FF2B5EF4-FFF2-40B4-BE49-F238E27FC236}">
                    <a16:creationId xmlns:a16="http://schemas.microsoft.com/office/drawing/2014/main" id="{CFE9CFF5-E1D0-4CF3-A56C-4A1FD844FF4A}"/>
                  </a:ext>
                </a:extLst>
              </p:cNvPr>
              <p:cNvSpPr>
                <a:spLocks noChangeArrowheads="1"/>
              </p:cNvSpPr>
              <p:nvPr/>
            </p:nvSpPr>
            <p:spPr bwMode="auto">
              <a:xfrm>
                <a:off x="288"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2    5    </a:t>
                </a:r>
                <a:r>
                  <a:rPr lang="zh-CN" altLang="en-US" sz="1400" b="1"/>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06148" name="Line 292">
                <a:extLst>
                  <a:ext uri="{FF2B5EF4-FFF2-40B4-BE49-F238E27FC236}">
                    <a16:creationId xmlns:a16="http://schemas.microsoft.com/office/drawing/2014/main" id="{EBB2EC87-8E05-4EFE-AD2C-9EFB527B9C5E}"/>
                  </a:ext>
                </a:extLst>
              </p:cNvPr>
              <p:cNvSpPr>
                <a:spLocks noChangeShapeType="1"/>
              </p:cNvSpPr>
              <p:nvPr/>
            </p:nvSpPr>
            <p:spPr bwMode="auto">
              <a:xfrm>
                <a:off x="2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49" name="Line 293">
                <a:extLst>
                  <a:ext uri="{FF2B5EF4-FFF2-40B4-BE49-F238E27FC236}">
                    <a16:creationId xmlns:a16="http://schemas.microsoft.com/office/drawing/2014/main" id="{39EDC2C3-9EAD-4021-99F6-AC3F34646A0C}"/>
                  </a:ext>
                </a:extLst>
              </p:cNvPr>
              <p:cNvSpPr>
                <a:spLocks noChangeShapeType="1"/>
              </p:cNvSpPr>
              <p:nvPr/>
            </p:nvSpPr>
            <p:spPr bwMode="auto">
              <a:xfrm>
                <a:off x="48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50" name="Line 294">
                <a:extLst>
                  <a:ext uri="{FF2B5EF4-FFF2-40B4-BE49-F238E27FC236}">
                    <a16:creationId xmlns:a16="http://schemas.microsoft.com/office/drawing/2014/main" id="{0510E333-6D80-49FE-B21E-A4E86E98D229}"/>
                  </a:ext>
                </a:extLst>
              </p:cNvPr>
              <p:cNvSpPr>
                <a:spLocks noChangeShapeType="1"/>
              </p:cNvSpPr>
              <p:nvPr/>
            </p:nvSpPr>
            <p:spPr bwMode="auto">
              <a:xfrm>
                <a:off x="72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51" name="Line 295">
                <a:extLst>
                  <a:ext uri="{FF2B5EF4-FFF2-40B4-BE49-F238E27FC236}">
                    <a16:creationId xmlns:a16="http://schemas.microsoft.com/office/drawing/2014/main" id="{08393320-25EE-4927-89A7-2CC929B6E194}"/>
                  </a:ext>
                </a:extLst>
              </p:cNvPr>
              <p:cNvSpPr>
                <a:spLocks noChangeShapeType="1"/>
              </p:cNvSpPr>
              <p:nvPr/>
            </p:nvSpPr>
            <p:spPr bwMode="auto">
              <a:xfrm>
                <a:off x="912"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52" name="Line 296">
                <a:extLst>
                  <a:ext uri="{FF2B5EF4-FFF2-40B4-BE49-F238E27FC236}">
                    <a16:creationId xmlns:a16="http://schemas.microsoft.com/office/drawing/2014/main" id="{D1C05719-DD76-47ED-BEB3-071FD28CA945}"/>
                  </a:ext>
                </a:extLst>
              </p:cNvPr>
              <p:cNvSpPr>
                <a:spLocks noChangeShapeType="1"/>
              </p:cNvSpPr>
              <p:nvPr/>
            </p:nvSpPr>
            <p:spPr bwMode="auto">
              <a:xfrm>
                <a:off x="144"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153" name="Group 297">
              <a:extLst>
                <a:ext uri="{FF2B5EF4-FFF2-40B4-BE49-F238E27FC236}">
                  <a16:creationId xmlns:a16="http://schemas.microsoft.com/office/drawing/2014/main" id="{48FA1C0D-E885-4329-AB8A-B26E17DE4E92}"/>
                </a:ext>
              </a:extLst>
            </p:cNvPr>
            <p:cNvGrpSpPr>
              <a:grpSpLocks/>
            </p:cNvGrpSpPr>
            <p:nvPr/>
          </p:nvGrpSpPr>
          <p:grpSpPr bwMode="auto">
            <a:xfrm>
              <a:off x="1716" y="3120"/>
              <a:ext cx="960" cy="192"/>
              <a:chOff x="1680" y="2688"/>
              <a:chExt cx="960" cy="192"/>
            </a:xfrm>
          </p:grpSpPr>
          <p:grpSp>
            <p:nvGrpSpPr>
              <p:cNvPr id="506154" name="Group 298">
                <a:extLst>
                  <a:ext uri="{FF2B5EF4-FFF2-40B4-BE49-F238E27FC236}">
                    <a16:creationId xmlns:a16="http://schemas.microsoft.com/office/drawing/2014/main" id="{4AB5696C-3DD3-49E8-9914-9954AE2B35A2}"/>
                  </a:ext>
                </a:extLst>
              </p:cNvPr>
              <p:cNvGrpSpPr>
                <a:grpSpLocks/>
              </p:cNvGrpSpPr>
              <p:nvPr/>
            </p:nvGrpSpPr>
            <p:grpSpPr bwMode="auto">
              <a:xfrm>
                <a:off x="1824" y="2688"/>
                <a:ext cx="641" cy="192"/>
                <a:chOff x="1056" y="2976"/>
                <a:chExt cx="641" cy="192"/>
              </a:xfrm>
            </p:grpSpPr>
            <p:sp>
              <p:nvSpPr>
                <p:cNvPr id="506155" name="Rectangle 299">
                  <a:extLst>
                    <a:ext uri="{FF2B5EF4-FFF2-40B4-BE49-F238E27FC236}">
                      <a16:creationId xmlns:a16="http://schemas.microsoft.com/office/drawing/2014/main" id="{C4FEA77E-A9A1-4D5E-9715-B3F58BB04744}"/>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26</a:t>
                  </a:r>
                  <a:r>
                    <a:rPr lang="en-US" altLang="zh-CN" sz="1600" b="1">
                      <a:cs typeface="Arial" panose="020B0604020202020204" pitchFamily="34" charset="0"/>
                    </a:rPr>
                    <a:t>  </a:t>
                  </a:r>
                  <a:r>
                    <a:rPr lang="en-US" altLang="zh-CN" sz="1400" b="1">
                      <a:cs typeface="Arial" panose="020B0604020202020204" pitchFamily="34" charset="0"/>
                    </a:rPr>
                    <a:t>39 </a:t>
                  </a:r>
                  <a:r>
                    <a:rPr lang="en-US" altLang="zh-CN" sz="1600" b="1">
                      <a:cs typeface="Arial" panose="020B0604020202020204" pitchFamily="34" charset="0"/>
                    </a:rPr>
                    <a:t>  </a:t>
                  </a:r>
                  <a:r>
                    <a:rPr lang="en-US" altLang="zh-CN" sz="1400" b="1"/>
                    <a:t>48</a:t>
                  </a:r>
                  <a:endParaRPr lang="en-US" altLang="zh-CN" sz="1600">
                    <a:cs typeface="Arial" panose="020B0604020202020204" pitchFamily="34" charset="0"/>
                  </a:endParaRPr>
                </a:p>
              </p:txBody>
            </p:sp>
            <p:sp>
              <p:nvSpPr>
                <p:cNvPr id="506156" name="Line 300">
                  <a:extLst>
                    <a:ext uri="{FF2B5EF4-FFF2-40B4-BE49-F238E27FC236}">
                      <a16:creationId xmlns:a16="http://schemas.microsoft.com/office/drawing/2014/main" id="{5454B1D9-6DEB-4038-B394-A5E2A7027588}"/>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57" name="Line 301">
                  <a:extLst>
                    <a:ext uri="{FF2B5EF4-FFF2-40B4-BE49-F238E27FC236}">
                      <a16:creationId xmlns:a16="http://schemas.microsoft.com/office/drawing/2014/main" id="{85F9F6EE-836E-4D10-81F7-A298DC094110}"/>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58" name="Line 302">
                  <a:extLst>
                    <a:ext uri="{FF2B5EF4-FFF2-40B4-BE49-F238E27FC236}">
                      <a16:creationId xmlns:a16="http://schemas.microsoft.com/office/drawing/2014/main" id="{C1602338-F5F9-4333-BE0E-8C09E38190C9}"/>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06159" name="Line 303">
                <a:extLst>
                  <a:ext uri="{FF2B5EF4-FFF2-40B4-BE49-F238E27FC236}">
                    <a16:creationId xmlns:a16="http://schemas.microsoft.com/office/drawing/2014/main" id="{2F5509C9-A5BE-4EDF-9F50-8BB94A0F603A}"/>
                  </a:ext>
                </a:extLst>
              </p:cNvPr>
              <p:cNvSpPr>
                <a:spLocks noChangeShapeType="1"/>
              </p:cNvSpPr>
              <p:nvPr/>
            </p:nvSpPr>
            <p:spPr bwMode="auto">
              <a:xfrm>
                <a:off x="16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60" name="Line 304">
                <a:extLst>
                  <a:ext uri="{FF2B5EF4-FFF2-40B4-BE49-F238E27FC236}">
                    <a16:creationId xmlns:a16="http://schemas.microsoft.com/office/drawing/2014/main" id="{8B968526-A276-47BE-A5A1-4E8B26D10FCC}"/>
                  </a:ext>
                </a:extLst>
              </p:cNvPr>
              <p:cNvSpPr>
                <a:spLocks noChangeShapeType="1"/>
              </p:cNvSpPr>
              <p:nvPr/>
            </p:nvSpPr>
            <p:spPr bwMode="auto">
              <a:xfrm>
                <a:off x="2448"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6161" name="Group 305">
              <a:extLst>
                <a:ext uri="{FF2B5EF4-FFF2-40B4-BE49-F238E27FC236}">
                  <a16:creationId xmlns:a16="http://schemas.microsoft.com/office/drawing/2014/main" id="{F100C875-C197-495B-AAA4-1E5BA02CFFC1}"/>
                </a:ext>
              </a:extLst>
            </p:cNvPr>
            <p:cNvGrpSpPr>
              <a:grpSpLocks/>
            </p:cNvGrpSpPr>
            <p:nvPr/>
          </p:nvGrpSpPr>
          <p:grpSpPr bwMode="auto">
            <a:xfrm>
              <a:off x="3300" y="3120"/>
              <a:ext cx="960" cy="192"/>
              <a:chOff x="3264" y="2688"/>
              <a:chExt cx="960" cy="192"/>
            </a:xfrm>
          </p:grpSpPr>
          <p:sp>
            <p:nvSpPr>
              <p:cNvPr id="506162" name="Rectangle 306">
                <a:extLst>
                  <a:ext uri="{FF2B5EF4-FFF2-40B4-BE49-F238E27FC236}">
                    <a16:creationId xmlns:a16="http://schemas.microsoft.com/office/drawing/2014/main" id="{13822384-0029-4530-A72C-57C3FD0459B9}"/>
                  </a:ext>
                </a:extLst>
              </p:cNvPr>
              <p:cNvSpPr>
                <a:spLocks noChangeArrowheads="1"/>
              </p:cNvSpPr>
              <p:nvPr/>
            </p:nvSpPr>
            <p:spPr bwMode="auto">
              <a:xfrm>
                <a:off x="3456"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99</a:t>
                </a:r>
                <a:r>
                  <a:rPr lang="en-US" altLang="zh-CN" sz="1600" b="1">
                    <a:cs typeface="Arial" panose="020B0604020202020204" pitchFamily="34" charset="0"/>
                  </a:rPr>
                  <a:t> </a:t>
                </a:r>
                <a:r>
                  <a:rPr lang="en-US" altLang="zh-CN" sz="1400" b="1"/>
                  <a:t>120</a:t>
                </a:r>
                <a:r>
                  <a:rPr lang="en-US" altLang="zh-CN" sz="1600" b="1">
                    <a:cs typeface="Arial" panose="020B0604020202020204" pitchFamily="34" charset="0"/>
                  </a:rPr>
                  <a:t>  </a:t>
                </a:r>
                <a:r>
                  <a:rPr lang="zh-CN" altLang="en-US" sz="1400" b="1"/>
                  <a:t>－</a:t>
                </a:r>
                <a:endParaRPr lang="zh-CN" altLang="en-US" sz="1600">
                  <a:cs typeface="Arial" panose="020B0604020202020204" pitchFamily="34" charset="0"/>
                </a:endParaRPr>
              </a:p>
            </p:txBody>
          </p:sp>
          <p:sp>
            <p:nvSpPr>
              <p:cNvPr id="506163" name="Line 307">
                <a:extLst>
                  <a:ext uri="{FF2B5EF4-FFF2-40B4-BE49-F238E27FC236}">
                    <a16:creationId xmlns:a16="http://schemas.microsoft.com/office/drawing/2014/main" id="{D5CAEEED-7426-4E40-B697-AEF7EFA25F2E}"/>
                  </a:ext>
                </a:extLst>
              </p:cNvPr>
              <p:cNvSpPr>
                <a:spLocks noChangeShapeType="1"/>
              </p:cNvSpPr>
              <p:nvPr/>
            </p:nvSpPr>
            <p:spPr bwMode="auto">
              <a:xfrm>
                <a:off x="3456"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64" name="Line 308">
                <a:extLst>
                  <a:ext uri="{FF2B5EF4-FFF2-40B4-BE49-F238E27FC236}">
                    <a16:creationId xmlns:a16="http://schemas.microsoft.com/office/drawing/2014/main" id="{1DF42B1A-FD6E-40E3-9D32-A96FF89D42BF}"/>
                  </a:ext>
                </a:extLst>
              </p:cNvPr>
              <p:cNvSpPr>
                <a:spLocks noChangeShapeType="1"/>
              </p:cNvSpPr>
              <p:nvPr/>
            </p:nvSpPr>
            <p:spPr bwMode="auto">
              <a:xfrm>
                <a:off x="364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65" name="Line 309">
                <a:extLst>
                  <a:ext uri="{FF2B5EF4-FFF2-40B4-BE49-F238E27FC236}">
                    <a16:creationId xmlns:a16="http://schemas.microsoft.com/office/drawing/2014/main" id="{95343318-AAC1-4E0A-B069-C3A3E68FC6BB}"/>
                  </a:ext>
                </a:extLst>
              </p:cNvPr>
              <p:cNvSpPr>
                <a:spLocks noChangeShapeType="1"/>
              </p:cNvSpPr>
              <p:nvPr/>
            </p:nvSpPr>
            <p:spPr bwMode="auto">
              <a:xfrm>
                <a:off x="38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66" name="Line 310">
                <a:extLst>
                  <a:ext uri="{FF2B5EF4-FFF2-40B4-BE49-F238E27FC236}">
                    <a16:creationId xmlns:a16="http://schemas.microsoft.com/office/drawing/2014/main" id="{B399D20A-14A5-43C5-9984-06C55F52AB0C}"/>
                  </a:ext>
                </a:extLst>
              </p:cNvPr>
              <p:cNvSpPr>
                <a:spLocks noChangeShapeType="1"/>
              </p:cNvSpPr>
              <p:nvPr/>
            </p:nvSpPr>
            <p:spPr bwMode="auto">
              <a:xfrm>
                <a:off x="3264"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6167" name="Line 311">
                <a:extLst>
                  <a:ext uri="{FF2B5EF4-FFF2-40B4-BE49-F238E27FC236}">
                    <a16:creationId xmlns:a16="http://schemas.microsoft.com/office/drawing/2014/main" id="{44F9A4B5-3BB0-49D9-A17E-3B18A0119A81}"/>
                  </a:ext>
                </a:extLst>
              </p:cNvPr>
              <p:cNvSpPr>
                <a:spLocks noChangeShapeType="1"/>
              </p:cNvSpPr>
              <p:nvPr/>
            </p:nvSpPr>
            <p:spPr bwMode="auto">
              <a:xfrm>
                <a:off x="40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06168" name="Line 312">
              <a:extLst>
                <a:ext uri="{FF2B5EF4-FFF2-40B4-BE49-F238E27FC236}">
                  <a16:creationId xmlns:a16="http://schemas.microsoft.com/office/drawing/2014/main" id="{43EA19EF-2862-487C-85FE-09DE010D9F29}"/>
                </a:ext>
              </a:extLst>
            </p:cNvPr>
            <p:cNvSpPr>
              <a:spLocks noChangeShapeType="1"/>
            </p:cNvSpPr>
            <p:nvPr/>
          </p:nvSpPr>
          <p:spPr bwMode="auto">
            <a:xfrm>
              <a:off x="4884" y="3216"/>
              <a:ext cx="9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7" name="Text Box 7">
            <a:extLst>
              <a:ext uri="{FF2B5EF4-FFF2-40B4-BE49-F238E27FC236}">
                <a16:creationId xmlns:a16="http://schemas.microsoft.com/office/drawing/2014/main" id="{C15A2A97-08D6-4010-9AF7-7C62976B923E}"/>
              </a:ext>
            </a:extLst>
          </p:cNvPr>
          <p:cNvSpPr txBox="1">
            <a:spLocks noChangeArrowheads="1"/>
          </p:cNvSpPr>
          <p:nvPr/>
        </p:nvSpPr>
        <p:spPr bwMode="auto">
          <a:xfrm>
            <a:off x="304800" y="1173163"/>
            <a:ext cx="8534400" cy="51323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10000"/>
              </a:lnSpc>
            </a:pPr>
            <a:r>
              <a:rPr lang="en-US" altLang="zh-CN" sz="2600" b="1">
                <a:solidFill>
                  <a:srgbClr val="800000"/>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en-US" altLang="zh-CN"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5. B</a:t>
            </a:r>
            <a:r>
              <a:rPr lang="en-US" altLang="zh-CN" sz="3000" b="1" baseline="30000">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a:t>
            </a:r>
            <a:r>
              <a:rPr lang="zh-CN" altLang="en-US" sz="3000" b="1">
                <a:solidFill>
                  <a:srgbClr val="660033"/>
                </a:solidFill>
                <a:effectLst>
                  <a:outerShdw blurRad="38100" dist="38100" dir="2700000" algn="tl">
                    <a:srgbClr val="C0C0C0"/>
                  </a:outerShdw>
                </a:effectLst>
                <a:latin typeface="Tahoma" panose="020B0604030504040204" pitchFamily="34" charset="0"/>
                <a:ea typeface="华文新魏" panose="02010800040101010101" pitchFamily="2" charset="-122"/>
              </a:rPr>
              <a:t>树的操作</a:t>
            </a:r>
          </a:p>
          <a:p>
            <a:pPr eaLnBrk="0" hangingPunct="0">
              <a:lnSpc>
                <a:spcPct val="110000"/>
              </a:lnSpc>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600" b="1">
                <a:solidFill>
                  <a:srgbClr val="CC66FF"/>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设要查找、修改、插入和删除的数据记录具有主键值</a:t>
            </a:r>
            <a:r>
              <a:rPr lang="en-US" altLang="zh-CN" sz="2600" b="1">
                <a:effectLst>
                  <a:outerShdw blurRad="38100" dist="38100" dir="2700000" algn="tl">
                    <a:srgbClr val="C0C0C0"/>
                  </a:outerShdw>
                </a:effectLst>
                <a:latin typeface="黑体" panose="02010609060101010101" pitchFamily="49" charset="-122"/>
                <a:ea typeface="黑体" panose="02010609060101010101" pitchFamily="49" charset="-122"/>
              </a:rPr>
              <a:t>k</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a:t>
            </a:r>
          </a:p>
          <a:p>
            <a:pPr eaLnBrk="0" hangingPunct="0">
              <a:lnSpc>
                <a:spcPct val="110000"/>
              </a:lnSpc>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600" b="1">
                <a:solidFill>
                  <a:srgbClr val="CC66FF"/>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600" b="1">
                <a:solidFill>
                  <a:srgbClr val="006666"/>
                </a:solidFill>
                <a:effectLst>
                  <a:outerShdw blurRad="38100" dist="38100" dir="2700000" algn="tl">
                    <a:srgbClr val="C0C0C0"/>
                  </a:outerShdw>
                </a:effectLst>
                <a:latin typeface="黑体" panose="02010609060101010101" pitchFamily="49" charset="-122"/>
                <a:ea typeface="黑体" panose="02010609060101010101" pitchFamily="49" charset="-122"/>
              </a:rPr>
              <a:t>索引块的格式为：</a:t>
            </a:r>
          </a:p>
          <a:p>
            <a:pPr eaLnBrk="0" hangingPunct="0">
              <a:lnSpc>
                <a:spcPct val="110000"/>
              </a:lnSpc>
              <a:spcBef>
                <a:spcPct val="40000"/>
              </a:spcBef>
            </a:pPr>
            <a:r>
              <a:rPr lang="zh-CN" altLang="en-US" sz="2500" b="1">
                <a:effectLst>
                  <a:outerShdw blurRad="38100" dist="38100" dir="2700000" algn="tl">
                    <a:srgbClr val="C0C0C0"/>
                  </a:outerShdw>
                </a:effectLst>
                <a:latin typeface="黑体" panose="02010609060101010101" pitchFamily="49" charset="-122"/>
                <a:ea typeface="黑体" panose="02010609060101010101" pitchFamily="49" charset="-122"/>
              </a:rPr>
              <a:t>         </a:t>
            </a:r>
            <a:r>
              <a:rPr lang="en-US" altLang="zh-CN" sz="2500" b="1">
                <a:solidFill>
                  <a:srgbClr val="006699"/>
                </a:solidFill>
                <a:effectLst>
                  <a:outerShdw blurRad="38100" dist="38100" dir="2700000" algn="tl">
                    <a:srgbClr val="C0C0C0"/>
                  </a:outerShdw>
                </a:effectLst>
                <a:latin typeface="黑体" panose="02010609060101010101" pitchFamily="49" charset="-122"/>
                <a:ea typeface="黑体" panose="02010609060101010101" pitchFamily="49" charset="-122"/>
              </a:rPr>
              <a:t>p0  K1  p1  k2  p2  </a:t>
            </a:r>
            <a:r>
              <a:rPr lang="en-US" altLang="zh-CN" sz="2500" b="1">
                <a:solidFill>
                  <a:srgbClr val="006699"/>
                </a:solidFill>
                <a:effectLst>
                  <a:outerShdw blurRad="38100" dist="38100" dir="2700000" algn="tl">
                    <a:srgbClr val="C0C0C0"/>
                  </a:outerShdw>
                </a:effectLst>
                <a:ea typeface="黑体" panose="02010609060101010101" pitchFamily="49" charset="-122"/>
              </a:rPr>
              <a:t>…</a:t>
            </a:r>
            <a:r>
              <a:rPr lang="en-US" altLang="zh-CN" sz="2500" b="1">
                <a:solidFill>
                  <a:srgbClr val="006699"/>
                </a:solidFill>
                <a:effectLst>
                  <a:outerShdw blurRad="38100" dist="38100" dir="2700000" algn="tl">
                    <a:srgbClr val="C0C0C0"/>
                  </a:outerShdw>
                </a:effectLst>
                <a:latin typeface="黑体" panose="02010609060101010101" pitchFamily="49" charset="-122"/>
                <a:ea typeface="黑体" panose="02010609060101010101" pitchFamily="49" charset="-122"/>
              </a:rPr>
              <a:t>.  Km-1 pm-1</a:t>
            </a:r>
          </a:p>
          <a:p>
            <a:pPr eaLnBrk="0" hangingPunct="0">
              <a:lnSpc>
                <a:spcPct val="110000"/>
              </a:lnSpc>
              <a:spcBef>
                <a:spcPct val="35000"/>
              </a:spcBef>
            </a:pPr>
            <a:r>
              <a:rPr lang="zh-CN" altLang="en-US" sz="2600" b="1">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rPr>
              <a:t>其中，</a:t>
            </a:r>
            <a:r>
              <a:rPr lang="en-US" altLang="zh-CN" sz="2600" b="1">
                <a:effectLst>
                  <a:outerShdw blurRad="38100" dist="38100" dir="2700000" algn="tl">
                    <a:srgbClr val="C0C0C0"/>
                  </a:outerShdw>
                </a:effectLst>
                <a:latin typeface="黑体" panose="02010609060101010101" pitchFamily="49" charset="-122"/>
                <a:ea typeface="黑体" panose="02010609060101010101" pitchFamily="49" charset="-122"/>
              </a:rPr>
              <a:t>ki</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为主键值，</a:t>
            </a:r>
            <a:r>
              <a:rPr lang="en-US" altLang="zh-CN" sz="2600" b="1">
                <a:effectLst>
                  <a:outerShdw blurRad="38100" dist="38100" dir="2700000" algn="tl">
                    <a:srgbClr val="C0C0C0"/>
                  </a:outerShdw>
                </a:effectLst>
                <a:latin typeface="黑体" panose="02010609060101010101" pitchFamily="49" charset="-122"/>
                <a:ea typeface="黑体" panose="02010609060101010101" pitchFamily="49" charset="-122"/>
              </a:rPr>
              <a:t>pi</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为指向第</a:t>
            </a:r>
            <a:r>
              <a:rPr lang="en-US" altLang="zh-CN" sz="2600" b="1">
                <a:effectLst>
                  <a:outerShdw blurRad="38100" dist="38100" dir="2700000" algn="tl">
                    <a:srgbClr val="C0C0C0"/>
                  </a:outerShdw>
                </a:effectLst>
                <a:latin typeface="黑体" panose="02010609060101010101" pitchFamily="49" charset="-122"/>
                <a:ea typeface="黑体" panose="02010609060101010101" pitchFamily="49" charset="-122"/>
              </a:rPr>
              <a:t>i</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个子树的地址指针。</a:t>
            </a:r>
          </a:p>
          <a:p>
            <a:pPr eaLnBrk="0" hangingPunct="0">
              <a:lnSpc>
                <a:spcPct val="110000"/>
              </a:lnSpc>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600" b="1">
                <a:solidFill>
                  <a:srgbClr val="CC66FF"/>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600" b="1">
                <a:solidFill>
                  <a:srgbClr val="006666"/>
                </a:solidFill>
                <a:effectLst>
                  <a:outerShdw blurRad="38100" dist="38100" dir="2700000" algn="tl">
                    <a:srgbClr val="C0C0C0"/>
                  </a:outerShdw>
                </a:effectLst>
                <a:latin typeface="黑体" panose="02010609060101010101" pitchFamily="49" charset="-122"/>
                <a:ea typeface="黑体" panose="02010609060101010101" pitchFamily="49" charset="-122"/>
              </a:rPr>
              <a:t>叶结点的格式为：</a:t>
            </a:r>
          </a:p>
          <a:p>
            <a:pPr eaLnBrk="0" hangingPunct="0">
              <a:lnSpc>
                <a:spcPct val="110000"/>
              </a:lnSpc>
              <a:spcBef>
                <a:spcPct val="50000"/>
              </a:spcBef>
            </a:pPr>
            <a:r>
              <a:rPr lang="zh-CN" altLang="en-US" sz="2500" b="1">
                <a:effectLst>
                  <a:outerShdw blurRad="38100" dist="38100" dir="2700000" algn="tl">
                    <a:srgbClr val="C0C0C0"/>
                  </a:outerShdw>
                </a:effectLst>
                <a:latin typeface="黑体" panose="02010609060101010101" pitchFamily="49" charset="-122"/>
                <a:ea typeface="黑体" panose="02010609060101010101" pitchFamily="49" charset="-122"/>
              </a:rPr>
              <a:t>               </a:t>
            </a:r>
            <a:r>
              <a:rPr lang="en-US" altLang="zh-CN" sz="2500" b="1">
                <a:solidFill>
                  <a:srgbClr val="006699"/>
                </a:solidFill>
                <a:effectLst>
                  <a:outerShdw blurRad="38100" dist="38100" dir="2700000" algn="tl">
                    <a:srgbClr val="C0C0C0"/>
                  </a:outerShdw>
                </a:effectLst>
                <a:latin typeface="黑体" panose="02010609060101010101" pitchFamily="49" charset="-122"/>
                <a:ea typeface="黑体" panose="02010609060101010101" pitchFamily="49" charset="-122"/>
              </a:rPr>
              <a:t>K1  p1   k2  p2  </a:t>
            </a:r>
            <a:r>
              <a:rPr lang="en-US" altLang="zh-CN" sz="2500" b="1">
                <a:solidFill>
                  <a:srgbClr val="006699"/>
                </a:solidFill>
                <a:effectLst>
                  <a:outerShdw blurRad="38100" dist="38100" dir="2700000" algn="tl">
                    <a:srgbClr val="C0C0C0"/>
                  </a:outerShdw>
                </a:effectLst>
                <a:ea typeface="黑体" panose="02010609060101010101" pitchFamily="49" charset="-122"/>
              </a:rPr>
              <a:t>…</a:t>
            </a:r>
            <a:r>
              <a:rPr lang="en-US" altLang="zh-CN" sz="2500" b="1">
                <a:solidFill>
                  <a:srgbClr val="006699"/>
                </a:solidFill>
                <a:effectLst>
                  <a:outerShdw blurRad="38100" dist="38100" dir="2700000" algn="tl">
                    <a:srgbClr val="C0C0C0"/>
                  </a:outerShdw>
                </a:effectLst>
                <a:latin typeface="黑体" panose="02010609060101010101" pitchFamily="49" charset="-122"/>
                <a:ea typeface="黑体" panose="02010609060101010101" pitchFamily="49" charset="-122"/>
              </a:rPr>
              <a:t>.  Kn  pn</a:t>
            </a:r>
            <a:endParaRPr lang="en-US" altLang="zh-CN" sz="2500" b="1">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0" hangingPunct="0">
              <a:lnSpc>
                <a:spcPct val="110000"/>
              </a:lnSpc>
            </a:pPr>
            <a:endParaRPr lang="en-US" altLang="zh-CN" sz="900" b="1">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0" hangingPunct="0">
              <a:lnSpc>
                <a:spcPct val="110000"/>
              </a:lnSpc>
            </a:pPr>
            <a:r>
              <a:rPr lang="zh-CN" altLang="en-US" sz="2600" b="1">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rPr>
              <a:t>其中，</a:t>
            </a:r>
            <a:r>
              <a:rPr lang="en-US" altLang="zh-CN" sz="2600" b="1">
                <a:effectLst>
                  <a:outerShdw blurRad="38100" dist="38100" dir="2700000" algn="tl">
                    <a:srgbClr val="C0C0C0"/>
                  </a:outerShdw>
                </a:effectLst>
                <a:latin typeface="黑体" panose="02010609060101010101" pitchFamily="49" charset="-122"/>
                <a:ea typeface="黑体" panose="02010609060101010101" pitchFamily="49" charset="-122"/>
              </a:rPr>
              <a:t>ki</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为第数据记录的主键值，</a:t>
            </a:r>
            <a:r>
              <a:rPr lang="en-US" altLang="zh-CN" sz="2600" b="1">
                <a:effectLst>
                  <a:outerShdw blurRad="38100" dist="38100" dir="2700000" algn="tl">
                    <a:srgbClr val="C0C0C0"/>
                  </a:outerShdw>
                </a:effectLst>
                <a:latin typeface="黑体" panose="02010609060101010101" pitchFamily="49" charset="-122"/>
                <a:ea typeface="黑体" panose="02010609060101010101" pitchFamily="49" charset="-122"/>
              </a:rPr>
              <a:t>pi</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为指向第个数据记录</a:t>
            </a:r>
          </a:p>
          <a:p>
            <a:pPr eaLnBrk="0" hangingPunct="0">
              <a:lnSpc>
                <a:spcPct val="110000"/>
              </a:lnSpc>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      的地址指针。</a:t>
            </a:r>
            <a:endParaRPr lang="zh-CN" altLang="en-US" sz="2500" b="1">
              <a:effectLst>
                <a:outerShdw blurRad="38100" dist="38100" dir="2700000" algn="tl">
                  <a:srgbClr val="C0C0C0"/>
                </a:outerShdw>
              </a:effectLst>
              <a:latin typeface="黑体" panose="02010609060101010101" pitchFamily="49" charset="-122"/>
              <a:ea typeface="黑体" panose="02010609060101010101" pitchFamily="49" charset="-122"/>
            </a:endParaRPr>
          </a:p>
        </p:txBody>
      </p:sp>
      <p:grpSp>
        <p:nvGrpSpPr>
          <p:cNvPr id="506888" name="Group 8">
            <a:extLst>
              <a:ext uri="{FF2B5EF4-FFF2-40B4-BE49-F238E27FC236}">
                <a16:creationId xmlns:a16="http://schemas.microsoft.com/office/drawing/2014/main" id="{8DA43912-1C2E-4423-BE83-6BFA63022169}"/>
              </a:ext>
            </a:extLst>
          </p:cNvPr>
          <p:cNvGrpSpPr>
            <a:grpSpLocks/>
          </p:cNvGrpSpPr>
          <p:nvPr/>
        </p:nvGrpSpPr>
        <p:grpSpPr bwMode="auto">
          <a:xfrm>
            <a:off x="1619250" y="3201988"/>
            <a:ext cx="5715000" cy="457200"/>
            <a:chOff x="1152" y="1296"/>
            <a:chExt cx="2880" cy="288"/>
          </a:xfrm>
        </p:grpSpPr>
        <p:sp>
          <p:nvSpPr>
            <p:cNvPr id="506889" name="Line 9">
              <a:extLst>
                <a:ext uri="{FF2B5EF4-FFF2-40B4-BE49-F238E27FC236}">
                  <a16:creationId xmlns:a16="http://schemas.microsoft.com/office/drawing/2014/main" id="{8111D01C-C641-4613-81F2-051F414564FE}"/>
                </a:ext>
              </a:extLst>
            </p:cNvPr>
            <p:cNvSpPr>
              <a:spLocks noChangeShapeType="1"/>
            </p:cNvSpPr>
            <p:nvPr/>
          </p:nvSpPr>
          <p:spPr bwMode="auto">
            <a:xfrm>
              <a:off x="1152" y="1296"/>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890" name="Line 10">
              <a:extLst>
                <a:ext uri="{FF2B5EF4-FFF2-40B4-BE49-F238E27FC236}">
                  <a16:creationId xmlns:a16="http://schemas.microsoft.com/office/drawing/2014/main" id="{680150D0-0313-4724-A309-25022ACD7A6D}"/>
                </a:ext>
              </a:extLst>
            </p:cNvPr>
            <p:cNvSpPr>
              <a:spLocks noChangeShapeType="1"/>
            </p:cNvSpPr>
            <p:nvPr/>
          </p:nvSpPr>
          <p:spPr bwMode="auto">
            <a:xfrm>
              <a:off x="4032" y="1309"/>
              <a:ext cx="0" cy="2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891" name="Line 11">
              <a:extLst>
                <a:ext uri="{FF2B5EF4-FFF2-40B4-BE49-F238E27FC236}">
                  <a16:creationId xmlns:a16="http://schemas.microsoft.com/office/drawing/2014/main" id="{CCC7FD2D-E0FD-497A-A40A-888A85D597D8}"/>
                </a:ext>
              </a:extLst>
            </p:cNvPr>
            <p:cNvSpPr>
              <a:spLocks noChangeShapeType="1"/>
            </p:cNvSpPr>
            <p:nvPr/>
          </p:nvSpPr>
          <p:spPr bwMode="auto">
            <a:xfrm>
              <a:off x="1488" y="1309"/>
              <a:ext cx="0" cy="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892" name="Line 12">
              <a:extLst>
                <a:ext uri="{FF2B5EF4-FFF2-40B4-BE49-F238E27FC236}">
                  <a16:creationId xmlns:a16="http://schemas.microsoft.com/office/drawing/2014/main" id="{AEFF40F3-C037-4AD8-BD4A-82C72913A6AA}"/>
                </a:ext>
              </a:extLst>
            </p:cNvPr>
            <p:cNvSpPr>
              <a:spLocks noChangeShapeType="1"/>
            </p:cNvSpPr>
            <p:nvPr/>
          </p:nvSpPr>
          <p:spPr bwMode="auto">
            <a:xfrm>
              <a:off x="1824" y="1309"/>
              <a:ext cx="0" cy="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893" name="Line 13">
              <a:extLst>
                <a:ext uri="{FF2B5EF4-FFF2-40B4-BE49-F238E27FC236}">
                  <a16:creationId xmlns:a16="http://schemas.microsoft.com/office/drawing/2014/main" id="{962A02DB-B368-4C1B-A16E-F1119B515FE5}"/>
                </a:ext>
              </a:extLst>
            </p:cNvPr>
            <p:cNvSpPr>
              <a:spLocks noChangeShapeType="1"/>
            </p:cNvSpPr>
            <p:nvPr/>
          </p:nvSpPr>
          <p:spPr bwMode="auto">
            <a:xfrm>
              <a:off x="2160" y="1309"/>
              <a:ext cx="0" cy="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894" name="Line 14">
              <a:extLst>
                <a:ext uri="{FF2B5EF4-FFF2-40B4-BE49-F238E27FC236}">
                  <a16:creationId xmlns:a16="http://schemas.microsoft.com/office/drawing/2014/main" id="{902A394E-ACEC-442A-8329-2B6767EC06FC}"/>
                </a:ext>
              </a:extLst>
            </p:cNvPr>
            <p:cNvSpPr>
              <a:spLocks noChangeShapeType="1"/>
            </p:cNvSpPr>
            <p:nvPr/>
          </p:nvSpPr>
          <p:spPr bwMode="auto">
            <a:xfrm>
              <a:off x="2496" y="1309"/>
              <a:ext cx="0" cy="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895" name="Line 15">
              <a:extLst>
                <a:ext uri="{FF2B5EF4-FFF2-40B4-BE49-F238E27FC236}">
                  <a16:creationId xmlns:a16="http://schemas.microsoft.com/office/drawing/2014/main" id="{392C2C08-68CF-492C-A10B-20C7A604015B}"/>
                </a:ext>
              </a:extLst>
            </p:cNvPr>
            <p:cNvSpPr>
              <a:spLocks noChangeShapeType="1"/>
            </p:cNvSpPr>
            <p:nvPr/>
          </p:nvSpPr>
          <p:spPr bwMode="auto">
            <a:xfrm>
              <a:off x="1152" y="1296"/>
              <a:ext cx="28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896" name="Line 16">
              <a:extLst>
                <a:ext uri="{FF2B5EF4-FFF2-40B4-BE49-F238E27FC236}">
                  <a16:creationId xmlns:a16="http://schemas.microsoft.com/office/drawing/2014/main" id="{3D088DCD-B84E-4A5C-8744-7DFCF60845CA}"/>
                </a:ext>
              </a:extLst>
            </p:cNvPr>
            <p:cNvSpPr>
              <a:spLocks noChangeShapeType="1"/>
            </p:cNvSpPr>
            <p:nvPr/>
          </p:nvSpPr>
          <p:spPr bwMode="auto">
            <a:xfrm>
              <a:off x="1152" y="1583"/>
              <a:ext cx="2880" cy="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897" name="Line 17">
              <a:extLst>
                <a:ext uri="{FF2B5EF4-FFF2-40B4-BE49-F238E27FC236}">
                  <a16:creationId xmlns:a16="http://schemas.microsoft.com/office/drawing/2014/main" id="{18412149-4608-4C41-893D-8374D27EAAA2}"/>
                </a:ext>
              </a:extLst>
            </p:cNvPr>
            <p:cNvSpPr>
              <a:spLocks noChangeShapeType="1"/>
            </p:cNvSpPr>
            <p:nvPr/>
          </p:nvSpPr>
          <p:spPr bwMode="auto">
            <a:xfrm>
              <a:off x="3168" y="1296"/>
              <a:ext cx="0" cy="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898" name="Line 18">
              <a:extLst>
                <a:ext uri="{FF2B5EF4-FFF2-40B4-BE49-F238E27FC236}">
                  <a16:creationId xmlns:a16="http://schemas.microsoft.com/office/drawing/2014/main" id="{351C129C-1A1D-4664-949B-4B6043CFE838}"/>
                </a:ext>
              </a:extLst>
            </p:cNvPr>
            <p:cNvSpPr>
              <a:spLocks noChangeShapeType="1"/>
            </p:cNvSpPr>
            <p:nvPr/>
          </p:nvSpPr>
          <p:spPr bwMode="auto">
            <a:xfrm>
              <a:off x="2832" y="1296"/>
              <a:ext cx="0" cy="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899" name="Line 19">
              <a:extLst>
                <a:ext uri="{FF2B5EF4-FFF2-40B4-BE49-F238E27FC236}">
                  <a16:creationId xmlns:a16="http://schemas.microsoft.com/office/drawing/2014/main" id="{46FD79C9-F002-4506-91A7-647F72986A5F}"/>
                </a:ext>
              </a:extLst>
            </p:cNvPr>
            <p:cNvSpPr>
              <a:spLocks noChangeShapeType="1"/>
            </p:cNvSpPr>
            <p:nvPr/>
          </p:nvSpPr>
          <p:spPr bwMode="auto">
            <a:xfrm>
              <a:off x="3600" y="1296"/>
              <a:ext cx="0" cy="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506900" name="Group 20">
            <a:extLst>
              <a:ext uri="{FF2B5EF4-FFF2-40B4-BE49-F238E27FC236}">
                <a16:creationId xmlns:a16="http://schemas.microsoft.com/office/drawing/2014/main" id="{2D59A465-9297-4EA1-8092-55ECC7D22517}"/>
              </a:ext>
            </a:extLst>
          </p:cNvPr>
          <p:cNvGrpSpPr>
            <a:grpSpLocks/>
          </p:cNvGrpSpPr>
          <p:nvPr/>
        </p:nvGrpSpPr>
        <p:grpSpPr bwMode="auto">
          <a:xfrm>
            <a:off x="2595563" y="4800600"/>
            <a:ext cx="4953000" cy="457200"/>
            <a:chOff x="2352" y="2880"/>
            <a:chExt cx="2400" cy="288"/>
          </a:xfrm>
        </p:grpSpPr>
        <p:sp>
          <p:nvSpPr>
            <p:cNvPr id="506901" name="Line 21">
              <a:extLst>
                <a:ext uri="{FF2B5EF4-FFF2-40B4-BE49-F238E27FC236}">
                  <a16:creationId xmlns:a16="http://schemas.microsoft.com/office/drawing/2014/main" id="{EBB9856F-E02B-4C4F-9C00-116F3B0252E7}"/>
                </a:ext>
              </a:extLst>
            </p:cNvPr>
            <p:cNvSpPr>
              <a:spLocks noChangeShapeType="1"/>
            </p:cNvSpPr>
            <p:nvPr/>
          </p:nvSpPr>
          <p:spPr bwMode="auto">
            <a:xfrm>
              <a:off x="2352" y="2880"/>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902" name="Line 22">
              <a:extLst>
                <a:ext uri="{FF2B5EF4-FFF2-40B4-BE49-F238E27FC236}">
                  <a16:creationId xmlns:a16="http://schemas.microsoft.com/office/drawing/2014/main" id="{D1092384-6093-45B8-AE30-B461AB6E704C}"/>
                </a:ext>
              </a:extLst>
            </p:cNvPr>
            <p:cNvSpPr>
              <a:spLocks noChangeShapeType="1"/>
            </p:cNvSpPr>
            <p:nvPr/>
          </p:nvSpPr>
          <p:spPr bwMode="auto">
            <a:xfrm>
              <a:off x="4752" y="2893"/>
              <a:ext cx="0" cy="2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903" name="Line 23">
              <a:extLst>
                <a:ext uri="{FF2B5EF4-FFF2-40B4-BE49-F238E27FC236}">
                  <a16:creationId xmlns:a16="http://schemas.microsoft.com/office/drawing/2014/main" id="{469B8982-F190-4105-B6F5-96FB03258CF0}"/>
                </a:ext>
              </a:extLst>
            </p:cNvPr>
            <p:cNvSpPr>
              <a:spLocks noChangeShapeType="1"/>
            </p:cNvSpPr>
            <p:nvPr/>
          </p:nvSpPr>
          <p:spPr bwMode="auto">
            <a:xfrm>
              <a:off x="2688" y="2893"/>
              <a:ext cx="0" cy="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904" name="Line 24">
              <a:extLst>
                <a:ext uri="{FF2B5EF4-FFF2-40B4-BE49-F238E27FC236}">
                  <a16:creationId xmlns:a16="http://schemas.microsoft.com/office/drawing/2014/main" id="{5ED1623A-1B98-455B-B6BC-17B3E675FD7D}"/>
                </a:ext>
              </a:extLst>
            </p:cNvPr>
            <p:cNvSpPr>
              <a:spLocks noChangeShapeType="1"/>
            </p:cNvSpPr>
            <p:nvPr/>
          </p:nvSpPr>
          <p:spPr bwMode="auto">
            <a:xfrm>
              <a:off x="3024" y="2893"/>
              <a:ext cx="0" cy="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905" name="Line 25">
              <a:extLst>
                <a:ext uri="{FF2B5EF4-FFF2-40B4-BE49-F238E27FC236}">
                  <a16:creationId xmlns:a16="http://schemas.microsoft.com/office/drawing/2014/main" id="{BAC09D46-0BF8-437E-AC68-857CF311EDEE}"/>
                </a:ext>
              </a:extLst>
            </p:cNvPr>
            <p:cNvSpPr>
              <a:spLocks noChangeShapeType="1"/>
            </p:cNvSpPr>
            <p:nvPr/>
          </p:nvSpPr>
          <p:spPr bwMode="auto">
            <a:xfrm>
              <a:off x="3360" y="2893"/>
              <a:ext cx="0" cy="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906" name="Line 26">
              <a:extLst>
                <a:ext uri="{FF2B5EF4-FFF2-40B4-BE49-F238E27FC236}">
                  <a16:creationId xmlns:a16="http://schemas.microsoft.com/office/drawing/2014/main" id="{D9714FA6-844F-44BB-A549-D517C406D5C9}"/>
                </a:ext>
              </a:extLst>
            </p:cNvPr>
            <p:cNvSpPr>
              <a:spLocks noChangeShapeType="1"/>
            </p:cNvSpPr>
            <p:nvPr/>
          </p:nvSpPr>
          <p:spPr bwMode="auto">
            <a:xfrm>
              <a:off x="3696" y="2893"/>
              <a:ext cx="0" cy="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907" name="Line 27">
              <a:extLst>
                <a:ext uri="{FF2B5EF4-FFF2-40B4-BE49-F238E27FC236}">
                  <a16:creationId xmlns:a16="http://schemas.microsoft.com/office/drawing/2014/main" id="{6F4AB38D-F70C-4B0E-8B58-771D36E6DD21}"/>
                </a:ext>
              </a:extLst>
            </p:cNvPr>
            <p:cNvSpPr>
              <a:spLocks noChangeShapeType="1"/>
            </p:cNvSpPr>
            <p:nvPr/>
          </p:nvSpPr>
          <p:spPr bwMode="auto">
            <a:xfrm>
              <a:off x="2352" y="2880"/>
              <a:ext cx="2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908" name="Line 28">
              <a:extLst>
                <a:ext uri="{FF2B5EF4-FFF2-40B4-BE49-F238E27FC236}">
                  <a16:creationId xmlns:a16="http://schemas.microsoft.com/office/drawing/2014/main" id="{9752F454-9413-49CD-A8B4-040B671D218E}"/>
                </a:ext>
              </a:extLst>
            </p:cNvPr>
            <p:cNvSpPr>
              <a:spLocks noChangeShapeType="1"/>
            </p:cNvSpPr>
            <p:nvPr/>
          </p:nvSpPr>
          <p:spPr bwMode="auto">
            <a:xfrm>
              <a:off x="2352" y="3167"/>
              <a:ext cx="2400" cy="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909" name="Line 29">
              <a:extLst>
                <a:ext uri="{FF2B5EF4-FFF2-40B4-BE49-F238E27FC236}">
                  <a16:creationId xmlns:a16="http://schemas.microsoft.com/office/drawing/2014/main" id="{FE431B7B-4F18-41B9-9961-12DC5EF07392}"/>
                </a:ext>
              </a:extLst>
            </p:cNvPr>
            <p:cNvSpPr>
              <a:spLocks noChangeShapeType="1"/>
            </p:cNvSpPr>
            <p:nvPr/>
          </p:nvSpPr>
          <p:spPr bwMode="auto">
            <a:xfrm>
              <a:off x="4368" y="2880"/>
              <a:ext cx="0" cy="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6910" name="Line 30">
              <a:extLst>
                <a:ext uri="{FF2B5EF4-FFF2-40B4-BE49-F238E27FC236}">
                  <a16:creationId xmlns:a16="http://schemas.microsoft.com/office/drawing/2014/main" id="{FCD747CA-A74D-4060-A7D5-EA743D0A89B9}"/>
                </a:ext>
              </a:extLst>
            </p:cNvPr>
            <p:cNvSpPr>
              <a:spLocks noChangeShapeType="1"/>
            </p:cNvSpPr>
            <p:nvPr/>
          </p:nvSpPr>
          <p:spPr bwMode="auto">
            <a:xfrm>
              <a:off x="4032" y="2880"/>
              <a:ext cx="0" cy="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506911" name="Rectangle 31">
            <a:extLst>
              <a:ext uri="{FF2B5EF4-FFF2-40B4-BE49-F238E27FC236}">
                <a16:creationId xmlns:a16="http://schemas.microsoft.com/office/drawing/2014/main" id="{F1FFCFB3-C37E-433A-AAB7-B47D2D5EB142}"/>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06887">
                                            <p:txEl>
                                              <p:pRg st="0" end="0"/>
                                            </p:txEl>
                                          </p:spTgt>
                                        </p:tgtEl>
                                        <p:attrNameLst>
                                          <p:attrName>style.visibility</p:attrName>
                                        </p:attrNameLst>
                                      </p:cBhvr>
                                      <p:to>
                                        <p:strVal val="visible"/>
                                      </p:to>
                                    </p:set>
                                    <p:animEffect transition="in" filter="wipe(up)">
                                      <p:cBhvr>
                                        <p:cTn id="7" dur="1000"/>
                                        <p:tgtEl>
                                          <p:spTgt spid="506887">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06887">
                                            <p:txEl>
                                              <p:pRg st="1" end="1"/>
                                            </p:txEl>
                                          </p:spTgt>
                                        </p:tgtEl>
                                        <p:attrNameLst>
                                          <p:attrName>style.visibility</p:attrName>
                                        </p:attrNameLst>
                                      </p:cBhvr>
                                      <p:to>
                                        <p:strVal val="visible"/>
                                      </p:to>
                                    </p:set>
                                    <p:animEffect transition="in" filter="wipe(up)">
                                      <p:cBhvr>
                                        <p:cTn id="11" dur="1000"/>
                                        <p:tgtEl>
                                          <p:spTgt spid="506887">
                                            <p:txEl>
                                              <p:pRg st="1" end="1"/>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506887">
                                            <p:txEl>
                                              <p:pRg st="2" end="2"/>
                                            </p:txEl>
                                          </p:spTgt>
                                        </p:tgtEl>
                                        <p:attrNameLst>
                                          <p:attrName>style.visibility</p:attrName>
                                        </p:attrNameLst>
                                      </p:cBhvr>
                                      <p:to>
                                        <p:strVal val="visible"/>
                                      </p:to>
                                    </p:set>
                                    <p:animEffect transition="in" filter="wipe(up)">
                                      <p:cBhvr>
                                        <p:cTn id="15" dur="1000"/>
                                        <p:tgtEl>
                                          <p:spTgt spid="506887">
                                            <p:txEl>
                                              <p:pRg st="2" end="2"/>
                                            </p:txEl>
                                          </p:spTgt>
                                        </p:tgtEl>
                                      </p:cBhvr>
                                    </p:animEffect>
                                  </p:childTnLst>
                                </p:cTn>
                              </p:par>
                            </p:childTnLst>
                          </p:cTn>
                        </p:par>
                        <p:par>
                          <p:cTn id="16" fill="hold" nodeType="afterGroup">
                            <p:stCondLst>
                              <p:cond delay="3000"/>
                            </p:stCondLst>
                            <p:childTnLst>
                              <p:par>
                                <p:cTn id="17" presetID="22" presetClass="entr" presetSubtype="1" fill="hold" nodeType="afterEffect">
                                  <p:stCondLst>
                                    <p:cond delay="0"/>
                                  </p:stCondLst>
                                  <p:childTnLst>
                                    <p:set>
                                      <p:cBhvr>
                                        <p:cTn id="18" dur="1" fill="hold">
                                          <p:stCondLst>
                                            <p:cond delay="0"/>
                                          </p:stCondLst>
                                        </p:cTn>
                                        <p:tgtEl>
                                          <p:spTgt spid="506887">
                                            <p:txEl>
                                              <p:pRg st="3" end="3"/>
                                            </p:txEl>
                                          </p:spTgt>
                                        </p:tgtEl>
                                        <p:attrNameLst>
                                          <p:attrName>style.visibility</p:attrName>
                                        </p:attrNameLst>
                                      </p:cBhvr>
                                      <p:to>
                                        <p:strVal val="visible"/>
                                      </p:to>
                                    </p:set>
                                    <p:animEffect transition="in" filter="wipe(up)">
                                      <p:cBhvr>
                                        <p:cTn id="19" dur="1000"/>
                                        <p:tgtEl>
                                          <p:spTgt spid="506887">
                                            <p:txEl>
                                              <p:pRg st="3" end="3"/>
                                            </p:txEl>
                                          </p:spTgt>
                                        </p:tgtEl>
                                      </p:cBhvr>
                                    </p:animEffect>
                                  </p:childTnLst>
                                </p:cTn>
                              </p:par>
                            </p:childTnLst>
                          </p:cTn>
                        </p:par>
                        <p:par>
                          <p:cTn id="20" fill="hold" nodeType="afterGroup">
                            <p:stCondLst>
                              <p:cond delay="4000"/>
                            </p:stCondLst>
                            <p:childTnLst>
                              <p:par>
                                <p:cTn id="21" presetID="22" presetClass="entr" presetSubtype="8" fill="hold" nodeType="afterEffect">
                                  <p:stCondLst>
                                    <p:cond delay="0"/>
                                  </p:stCondLst>
                                  <p:childTnLst>
                                    <p:set>
                                      <p:cBhvr>
                                        <p:cTn id="22" dur="1" fill="hold">
                                          <p:stCondLst>
                                            <p:cond delay="0"/>
                                          </p:stCondLst>
                                        </p:cTn>
                                        <p:tgtEl>
                                          <p:spTgt spid="506888"/>
                                        </p:tgtEl>
                                        <p:attrNameLst>
                                          <p:attrName>style.visibility</p:attrName>
                                        </p:attrNameLst>
                                      </p:cBhvr>
                                      <p:to>
                                        <p:strVal val="visible"/>
                                      </p:to>
                                    </p:set>
                                    <p:animEffect transition="in" filter="wipe(left)">
                                      <p:cBhvr>
                                        <p:cTn id="23" dur="500"/>
                                        <p:tgtEl>
                                          <p:spTgt spid="506888"/>
                                        </p:tgtEl>
                                      </p:cBhvr>
                                    </p:animEffect>
                                  </p:childTnLst>
                                </p:cTn>
                              </p:par>
                            </p:childTnLst>
                          </p:cTn>
                        </p:par>
                        <p:par>
                          <p:cTn id="24" fill="hold" nodeType="afterGroup">
                            <p:stCondLst>
                              <p:cond delay="4500"/>
                            </p:stCondLst>
                            <p:childTnLst>
                              <p:par>
                                <p:cTn id="25" presetID="22" presetClass="entr" presetSubtype="1" fill="hold" nodeType="afterEffect">
                                  <p:stCondLst>
                                    <p:cond delay="0"/>
                                  </p:stCondLst>
                                  <p:childTnLst>
                                    <p:set>
                                      <p:cBhvr>
                                        <p:cTn id="26" dur="1" fill="hold">
                                          <p:stCondLst>
                                            <p:cond delay="0"/>
                                          </p:stCondLst>
                                        </p:cTn>
                                        <p:tgtEl>
                                          <p:spTgt spid="506887">
                                            <p:txEl>
                                              <p:pRg st="4" end="4"/>
                                            </p:txEl>
                                          </p:spTgt>
                                        </p:tgtEl>
                                        <p:attrNameLst>
                                          <p:attrName>style.visibility</p:attrName>
                                        </p:attrNameLst>
                                      </p:cBhvr>
                                      <p:to>
                                        <p:strVal val="visible"/>
                                      </p:to>
                                    </p:set>
                                    <p:animEffect transition="in" filter="wipe(up)">
                                      <p:cBhvr>
                                        <p:cTn id="27" dur="1000"/>
                                        <p:tgtEl>
                                          <p:spTgt spid="50688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506887">
                                            <p:txEl>
                                              <p:pRg st="5" end="5"/>
                                            </p:txEl>
                                          </p:spTgt>
                                        </p:tgtEl>
                                        <p:attrNameLst>
                                          <p:attrName>style.visibility</p:attrName>
                                        </p:attrNameLst>
                                      </p:cBhvr>
                                      <p:to>
                                        <p:strVal val="visible"/>
                                      </p:to>
                                    </p:set>
                                    <p:animEffect transition="in" filter="wipe(up)">
                                      <p:cBhvr>
                                        <p:cTn id="32" dur="1000"/>
                                        <p:tgtEl>
                                          <p:spTgt spid="506887">
                                            <p:txEl>
                                              <p:pRg st="5" end="5"/>
                                            </p:txEl>
                                          </p:spTgt>
                                        </p:tgtEl>
                                      </p:cBhvr>
                                    </p:animEffect>
                                  </p:childTnLst>
                                </p:cTn>
                              </p:par>
                            </p:childTnLst>
                          </p:cTn>
                        </p:par>
                        <p:par>
                          <p:cTn id="33" fill="hold" nodeType="afterGroup">
                            <p:stCondLst>
                              <p:cond delay="1000"/>
                            </p:stCondLst>
                            <p:childTnLst>
                              <p:par>
                                <p:cTn id="34" presetID="22" presetClass="entr" presetSubtype="1" fill="hold" nodeType="afterEffect">
                                  <p:stCondLst>
                                    <p:cond delay="0"/>
                                  </p:stCondLst>
                                  <p:childTnLst>
                                    <p:set>
                                      <p:cBhvr>
                                        <p:cTn id="35" dur="1" fill="hold">
                                          <p:stCondLst>
                                            <p:cond delay="0"/>
                                          </p:stCondLst>
                                        </p:cTn>
                                        <p:tgtEl>
                                          <p:spTgt spid="506887">
                                            <p:txEl>
                                              <p:pRg st="6" end="6"/>
                                            </p:txEl>
                                          </p:spTgt>
                                        </p:tgtEl>
                                        <p:attrNameLst>
                                          <p:attrName>style.visibility</p:attrName>
                                        </p:attrNameLst>
                                      </p:cBhvr>
                                      <p:to>
                                        <p:strVal val="visible"/>
                                      </p:to>
                                    </p:set>
                                    <p:animEffect transition="in" filter="wipe(up)">
                                      <p:cBhvr>
                                        <p:cTn id="36" dur="1000"/>
                                        <p:tgtEl>
                                          <p:spTgt spid="506887">
                                            <p:txEl>
                                              <p:pRg st="6" end="6"/>
                                            </p:txEl>
                                          </p:spTgt>
                                        </p:tgtEl>
                                      </p:cBhvr>
                                    </p:animEffect>
                                  </p:childTnLst>
                                </p:cTn>
                              </p:par>
                            </p:childTnLst>
                          </p:cTn>
                        </p:par>
                        <p:par>
                          <p:cTn id="37" fill="hold" nodeType="afterGroup">
                            <p:stCondLst>
                              <p:cond delay="2000"/>
                            </p:stCondLst>
                            <p:childTnLst>
                              <p:par>
                                <p:cTn id="38" presetID="22" presetClass="entr" presetSubtype="8" fill="hold" nodeType="afterEffect">
                                  <p:stCondLst>
                                    <p:cond delay="0"/>
                                  </p:stCondLst>
                                  <p:childTnLst>
                                    <p:set>
                                      <p:cBhvr>
                                        <p:cTn id="39" dur="1" fill="hold">
                                          <p:stCondLst>
                                            <p:cond delay="0"/>
                                          </p:stCondLst>
                                        </p:cTn>
                                        <p:tgtEl>
                                          <p:spTgt spid="506900"/>
                                        </p:tgtEl>
                                        <p:attrNameLst>
                                          <p:attrName>style.visibility</p:attrName>
                                        </p:attrNameLst>
                                      </p:cBhvr>
                                      <p:to>
                                        <p:strVal val="visible"/>
                                      </p:to>
                                    </p:set>
                                    <p:animEffect transition="in" filter="wipe(left)">
                                      <p:cBhvr>
                                        <p:cTn id="40" dur="500"/>
                                        <p:tgtEl>
                                          <p:spTgt spid="506900"/>
                                        </p:tgtEl>
                                      </p:cBhvr>
                                    </p:animEffect>
                                  </p:childTnLst>
                                </p:cTn>
                              </p:par>
                            </p:childTnLst>
                          </p:cTn>
                        </p:par>
                        <p:par>
                          <p:cTn id="41" fill="hold" nodeType="afterGroup">
                            <p:stCondLst>
                              <p:cond delay="2500"/>
                            </p:stCondLst>
                            <p:childTnLst>
                              <p:par>
                                <p:cTn id="42" presetID="22" presetClass="entr" presetSubtype="1" fill="hold" nodeType="afterEffect">
                                  <p:stCondLst>
                                    <p:cond delay="0"/>
                                  </p:stCondLst>
                                  <p:childTnLst>
                                    <p:set>
                                      <p:cBhvr>
                                        <p:cTn id="43" dur="1" fill="hold">
                                          <p:stCondLst>
                                            <p:cond delay="0"/>
                                          </p:stCondLst>
                                        </p:cTn>
                                        <p:tgtEl>
                                          <p:spTgt spid="506887">
                                            <p:txEl>
                                              <p:pRg st="8" end="8"/>
                                            </p:txEl>
                                          </p:spTgt>
                                        </p:tgtEl>
                                        <p:attrNameLst>
                                          <p:attrName>style.visibility</p:attrName>
                                        </p:attrNameLst>
                                      </p:cBhvr>
                                      <p:to>
                                        <p:strVal val="visible"/>
                                      </p:to>
                                    </p:set>
                                    <p:animEffect transition="in" filter="wipe(up)">
                                      <p:cBhvr>
                                        <p:cTn id="44" dur="1000"/>
                                        <p:tgtEl>
                                          <p:spTgt spid="506887">
                                            <p:txEl>
                                              <p:pRg st="8" end="8"/>
                                            </p:txEl>
                                          </p:spTgt>
                                        </p:tgtEl>
                                      </p:cBhvr>
                                    </p:animEffect>
                                  </p:childTnLst>
                                </p:cTn>
                              </p:par>
                            </p:childTnLst>
                          </p:cTn>
                        </p:par>
                        <p:par>
                          <p:cTn id="45" fill="hold" nodeType="afterGroup">
                            <p:stCondLst>
                              <p:cond delay="3500"/>
                            </p:stCondLst>
                            <p:childTnLst>
                              <p:par>
                                <p:cTn id="46" presetID="22" presetClass="entr" presetSubtype="1" fill="hold" nodeType="afterEffect">
                                  <p:stCondLst>
                                    <p:cond delay="0"/>
                                  </p:stCondLst>
                                  <p:childTnLst>
                                    <p:set>
                                      <p:cBhvr>
                                        <p:cTn id="47" dur="1" fill="hold">
                                          <p:stCondLst>
                                            <p:cond delay="0"/>
                                          </p:stCondLst>
                                        </p:cTn>
                                        <p:tgtEl>
                                          <p:spTgt spid="506887">
                                            <p:txEl>
                                              <p:pRg st="9" end="9"/>
                                            </p:txEl>
                                          </p:spTgt>
                                        </p:tgtEl>
                                        <p:attrNameLst>
                                          <p:attrName>style.visibility</p:attrName>
                                        </p:attrNameLst>
                                      </p:cBhvr>
                                      <p:to>
                                        <p:strVal val="visible"/>
                                      </p:to>
                                    </p:set>
                                    <p:animEffect transition="in" filter="wipe(up)">
                                      <p:cBhvr>
                                        <p:cTn id="48" dur="1000"/>
                                        <p:tgtEl>
                                          <p:spTgt spid="50688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66" name="Text Box 30">
            <a:extLst>
              <a:ext uri="{FF2B5EF4-FFF2-40B4-BE49-F238E27FC236}">
                <a16:creationId xmlns:a16="http://schemas.microsoft.com/office/drawing/2014/main" id="{5E853206-00FE-462D-BD32-99F0CFC73079}"/>
              </a:ext>
            </a:extLst>
          </p:cNvPr>
          <p:cNvSpPr txBox="1">
            <a:spLocks noChangeArrowheads="1"/>
          </p:cNvSpPr>
          <p:nvPr/>
        </p:nvSpPr>
        <p:spPr bwMode="auto">
          <a:xfrm>
            <a:off x="395288" y="1203325"/>
            <a:ext cx="8208962"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eaLnBrk="0" hangingPunct="0">
              <a:lnSpc>
                <a:spcPct val="150000"/>
              </a:lnSpc>
            </a:pPr>
            <a:r>
              <a:rPr lang="zh-CN" altLang="en-US" sz="2800" b="1">
                <a:solidFill>
                  <a:srgbClr val="CC66FF"/>
                </a:solidFill>
                <a:effectLst>
                  <a:outerShdw blurRad="38100" dist="38100" dir="2700000" algn="tl">
                    <a:srgbClr val="C0C0C0"/>
                  </a:outerShdw>
                </a:effectLst>
              </a:rPr>
              <a:t>        ●</a:t>
            </a: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通常在</a:t>
            </a:r>
            <a:r>
              <a:rPr lang="en-US" altLang="zh-CN" sz="2800" b="1">
                <a:effectLst>
                  <a:outerShdw blurRad="38100" dist="38100" dir="2700000" algn="tl">
                    <a:srgbClr val="C0C0C0"/>
                  </a:outerShdw>
                </a:effectLst>
                <a:latin typeface="黑体" panose="02010609060101010101" pitchFamily="49" charset="-122"/>
                <a:ea typeface="黑体" panose="02010609060101010101" pitchFamily="49" charset="-122"/>
              </a:rPr>
              <a:t>B</a:t>
            </a:r>
            <a:r>
              <a:rPr lang="zh-CN" altLang="en-US" sz="2800" b="1" baseline="30000">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树上有两个头指针（</a:t>
            </a:r>
            <a:r>
              <a:rPr lang="en-US" altLang="zh-CN" sz="2800" b="1">
                <a:effectLst>
                  <a:outerShdw blurRad="38100" dist="38100" dir="2700000" algn="tl">
                    <a:srgbClr val="C0C0C0"/>
                  </a:outerShdw>
                </a:effectLst>
                <a:latin typeface="黑体" panose="02010609060101010101" pitchFamily="49" charset="-122"/>
                <a:ea typeface="黑体" panose="02010609060101010101" pitchFamily="49" charset="-122"/>
              </a:rPr>
              <a:t>root</a:t>
            </a: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800" b="1">
                <a:effectLst>
                  <a:outerShdw blurRad="38100" dist="38100" dir="2700000" algn="tl">
                    <a:srgbClr val="C0C0C0"/>
                  </a:outerShdw>
                </a:effectLst>
                <a:latin typeface="黑体" panose="02010609060101010101" pitchFamily="49" charset="-122"/>
                <a:ea typeface="黑体" panose="02010609060101010101" pitchFamily="49" charset="-122"/>
              </a:rPr>
              <a:t>seq</a:t>
            </a: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800" b="1">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前者指向根结点，后者指向具有最小主键值的记录索引项的叶结点的第一个记录索引项。 </a:t>
            </a:r>
          </a:p>
          <a:p>
            <a:pPr>
              <a:spcBef>
                <a:spcPct val="50000"/>
              </a:spcBef>
            </a:pPr>
            <a:endParaRPr lang="zh-CN" altLang="en-US" sz="2800">
              <a:latin typeface="黑体" panose="02010609060101010101" pitchFamily="49" charset="-122"/>
              <a:ea typeface="黑体" panose="02010609060101010101" pitchFamily="49" charset="-122"/>
            </a:endParaRPr>
          </a:p>
        </p:txBody>
      </p:sp>
      <p:sp>
        <p:nvSpPr>
          <p:cNvPr id="551967" name="Rectangle 31">
            <a:extLst>
              <a:ext uri="{FF2B5EF4-FFF2-40B4-BE49-F238E27FC236}">
                <a16:creationId xmlns:a16="http://schemas.microsoft.com/office/drawing/2014/main" id="{1B6E8813-602A-4F2A-9C62-68802C2AC35D}"/>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6" name="Rectangle 4">
            <a:extLst>
              <a:ext uri="{FF2B5EF4-FFF2-40B4-BE49-F238E27FC236}">
                <a16:creationId xmlns:a16="http://schemas.microsoft.com/office/drawing/2014/main" id="{B7CF2A46-704C-4CF6-9BCA-D76E3F2E5FC2}"/>
              </a:ext>
            </a:extLst>
          </p:cNvPr>
          <p:cNvSpPr>
            <a:spLocks noChangeArrowheads="1"/>
          </p:cNvSpPr>
          <p:nvPr/>
        </p:nvSpPr>
        <p:spPr bwMode="auto">
          <a:xfrm>
            <a:off x="3779838" y="5445125"/>
            <a:ext cx="1187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r>
              <a:rPr lang="en-US" altLang="zh-CN" sz="2800" b="1">
                <a:solidFill>
                  <a:srgbClr val="006666"/>
                </a:solidFill>
                <a:effectLst>
                  <a:outerShdw blurRad="38100" dist="38100" dir="2700000" algn="tl">
                    <a:srgbClr val="C0C0C0"/>
                  </a:outerShdw>
                </a:effectLst>
              </a:rPr>
              <a:t>B</a:t>
            </a:r>
            <a:r>
              <a:rPr lang="en-US" altLang="zh-CN" sz="2800" b="1" baseline="30000">
                <a:solidFill>
                  <a:srgbClr val="006666"/>
                </a:solidFill>
                <a:effectLst>
                  <a:outerShdw blurRad="38100" dist="38100" dir="2700000" algn="tl">
                    <a:srgbClr val="C0C0C0"/>
                  </a:outerShdw>
                </a:effectLst>
              </a:rPr>
              <a:t>+</a:t>
            </a:r>
            <a:r>
              <a:rPr lang="zh-CN" altLang="en-US" sz="2800" b="1">
                <a:solidFill>
                  <a:srgbClr val="006666"/>
                </a:solidFill>
                <a:effectLst>
                  <a:outerShdw blurRad="38100" dist="38100" dir="2700000" algn="tl">
                    <a:srgbClr val="C0C0C0"/>
                  </a:outerShdw>
                </a:effectLst>
              </a:rPr>
              <a:t>树</a:t>
            </a:r>
          </a:p>
        </p:txBody>
      </p:sp>
      <p:sp>
        <p:nvSpPr>
          <p:cNvPr id="678917" name="Text Box 5">
            <a:extLst>
              <a:ext uri="{FF2B5EF4-FFF2-40B4-BE49-F238E27FC236}">
                <a16:creationId xmlns:a16="http://schemas.microsoft.com/office/drawing/2014/main" id="{986E1723-3FCA-4474-A9F6-AA55E57538DB}"/>
              </a:ext>
            </a:extLst>
          </p:cNvPr>
          <p:cNvSpPr txBox="1">
            <a:spLocks noChangeArrowheads="1"/>
          </p:cNvSpPr>
          <p:nvPr/>
        </p:nvSpPr>
        <p:spPr bwMode="auto">
          <a:xfrm>
            <a:off x="503238" y="1125538"/>
            <a:ext cx="8245475" cy="54927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05000"/>
              </a:lnSpc>
            </a:pPr>
            <a:r>
              <a:rPr lang="zh-CN" altLang="en-US" b="1">
                <a:latin typeface="黑体" panose="02010609060101010101" pitchFamily="49" charset="-122"/>
                <a:ea typeface="黑体" panose="02010609060101010101" pitchFamily="49" charset="-122"/>
              </a:rPr>
              <a:t>   </a:t>
            </a:r>
            <a:r>
              <a:rPr lang="zh-CN" altLang="en-US" sz="2800" b="1">
                <a:solidFill>
                  <a:srgbClr val="800000"/>
                </a:solidFill>
                <a:latin typeface="黑体" panose="02010609060101010101" pitchFamily="49" charset="-122"/>
                <a:ea typeface="黑体" panose="02010609060101010101" pitchFamily="49" charset="-122"/>
              </a:rPr>
              <a:t>（</a:t>
            </a:r>
            <a:r>
              <a:rPr lang="en-US" altLang="zh-CN" sz="2800" b="1">
                <a:solidFill>
                  <a:srgbClr val="800000"/>
                </a:solidFill>
                <a:latin typeface="黑体" panose="02010609060101010101" pitchFamily="49" charset="-122"/>
                <a:ea typeface="黑体" panose="02010609060101010101" pitchFamily="49" charset="-122"/>
              </a:rPr>
              <a:t>1</a:t>
            </a:r>
            <a:r>
              <a:rPr lang="zh-CN" altLang="en-US" sz="2800" b="1">
                <a:solidFill>
                  <a:srgbClr val="800000"/>
                </a:solidFill>
                <a:latin typeface="黑体" panose="02010609060101010101" pitchFamily="49" charset="-122"/>
                <a:ea typeface="黑体" panose="02010609060101010101" pitchFamily="49" charset="-122"/>
              </a:rPr>
              <a:t>）查找：</a:t>
            </a:r>
            <a:r>
              <a:rPr lang="en-US" altLang="zh-CN" sz="2800" b="1">
                <a:solidFill>
                  <a:srgbClr val="800000"/>
                </a:solidFill>
                <a:latin typeface="黑体" panose="02010609060101010101" pitchFamily="49" charset="-122"/>
                <a:ea typeface="黑体" panose="02010609060101010101" pitchFamily="49" charset="-122"/>
              </a:rPr>
              <a:t>- </a:t>
            </a:r>
            <a:r>
              <a:rPr lang="zh-CN" altLang="en-US" sz="2600" b="1">
                <a:latin typeface="黑体" panose="02010609060101010101" pitchFamily="49" charset="-122"/>
                <a:ea typeface="黑体" panose="02010609060101010101" pitchFamily="49" charset="-122"/>
              </a:rPr>
              <a:t>随机查找</a:t>
            </a:r>
            <a:endParaRPr lang="zh-CN" altLang="en-US" sz="2700" b="1">
              <a:latin typeface="黑体" panose="02010609060101010101" pitchFamily="49" charset="-122"/>
              <a:ea typeface="黑体" panose="02010609060101010101" pitchFamily="49" charset="-122"/>
            </a:endParaRPr>
          </a:p>
        </p:txBody>
      </p:sp>
      <p:sp>
        <p:nvSpPr>
          <p:cNvPr id="678918" name="Rectangle 6">
            <a:extLst>
              <a:ext uri="{FF2B5EF4-FFF2-40B4-BE49-F238E27FC236}">
                <a16:creationId xmlns:a16="http://schemas.microsoft.com/office/drawing/2014/main" id="{5AF43BA8-BDE1-44B2-AF23-8CD4B28863D9}"/>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grpSp>
        <p:nvGrpSpPr>
          <p:cNvPr id="678919" name="Group 7">
            <a:extLst>
              <a:ext uri="{FF2B5EF4-FFF2-40B4-BE49-F238E27FC236}">
                <a16:creationId xmlns:a16="http://schemas.microsoft.com/office/drawing/2014/main" id="{C8571A35-CA30-4A87-90F9-B458127BAE09}"/>
              </a:ext>
            </a:extLst>
          </p:cNvPr>
          <p:cNvGrpSpPr>
            <a:grpSpLocks/>
          </p:cNvGrpSpPr>
          <p:nvPr/>
        </p:nvGrpSpPr>
        <p:grpSpPr bwMode="auto">
          <a:xfrm>
            <a:off x="403225" y="2205038"/>
            <a:ext cx="8561388" cy="2895600"/>
            <a:chOff x="180" y="1488"/>
            <a:chExt cx="5393" cy="1824"/>
          </a:xfrm>
        </p:grpSpPr>
        <p:grpSp>
          <p:nvGrpSpPr>
            <p:cNvPr id="678920" name="Group 8">
              <a:extLst>
                <a:ext uri="{FF2B5EF4-FFF2-40B4-BE49-F238E27FC236}">
                  <a16:creationId xmlns:a16="http://schemas.microsoft.com/office/drawing/2014/main" id="{49533F0C-7CB5-419B-AA6E-9599607FB826}"/>
                </a:ext>
              </a:extLst>
            </p:cNvPr>
            <p:cNvGrpSpPr>
              <a:grpSpLocks/>
            </p:cNvGrpSpPr>
            <p:nvPr/>
          </p:nvGrpSpPr>
          <p:grpSpPr bwMode="auto">
            <a:xfrm>
              <a:off x="4932" y="3120"/>
              <a:ext cx="641" cy="192"/>
              <a:chOff x="1056" y="2976"/>
              <a:chExt cx="641" cy="192"/>
            </a:xfrm>
          </p:grpSpPr>
          <p:sp>
            <p:nvSpPr>
              <p:cNvPr id="678921" name="Rectangle 9">
                <a:extLst>
                  <a:ext uri="{FF2B5EF4-FFF2-40B4-BE49-F238E27FC236}">
                    <a16:creationId xmlns:a16="http://schemas.microsoft.com/office/drawing/2014/main" id="{D932BC1D-B9D7-43F6-8D9D-831391DBB013}"/>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zh-CN" altLang="en-US" sz="1600"/>
                  <a:t>　　</a:t>
                </a:r>
                <a:r>
                  <a:rPr lang="en-US" altLang="zh-CN" sz="1400" b="1"/>
                  <a:t>180 </a:t>
                </a:r>
                <a:r>
                  <a:rPr lang="en-US" altLang="zh-CN" sz="1400" b="1">
                    <a:cs typeface="Arial" panose="020B0604020202020204" pitchFamily="34" charset="0"/>
                  </a:rPr>
                  <a:t>201 220</a:t>
                </a:r>
                <a:r>
                  <a:rPr lang="zh-CN" altLang="en-US" sz="1400" b="1"/>
                  <a:t>　</a:t>
                </a:r>
                <a:r>
                  <a:rPr lang="zh-CN" altLang="en-US" sz="1600" b="1">
                    <a:cs typeface="Arial" panose="020B0604020202020204" pitchFamily="34" charset="0"/>
                  </a:rPr>
                  <a:t> </a:t>
                </a:r>
                <a:r>
                  <a:rPr lang="zh-CN" altLang="en-US" sz="1600" b="1"/>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678922" name="Line 10">
                <a:extLst>
                  <a:ext uri="{FF2B5EF4-FFF2-40B4-BE49-F238E27FC236}">
                    <a16:creationId xmlns:a16="http://schemas.microsoft.com/office/drawing/2014/main" id="{7046C032-537F-42E4-9279-B288945FAC10}"/>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23" name="Line 11">
                <a:extLst>
                  <a:ext uri="{FF2B5EF4-FFF2-40B4-BE49-F238E27FC236}">
                    <a16:creationId xmlns:a16="http://schemas.microsoft.com/office/drawing/2014/main" id="{B48C0806-88B1-4C9D-A6F1-CF9CB15EACE9}"/>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24" name="Line 12">
                <a:extLst>
                  <a:ext uri="{FF2B5EF4-FFF2-40B4-BE49-F238E27FC236}">
                    <a16:creationId xmlns:a16="http://schemas.microsoft.com/office/drawing/2014/main" id="{85DB065F-505A-4ED0-A83A-963CD1B2A4F6}"/>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78925" name="Group 13">
              <a:extLst>
                <a:ext uri="{FF2B5EF4-FFF2-40B4-BE49-F238E27FC236}">
                  <a16:creationId xmlns:a16="http://schemas.microsoft.com/office/drawing/2014/main" id="{2FAA695C-17CD-492C-A6C8-896809A93457}"/>
                </a:ext>
              </a:extLst>
            </p:cNvPr>
            <p:cNvGrpSpPr>
              <a:grpSpLocks/>
            </p:cNvGrpSpPr>
            <p:nvPr/>
          </p:nvGrpSpPr>
          <p:grpSpPr bwMode="auto">
            <a:xfrm>
              <a:off x="996" y="2256"/>
              <a:ext cx="1073" cy="192"/>
              <a:chOff x="960" y="1824"/>
              <a:chExt cx="1073" cy="192"/>
            </a:xfrm>
          </p:grpSpPr>
          <p:sp>
            <p:nvSpPr>
              <p:cNvPr id="678926" name="Rectangle 14">
                <a:extLst>
                  <a:ext uri="{FF2B5EF4-FFF2-40B4-BE49-F238E27FC236}">
                    <a16:creationId xmlns:a16="http://schemas.microsoft.com/office/drawing/2014/main" id="{EB5103CF-558A-4F92-9C90-87F285244C35}"/>
                  </a:ext>
                </a:extLst>
              </p:cNvPr>
              <p:cNvSpPr>
                <a:spLocks noChangeArrowheads="1"/>
              </p:cNvSpPr>
              <p:nvPr/>
            </p:nvSpPr>
            <p:spPr bwMode="auto">
              <a:xfrm>
                <a:off x="96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9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678927" name="Line 15">
                <a:extLst>
                  <a:ext uri="{FF2B5EF4-FFF2-40B4-BE49-F238E27FC236}">
                    <a16:creationId xmlns:a16="http://schemas.microsoft.com/office/drawing/2014/main" id="{7C0313A9-21B0-43F5-85CD-E972BF8AEC29}"/>
                  </a:ext>
                </a:extLst>
              </p:cNvPr>
              <p:cNvSpPr>
                <a:spLocks noChangeShapeType="1"/>
              </p:cNvSpPr>
              <p:nvPr/>
            </p:nvSpPr>
            <p:spPr bwMode="auto">
              <a:xfrm>
                <a:off x="11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28" name="Line 16">
                <a:extLst>
                  <a:ext uri="{FF2B5EF4-FFF2-40B4-BE49-F238E27FC236}">
                    <a16:creationId xmlns:a16="http://schemas.microsoft.com/office/drawing/2014/main" id="{CA3313DA-C68D-4F17-A479-E9FF27832FFD}"/>
                  </a:ext>
                </a:extLst>
              </p:cNvPr>
              <p:cNvSpPr>
                <a:spLocks noChangeShapeType="1"/>
              </p:cNvSpPr>
              <p:nvPr/>
            </p:nvSpPr>
            <p:spPr bwMode="auto">
              <a:xfrm>
                <a:off x="13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29" name="Line 17">
                <a:extLst>
                  <a:ext uri="{FF2B5EF4-FFF2-40B4-BE49-F238E27FC236}">
                    <a16:creationId xmlns:a16="http://schemas.microsoft.com/office/drawing/2014/main" id="{98B6DC2F-9D8A-4932-A332-17534CEE4C7E}"/>
                  </a:ext>
                </a:extLst>
              </p:cNvPr>
              <p:cNvSpPr>
                <a:spLocks noChangeShapeType="1"/>
              </p:cNvSpPr>
              <p:nvPr/>
            </p:nvSpPr>
            <p:spPr bwMode="auto">
              <a:xfrm>
                <a:off x="158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30" name="Line 18">
                <a:extLst>
                  <a:ext uri="{FF2B5EF4-FFF2-40B4-BE49-F238E27FC236}">
                    <a16:creationId xmlns:a16="http://schemas.microsoft.com/office/drawing/2014/main" id="{22F3F7C3-E2FF-40ED-9C20-77CB32DE708B}"/>
                  </a:ext>
                </a:extLst>
              </p:cNvPr>
              <p:cNvSpPr>
                <a:spLocks noChangeShapeType="1"/>
              </p:cNvSpPr>
              <p:nvPr/>
            </p:nvSpPr>
            <p:spPr bwMode="auto">
              <a:xfrm>
                <a:off x="18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78931" name="Group 19">
              <a:extLst>
                <a:ext uri="{FF2B5EF4-FFF2-40B4-BE49-F238E27FC236}">
                  <a16:creationId xmlns:a16="http://schemas.microsoft.com/office/drawing/2014/main" id="{B73E3661-3EE0-4BBF-BE48-B38565F93259}"/>
                </a:ext>
              </a:extLst>
            </p:cNvPr>
            <p:cNvGrpSpPr>
              <a:grpSpLocks/>
            </p:cNvGrpSpPr>
            <p:nvPr/>
          </p:nvGrpSpPr>
          <p:grpSpPr bwMode="auto">
            <a:xfrm>
              <a:off x="2436" y="2256"/>
              <a:ext cx="1073" cy="192"/>
              <a:chOff x="2400" y="1824"/>
              <a:chExt cx="1073" cy="192"/>
            </a:xfrm>
          </p:grpSpPr>
          <p:sp>
            <p:nvSpPr>
              <p:cNvPr id="678932" name="Rectangle 20">
                <a:extLst>
                  <a:ext uri="{FF2B5EF4-FFF2-40B4-BE49-F238E27FC236}">
                    <a16:creationId xmlns:a16="http://schemas.microsoft.com/office/drawing/2014/main" id="{5DF62396-00CF-4691-BC4B-1A2D0E79045B}"/>
                  </a:ext>
                </a:extLst>
              </p:cNvPr>
              <p:cNvSpPr>
                <a:spLocks noChangeArrowheads="1"/>
              </p:cNvSpPr>
              <p:nvPr/>
            </p:nvSpPr>
            <p:spPr bwMode="auto">
              <a:xfrm>
                <a:off x="240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 </a:t>
                </a:r>
                <a:r>
                  <a:rPr lang="en-US" altLang="zh-CN" sz="1400" b="1"/>
                  <a:t>99</a:t>
                </a:r>
                <a:r>
                  <a:rPr lang="zh-CN" altLang="en-US" sz="1400" b="1"/>
                  <a:t>　</a:t>
                </a:r>
                <a:r>
                  <a:rPr lang="en-US" altLang="zh-CN" sz="1600" b="1">
                    <a:cs typeface="Arial" panose="020B0604020202020204" pitchFamily="34" charset="0"/>
                  </a:rPr>
                  <a:t>°</a:t>
                </a:r>
                <a:r>
                  <a:rPr lang="en-US" altLang="zh-CN" sz="1600">
                    <a:ea typeface="Arial Unicode MS" panose="020B0604020202020204" pitchFamily="34" charset="-122"/>
                    <a:cs typeface="Arial Unicode MS" panose="020B0604020202020204" pitchFamily="34" charset="-122"/>
                  </a:rPr>
                  <a:t> </a:t>
                </a:r>
              </a:p>
            </p:txBody>
          </p:sp>
          <p:sp>
            <p:nvSpPr>
              <p:cNvPr id="678933" name="Line 21">
                <a:extLst>
                  <a:ext uri="{FF2B5EF4-FFF2-40B4-BE49-F238E27FC236}">
                    <a16:creationId xmlns:a16="http://schemas.microsoft.com/office/drawing/2014/main" id="{DA56C005-5CA3-4406-BD2E-05ABA9E60FA3}"/>
                  </a:ext>
                </a:extLst>
              </p:cNvPr>
              <p:cNvSpPr>
                <a:spLocks noChangeShapeType="1"/>
              </p:cNvSpPr>
              <p:nvPr/>
            </p:nvSpPr>
            <p:spPr bwMode="auto">
              <a:xfrm>
                <a:off x="25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34" name="Line 22">
                <a:extLst>
                  <a:ext uri="{FF2B5EF4-FFF2-40B4-BE49-F238E27FC236}">
                    <a16:creationId xmlns:a16="http://schemas.microsoft.com/office/drawing/2014/main" id="{948B355C-E8D8-4124-AF1D-6F09EB889E60}"/>
                  </a:ext>
                </a:extLst>
              </p:cNvPr>
              <p:cNvSpPr>
                <a:spLocks noChangeShapeType="1"/>
              </p:cNvSpPr>
              <p:nvPr/>
            </p:nvSpPr>
            <p:spPr bwMode="auto">
              <a:xfrm>
                <a:off x="283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35" name="Line 23">
                <a:extLst>
                  <a:ext uri="{FF2B5EF4-FFF2-40B4-BE49-F238E27FC236}">
                    <a16:creationId xmlns:a16="http://schemas.microsoft.com/office/drawing/2014/main" id="{4B2D4173-87ED-4B72-AA7B-2FD236F7A9D1}"/>
                  </a:ext>
                </a:extLst>
              </p:cNvPr>
              <p:cNvSpPr>
                <a:spLocks noChangeShapeType="1"/>
              </p:cNvSpPr>
              <p:nvPr/>
            </p:nvSpPr>
            <p:spPr bwMode="auto">
              <a:xfrm>
                <a:off x="30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36" name="Line 24">
                <a:extLst>
                  <a:ext uri="{FF2B5EF4-FFF2-40B4-BE49-F238E27FC236}">
                    <a16:creationId xmlns:a16="http://schemas.microsoft.com/office/drawing/2014/main" id="{4F54C857-C071-4E18-A6B2-E9B58033166E}"/>
                  </a:ext>
                </a:extLst>
              </p:cNvPr>
              <p:cNvSpPr>
                <a:spLocks noChangeShapeType="1"/>
              </p:cNvSpPr>
              <p:nvPr/>
            </p:nvSpPr>
            <p:spPr bwMode="auto">
              <a:xfrm>
                <a:off x="326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78937" name="Group 25">
              <a:extLst>
                <a:ext uri="{FF2B5EF4-FFF2-40B4-BE49-F238E27FC236}">
                  <a16:creationId xmlns:a16="http://schemas.microsoft.com/office/drawing/2014/main" id="{24B14518-EE39-460C-8E00-06C4281E7F21}"/>
                </a:ext>
              </a:extLst>
            </p:cNvPr>
            <p:cNvGrpSpPr>
              <a:grpSpLocks/>
            </p:cNvGrpSpPr>
            <p:nvPr/>
          </p:nvGrpSpPr>
          <p:grpSpPr bwMode="auto">
            <a:xfrm>
              <a:off x="3924" y="2256"/>
              <a:ext cx="1073" cy="192"/>
              <a:chOff x="3888" y="1824"/>
              <a:chExt cx="1073" cy="192"/>
            </a:xfrm>
          </p:grpSpPr>
          <p:sp>
            <p:nvSpPr>
              <p:cNvPr id="678938" name="Rectangle 26">
                <a:extLst>
                  <a:ext uri="{FF2B5EF4-FFF2-40B4-BE49-F238E27FC236}">
                    <a16:creationId xmlns:a16="http://schemas.microsoft.com/office/drawing/2014/main" id="{7E51DE1A-F52C-4311-8B0C-FD1D9CA3DBFD}"/>
                  </a:ext>
                </a:extLst>
              </p:cNvPr>
              <p:cNvSpPr>
                <a:spLocks noChangeArrowheads="1"/>
              </p:cNvSpPr>
              <p:nvPr/>
            </p:nvSpPr>
            <p:spPr bwMode="auto">
              <a:xfrm>
                <a:off x="3888"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a:t>
                </a:r>
                <a:r>
                  <a:rPr lang="en-US" altLang="zh-CN" sz="1400" b="1">
                    <a:cs typeface="Arial" panose="020B0604020202020204" pitchFamily="34" charset="0"/>
                  </a:rPr>
                  <a:t>180</a:t>
                </a:r>
                <a:r>
                  <a:rPr lang="en-US" altLang="zh-CN" sz="1600" b="1">
                    <a:cs typeface="Arial" panose="020B0604020202020204" pitchFamily="34" charset="0"/>
                  </a:rPr>
                  <a:t>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678939" name="Line 27">
                <a:extLst>
                  <a:ext uri="{FF2B5EF4-FFF2-40B4-BE49-F238E27FC236}">
                    <a16:creationId xmlns:a16="http://schemas.microsoft.com/office/drawing/2014/main" id="{5D6B89A6-A615-4968-9D64-DE1BEB0CC450}"/>
                  </a:ext>
                </a:extLst>
              </p:cNvPr>
              <p:cNvSpPr>
                <a:spLocks noChangeShapeType="1"/>
              </p:cNvSpPr>
              <p:nvPr/>
            </p:nvSpPr>
            <p:spPr bwMode="auto">
              <a:xfrm>
                <a:off x="408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40" name="Line 28">
                <a:extLst>
                  <a:ext uri="{FF2B5EF4-FFF2-40B4-BE49-F238E27FC236}">
                    <a16:creationId xmlns:a16="http://schemas.microsoft.com/office/drawing/2014/main" id="{316BDD97-7452-4023-AABC-C741036D5CC6}"/>
                  </a:ext>
                </a:extLst>
              </p:cNvPr>
              <p:cNvSpPr>
                <a:spLocks noChangeShapeType="1"/>
              </p:cNvSpPr>
              <p:nvPr/>
            </p:nvSpPr>
            <p:spPr bwMode="auto">
              <a:xfrm>
                <a:off x="432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41" name="Line 29">
                <a:extLst>
                  <a:ext uri="{FF2B5EF4-FFF2-40B4-BE49-F238E27FC236}">
                    <a16:creationId xmlns:a16="http://schemas.microsoft.com/office/drawing/2014/main" id="{FB5B528D-5EEF-4CA4-B162-0BE70572B31E}"/>
                  </a:ext>
                </a:extLst>
              </p:cNvPr>
              <p:cNvSpPr>
                <a:spLocks noChangeShapeType="1"/>
              </p:cNvSpPr>
              <p:nvPr/>
            </p:nvSpPr>
            <p:spPr bwMode="auto">
              <a:xfrm>
                <a:off x="451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42" name="Line 30">
                <a:extLst>
                  <a:ext uri="{FF2B5EF4-FFF2-40B4-BE49-F238E27FC236}">
                    <a16:creationId xmlns:a16="http://schemas.microsoft.com/office/drawing/2014/main" id="{1579A689-6BE1-4726-B0A3-B9CFAFFCAB18}"/>
                  </a:ext>
                </a:extLst>
              </p:cNvPr>
              <p:cNvSpPr>
                <a:spLocks noChangeShapeType="1"/>
              </p:cNvSpPr>
              <p:nvPr/>
            </p:nvSpPr>
            <p:spPr bwMode="auto">
              <a:xfrm>
                <a:off x="47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78943" name="Group 31">
              <a:extLst>
                <a:ext uri="{FF2B5EF4-FFF2-40B4-BE49-F238E27FC236}">
                  <a16:creationId xmlns:a16="http://schemas.microsoft.com/office/drawing/2014/main" id="{0E1ABE89-700F-4298-8101-89E38EDECD7D}"/>
                </a:ext>
              </a:extLst>
            </p:cNvPr>
            <p:cNvGrpSpPr>
              <a:grpSpLocks/>
            </p:cNvGrpSpPr>
            <p:nvPr/>
          </p:nvGrpSpPr>
          <p:grpSpPr bwMode="auto">
            <a:xfrm>
              <a:off x="1092" y="3120"/>
              <a:ext cx="641" cy="192"/>
              <a:chOff x="1056" y="2976"/>
              <a:chExt cx="641" cy="192"/>
            </a:xfrm>
          </p:grpSpPr>
          <p:sp>
            <p:nvSpPr>
              <p:cNvPr id="678944" name="Rectangle 32">
                <a:extLst>
                  <a:ext uri="{FF2B5EF4-FFF2-40B4-BE49-F238E27FC236}">
                    <a16:creationId xmlns:a16="http://schemas.microsoft.com/office/drawing/2014/main" id="{DA50DCA1-EE2C-47BD-94B6-A3D30407692C}"/>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9</a:t>
                </a:r>
                <a:r>
                  <a:rPr lang="en-US" altLang="zh-CN" sz="1600" b="1">
                    <a:cs typeface="Arial" panose="020B0604020202020204" pitchFamily="34" charset="0"/>
                  </a:rPr>
                  <a:t>   </a:t>
                </a:r>
                <a:r>
                  <a:rPr lang="en-US" altLang="zh-CN" sz="1400" b="1"/>
                  <a:t>15</a:t>
                </a:r>
                <a:r>
                  <a:rPr lang="en-US" altLang="zh-CN" sz="1600" b="1">
                    <a:cs typeface="Arial" panose="020B0604020202020204" pitchFamily="34" charset="0"/>
                  </a:rPr>
                  <a:t>   </a:t>
                </a:r>
                <a:r>
                  <a:rPr lang="zh-CN" altLang="en-US" sz="14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678945" name="Line 33">
                <a:extLst>
                  <a:ext uri="{FF2B5EF4-FFF2-40B4-BE49-F238E27FC236}">
                    <a16:creationId xmlns:a16="http://schemas.microsoft.com/office/drawing/2014/main" id="{4C7AE27A-C13E-44AD-8875-682456A074AB}"/>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46" name="Line 34">
                <a:extLst>
                  <a:ext uri="{FF2B5EF4-FFF2-40B4-BE49-F238E27FC236}">
                    <a16:creationId xmlns:a16="http://schemas.microsoft.com/office/drawing/2014/main" id="{0C313DF8-4ADC-4B43-AF8D-A91989F903FA}"/>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47" name="Line 35">
                <a:extLst>
                  <a:ext uri="{FF2B5EF4-FFF2-40B4-BE49-F238E27FC236}">
                    <a16:creationId xmlns:a16="http://schemas.microsoft.com/office/drawing/2014/main" id="{C4006A3E-6BAC-4B01-B09F-9B5B9952510B}"/>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78948" name="Group 36">
              <a:extLst>
                <a:ext uri="{FF2B5EF4-FFF2-40B4-BE49-F238E27FC236}">
                  <a16:creationId xmlns:a16="http://schemas.microsoft.com/office/drawing/2014/main" id="{1BC2BD1C-0AAC-4207-96A3-606970DFD304}"/>
                </a:ext>
              </a:extLst>
            </p:cNvPr>
            <p:cNvGrpSpPr>
              <a:grpSpLocks/>
            </p:cNvGrpSpPr>
            <p:nvPr/>
          </p:nvGrpSpPr>
          <p:grpSpPr bwMode="auto">
            <a:xfrm>
              <a:off x="2676" y="3120"/>
              <a:ext cx="641" cy="192"/>
              <a:chOff x="1056" y="2976"/>
              <a:chExt cx="641" cy="192"/>
            </a:xfrm>
          </p:grpSpPr>
          <p:sp>
            <p:nvSpPr>
              <p:cNvPr id="678949" name="Rectangle 37">
                <a:extLst>
                  <a:ext uri="{FF2B5EF4-FFF2-40B4-BE49-F238E27FC236}">
                    <a16:creationId xmlns:a16="http://schemas.microsoft.com/office/drawing/2014/main" id="{29544DB0-A2FF-42EE-A538-CF89F67B0F74}"/>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a:t>
                </a:r>
                <a:r>
                  <a:rPr lang="en-US" altLang="zh-CN" sz="1400" b="1"/>
                  <a:t>85</a:t>
                </a:r>
                <a:r>
                  <a:rPr lang="en-US" altLang="zh-CN" sz="1600" b="1">
                    <a:cs typeface="Arial" panose="020B0604020202020204" pitchFamily="34" charset="0"/>
                  </a:rPr>
                  <a:t>   </a:t>
                </a:r>
                <a:r>
                  <a:rPr lang="zh-CN" altLang="en-US" sz="1400" b="1"/>
                  <a:t>－</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678950" name="Line 38">
                <a:extLst>
                  <a:ext uri="{FF2B5EF4-FFF2-40B4-BE49-F238E27FC236}">
                    <a16:creationId xmlns:a16="http://schemas.microsoft.com/office/drawing/2014/main" id="{865E84E0-BD2F-4501-B651-5B54772CD767}"/>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51" name="Line 39">
                <a:extLst>
                  <a:ext uri="{FF2B5EF4-FFF2-40B4-BE49-F238E27FC236}">
                    <a16:creationId xmlns:a16="http://schemas.microsoft.com/office/drawing/2014/main" id="{120DEE96-822C-4BF6-8486-1B09E9129D37}"/>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52" name="Line 40">
                <a:extLst>
                  <a:ext uri="{FF2B5EF4-FFF2-40B4-BE49-F238E27FC236}">
                    <a16:creationId xmlns:a16="http://schemas.microsoft.com/office/drawing/2014/main" id="{96C97C37-098E-484C-83A6-9AADFF1C6982}"/>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78953" name="Group 41">
              <a:extLst>
                <a:ext uri="{FF2B5EF4-FFF2-40B4-BE49-F238E27FC236}">
                  <a16:creationId xmlns:a16="http://schemas.microsoft.com/office/drawing/2014/main" id="{E669C7DB-9C67-4401-95C0-3683EC3C5342}"/>
                </a:ext>
              </a:extLst>
            </p:cNvPr>
            <p:cNvGrpSpPr>
              <a:grpSpLocks/>
            </p:cNvGrpSpPr>
            <p:nvPr/>
          </p:nvGrpSpPr>
          <p:grpSpPr bwMode="auto">
            <a:xfrm>
              <a:off x="4260" y="3120"/>
              <a:ext cx="641" cy="192"/>
              <a:chOff x="1056" y="2976"/>
              <a:chExt cx="641" cy="192"/>
            </a:xfrm>
          </p:grpSpPr>
          <p:sp>
            <p:nvSpPr>
              <p:cNvPr id="678954" name="Rectangle 42">
                <a:extLst>
                  <a:ext uri="{FF2B5EF4-FFF2-40B4-BE49-F238E27FC236}">
                    <a16:creationId xmlns:a16="http://schemas.microsoft.com/office/drawing/2014/main" id="{9EBDCB3D-9622-4962-A78A-BF9C3D03EF9A}"/>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140</a:t>
                </a:r>
                <a:r>
                  <a:rPr lang="en-US" altLang="zh-CN" sz="1600" b="1">
                    <a:cs typeface="Arial" panose="020B0604020202020204" pitchFamily="34" charset="0"/>
                  </a:rPr>
                  <a:t>  </a:t>
                </a:r>
                <a:r>
                  <a:rPr lang="en-US" altLang="zh-CN" sz="1400" b="1"/>
                  <a:t>159</a:t>
                </a:r>
                <a:r>
                  <a:rPr lang="en-US" altLang="zh-CN" sz="1600" b="1">
                    <a:cs typeface="Arial" panose="020B0604020202020204" pitchFamily="34" charset="0"/>
                  </a:rPr>
                  <a:t>  </a:t>
                </a:r>
                <a:r>
                  <a:rPr lang="zh-CN" altLang="en-US" sz="1400" b="1"/>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678955" name="Line 43">
                <a:extLst>
                  <a:ext uri="{FF2B5EF4-FFF2-40B4-BE49-F238E27FC236}">
                    <a16:creationId xmlns:a16="http://schemas.microsoft.com/office/drawing/2014/main" id="{95E5D249-D598-45B6-B681-287871B4B368}"/>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56" name="Line 44">
                <a:extLst>
                  <a:ext uri="{FF2B5EF4-FFF2-40B4-BE49-F238E27FC236}">
                    <a16:creationId xmlns:a16="http://schemas.microsoft.com/office/drawing/2014/main" id="{C9B8A89F-2787-476E-AD9E-CA659C6B4F7A}"/>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57" name="Line 45">
                <a:extLst>
                  <a:ext uri="{FF2B5EF4-FFF2-40B4-BE49-F238E27FC236}">
                    <a16:creationId xmlns:a16="http://schemas.microsoft.com/office/drawing/2014/main" id="{143E9D03-0099-4841-BE81-9AB9BFD09635}"/>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78958" name="Group 46">
              <a:extLst>
                <a:ext uri="{FF2B5EF4-FFF2-40B4-BE49-F238E27FC236}">
                  <a16:creationId xmlns:a16="http://schemas.microsoft.com/office/drawing/2014/main" id="{78F95143-38BD-4D24-A367-DD92D7DE4B4F}"/>
                </a:ext>
              </a:extLst>
            </p:cNvPr>
            <p:cNvGrpSpPr>
              <a:grpSpLocks/>
            </p:cNvGrpSpPr>
            <p:nvPr/>
          </p:nvGrpSpPr>
          <p:grpSpPr bwMode="auto">
            <a:xfrm>
              <a:off x="2244" y="1488"/>
              <a:ext cx="1073" cy="192"/>
              <a:chOff x="2208" y="1056"/>
              <a:chExt cx="1073" cy="192"/>
            </a:xfrm>
          </p:grpSpPr>
          <p:sp>
            <p:nvSpPr>
              <p:cNvPr id="678959" name="Rectangle 47">
                <a:extLst>
                  <a:ext uri="{FF2B5EF4-FFF2-40B4-BE49-F238E27FC236}">
                    <a16:creationId xmlns:a16="http://schemas.microsoft.com/office/drawing/2014/main" id="{3E43EDF2-3FD0-4AA1-8166-F919DDB0F21D}"/>
                  </a:ext>
                </a:extLst>
              </p:cNvPr>
              <p:cNvSpPr>
                <a:spLocks noChangeArrowheads="1"/>
              </p:cNvSpPr>
              <p:nvPr/>
            </p:nvSpPr>
            <p:spPr bwMode="auto">
              <a:xfrm>
                <a:off x="2208" y="1056"/>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26</a:t>
                </a:r>
                <a:r>
                  <a:rPr lang="en-US" altLang="zh-CN" sz="1600" b="1">
                    <a:cs typeface="Arial" panose="020B0604020202020204" pitchFamily="34" charset="0"/>
                  </a:rPr>
                  <a:t>   ° </a:t>
                </a:r>
                <a:r>
                  <a:rPr lang="en-US" altLang="zh-CN" sz="1400" b="1"/>
                  <a:t>140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678960" name="Line 48">
                <a:extLst>
                  <a:ext uri="{FF2B5EF4-FFF2-40B4-BE49-F238E27FC236}">
                    <a16:creationId xmlns:a16="http://schemas.microsoft.com/office/drawing/2014/main" id="{08E10732-4E26-4666-8750-0F4F0B5C1AC2}"/>
                  </a:ext>
                </a:extLst>
              </p:cNvPr>
              <p:cNvSpPr>
                <a:spLocks noChangeShapeType="1"/>
              </p:cNvSpPr>
              <p:nvPr/>
            </p:nvSpPr>
            <p:spPr bwMode="auto">
              <a:xfrm>
                <a:off x="240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61" name="Line 49">
                <a:extLst>
                  <a:ext uri="{FF2B5EF4-FFF2-40B4-BE49-F238E27FC236}">
                    <a16:creationId xmlns:a16="http://schemas.microsoft.com/office/drawing/2014/main" id="{DEFBBC19-2D45-4031-B7A0-F022B7D53F68}"/>
                  </a:ext>
                </a:extLst>
              </p:cNvPr>
              <p:cNvSpPr>
                <a:spLocks noChangeShapeType="1"/>
              </p:cNvSpPr>
              <p:nvPr/>
            </p:nvSpPr>
            <p:spPr bwMode="auto">
              <a:xfrm>
                <a:off x="264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62" name="Line 50">
                <a:extLst>
                  <a:ext uri="{FF2B5EF4-FFF2-40B4-BE49-F238E27FC236}">
                    <a16:creationId xmlns:a16="http://schemas.microsoft.com/office/drawing/2014/main" id="{822A9E4C-3CE0-4504-93AD-EAFE511CBD4E}"/>
                  </a:ext>
                </a:extLst>
              </p:cNvPr>
              <p:cNvSpPr>
                <a:spLocks noChangeShapeType="1"/>
              </p:cNvSpPr>
              <p:nvPr/>
            </p:nvSpPr>
            <p:spPr bwMode="auto">
              <a:xfrm>
                <a:off x="283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63" name="Line 51">
                <a:extLst>
                  <a:ext uri="{FF2B5EF4-FFF2-40B4-BE49-F238E27FC236}">
                    <a16:creationId xmlns:a16="http://schemas.microsoft.com/office/drawing/2014/main" id="{B586EC12-BCBC-4A8A-AACB-F097D6443B7F}"/>
                  </a:ext>
                </a:extLst>
              </p:cNvPr>
              <p:cNvSpPr>
                <a:spLocks noChangeShapeType="1"/>
              </p:cNvSpPr>
              <p:nvPr/>
            </p:nvSpPr>
            <p:spPr bwMode="auto">
              <a:xfrm>
                <a:off x="307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78964" name="Line 52">
              <a:extLst>
                <a:ext uri="{FF2B5EF4-FFF2-40B4-BE49-F238E27FC236}">
                  <a16:creationId xmlns:a16="http://schemas.microsoft.com/office/drawing/2014/main" id="{0FDD77C4-1582-44E7-9789-5ABA49FD0440}"/>
                </a:ext>
              </a:extLst>
            </p:cNvPr>
            <p:cNvSpPr>
              <a:spLocks noChangeShapeType="1"/>
            </p:cNvSpPr>
            <p:nvPr/>
          </p:nvSpPr>
          <p:spPr bwMode="auto">
            <a:xfrm flipH="1">
              <a:off x="1092" y="1584"/>
              <a:ext cx="1248"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65" name="Line 53">
              <a:extLst>
                <a:ext uri="{FF2B5EF4-FFF2-40B4-BE49-F238E27FC236}">
                  <a16:creationId xmlns:a16="http://schemas.microsoft.com/office/drawing/2014/main" id="{0AE31776-E7C6-44F7-8232-CB6499606506}"/>
                </a:ext>
              </a:extLst>
            </p:cNvPr>
            <p:cNvSpPr>
              <a:spLocks noChangeShapeType="1"/>
            </p:cNvSpPr>
            <p:nvPr/>
          </p:nvSpPr>
          <p:spPr bwMode="auto">
            <a:xfrm flipH="1">
              <a:off x="2532" y="1584"/>
              <a:ext cx="192"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66" name="Line 54">
              <a:extLst>
                <a:ext uri="{FF2B5EF4-FFF2-40B4-BE49-F238E27FC236}">
                  <a16:creationId xmlns:a16="http://schemas.microsoft.com/office/drawing/2014/main" id="{A51FE788-A22D-4203-86E3-9998766E1CC2}"/>
                </a:ext>
              </a:extLst>
            </p:cNvPr>
            <p:cNvSpPr>
              <a:spLocks noChangeShapeType="1"/>
            </p:cNvSpPr>
            <p:nvPr/>
          </p:nvSpPr>
          <p:spPr bwMode="auto">
            <a:xfrm flipH="1">
              <a:off x="420" y="2400"/>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67" name="Line 55">
              <a:extLst>
                <a:ext uri="{FF2B5EF4-FFF2-40B4-BE49-F238E27FC236}">
                  <a16:creationId xmlns:a16="http://schemas.microsoft.com/office/drawing/2014/main" id="{63F1FF30-4814-4696-818E-CC40963C39E9}"/>
                </a:ext>
              </a:extLst>
            </p:cNvPr>
            <p:cNvSpPr>
              <a:spLocks noChangeShapeType="1"/>
            </p:cNvSpPr>
            <p:nvPr/>
          </p:nvSpPr>
          <p:spPr bwMode="auto">
            <a:xfrm flipH="1">
              <a:off x="1188" y="2400"/>
              <a:ext cx="33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68" name="Line 56">
              <a:extLst>
                <a:ext uri="{FF2B5EF4-FFF2-40B4-BE49-F238E27FC236}">
                  <a16:creationId xmlns:a16="http://schemas.microsoft.com/office/drawing/2014/main" id="{68CFD1DB-72E3-40D7-8A94-5428188A7D5A}"/>
                </a:ext>
              </a:extLst>
            </p:cNvPr>
            <p:cNvSpPr>
              <a:spLocks noChangeShapeType="1"/>
            </p:cNvSpPr>
            <p:nvPr/>
          </p:nvSpPr>
          <p:spPr bwMode="auto">
            <a:xfrm flipH="1">
              <a:off x="1956" y="2352"/>
              <a:ext cx="57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69" name="Line 57">
              <a:extLst>
                <a:ext uri="{FF2B5EF4-FFF2-40B4-BE49-F238E27FC236}">
                  <a16:creationId xmlns:a16="http://schemas.microsoft.com/office/drawing/2014/main" id="{DDBCDFD6-EE9C-4C7B-AF05-4E0983AE5E53}"/>
                </a:ext>
              </a:extLst>
            </p:cNvPr>
            <p:cNvSpPr>
              <a:spLocks noChangeShapeType="1"/>
            </p:cNvSpPr>
            <p:nvPr/>
          </p:nvSpPr>
          <p:spPr bwMode="auto">
            <a:xfrm flipH="1">
              <a:off x="2772" y="2400"/>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70" name="Line 58">
              <a:extLst>
                <a:ext uri="{FF2B5EF4-FFF2-40B4-BE49-F238E27FC236}">
                  <a16:creationId xmlns:a16="http://schemas.microsoft.com/office/drawing/2014/main" id="{8F4282AE-D6E7-4C5B-8320-18EC7AB329DE}"/>
                </a:ext>
              </a:extLst>
            </p:cNvPr>
            <p:cNvSpPr>
              <a:spLocks noChangeShapeType="1"/>
            </p:cNvSpPr>
            <p:nvPr/>
          </p:nvSpPr>
          <p:spPr bwMode="auto">
            <a:xfrm>
              <a:off x="3396" y="2400"/>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71" name="Line 59">
              <a:extLst>
                <a:ext uri="{FF2B5EF4-FFF2-40B4-BE49-F238E27FC236}">
                  <a16:creationId xmlns:a16="http://schemas.microsoft.com/office/drawing/2014/main" id="{1C97243E-0734-4802-88EE-A28EE1FA0C1B}"/>
                </a:ext>
              </a:extLst>
            </p:cNvPr>
            <p:cNvSpPr>
              <a:spLocks noChangeShapeType="1"/>
            </p:cNvSpPr>
            <p:nvPr/>
          </p:nvSpPr>
          <p:spPr bwMode="auto">
            <a:xfrm>
              <a:off x="4020" y="2352"/>
              <a:ext cx="33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72" name="Line 60">
              <a:extLst>
                <a:ext uri="{FF2B5EF4-FFF2-40B4-BE49-F238E27FC236}">
                  <a16:creationId xmlns:a16="http://schemas.microsoft.com/office/drawing/2014/main" id="{86EEEC77-CD9C-40EE-9EB6-7991DC40B407}"/>
                </a:ext>
              </a:extLst>
            </p:cNvPr>
            <p:cNvSpPr>
              <a:spLocks noChangeShapeType="1"/>
            </p:cNvSpPr>
            <p:nvPr/>
          </p:nvSpPr>
          <p:spPr bwMode="auto">
            <a:xfrm>
              <a:off x="4452" y="2400"/>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73" name="Line 61">
              <a:extLst>
                <a:ext uri="{FF2B5EF4-FFF2-40B4-BE49-F238E27FC236}">
                  <a16:creationId xmlns:a16="http://schemas.microsoft.com/office/drawing/2014/main" id="{5367F9D9-93D2-45E4-9946-170C9BDEF9BF}"/>
                </a:ext>
              </a:extLst>
            </p:cNvPr>
            <p:cNvSpPr>
              <a:spLocks noChangeShapeType="1"/>
            </p:cNvSpPr>
            <p:nvPr/>
          </p:nvSpPr>
          <p:spPr bwMode="auto">
            <a:xfrm>
              <a:off x="3204" y="1632"/>
              <a:ext cx="816"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78974" name="Group 62">
              <a:extLst>
                <a:ext uri="{FF2B5EF4-FFF2-40B4-BE49-F238E27FC236}">
                  <a16:creationId xmlns:a16="http://schemas.microsoft.com/office/drawing/2014/main" id="{1E8E08A3-766E-44B9-B389-8459A667D50C}"/>
                </a:ext>
              </a:extLst>
            </p:cNvPr>
            <p:cNvGrpSpPr>
              <a:grpSpLocks/>
            </p:cNvGrpSpPr>
            <p:nvPr/>
          </p:nvGrpSpPr>
          <p:grpSpPr bwMode="auto">
            <a:xfrm>
              <a:off x="180" y="3120"/>
              <a:ext cx="912" cy="192"/>
              <a:chOff x="144" y="2688"/>
              <a:chExt cx="912" cy="192"/>
            </a:xfrm>
          </p:grpSpPr>
          <p:sp>
            <p:nvSpPr>
              <p:cNvPr id="678975" name="Rectangle 63">
                <a:extLst>
                  <a:ext uri="{FF2B5EF4-FFF2-40B4-BE49-F238E27FC236}">
                    <a16:creationId xmlns:a16="http://schemas.microsoft.com/office/drawing/2014/main" id="{763C17AB-2529-417F-B248-D5B5A8924067}"/>
                  </a:ext>
                </a:extLst>
              </p:cNvPr>
              <p:cNvSpPr>
                <a:spLocks noChangeArrowheads="1"/>
              </p:cNvSpPr>
              <p:nvPr/>
            </p:nvSpPr>
            <p:spPr bwMode="auto">
              <a:xfrm>
                <a:off x="288"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2    5    </a:t>
                </a:r>
                <a:r>
                  <a:rPr lang="zh-CN" altLang="en-US" sz="1400" b="1"/>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678976" name="Line 64">
                <a:extLst>
                  <a:ext uri="{FF2B5EF4-FFF2-40B4-BE49-F238E27FC236}">
                    <a16:creationId xmlns:a16="http://schemas.microsoft.com/office/drawing/2014/main" id="{214CD0A0-71B1-4F8E-B0F3-9DC64B4EA94E}"/>
                  </a:ext>
                </a:extLst>
              </p:cNvPr>
              <p:cNvSpPr>
                <a:spLocks noChangeShapeType="1"/>
              </p:cNvSpPr>
              <p:nvPr/>
            </p:nvSpPr>
            <p:spPr bwMode="auto">
              <a:xfrm>
                <a:off x="2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77" name="Line 65">
                <a:extLst>
                  <a:ext uri="{FF2B5EF4-FFF2-40B4-BE49-F238E27FC236}">
                    <a16:creationId xmlns:a16="http://schemas.microsoft.com/office/drawing/2014/main" id="{C3423894-0867-422A-B7B8-0A2FCF64B549}"/>
                  </a:ext>
                </a:extLst>
              </p:cNvPr>
              <p:cNvSpPr>
                <a:spLocks noChangeShapeType="1"/>
              </p:cNvSpPr>
              <p:nvPr/>
            </p:nvSpPr>
            <p:spPr bwMode="auto">
              <a:xfrm>
                <a:off x="48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78" name="Line 66">
                <a:extLst>
                  <a:ext uri="{FF2B5EF4-FFF2-40B4-BE49-F238E27FC236}">
                    <a16:creationId xmlns:a16="http://schemas.microsoft.com/office/drawing/2014/main" id="{83CA4F15-AB21-4E2A-B4AF-4E0E522EE711}"/>
                  </a:ext>
                </a:extLst>
              </p:cNvPr>
              <p:cNvSpPr>
                <a:spLocks noChangeShapeType="1"/>
              </p:cNvSpPr>
              <p:nvPr/>
            </p:nvSpPr>
            <p:spPr bwMode="auto">
              <a:xfrm>
                <a:off x="72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79" name="Line 67">
                <a:extLst>
                  <a:ext uri="{FF2B5EF4-FFF2-40B4-BE49-F238E27FC236}">
                    <a16:creationId xmlns:a16="http://schemas.microsoft.com/office/drawing/2014/main" id="{96F6C755-B775-47B5-89B3-DD888DE079C6}"/>
                  </a:ext>
                </a:extLst>
              </p:cNvPr>
              <p:cNvSpPr>
                <a:spLocks noChangeShapeType="1"/>
              </p:cNvSpPr>
              <p:nvPr/>
            </p:nvSpPr>
            <p:spPr bwMode="auto">
              <a:xfrm>
                <a:off x="912"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80" name="Line 68">
                <a:extLst>
                  <a:ext uri="{FF2B5EF4-FFF2-40B4-BE49-F238E27FC236}">
                    <a16:creationId xmlns:a16="http://schemas.microsoft.com/office/drawing/2014/main" id="{DF22E9E3-4333-4656-9162-5ECD12E9A9D4}"/>
                  </a:ext>
                </a:extLst>
              </p:cNvPr>
              <p:cNvSpPr>
                <a:spLocks noChangeShapeType="1"/>
              </p:cNvSpPr>
              <p:nvPr/>
            </p:nvSpPr>
            <p:spPr bwMode="auto">
              <a:xfrm>
                <a:off x="144"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78981" name="Group 69">
              <a:extLst>
                <a:ext uri="{FF2B5EF4-FFF2-40B4-BE49-F238E27FC236}">
                  <a16:creationId xmlns:a16="http://schemas.microsoft.com/office/drawing/2014/main" id="{64775EE2-3A35-45F3-B11B-B3C970E977E3}"/>
                </a:ext>
              </a:extLst>
            </p:cNvPr>
            <p:cNvGrpSpPr>
              <a:grpSpLocks/>
            </p:cNvGrpSpPr>
            <p:nvPr/>
          </p:nvGrpSpPr>
          <p:grpSpPr bwMode="auto">
            <a:xfrm>
              <a:off x="1716" y="3120"/>
              <a:ext cx="960" cy="192"/>
              <a:chOff x="1680" y="2688"/>
              <a:chExt cx="960" cy="192"/>
            </a:xfrm>
          </p:grpSpPr>
          <p:grpSp>
            <p:nvGrpSpPr>
              <p:cNvPr id="678982" name="Group 70">
                <a:extLst>
                  <a:ext uri="{FF2B5EF4-FFF2-40B4-BE49-F238E27FC236}">
                    <a16:creationId xmlns:a16="http://schemas.microsoft.com/office/drawing/2014/main" id="{CEF1BAD9-BBC5-4971-A12E-C19CB96FBCF9}"/>
                  </a:ext>
                </a:extLst>
              </p:cNvPr>
              <p:cNvGrpSpPr>
                <a:grpSpLocks/>
              </p:cNvGrpSpPr>
              <p:nvPr/>
            </p:nvGrpSpPr>
            <p:grpSpPr bwMode="auto">
              <a:xfrm>
                <a:off x="1824" y="2688"/>
                <a:ext cx="641" cy="192"/>
                <a:chOff x="1056" y="2976"/>
                <a:chExt cx="641" cy="192"/>
              </a:xfrm>
            </p:grpSpPr>
            <p:sp>
              <p:nvSpPr>
                <p:cNvPr id="678983" name="Rectangle 71">
                  <a:extLst>
                    <a:ext uri="{FF2B5EF4-FFF2-40B4-BE49-F238E27FC236}">
                      <a16:creationId xmlns:a16="http://schemas.microsoft.com/office/drawing/2014/main" id="{3E2C7DC6-318F-42F2-AF35-309972107FD9}"/>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26</a:t>
                  </a:r>
                  <a:r>
                    <a:rPr lang="en-US" altLang="zh-CN" sz="1600" b="1">
                      <a:cs typeface="Arial" panose="020B0604020202020204" pitchFamily="34" charset="0"/>
                    </a:rPr>
                    <a:t>  </a:t>
                  </a:r>
                  <a:r>
                    <a:rPr lang="en-US" altLang="zh-CN" sz="1400" b="1">
                      <a:cs typeface="Arial" panose="020B0604020202020204" pitchFamily="34" charset="0"/>
                    </a:rPr>
                    <a:t>39 </a:t>
                  </a:r>
                  <a:r>
                    <a:rPr lang="en-US" altLang="zh-CN" sz="1600" b="1">
                      <a:cs typeface="Arial" panose="020B0604020202020204" pitchFamily="34" charset="0"/>
                    </a:rPr>
                    <a:t>  </a:t>
                  </a:r>
                  <a:r>
                    <a:rPr lang="en-US" altLang="zh-CN" sz="1400" b="1"/>
                    <a:t>48</a:t>
                  </a:r>
                  <a:endParaRPr lang="en-US" altLang="zh-CN" sz="1600">
                    <a:cs typeface="Arial" panose="020B0604020202020204" pitchFamily="34" charset="0"/>
                  </a:endParaRPr>
                </a:p>
              </p:txBody>
            </p:sp>
            <p:sp>
              <p:nvSpPr>
                <p:cNvPr id="678984" name="Line 72">
                  <a:extLst>
                    <a:ext uri="{FF2B5EF4-FFF2-40B4-BE49-F238E27FC236}">
                      <a16:creationId xmlns:a16="http://schemas.microsoft.com/office/drawing/2014/main" id="{3A39AF2C-E7CA-4AEE-B3AA-A715B7E8112D}"/>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85" name="Line 73">
                  <a:extLst>
                    <a:ext uri="{FF2B5EF4-FFF2-40B4-BE49-F238E27FC236}">
                      <a16:creationId xmlns:a16="http://schemas.microsoft.com/office/drawing/2014/main" id="{D5FFC822-F39C-4517-B5B5-1D716E2AFFCF}"/>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86" name="Line 74">
                  <a:extLst>
                    <a:ext uri="{FF2B5EF4-FFF2-40B4-BE49-F238E27FC236}">
                      <a16:creationId xmlns:a16="http://schemas.microsoft.com/office/drawing/2014/main" id="{CD420DD4-A762-4BAB-95AA-DEFE0D6F20EA}"/>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78987" name="Line 75">
                <a:extLst>
                  <a:ext uri="{FF2B5EF4-FFF2-40B4-BE49-F238E27FC236}">
                    <a16:creationId xmlns:a16="http://schemas.microsoft.com/office/drawing/2014/main" id="{71ED3B88-A33C-44B8-BB6C-7B73AA7B547A}"/>
                  </a:ext>
                </a:extLst>
              </p:cNvPr>
              <p:cNvSpPr>
                <a:spLocks noChangeShapeType="1"/>
              </p:cNvSpPr>
              <p:nvPr/>
            </p:nvSpPr>
            <p:spPr bwMode="auto">
              <a:xfrm>
                <a:off x="16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88" name="Line 76">
                <a:extLst>
                  <a:ext uri="{FF2B5EF4-FFF2-40B4-BE49-F238E27FC236}">
                    <a16:creationId xmlns:a16="http://schemas.microsoft.com/office/drawing/2014/main" id="{B8AB95B5-E5CB-46F0-8241-F6D5542A314A}"/>
                  </a:ext>
                </a:extLst>
              </p:cNvPr>
              <p:cNvSpPr>
                <a:spLocks noChangeShapeType="1"/>
              </p:cNvSpPr>
              <p:nvPr/>
            </p:nvSpPr>
            <p:spPr bwMode="auto">
              <a:xfrm>
                <a:off x="2448"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78989" name="Group 77">
              <a:extLst>
                <a:ext uri="{FF2B5EF4-FFF2-40B4-BE49-F238E27FC236}">
                  <a16:creationId xmlns:a16="http://schemas.microsoft.com/office/drawing/2014/main" id="{69F0740F-1B3E-4088-80B2-1AD0D7CDD9A9}"/>
                </a:ext>
              </a:extLst>
            </p:cNvPr>
            <p:cNvGrpSpPr>
              <a:grpSpLocks/>
            </p:cNvGrpSpPr>
            <p:nvPr/>
          </p:nvGrpSpPr>
          <p:grpSpPr bwMode="auto">
            <a:xfrm>
              <a:off x="3300" y="3120"/>
              <a:ext cx="960" cy="192"/>
              <a:chOff x="3264" y="2688"/>
              <a:chExt cx="960" cy="192"/>
            </a:xfrm>
          </p:grpSpPr>
          <p:sp>
            <p:nvSpPr>
              <p:cNvPr id="678990" name="Rectangle 78">
                <a:extLst>
                  <a:ext uri="{FF2B5EF4-FFF2-40B4-BE49-F238E27FC236}">
                    <a16:creationId xmlns:a16="http://schemas.microsoft.com/office/drawing/2014/main" id="{551C9E1D-EB3E-4A8B-8C78-7014C32A1FA6}"/>
                  </a:ext>
                </a:extLst>
              </p:cNvPr>
              <p:cNvSpPr>
                <a:spLocks noChangeArrowheads="1"/>
              </p:cNvSpPr>
              <p:nvPr/>
            </p:nvSpPr>
            <p:spPr bwMode="auto">
              <a:xfrm>
                <a:off x="3456"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99</a:t>
                </a:r>
                <a:r>
                  <a:rPr lang="en-US" altLang="zh-CN" sz="1600" b="1">
                    <a:cs typeface="Arial" panose="020B0604020202020204" pitchFamily="34" charset="0"/>
                  </a:rPr>
                  <a:t> </a:t>
                </a:r>
                <a:r>
                  <a:rPr lang="en-US" altLang="zh-CN" sz="1400" b="1"/>
                  <a:t>120</a:t>
                </a:r>
                <a:r>
                  <a:rPr lang="en-US" altLang="zh-CN" sz="1600" b="1">
                    <a:cs typeface="Arial" panose="020B0604020202020204" pitchFamily="34" charset="0"/>
                  </a:rPr>
                  <a:t>  </a:t>
                </a:r>
                <a:r>
                  <a:rPr lang="zh-CN" altLang="en-US" sz="1400" b="1"/>
                  <a:t>－</a:t>
                </a:r>
                <a:endParaRPr lang="zh-CN" altLang="en-US" sz="1600">
                  <a:cs typeface="Arial" panose="020B0604020202020204" pitchFamily="34" charset="0"/>
                </a:endParaRPr>
              </a:p>
            </p:txBody>
          </p:sp>
          <p:sp>
            <p:nvSpPr>
              <p:cNvPr id="678991" name="Line 79">
                <a:extLst>
                  <a:ext uri="{FF2B5EF4-FFF2-40B4-BE49-F238E27FC236}">
                    <a16:creationId xmlns:a16="http://schemas.microsoft.com/office/drawing/2014/main" id="{B96A024F-10F4-4996-8A7C-528C1454954F}"/>
                  </a:ext>
                </a:extLst>
              </p:cNvPr>
              <p:cNvSpPr>
                <a:spLocks noChangeShapeType="1"/>
              </p:cNvSpPr>
              <p:nvPr/>
            </p:nvSpPr>
            <p:spPr bwMode="auto">
              <a:xfrm>
                <a:off x="3456"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92" name="Line 80">
                <a:extLst>
                  <a:ext uri="{FF2B5EF4-FFF2-40B4-BE49-F238E27FC236}">
                    <a16:creationId xmlns:a16="http://schemas.microsoft.com/office/drawing/2014/main" id="{D4D4C8D1-5CF2-4886-9280-9F66AA3C2CD6}"/>
                  </a:ext>
                </a:extLst>
              </p:cNvPr>
              <p:cNvSpPr>
                <a:spLocks noChangeShapeType="1"/>
              </p:cNvSpPr>
              <p:nvPr/>
            </p:nvSpPr>
            <p:spPr bwMode="auto">
              <a:xfrm>
                <a:off x="364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93" name="Line 81">
                <a:extLst>
                  <a:ext uri="{FF2B5EF4-FFF2-40B4-BE49-F238E27FC236}">
                    <a16:creationId xmlns:a16="http://schemas.microsoft.com/office/drawing/2014/main" id="{5C748052-7833-4106-8791-2091E3BF7147}"/>
                  </a:ext>
                </a:extLst>
              </p:cNvPr>
              <p:cNvSpPr>
                <a:spLocks noChangeShapeType="1"/>
              </p:cNvSpPr>
              <p:nvPr/>
            </p:nvSpPr>
            <p:spPr bwMode="auto">
              <a:xfrm>
                <a:off x="38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94" name="Line 82">
                <a:extLst>
                  <a:ext uri="{FF2B5EF4-FFF2-40B4-BE49-F238E27FC236}">
                    <a16:creationId xmlns:a16="http://schemas.microsoft.com/office/drawing/2014/main" id="{C2FB5757-9769-4D94-902E-738BEB0FED20}"/>
                  </a:ext>
                </a:extLst>
              </p:cNvPr>
              <p:cNvSpPr>
                <a:spLocks noChangeShapeType="1"/>
              </p:cNvSpPr>
              <p:nvPr/>
            </p:nvSpPr>
            <p:spPr bwMode="auto">
              <a:xfrm>
                <a:off x="3264"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8995" name="Line 83">
                <a:extLst>
                  <a:ext uri="{FF2B5EF4-FFF2-40B4-BE49-F238E27FC236}">
                    <a16:creationId xmlns:a16="http://schemas.microsoft.com/office/drawing/2014/main" id="{130FE4D1-BCCE-4954-9BFB-63AEF6115E93}"/>
                  </a:ext>
                </a:extLst>
              </p:cNvPr>
              <p:cNvSpPr>
                <a:spLocks noChangeShapeType="1"/>
              </p:cNvSpPr>
              <p:nvPr/>
            </p:nvSpPr>
            <p:spPr bwMode="auto">
              <a:xfrm>
                <a:off x="40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78996" name="Line 84">
              <a:extLst>
                <a:ext uri="{FF2B5EF4-FFF2-40B4-BE49-F238E27FC236}">
                  <a16:creationId xmlns:a16="http://schemas.microsoft.com/office/drawing/2014/main" id="{EFCA1686-6A33-48C4-9ACB-5546D66B1BC4}"/>
                </a:ext>
              </a:extLst>
            </p:cNvPr>
            <p:cNvSpPr>
              <a:spLocks noChangeShapeType="1"/>
            </p:cNvSpPr>
            <p:nvPr/>
          </p:nvSpPr>
          <p:spPr bwMode="auto">
            <a:xfrm>
              <a:off x="4884" y="3216"/>
              <a:ext cx="9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78919"/>
                                        </p:tgtEl>
                                        <p:attrNameLst>
                                          <p:attrName>style.visibility</p:attrName>
                                        </p:attrNameLst>
                                      </p:cBhvr>
                                      <p:to>
                                        <p:strVal val="visible"/>
                                      </p:to>
                                    </p:set>
                                    <p:animEffect transition="in" filter="wipe(up)">
                                      <p:cBhvr>
                                        <p:cTn id="7" dur="500"/>
                                        <p:tgtEl>
                                          <p:spTgt spid="678919"/>
                                        </p:tgtEl>
                                      </p:cBhvr>
                                    </p:animEffect>
                                  </p:childTnLst>
                                </p:cTn>
                              </p:par>
                            </p:childTnLst>
                          </p:cTn>
                        </p:par>
                        <p:par>
                          <p:cTn id="8" fill="hold" nodeType="afterGroup">
                            <p:stCondLst>
                              <p:cond delay="500"/>
                            </p:stCondLst>
                            <p:childTnLst>
                              <p:par>
                                <p:cTn id="9" presetID="8" presetClass="entr" presetSubtype="16" fill="hold" grpId="0" nodeType="afterEffect">
                                  <p:stCondLst>
                                    <p:cond delay="0"/>
                                  </p:stCondLst>
                                  <p:childTnLst>
                                    <p:set>
                                      <p:cBhvr>
                                        <p:cTn id="10" dur="1" fill="hold">
                                          <p:stCondLst>
                                            <p:cond delay="0"/>
                                          </p:stCondLst>
                                        </p:cTn>
                                        <p:tgtEl>
                                          <p:spTgt spid="678916"/>
                                        </p:tgtEl>
                                        <p:attrNameLst>
                                          <p:attrName>style.visibility</p:attrName>
                                        </p:attrNameLst>
                                      </p:cBhvr>
                                      <p:to>
                                        <p:strVal val="visible"/>
                                      </p:to>
                                    </p:set>
                                    <p:animEffect transition="in" filter="diamond(in)">
                                      <p:cBhvr>
                                        <p:cTn id="11" dur="500"/>
                                        <p:tgtEl>
                                          <p:spTgt spid="678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891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5" name="Text Box 5">
            <a:extLst>
              <a:ext uri="{FF2B5EF4-FFF2-40B4-BE49-F238E27FC236}">
                <a16:creationId xmlns:a16="http://schemas.microsoft.com/office/drawing/2014/main" id="{2CE2FB4E-B2E7-409E-9216-57A865559B85}"/>
              </a:ext>
            </a:extLst>
          </p:cNvPr>
          <p:cNvSpPr txBox="1">
            <a:spLocks noChangeArrowheads="1"/>
          </p:cNvSpPr>
          <p:nvPr/>
        </p:nvSpPr>
        <p:spPr bwMode="auto">
          <a:xfrm>
            <a:off x="503238" y="1125538"/>
            <a:ext cx="8245475" cy="528002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05000"/>
              </a:lnSpc>
            </a:pPr>
            <a:r>
              <a:rPr lang="zh-CN" altLang="en-US" b="1">
                <a:latin typeface="黑体" panose="02010609060101010101" pitchFamily="49" charset="-122"/>
                <a:ea typeface="黑体" panose="02010609060101010101" pitchFamily="49" charset="-122"/>
              </a:rPr>
              <a:t>   </a:t>
            </a:r>
            <a:r>
              <a:rPr lang="zh-CN" altLang="en-US" sz="2800" b="1">
                <a:solidFill>
                  <a:srgbClr val="800000"/>
                </a:solidFill>
                <a:latin typeface="黑体" panose="02010609060101010101" pitchFamily="49" charset="-122"/>
                <a:ea typeface="黑体" panose="02010609060101010101" pitchFamily="49" charset="-122"/>
              </a:rPr>
              <a:t>（</a:t>
            </a:r>
            <a:r>
              <a:rPr lang="en-US" altLang="zh-CN" sz="2800" b="1">
                <a:solidFill>
                  <a:srgbClr val="800000"/>
                </a:solidFill>
                <a:latin typeface="黑体" panose="02010609060101010101" pitchFamily="49" charset="-122"/>
                <a:ea typeface="黑体" panose="02010609060101010101" pitchFamily="49" charset="-122"/>
              </a:rPr>
              <a:t>1</a:t>
            </a:r>
            <a:r>
              <a:rPr lang="zh-CN" altLang="en-US" sz="2800" b="1">
                <a:solidFill>
                  <a:srgbClr val="800000"/>
                </a:solidFill>
                <a:latin typeface="黑体" panose="02010609060101010101" pitchFamily="49" charset="-122"/>
                <a:ea typeface="黑体" panose="02010609060101010101" pitchFamily="49" charset="-122"/>
              </a:rPr>
              <a:t>）查找：</a:t>
            </a:r>
            <a:r>
              <a:rPr lang="en-US" altLang="zh-CN" sz="2800" b="1">
                <a:solidFill>
                  <a:srgbClr val="800000"/>
                </a:solidFill>
                <a:latin typeface="黑体" panose="02010609060101010101" pitchFamily="49" charset="-122"/>
                <a:ea typeface="黑体" panose="02010609060101010101" pitchFamily="49" charset="-122"/>
              </a:rPr>
              <a:t>- </a:t>
            </a:r>
            <a:r>
              <a:rPr lang="zh-CN" altLang="en-US" sz="2600" b="1">
                <a:latin typeface="黑体" panose="02010609060101010101" pitchFamily="49" charset="-122"/>
                <a:ea typeface="黑体" panose="02010609060101010101" pitchFamily="49" charset="-122"/>
              </a:rPr>
              <a:t>随机查找</a:t>
            </a:r>
            <a:r>
              <a:rPr lang="zh-CN" altLang="en-US" sz="2600" b="1">
                <a:solidFill>
                  <a:srgbClr val="006666"/>
                </a:solidFill>
                <a:latin typeface="黑体" panose="02010609060101010101" pitchFamily="49" charset="-122"/>
                <a:ea typeface="黑体" panose="02010609060101010101" pitchFamily="49" charset="-122"/>
              </a:rPr>
              <a:t>方式</a:t>
            </a:r>
          </a:p>
          <a:p>
            <a:pPr eaLnBrk="0" hangingPunct="0">
              <a:lnSpc>
                <a:spcPct val="115000"/>
              </a:lnSpc>
            </a:pPr>
            <a:r>
              <a:rPr lang="zh-CN" altLang="en-US" b="1"/>
              <a:t>          </a:t>
            </a:r>
            <a:r>
              <a:rPr lang="zh-CN" altLang="en-US" sz="2700" b="1">
                <a:latin typeface="黑体" panose="02010609060101010101" pitchFamily="49" charset="-122"/>
                <a:ea typeface="黑体" panose="02010609060101010101" pitchFamily="49" charset="-122"/>
              </a:rPr>
              <a:t>查找具有主键值</a:t>
            </a:r>
            <a:r>
              <a:rPr lang="en-US" altLang="zh-CN" sz="2700" b="1">
                <a:latin typeface="黑体" panose="02010609060101010101" pitchFamily="49" charset="-122"/>
                <a:ea typeface="黑体" panose="02010609060101010101" pitchFamily="49" charset="-122"/>
              </a:rPr>
              <a:t>k</a:t>
            </a:r>
            <a:r>
              <a:rPr lang="zh-CN" altLang="en-US" sz="2700" b="1">
                <a:latin typeface="黑体" panose="02010609060101010101" pitchFamily="49" charset="-122"/>
                <a:ea typeface="黑体" panose="02010609060101010101" pitchFamily="49" charset="-122"/>
              </a:rPr>
              <a:t>的数据记录，就是要找一条从根结点到叶结点的路径。当从根结点开始查找到某个非叶结点时，需要将主键值</a:t>
            </a:r>
            <a:r>
              <a:rPr lang="en-US" altLang="zh-CN" sz="2700" b="1">
                <a:latin typeface="黑体" panose="02010609060101010101" pitchFamily="49" charset="-122"/>
                <a:ea typeface="黑体" panose="02010609060101010101" pitchFamily="49" charset="-122"/>
              </a:rPr>
              <a:t>k</a:t>
            </a:r>
            <a:r>
              <a:rPr lang="zh-CN" altLang="en-US" sz="2700" b="1">
                <a:latin typeface="黑体" panose="02010609060101010101" pitchFamily="49" charset="-122"/>
                <a:ea typeface="黑体" panose="02010609060101010101" pitchFamily="49" charset="-122"/>
              </a:rPr>
              <a:t>与该非叶结点中的</a:t>
            </a:r>
            <a:r>
              <a:rPr lang="en-US" altLang="zh-CN" sz="2700" b="1">
                <a:latin typeface="黑体" panose="02010609060101010101" pitchFamily="49" charset="-122"/>
                <a:ea typeface="黑体" panose="02010609060101010101" pitchFamily="49" charset="-122"/>
              </a:rPr>
              <a:t>k</a:t>
            </a:r>
            <a:r>
              <a:rPr lang="en-US" altLang="zh-CN" sz="2700" b="1" baseline="-25000">
                <a:latin typeface="黑体" panose="02010609060101010101" pitchFamily="49" charset="-122"/>
                <a:ea typeface="黑体" panose="02010609060101010101" pitchFamily="49" charset="-122"/>
              </a:rPr>
              <a:t>1</a:t>
            </a:r>
            <a:r>
              <a:rPr lang="zh-CN" altLang="en-US" sz="2700" b="1">
                <a:latin typeface="黑体" panose="02010609060101010101" pitchFamily="49" charset="-122"/>
                <a:ea typeface="黑体" panose="02010609060101010101" pitchFamily="49" charset="-122"/>
              </a:rPr>
              <a:t>，</a:t>
            </a:r>
            <a:r>
              <a:rPr lang="en-US" altLang="zh-CN" sz="2700" b="1">
                <a:latin typeface="黑体" panose="02010609060101010101" pitchFamily="49" charset="-122"/>
                <a:ea typeface="黑体" panose="02010609060101010101" pitchFamily="49" charset="-122"/>
              </a:rPr>
              <a:t>k</a:t>
            </a:r>
            <a:r>
              <a:rPr lang="en-US" altLang="zh-CN" sz="2700" b="1" baseline="-25000">
                <a:latin typeface="黑体" panose="02010609060101010101" pitchFamily="49" charset="-122"/>
                <a:ea typeface="黑体" panose="02010609060101010101" pitchFamily="49" charset="-122"/>
              </a:rPr>
              <a:t>2</a:t>
            </a:r>
            <a:r>
              <a:rPr lang="zh-CN" altLang="en-US" sz="2700" b="1">
                <a:latin typeface="黑体" panose="02010609060101010101" pitchFamily="49" charset="-122"/>
                <a:ea typeface="黑体" panose="02010609060101010101" pitchFamily="49" charset="-122"/>
              </a:rPr>
              <a:t>，</a:t>
            </a:r>
            <a:r>
              <a:rPr lang="en-US" altLang="zh-CN" sz="2700" b="1">
                <a:ea typeface="黑体" panose="02010609060101010101" pitchFamily="49" charset="-122"/>
              </a:rPr>
              <a:t>…</a:t>
            </a:r>
            <a:r>
              <a:rPr lang="zh-CN" altLang="en-US" sz="2700" b="1">
                <a:latin typeface="黑体" panose="02010609060101010101" pitchFamily="49" charset="-122"/>
                <a:ea typeface="黑体" panose="02010609060101010101" pitchFamily="49" charset="-122"/>
              </a:rPr>
              <a:t>，</a:t>
            </a:r>
            <a:r>
              <a:rPr lang="en-US" altLang="zh-CN" sz="2700" b="1">
                <a:latin typeface="黑体" panose="02010609060101010101" pitchFamily="49" charset="-122"/>
                <a:ea typeface="黑体" panose="02010609060101010101" pitchFamily="49" charset="-122"/>
              </a:rPr>
              <a:t>k</a:t>
            </a:r>
            <a:r>
              <a:rPr lang="en-US" altLang="zh-CN" sz="2700" b="1" baseline="-25000">
                <a:latin typeface="黑体" panose="02010609060101010101" pitchFamily="49" charset="-122"/>
                <a:ea typeface="黑体" panose="02010609060101010101" pitchFamily="49" charset="-122"/>
              </a:rPr>
              <a:t>n</a:t>
            </a:r>
            <a:r>
              <a:rPr lang="zh-CN" altLang="en-US" sz="2700" b="1">
                <a:latin typeface="黑体" panose="02010609060101010101" pitchFamily="49" charset="-122"/>
                <a:ea typeface="黑体" panose="02010609060101010101" pitchFamily="49" charset="-122"/>
              </a:rPr>
              <a:t>进行比较：</a:t>
            </a:r>
          </a:p>
          <a:p>
            <a:pPr eaLnBrk="0" hangingPunct="0">
              <a:lnSpc>
                <a:spcPct val="115000"/>
              </a:lnSpc>
            </a:pPr>
            <a:r>
              <a:rPr lang="zh-CN" altLang="en-US" sz="2700" b="1">
                <a:latin typeface="黑体" panose="02010609060101010101" pitchFamily="49" charset="-122"/>
                <a:ea typeface="黑体" panose="02010609060101010101" pitchFamily="49" charset="-122"/>
              </a:rPr>
              <a:t> ① 当</a:t>
            </a:r>
            <a:r>
              <a:rPr lang="en-US" altLang="zh-CN" sz="2700" b="1">
                <a:latin typeface="黑体" panose="02010609060101010101" pitchFamily="49" charset="-122"/>
                <a:ea typeface="黑体" panose="02010609060101010101" pitchFamily="49" charset="-122"/>
              </a:rPr>
              <a:t>K&lt;K</a:t>
            </a:r>
            <a:r>
              <a:rPr lang="en-US" altLang="zh-CN" sz="2700" b="1" baseline="-25000">
                <a:latin typeface="黑体" panose="02010609060101010101" pitchFamily="49" charset="-122"/>
                <a:ea typeface="黑体" panose="02010609060101010101" pitchFamily="49" charset="-122"/>
              </a:rPr>
              <a:t>1</a:t>
            </a:r>
            <a:r>
              <a:rPr lang="zh-CN" altLang="en-US" sz="2700" b="1">
                <a:latin typeface="黑体" panose="02010609060101010101" pitchFamily="49" charset="-122"/>
                <a:ea typeface="黑体" panose="02010609060101010101" pitchFamily="49" charset="-122"/>
              </a:rPr>
              <a:t>时，进入由指针</a:t>
            </a:r>
            <a:r>
              <a:rPr lang="en-US" altLang="zh-CN" sz="2700" b="1">
                <a:latin typeface="黑体" panose="02010609060101010101" pitchFamily="49" charset="-122"/>
                <a:ea typeface="黑体" panose="02010609060101010101" pitchFamily="49" charset="-122"/>
              </a:rPr>
              <a:t>p</a:t>
            </a:r>
            <a:r>
              <a:rPr lang="en-US" altLang="zh-CN" sz="2700" b="1" baseline="-25000">
                <a:latin typeface="黑体" panose="02010609060101010101" pitchFamily="49" charset="-122"/>
                <a:ea typeface="黑体" panose="02010609060101010101" pitchFamily="49" charset="-122"/>
              </a:rPr>
              <a:t>0</a:t>
            </a:r>
            <a:r>
              <a:rPr lang="zh-CN" altLang="en-US" sz="2700" b="1">
                <a:latin typeface="黑体" panose="02010609060101010101" pitchFamily="49" charset="-122"/>
                <a:ea typeface="黑体" panose="02010609060101010101" pitchFamily="49" charset="-122"/>
              </a:rPr>
              <a:t>指向的子树继续进行查找；</a:t>
            </a:r>
          </a:p>
          <a:p>
            <a:pPr eaLnBrk="0" hangingPunct="0">
              <a:lnSpc>
                <a:spcPct val="115000"/>
              </a:lnSpc>
            </a:pPr>
            <a:r>
              <a:rPr lang="zh-CN" altLang="en-US" sz="2700" b="1">
                <a:latin typeface="黑体" panose="02010609060101010101" pitchFamily="49" charset="-122"/>
                <a:ea typeface="黑体" panose="02010609060101010101" pitchFamily="49" charset="-122"/>
              </a:rPr>
              <a:t> ② </a:t>
            </a:r>
            <a:r>
              <a:rPr lang="en-US" altLang="zh-CN" sz="2700" b="1">
                <a:latin typeface="黑体" panose="02010609060101010101" pitchFamily="49" charset="-122"/>
                <a:ea typeface="黑体" panose="02010609060101010101" pitchFamily="49" charset="-122"/>
              </a:rPr>
              <a:t>K&gt;K</a:t>
            </a:r>
            <a:r>
              <a:rPr lang="en-US" altLang="zh-CN" sz="2700" b="1" baseline="-25000">
                <a:latin typeface="黑体" panose="02010609060101010101" pitchFamily="49" charset="-122"/>
                <a:ea typeface="黑体" panose="02010609060101010101" pitchFamily="49" charset="-122"/>
              </a:rPr>
              <a:t>m-1</a:t>
            </a:r>
            <a:r>
              <a:rPr lang="zh-CN" altLang="en-US" sz="2700" b="1">
                <a:latin typeface="黑体" panose="02010609060101010101" pitchFamily="49" charset="-122"/>
                <a:ea typeface="黑体" panose="02010609060101010101" pitchFamily="49" charset="-122"/>
              </a:rPr>
              <a:t>时，进入由指针</a:t>
            </a:r>
            <a:r>
              <a:rPr lang="en-US" altLang="zh-CN" sz="2700" b="1">
                <a:latin typeface="黑体" panose="02010609060101010101" pitchFamily="49" charset="-122"/>
                <a:ea typeface="黑体" panose="02010609060101010101" pitchFamily="49" charset="-122"/>
              </a:rPr>
              <a:t>p</a:t>
            </a:r>
            <a:r>
              <a:rPr lang="en-US" altLang="zh-CN" sz="2700" b="1" baseline="-25000">
                <a:latin typeface="黑体" panose="02010609060101010101" pitchFamily="49" charset="-122"/>
                <a:ea typeface="黑体" panose="02010609060101010101" pitchFamily="49" charset="-122"/>
              </a:rPr>
              <a:t>m-1</a:t>
            </a:r>
            <a:r>
              <a:rPr lang="zh-CN" altLang="en-US" sz="2700" b="1">
                <a:latin typeface="黑体" panose="02010609060101010101" pitchFamily="49" charset="-122"/>
                <a:ea typeface="黑体" panose="02010609060101010101" pitchFamily="49" charset="-122"/>
              </a:rPr>
              <a:t>指向的子树继续进行查找； </a:t>
            </a:r>
          </a:p>
          <a:p>
            <a:pPr eaLnBrk="0" hangingPunct="0">
              <a:lnSpc>
                <a:spcPct val="115000"/>
              </a:lnSpc>
            </a:pPr>
            <a:r>
              <a:rPr lang="zh-CN" altLang="en-US" sz="2700" b="1">
                <a:latin typeface="黑体" panose="02010609060101010101" pitchFamily="49" charset="-122"/>
                <a:ea typeface="黑体" panose="02010609060101010101" pitchFamily="49" charset="-122"/>
              </a:rPr>
              <a:t> ③ 当</a:t>
            </a:r>
            <a:r>
              <a:rPr lang="en-US" altLang="zh-CN" sz="2700" b="1">
                <a:latin typeface="黑体" panose="02010609060101010101" pitchFamily="49" charset="-122"/>
                <a:ea typeface="黑体" panose="02010609060101010101" pitchFamily="49" charset="-122"/>
              </a:rPr>
              <a:t>K</a:t>
            </a:r>
            <a:r>
              <a:rPr lang="en-US" altLang="zh-CN" sz="2700" b="1" baseline="-25000">
                <a:latin typeface="黑体" panose="02010609060101010101" pitchFamily="49" charset="-122"/>
                <a:ea typeface="黑体" panose="02010609060101010101" pitchFamily="49" charset="-122"/>
              </a:rPr>
              <a:t>i</a:t>
            </a:r>
            <a:r>
              <a:rPr lang="en-US" altLang="zh-CN" sz="2700" b="1">
                <a:latin typeface="黑体" panose="02010609060101010101" pitchFamily="49" charset="-122"/>
                <a:ea typeface="黑体" panose="02010609060101010101" pitchFamily="49" charset="-122"/>
              </a:rPr>
              <a:t>≤K&lt;K</a:t>
            </a:r>
            <a:r>
              <a:rPr lang="en-US" altLang="zh-CN" sz="2700" b="1" baseline="-25000">
                <a:latin typeface="黑体" panose="02010609060101010101" pitchFamily="49" charset="-122"/>
                <a:ea typeface="黑体" panose="02010609060101010101" pitchFamily="49" charset="-122"/>
              </a:rPr>
              <a:t>i+1</a:t>
            </a:r>
            <a:r>
              <a:rPr lang="zh-CN" altLang="en-US" sz="2700" b="1">
                <a:latin typeface="黑体" panose="02010609060101010101" pitchFamily="49" charset="-122"/>
                <a:ea typeface="黑体" panose="02010609060101010101" pitchFamily="49" charset="-122"/>
              </a:rPr>
              <a:t>，</a:t>
            </a:r>
            <a:r>
              <a:rPr lang="en-US" altLang="zh-CN" sz="2700" b="1">
                <a:latin typeface="黑体" panose="02010609060101010101" pitchFamily="49" charset="-122"/>
                <a:ea typeface="黑体" panose="02010609060101010101" pitchFamily="49" charset="-122"/>
              </a:rPr>
              <a:t>i=1</a:t>
            </a:r>
            <a:r>
              <a:rPr lang="zh-CN" altLang="en-US" sz="2700" b="1">
                <a:latin typeface="黑体" panose="02010609060101010101" pitchFamily="49" charset="-122"/>
                <a:ea typeface="黑体" panose="02010609060101010101" pitchFamily="49" charset="-122"/>
              </a:rPr>
              <a:t>，</a:t>
            </a:r>
            <a:r>
              <a:rPr lang="en-US" altLang="zh-CN" sz="2700" b="1">
                <a:latin typeface="黑体" panose="02010609060101010101" pitchFamily="49" charset="-122"/>
                <a:ea typeface="黑体" panose="02010609060101010101" pitchFamily="49" charset="-122"/>
              </a:rPr>
              <a:t>2</a:t>
            </a:r>
            <a:r>
              <a:rPr lang="zh-CN" altLang="en-US" sz="2700" b="1">
                <a:latin typeface="黑体" panose="02010609060101010101" pitchFamily="49" charset="-122"/>
                <a:ea typeface="黑体" panose="02010609060101010101" pitchFamily="49" charset="-122"/>
              </a:rPr>
              <a:t>，</a:t>
            </a:r>
            <a:r>
              <a:rPr lang="en-US" altLang="zh-CN" sz="2700" b="1">
                <a:ea typeface="黑体" panose="02010609060101010101" pitchFamily="49" charset="-122"/>
              </a:rPr>
              <a:t>…</a:t>
            </a:r>
            <a:r>
              <a:rPr lang="zh-CN" altLang="en-US" sz="2700" b="1">
                <a:latin typeface="黑体" panose="02010609060101010101" pitchFamily="49" charset="-122"/>
                <a:ea typeface="黑体" panose="02010609060101010101" pitchFamily="49" charset="-122"/>
              </a:rPr>
              <a:t>，</a:t>
            </a:r>
            <a:r>
              <a:rPr lang="en-US" altLang="zh-CN" sz="2700" b="1">
                <a:latin typeface="黑体" panose="02010609060101010101" pitchFamily="49" charset="-122"/>
                <a:ea typeface="黑体" panose="02010609060101010101" pitchFamily="49" charset="-122"/>
              </a:rPr>
              <a:t>m-1</a:t>
            </a:r>
            <a:r>
              <a:rPr lang="zh-CN" altLang="en-US" sz="2700" b="1">
                <a:latin typeface="黑体" panose="02010609060101010101" pitchFamily="49" charset="-122"/>
                <a:ea typeface="黑体" panose="02010609060101010101" pitchFamily="49" charset="-122"/>
              </a:rPr>
              <a:t>时，进入由指针</a:t>
            </a:r>
            <a:r>
              <a:rPr lang="en-US" altLang="zh-CN" sz="2700" b="1">
                <a:latin typeface="黑体" panose="02010609060101010101" pitchFamily="49" charset="-122"/>
                <a:ea typeface="黑体" panose="02010609060101010101" pitchFamily="49" charset="-122"/>
              </a:rPr>
              <a:t>p</a:t>
            </a:r>
            <a:r>
              <a:rPr lang="en-US" altLang="zh-CN" sz="2700" b="1" baseline="-25000">
                <a:latin typeface="黑体" panose="02010609060101010101" pitchFamily="49" charset="-122"/>
                <a:ea typeface="黑体" panose="02010609060101010101" pitchFamily="49" charset="-122"/>
              </a:rPr>
              <a:t>i</a:t>
            </a:r>
            <a:r>
              <a:rPr lang="zh-CN" altLang="en-US" sz="2700" b="1">
                <a:latin typeface="黑体" panose="02010609060101010101" pitchFamily="49" charset="-122"/>
                <a:ea typeface="黑体" panose="02010609060101010101" pitchFamily="49" charset="-122"/>
              </a:rPr>
              <a:t>指向的子树继续进行查找；</a:t>
            </a:r>
          </a:p>
        </p:txBody>
      </p:sp>
      <p:sp>
        <p:nvSpPr>
          <p:cNvPr id="552966" name="Rectangle 6">
            <a:extLst>
              <a:ext uri="{FF2B5EF4-FFF2-40B4-BE49-F238E27FC236}">
                <a16:creationId xmlns:a16="http://schemas.microsoft.com/office/drawing/2014/main" id="{A410229E-03F4-401E-84F0-5A6114A50674}"/>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52965">
                                            <p:txEl>
                                              <p:pRg st="1" end="1"/>
                                            </p:txEl>
                                          </p:spTgt>
                                        </p:tgtEl>
                                        <p:attrNameLst>
                                          <p:attrName>style.visibility</p:attrName>
                                        </p:attrNameLst>
                                      </p:cBhvr>
                                      <p:to>
                                        <p:strVal val="visible"/>
                                      </p:to>
                                    </p:set>
                                    <p:animEffect transition="in" filter="wipe(up)">
                                      <p:cBhvr>
                                        <p:cTn id="7" dur="1000"/>
                                        <p:tgtEl>
                                          <p:spTgt spid="552965">
                                            <p:txEl>
                                              <p:pRg st="1" end="1"/>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52965">
                                            <p:txEl>
                                              <p:pRg st="2" end="2"/>
                                            </p:txEl>
                                          </p:spTgt>
                                        </p:tgtEl>
                                        <p:attrNameLst>
                                          <p:attrName>style.visibility</p:attrName>
                                        </p:attrNameLst>
                                      </p:cBhvr>
                                      <p:to>
                                        <p:strVal val="visible"/>
                                      </p:to>
                                    </p:set>
                                    <p:animEffect transition="in" filter="wipe(up)">
                                      <p:cBhvr>
                                        <p:cTn id="11" dur="1000"/>
                                        <p:tgtEl>
                                          <p:spTgt spid="552965">
                                            <p:txEl>
                                              <p:pRg st="2" end="2"/>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552965">
                                            <p:txEl>
                                              <p:pRg st="3" end="3"/>
                                            </p:txEl>
                                          </p:spTgt>
                                        </p:tgtEl>
                                        <p:attrNameLst>
                                          <p:attrName>style.visibility</p:attrName>
                                        </p:attrNameLst>
                                      </p:cBhvr>
                                      <p:to>
                                        <p:strVal val="visible"/>
                                      </p:to>
                                    </p:set>
                                    <p:animEffect transition="in" filter="wipe(up)">
                                      <p:cBhvr>
                                        <p:cTn id="15" dur="1000"/>
                                        <p:tgtEl>
                                          <p:spTgt spid="552965">
                                            <p:txEl>
                                              <p:pRg st="3" end="3"/>
                                            </p:txEl>
                                          </p:spTgt>
                                        </p:tgtEl>
                                      </p:cBhvr>
                                    </p:animEffect>
                                  </p:childTnLst>
                                </p:cTn>
                              </p:par>
                            </p:childTnLst>
                          </p:cTn>
                        </p:par>
                        <p:par>
                          <p:cTn id="16" fill="hold" nodeType="afterGroup">
                            <p:stCondLst>
                              <p:cond delay="3000"/>
                            </p:stCondLst>
                            <p:childTnLst>
                              <p:par>
                                <p:cTn id="17" presetID="22" presetClass="entr" presetSubtype="1" fill="hold" nodeType="afterEffect">
                                  <p:stCondLst>
                                    <p:cond delay="0"/>
                                  </p:stCondLst>
                                  <p:childTnLst>
                                    <p:set>
                                      <p:cBhvr>
                                        <p:cTn id="18" dur="1" fill="hold">
                                          <p:stCondLst>
                                            <p:cond delay="0"/>
                                          </p:stCondLst>
                                        </p:cTn>
                                        <p:tgtEl>
                                          <p:spTgt spid="552965">
                                            <p:txEl>
                                              <p:pRg st="4" end="4"/>
                                            </p:txEl>
                                          </p:spTgt>
                                        </p:tgtEl>
                                        <p:attrNameLst>
                                          <p:attrName>style.visibility</p:attrName>
                                        </p:attrNameLst>
                                      </p:cBhvr>
                                      <p:to>
                                        <p:strVal val="visible"/>
                                      </p:to>
                                    </p:set>
                                    <p:animEffect transition="in" filter="wipe(up)">
                                      <p:cBhvr>
                                        <p:cTn id="19" dur="1000"/>
                                        <p:tgtEl>
                                          <p:spTgt spid="55296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9" name="Text Box 5">
            <a:extLst>
              <a:ext uri="{FF2B5EF4-FFF2-40B4-BE49-F238E27FC236}">
                <a16:creationId xmlns:a16="http://schemas.microsoft.com/office/drawing/2014/main" id="{2FA1D6EB-7399-42C7-AB04-1CA6E746EE16}"/>
              </a:ext>
            </a:extLst>
          </p:cNvPr>
          <p:cNvSpPr txBox="1">
            <a:spLocks noChangeArrowheads="1"/>
          </p:cNvSpPr>
          <p:nvPr/>
        </p:nvSpPr>
        <p:spPr bwMode="auto">
          <a:xfrm>
            <a:off x="501650" y="1196975"/>
            <a:ext cx="8174038" cy="529907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pPr>
            <a:r>
              <a:rPr lang="zh-CN" altLang="en-US" sz="2700" b="1">
                <a:latin typeface="黑体" panose="02010609060101010101" pitchFamily="49" charset="-122"/>
                <a:ea typeface="黑体" panose="02010609060101010101" pitchFamily="49" charset="-122"/>
              </a:rPr>
              <a:t>    </a:t>
            </a:r>
            <a:r>
              <a:rPr lang="zh-CN" altLang="en-US" sz="2600" b="1">
                <a:latin typeface="黑体" panose="02010609060101010101" pitchFamily="49" charset="-122"/>
                <a:ea typeface="黑体" panose="02010609060101010101" pitchFamily="49" charset="-122"/>
              </a:rPr>
              <a:t>当到达叶结点时，就可在该叶结点中顺序查找要找的主键值：</a:t>
            </a:r>
          </a:p>
          <a:p>
            <a:pPr algn="just">
              <a:lnSpc>
                <a:spcPct val="130000"/>
              </a:lnSpc>
            </a:pPr>
            <a:r>
              <a:rPr lang="zh-CN" altLang="en-US" sz="2600" b="1">
                <a:latin typeface="黑体" panose="02010609060101010101" pitchFamily="49" charset="-122"/>
                <a:ea typeface="黑体" panose="02010609060101010101" pitchFamily="49" charset="-122"/>
              </a:rPr>
              <a:t>    </a:t>
            </a:r>
            <a:r>
              <a:rPr lang="zh-CN" altLang="en-US" sz="2600" b="1">
                <a:solidFill>
                  <a:srgbClr val="CC0000"/>
                </a:solidFill>
                <a:latin typeface="黑体" panose="02010609060101010101" pitchFamily="49" charset="-122"/>
                <a:ea typeface="黑体" panose="02010609060101010101" pitchFamily="49" charset="-122"/>
              </a:rPr>
              <a:t>◆</a:t>
            </a:r>
            <a:r>
              <a:rPr lang="zh-CN" altLang="en-US" sz="2600" b="1">
                <a:latin typeface="黑体" panose="02010609060101010101" pitchFamily="49" charset="-122"/>
                <a:ea typeface="黑体" panose="02010609060101010101" pitchFamily="49" charset="-122"/>
              </a:rPr>
              <a:t>当找到某个</a:t>
            </a:r>
            <a:r>
              <a:rPr lang="en-US" altLang="zh-CN" sz="2600" b="1">
                <a:latin typeface="黑体" panose="02010609060101010101" pitchFamily="49" charset="-122"/>
                <a:ea typeface="黑体" panose="02010609060101010101" pitchFamily="49" charset="-122"/>
              </a:rPr>
              <a:t>K</a:t>
            </a:r>
            <a:r>
              <a:rPr lang="en-US" altLang="zh-CN" sz="2600" b="1" baseline="-25000">
                <a:latin typeface="黑体" panose="02010609060101010101" pitchFamily="49" charset="-122"/>
                <a:ea typeface="黑体" panose="02010609060101010101" pitchFamily="49" charset="-122"/>
              </a:rPr>
              <a:t>i</a:t>
            </a:r>
            <a:r>
              <a:rPr lang="zh-CN" altLang="en-US" sz="2600" b="1">
                <a:latin typeface="黑体" panose="02010609060101010101" pitchFamily="49" charset="-122"/>
                <a:ea typeface="黑体" panose="02010609060101010101" pitchFamily="49" charset="-122"/>
              </a:rPr>
              <a:t>且有</a:t>
            </a:r>
            <a:r>
              <a:rPr lang="en-US" altLang="zh-CN" sz="2600" b="1">
                <a:latin typeface="黑体" panose="02010609060101010101" pitchFamily="49" charset="-122"/>
                <a:ea typeface="黑体" panose="02010609060101010101" pitchFamily="49" charset="-122"/>
              </a:rPr>
              <a:t>K=K</a:t>
            </a:r>
            <a:r>
              <a:rPr lang="en-US" altLang="zh-CN" sz="2600" b="1" baseline="-25000">
                <a:latin typeface="黑体" panose="02010609060101010101" pitchFamily="49" charset="-122"/>
                <a:ea typeface="黑体" panose="02010609060101010101" pitchFamily="49" charset="-122"/>
              </a:rPr>
              <a:t>i</a:t>
            </a:r>
            <a:r>
              <a:rPr lang="zh-CN" altLang="en-US" sz="2600" b="1">
                <a:latin typeface="黑体" panose="02010609060101010101" pitchFamily="49" charset="-122"/>
                <a:ea typeface="黑体" panose="02010609060101010101" pitchFamily="49" charset="-122"/>
              </a:rPr>
              <a:t>时，说明已经在叶结点中找到了具有主键值</a:t>
            </a:r>
            <a:r>
              <a:rPr lang="en-US" altLang="zh-CN" sz="2600" b="1">
                <a:latin typeface="黑体" panose="02010609060101010101" pitchFamily="49" charset="-122"/>
                <a:ea typeface="黑体" panose="02010609060101010101" pitchFamily="49" charset="-122"/>
              </a:rPr>
              <a:t>K</a:t>
            </a:r>
            <a:r>
              <a:rPr lang="zh-CN" altLang="en-US" sz="2600" b="1">
                <a:latin typeface="黑体" panose="02010609060101010101" pitchFamily="49" charset="-122"/>
                <a:ea typeface="黑体" panose="02010609060101010101" pitchFamily="49" charset="-122"/>
              </a:rPr>
              <a:t>的记录索引项。</a:t>
            </a:r>
          </a:p>
          <a:p>
            <a:pPr algn="just">
              <a:lnSpc>
                <a:spcPct val="130000"/>
              </a:lnSpc>
            </a:pPr>
            <a:r>
              <a:rPr lang="zh-CN" altLang="en-US" sz="2600" b="1">
                <a:latin typeface="黑体" panose="02010609060101010101" pitchFamily="49" charset="-122"/>
                <a:ea typeface="黑体" panose="02010609060101010101" pitchFamily="49" charset="-122"/>
              </a:rPr>
              <a:t>    </a:t>
            </a:r>
            <a:r>
              <a:rPr lang="zh-CN" altLang="en-US" sz="2600" b="1">
                <a:solidFill>
                  <a:srgbClr val="CC0000"/>
                </a:solidFill>
                <a:latin typeface="黑体" panose="02010609060101010101" pitchFamily="49" charset="-122"/>
                <a:ea typeface="黑体" panose="02010609060101010101" pitchFamily="49" charset="-122"/>
              </a:rPr>
              <a:t>◆</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当在在</a:t>
            </a:r>
            <a:r>
              <a:rPr lang="en-US" altLang="zh-CN"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B</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树索引中没有找到主键值</a:t>
            </a:r>
            <a:r>
              <a:rPr lang="en-US" altLang="zh-CN"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K</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时，</a:t>
            </a:r>
            <a:r>
              <a:rPr lang="zh-CN" altLang="en-US" sz="2600" b="1">
                <a:solidFill>
                  <a:srgbClr val="006666"/>
                </a:solidFill>
                <a:effectLst>
                  <a:outerShdw blurRad="38100" dist="38100" dir="2700000" algn="tl">
                    <a:srgbClr val="C0C0C0"/>
                  </a:outerShdw>
                </a:effectLst>
                <a:latin typeface="黑体" panose="02010609060101010101" pitchFamily="49" charset="-122"/>
                <a:ea typeface="黑体" panose="02010609060101010101" pitchFamily="49" charset="-122"/>
              </a:rPr>
              <a:t>若</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叶结点到数据记录之间的索引</a:t>
            </a:r>
            <a:r>
              <a:rPr lang="zh-CN" altLang="en-US" sz="2600" b="1">
                <a:solidFill>
                  <a:srgbClr val="006666"/>
                </a:solidFill>
                <a:effectLst>
                  <a:outerShdw blurRad="38100" dist="38100" dir="2700000" algn="tl">
                    <a:srgbClr val="C0C0C0"/>
                  </a:outerShdw>
                </a:effectLst>
                <a:latin typeface="黑体" panose="02010609060101010101" pitchFamily="49" charset="-122"/>
                <a:ea typeface="黑体" panose="02010609060101010101" pitchFamily="49" charset="-122"/>
              </a:rPr>
              <a:t>采用的是稠密索引</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，则不存在主键值为的数据记录；</a:t>
            </a:r>
            <a:r>
              <a:rPr lang="zh-CN" altLang="en-US" sz="2600" b="1">
                <a:solidFill>
                  <a:srgbClr val="006666"/>
                </a:solidFill>
                <a:effectLst>
                  <a:outerShdw blurRad="38100" dist="38100" dir="2700000" algn="tl">
                    <a:srgbClr val="C0C0C0"/>
                  </a:outerShdw>
                </a:effectLst>
                <a:latin typeface="黑体" panose="02010609060101010101" pitchFamily="49" charset="-122"/>
                <a:ea typeface="黑体" panose="02010609060101010101" pitchFamily="49" charset="-122"/>
              </a:rPr>
              <a:t>若</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叶结点到数据记录之间的索引</a:t>
            </a:r>
            <a:r>
              <a:rPr lang="zh-CN" altLang="en-US" sz="2600" b="1">
                <a:solidFill>
                  <a:srgbClr val="006666"/>
                </a:solidFill>
                <a:effectLst>
                  <a:outerShdw blurRad="38100" dist="38100" dir="2700000" algn="tl">
                    <a:srgbClr val="C0C0C0"/>
                  </a:outerShdw>
                </a:effectLst>
                <a:latin typeface="黑体" panose="02010609060101010101" pitchFamily="49" charset="-122"/>
                <a:ea typeface="黑体" panose="02010609060101010101" pitchFamily="49" charset="-122"/>
              </a:rPr>
              <a:t>采用的是稀疏索引</a:t>
            </a:r>
            <a:r>
              <a:rPr lang="zh-CN" altLang="en-US" sz="26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，则不能立即确定是否存在主键值为的数据记录，还必须在该数据记录块中继续查找后才能确定。</a:t>
            </a:r>
            <a:r>
              <a:rPr lang="zh-CN" altLang="en-US" sz="2700" b="1">
                <a:solidFill>
                  <a:srgbClr val="003366"/>
                </a:solidFill>
                <a:effectLst>
                  <a:outerShdw blurRad="38100" dist="38100" dir="2700000" algn="tl">
                    <a:srgbClr val="C0C0C0"/>
                  </a:outerShdw>
                </a:effectLst>
                <a:latin typeface="黑体" panose="02010609060101010101" pitchFamily="49" charset="-122"/>
                <a:ea typeface="黑体" panose="02010609060101010101" pitchFamily="49" charset="-122"/>
              </a:rPr>
              <a:t> </a:t>
            </a:r>
          </a:p>
        </p:txBody>
      </p:sp>
      <p:sp>
        <p:nvSpPr>
          <p:cNvPr id="553990" name="Rectangle 6">
            <a:extLst>
              <a:ext uri="{FF2B5EF4-FFF2-40B4-BE49-F238E27FC236}">
                <a16:creationId xmlns:a16="http://schemas.microsoft.com/office/drawing/2014/main" id="{10633B2F-872B-4675-99F2-241BD00CB0FF}"/>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553989"/>
                                        </p:tgtEl>
                                        <p:attrNameLst>
                                          <p:attrName>style.visibility</p:attrName>
                                        </p:attrNameLst>
                                      </p:cBhvr>
                                      <p:to>
                                        <p:strVal val="visible"/>
                                      </p:to>
                                    </p:set>
                                    <p:animEffect transition="in" filter="box(in)">
                                      <p:cBhvr>
                                        <p:cTn id="7" dur="1000"/>
                                        <p:tgtEl>
                                          <p:spTgt spid="553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3" name="Text Box 5">
            <a:extLst>
              <a:ext uri="{FF2B5EF4-FFF2-40B4-BE49-F238E27FC236}">
                <a16:creationId xmlns:a16="http://schemas.microsoft.com/office/drawing/2014/main" id="{B5D6D863-9CEA-4945-9176-9765D4296ED5}"/>
              </a:ext>
            </a:extLst>
          </p:cNvPr>
          <p:cNvSpPr txBox="1">
            <a:spLocks noChangeArrowheads="1"/>
          </p:cNvSpPr>
          <p:nvPr/>
        </p:nvSpPr>
        <p:spPr bwMode="auto">
          <a:xfrm>
            <a:off x="395288" y="1189038"/>
            <a:ext cx="8424862" cy="101600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b="1">
                <a:latin typeface="黑体" panose="02010609060101010101" pitchFamily="49" charset="-122"/>
                <a:ea typeface="黑体" panose="02010609060101010101" pitchFamily="49" charset="-122"/>
              </a:rPr>
              <a:t>   </a:t>
            </a:r>
            <a:r>
              <a:rPr lang="zh-CN" altLang="en-US" sz="3000" b="1">
                <a:solidFill>
                  <a:srgbClr val="800000"/>
                </a:solidFill>
                <a:latin typeface="黑体" panose="02010609060101010101" pitchFamily="49" charset="-122"/>
                <a:ea typeface="黑体" panose="02010609060101010101" pitchFamily="49" charset="-122"/>
              </a:rPr>
              <a:t>举例：</a:t>
            </a:r>
            <a:r>
              <a:rPr lang="zh-CN" altLang="en-US" sz="3000" b="1">
                <a:latin typeface="黑体" panose="02010609060101010101" pitchFamily="49" charset="-122"/>
                <a:ea typeface="黑体" panose="02010609060101010101" pitchFamily="49" charset="-122"/>
              </a:rPr>
              <a:t>以图</a:t>
            </a:r>
            <a:r>
              <a:rPr lang="en-US" altLang="zh-CN" sz="3000" b="1">
                <a:latin typeface="黑体" panose="02010609060101010101" pitchFamily="49" charset="-122"/>
                <a:ea typeface="黑体" panose="02010609060101010101" pitchFamily="49" charset="-122"/>
              </a:rPr>
              <a:t>3.26</a:t>
            </a:r>
            <a:r>
              <a:rPr lang="zh-CN" altLang="en-US" sz="3000" b="1">
                <a:latin typeface="黑体" panose="02010609060101010101" pitchFamily="49" charset="-122"/>
                <a:ea typeface="黑体" panose="02010609060101010101" pitchFamily="49" charset="-122"/>
              </a:rPr>
              <a:t>为例，进行具有如下主键值的记录的查找：① </a:t>
            </a:r>
            <a:r>
              <a:rPr lang="en-US" altLang="zh-CN" sz="3000" b="1">
                <a:latin typeface="黑体" panose="02010609060101010101" pitchFamily="49" charset="-122"/>
                <a:ea typeface="黑体" panose="02010609060101010101" pitchFamily="49" charset="-122"/>
              </a:rPr>
              <a:t>k=5</a:t>
            </a:r>
            <a:r>
              <a:rPr lang="zh-CN" altLang="en-US" sz="3000" b="1">
                <a:latin typeface="黑体" panose="02010609060101010101" pitchFamily="49" charset="-122"/>
                <a:ea typeface="黑体" panose="02010609060101010101" pitchFamily="49" charset="-122"/>
              </a:rPr>
              <a:t>；② </a:t>
            </a:r>
            <a:r>
              <a:rPr lang="en-US" altLang="zh-CN" sz="3000" b="1">
                <a:latin typeface="黑体" panose="02010609060101010101" pitchFamily="49" charset="-122"/>
                <a:ea typeface="黑体" panose="02010609060101010101" pitchFamily="49" charset="-122"/>
              </a:rPr>
              <a:t>k=120</a:t>
            </a:r>
            <a:r>
              <a:rPr lang="zh-CN" altLang="en-US" sz="3000" b="1">
                <a:latin typeface="黑体" panose="02010609060101010101" pitchFamily="49" charset="-122"/>
                <a:ea typeface="黑体" panose="02010609060101010101" pitchFamily="49" charset="-122"/>
              </a:rPr>
              <a:t>；③ </a:t>
            </a:r>
            <a:r>
              <a:rPr lang="en-US" altLang="zh-CN" sz="3000" b="1">
                <a:latin typeface="黑体" panose="02010609060101010101" pitchFamily="49" charset="-122"/>
                <a:ea typeface="黑体" panose="02010609060101010101" pitchFamily="49" charset="-122"/>
              </a:rPr>
              <a:t>k=20</a:t>
            </a:r>
            <a:r>
              <a:rPr lang="zh-CN" altLang="en-US" sz="3000" b="1">
                <a:latin typeface="黑体" panose="02010609060101010101" pitchFamily="49" charset="-122"/>
                <a:ea typeface="黑体" panose="02010609060101010101" pitchFamily="49" charset="-122"/>
              </a:rPr>
              <a:t>。</a:t>
            </a:r>
            <a:r>
              <a:rPr lang="zh-CN" altLang="en-US" sz="2800" b="1">
                <a:latin typeface="黑体" panose="02010609060101010101" pitchFamily="49" charset="-122"/>
                <a:ea typeface="黑体" panose="02010609060101010101" pitchFamily="49" charset="-122"/>
              </a:rPr>
              <a:t> </a:t>
            </a:r>
          </a:p>
        </p:txBody>
      </p:sp>
      <p:sp>
        <p:nvSpPr>
          <p:cNvPr id="555087" name="Line 79">
            <a:extLst>
              <a:ext uri="{FF2B5EF4-FFF2-40B4-BE49-F238E27FC236}">
                <a16:creationId xmlns:a16="http://schemas.microsoft.com/office/drawing/2014/main" id="{B0D6EC9D-E18D-44AA-937A-4CDC3E16C2DD}"/>
              </a:ext>
            </a:extLst>
          </p:cNvPr>
          <p:cNvSpPr>
            <a:spLocks noChangeShapeType="1"/>
          </p:cNvSpPr>
          <p:nvPr/>
        </p:nvSpPr>
        <p:spPr bwMode="auto">
          <a:xfrm>
            <a:off x="735013" y="1746250"/>
            <a:ext cx="1066800" cy="9906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555092" name="Group 84">
            <a:extLst>
              <a:ext uri="{FF2B5EF4-FFF2-40B4-BE49-F238E27FC236}">
                <a16:creationId xmlns:a16="http://schemas.microsoft.com/office/drawing/2014/main" id="{39501E37-B243-495B-8ADC-0D71BA751EB6}"/>
              </a:ext>
            </a:extLst>
          </p:cNvPr>
          <p:cNvGrpSpPr>
            <a:grpSpLocks/>
          </p:cNvGrpSpPr>
          <p:nvPr/>
        </p:nvGrpSpPr>
        <p:grpSpPr bwMode="auto">
          <a:xfrm>
            <a:off x="7847013" y="5068888"/>
            <a:ext cx="1017587" cy="304800"/>
            <a:chOff x="1056" y="2976"/>
            <a:chExt cx="641" cy="192"/>
          </a:xfrm>
        </p:grpSpPr>
        <p:sp>
          <p:nvSpPr>
            <p:cNvPr id="555093" name="Rectangle 85">
              <a:extLst>
                <a:ext uri="{FF2B5EF4-FFF2-40B4-BE49-F238E27FC236}">
                  <a16:creationId xmlns:a16="http://schemas.microsoft.com/office/drawing/2014/main" id="{5909770B-09B9-4797-A936-E677E99CA176}"/>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zh-CN" altLang="en-US" sz="1600"/>
                <a:t>　　</a:t>
              </a:r>
              <a:r>
                <a:rPr lang="en-US" altLang="zh-CN" sz="1400" b="1"/>
                <a:t>180 </a:t>
              </a:r>
              <a:r>
                <a:rPr lang="en-US" altLang="zh-CN" sz="1400" b="1">
                  <a:cs typeface="Arial" panose="020B0604020202020204" pitchFamily="34" charset="0"/>
                </a:rPr>
                <a:t>201 220</a:t>
              </a:r>
              <a:r>
                <a:rPr lang="zh-CN" altLang="en-US" sz="1400" b="1"/>
                <a:t>　</a:t>
              </a:r>
              <a:r>
                <a:rPr lang="zh-CN" altLang="en-US" sz="1600" b="1">
                  <a:cs typeface="Arial" panose="020B0604020202020204" pitchFamily="34" charset="0"/>
                </a:rPr>
                <a:t> </a:t>
              </a:r>
              <a:r>
                <a:rPr lang="zh-CN" altLang="en-US" sz="1600" b="1"/>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55094" name="Line 86">
              <a:extLst>
                <a:ext uri="{FF2B5EF4-FFF2-40B4-BE49-F238E27FC236}">
                  <a16:creationId xmlns:a16="http://schemas.microsoft.com/office/drawing/2014/main" id="{93BB27A2-A9B4-4822-85C4-756370DAE8A4}"/>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095" name="Line 87">
              <a:extLst>
                <a:ext uri="{FF2B5EF4-FFF2-40B4-BE49-F238E27FC236}">
                  <a16:creationId xmlns:a16="http://schemas.microsoft.com/office/drawing/2014/main" id="{55BFB3C7-E84C-4572-864C-ABBF8FFCEF21}"/>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096" name="Line 88">
              <a:extLst>
                <a:ext uri="{FF2B5EF4-FFF2-40B4-BE49-F238E27FC236}">
                  <a16:creationId xmlns:a16="http://schemas.microsoft.com/office/drawing/2014/main" id="{6CA0A305-FCB5-449B-BEA3-C479536FF39E}"/>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5172" name="Group 164">
            <a:extLst>
              <a:ext uri="{FF2B5EF4-FFF2-40B4-BE49-F238E27FC236}">
                <a16:creationId xmlns:a16="http://schemas.microsoft.com/office/drawing/2014/main" id="{11011AC8-68CF-4E94-A9BA-8D226E41CFAB}"/>
              </a:ext>
            </a:extLst>
          </p:cNvPr>
          <p:cNvGrpSpPr>
            <a:grpSpLocks/>
          </p:cNvGrpSpPr>
          <p:nvPr/>
        </p:nvGrpSpPr>
        <p:grpSpPr bwMode="auto">
          <a:xfrm>
            <a:off x="400050" y="2478088"/>
            <a:ext cx="7772400" cy="3754437"/>
            <a:chOff x="113" y="1561"/>
            <a:chExt cx="4896" cy="2365"/>
          </a:xfrm>
        </p:grpSpPr>
        <p:sp>
          <p:nvSpPr>
            <p:cNvPr id="555063" name="Text Box 55">
              <a:extLst>
                <a:ext uri="{FF2B5EF4-FFF2-40B4-BE49-F238E27FC236}">
                  <a16:creationId xmlns:a16="http://schemas.microsoft.com/office/drawing/2014/main" id="{417D18A9-2693-4D19-A6BA-A86D751CE927}"/>
                </a:ext>
              </a:extLst>
            </p:cNvPr>
            <p:cNvSpPr txBox="1">
              <a:spLocks noChangeArrowheads="1"/>
            </p:cNvSpPr>
            <p:nvPr/>
          </p:nvSpPr>
          <p:spPr bwMode="auto">
            <a:xfrm>
              <a:off x="1610" y="3657"/>
              <a:ext cx="263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200" b="1"/>
                <a:t>图</a:t>
              </a:r>
              <a:r>
                <a:rPr lang="en-US" altLang="zh-CN" sz="2200" b="1"/>
                <a:t>3.26</a:t>
              </a:r>
              <a:r>
                <a:rPr lang="zh-CN" altLang="en-US" sz="2200" b="1"/>
                <a:t>　图</a:t>
              </a:r>
              <a:r>
                <a:rPr lang="en-US" altLang="zh-CN" sz="2200" b="1"/>
                <a:t>3.23</a:t>
              </a:r>
              <a:r>
                <a:rPr lang="zh-CN" altLang="en-US" sz="2200" b="1"/>
                <a:t>中</a:t>
              </a:r>
              <a:r>
                <a:rPr lang="en-US" altLang="zh-CN" sz="2200" b="1"/>
                <a:t>B- </a:t>
              </a:r>
              <a:r>
                <a:rPr lang="zh-CN" altLang="en-US" sz="2200" b="1"/>
                <a:t>树的      树</a:t>
              </a:r>
            </a:p>
          </p:txBody>
        </p:sp>
        <p:graphicFrame>
          <p:nvGraphicFramePr>
            <p:cNvPr id="555088" name="Object 80">
              <a:extLst>
                <a:ext uri="{FF2B5EF4-FFF2-40B4-BE49-F238E27FC236}">
                  <a16:creationId xmlns:a16="http://schemas.microsoft.com/office/drawing/2014/main" id="{E82C2BA1-940C-4D22-BDC7-AEEFD25C602A}"/>
                </a:ext>
              </a:extLst>
            </p:cNvPr>
            <p:cNvGraphicFramePr>
              <a:graphicFrameLocks noChangeAspect="1"/>
            </p:cNvGraphicFramePr>
            <p:nvPr/>
          </p:nvGraphicFramePr>
          <p:xfrm>
            <a:off x="3696" y="3702"/>
            <a:ext cx="192" cy="176"/>
          </p:xfrm>
          <a:graphic>
            <a:graphicData uri="http://schemas.openxmlformats.org/presentationml/2006/ole">
              <mc:AlternateContent xmlns:mc="http://schemas.openxmlformats.org/markup-compatibility/2006">
                <mc:Choice xmlns:v="urn:schemas-microsoft-com:vml" Requires="v">
                  <p:oleObj spid="_x0000_s555173" name="Equation" r:id="rId3" imgW="304560" imgH="279360" progId="Equation.3">
                    <p:embed/>
                  </p:oleObj>
                </mc:Choice>
                <mc:Fallback>
                  <p:oleObj name="Equation" r:id="rId3" imgW="304560" imgH="279360" progId="Equation.3">
                    <p:embed/>
                    <p:pic>
                      <p:nvPicPr>
                        <p:cNvPr id="0" name="Object 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6" y="3702"/>
                          <a:ext cx="19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55170" name="Group 162">
              <a:extLst>
                <a:ext uri="{FF2B5EF4-FFF2-40B4-BE49-F238E27FC236}">
                  <a16:creationId xmlns:a16="http://schemas.microsoft.com/office/drawing/2014/main" id="{051D8769-CC39-421D-A271-8A48B806CF34}"/>
                </a:ext>
              </a:extLst>
            </p:cNvPr>
            <p:cNvGrpSpPr>
              <a:grpSpLocks/>
            </p:cNvGrpSpPr>
            <p:nvPr/>
          </p:nvGrpSpPr>
          <p:grpSpPr bwMode="auto">
            <a:xfrm>
              <a:off x="113" y="1561"/>
              <a:ext cx="4896" cy="1824"/>
              <a:chOff x="113" y="1561"/>
              <a:chExt cx="4896" cy="1824"/>
            </a:xfrm>
          </p:grpSpPr>
          <p:grpSp>
            <p:nvGrpSpPr>
              <p:cNvPr id="555097" name="Group 89">
                <a:extLst>
                  <a:ext uri="{FF2B5EF4-FFF2-40B4-BE49-F238E27FC236}">
                    <a16:creationId xmlns:a16="http://schemas.microsoft.com/office/drawing/2014/main" id="{FA56CA7D-3D7C-4360-8E5C-49F3B7EBE1D2}"/>
                  </a:ext>
                </a:extLst>
              </p:cNvPr>
              <p:cNvGrpSpPr>
                <a:grpSpLocks/>
              </p:cNvGrpSpPr>
              <p:nvPr/>
            </p:nvGrpSpPr>
            <p:grpSpPr bwMode="auto">
              <a:xfrm>
                <a:off x="929" y="2329"/>
                <a:ext cx="1073" cy="192"/>
                <a:chOff x="960" y="1824"/>
                <a:chExt cx="1073" cy="192"/>
              </a:xfrm>
            </p:grpSpPr>
            <p:sp>
              <p:nvSpPr>
                <p:cNvPr id="555098" name="Rectangle 90">
                  <a:extLst>
                    <a:ext uri="{FF2B5EF4-FFF2-40B4-BE49-F238E27FC236}">
                      <a16:creationId xmlns:a16="http://schemas.microsoft.com/office/drawing/2014/main" id="{CEABC85D-62C9-4C66-830C-8E2EC18895DC}"/>
                    </a:ext>
                  </a:extLst>
                </p:cNvPr>
                <p:cNvSpPr>
                  <a:spLocks noChangeArrowheads="1"/>
                </p:cNvSpPr>
                <p:nvPr/>
              </p:nvSpPr>
              <p:spPr bwMode="auto">
                <a:xfrm>
                  <a:off x="96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9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55099" name="Line 91">
                  <a:extLst>
                    <a:ext uri="{FF2B5EF4-FFF2-40B4-BE49-F238E27FC236}">
                      <a16:creationId xmlns:a16="http://schemas.microsoft.com/office/drawing/2014/main" id="{F9634187-095E-47F9-93FF-F24B88E44E06}"/>
                    </a:ext>
                  </a:extLst>
                </p:cNvPr>
                <p:cNvSpPr>
                  <a:spLocks noChangeShapeType="1"/>
                </p:cNvSpPr>
                <p:nvPr/>
              </p:nvSpPr>
              <p:spPr bwMode="auto">
                <a:xfrm>
                  <a:off x="11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00" name="Line 92">
                  <a:extLst>
                    <a:ext uri="{FF2B5EF4-FFF2-40B4-BE49-F238E27FC236}">
                      <a16:creationId xmlns:a16="http://schemas.microsoft.com/office/drawing/2014/main" id="{5ED13217-3996-4E40-AE49-BA181D325414}"/>
                    </a:ext>
                  </a:extLst>
                </p:cNvPr>
                <p:cNvSpPr>
                  <a:spLocks noChangeShapeType="1"/>
                </p:cNvSpPr>
                <p:nvPr/>
              </p:nvSpPr>
              <p:spPr bwMode="auto">
                <a:xfrm>
                  <a:off x="13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01" name="Line 93">
                  <a:extLst>
                    <a:ext uri="{FF2B5EF4-FFF2-40B4-BE49-F238E27FC236}">
                      <a16:creationId xmlns:a16="http://schemas.microsoft.com/office/drawing/2014/main" id="{CB703664-B90D-4A8F-A50E-E25EE30825B0}"/>
                    </a:ext>
                  </a:extLst>
                </p:cNvPr>
                <p:cNvSpPr>
                  <a:spLocks noChangeShapeType="1"/>
                </p:cNvSpPr>
                <p:nvPr/>
              </p:nvSpPr>
              <p:spPr bwMode="auto">
                <a:xfrm>
                  <a:off x="158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02" name="Line 94">
                  <a:extLst>
                    <a:ext uri="{FF2B5EF4-FFF2-40B4-BE49-F238E27FC236}">
                      <a16:creationId xmlns:a16="http://schemas.microsoft.com/office/drawing/2014/main" id="{823B815A-519B-4596-A84D-22D418DA75D6}"/>
                    </a:ext>
                  </a:extLst>
                </p:cNvPr>
                <p:cNvSpPr>
                  <a:spLocks noChangeShapeType="1"/>
                </p:cNvSpPr>
                <p:nvPr/>
              </p:nvSpPr>
              <p:spPr bwMode="auto">
                <a:xfrm>
                  <a:off x="18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5103" name="Group 95">
                <a:extLst>
                  <a:ext uri="{FF2B5EF4-FFF2-40B4-BE49-F238E27FC236}">
                    <a16:creationId xmlns:a16="http://schemas.microsoft.com/office/drawing/2014/main" id="{909B9B88-5ACE-4FBB-99FF-5E5B3FC8DE15}"/>
                  </a:ext>
                </a:extLst>
              </p:cNvPr>
              <p:cNvGrpSpPr>
                <a:grpSpLocks/>
              </p:cNvGrpSpPr>
              <p:nvPr/>
            </p:nvGrpSpPr>
            <p:grpSpPr bwMode="auto">
              <a:xfrm>
                <a:off x="2369" y="2329"/>
                <a:ext cx="1073" cy="192"/>
                <a:chOff x="2400" y="1824"/>
                <a:chExt cx="1073" cy="192"/>
              </a:xfrm>
            </p:grpSpPr>
            <p:sp>
              <p:nvSpPr>
                <p:cNvPr id="555104" name="Rectangle 96">
                  <a:extLst>
                    <a:ext uri="{FF2B5EF4-FFF2-40B4-BE49-F238E27FC236}">
                      <a16:creationId xmlns:a16="http://schemas.microsoft.com/office/drawing/2014/main" id="{2A7F9FCC-39A2-40DF-BA16-C647A5D8E0ED}"/>
                    </a:ext>
                  </a:extLst>
                </p:cNvPr>
                <p:cNvSpPr>
                  <a:spLocks noChangeArrowheads="1"/>
                </p:cNvSpPr>
                <p:nvPr/>
              </p:nvSpPr>
              <p:spPr bwMode="auto">
                <a:xfrm>
                  <a:off x="240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 </a:t>
                  </a:r>
                  <a:r>
                    <a:rPr lang="en-US" altLang="zh-CN" sz="1400" b="1"/>
                    <a:t>99</a:t>
                  </a:r>
                  <a:r>
                    <a:rPr lang="zh-CN" altLang="en-US" sz="1400" b="1"/>
                    <a:t>　</a:t>
                  </a:r>
                  <a:r>
                    <a:rPr lang="en-US" altLang="zh-CN" sz="1600" b="1">
                      <a:cs typeface="Arial" panose="020B0604020202020204" pitchFamily="34" charset="0"/>
                    </a:rPr>
                    <a:t>°</a:t>
                  </a:r>
                  <a:r>
                    <a:rPr lang="en-US" altLang="zh-CN" sz="1600">
                      <a:ea typeface="Arial Unicode MS" panose="020B0604020202020204" pitchFamily="34" charset="-122"/>
                      <a:cs typeface="Arial Unicode MS" panose="020B0604020202020204" pitchFamily="34" charset="-122"/>
                    </a:rPr>
                    <a:t> </a:t>
                  </a:r>
                </a:p>
              </p:txBody>
            </p:sp>
            <p:sp>
              <p:nvSpPr>
                <p:cNvPr id="555105" name="Line 97">
                  <a:extLst>
                    <a:ext uri="{FF2B5EF4-FFF2-40B4-BE49-F238E27FC236}">
                      <a16:creationId xmlns:a16="http://schemas.microsoft.com/office/drawing/2014/main" id="{33B19C19-C4E0-4980-B393-CCA52C35BBD6}"/>
                    </a:ext>
                  </a:extLst>
                </p:cNvPr>
                <p:cNvSpPr>
                  <a:spLocks noChangeShapeType="1"/>
                </p:cNvSpPr>
                <p:nvPr/>
              </p:nvSpPr>
              <p:spPr bwMode="auto">
                <a:xfrm>
                  <a:off x="25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06" name="Line 98">
                  <a:extLst>
                    <a:ext uri="{FF2B5EF4-FFF2-40B4-BE49-F238E27FC236}">
                      <a16:creationId xmlns:a16="http://schemas.microsoft.com/office/drawing/2014/main" id="{247875BE-6A23-4074-82BE-6D4BDCB44AF4}"/>
                    </a:ext>
                  </a:extLst>
                </p:cNvPr>
                <p:cNvSpPr>
                  <a:spLocks noChangeShapeType="1"/>
                </p:cNvSpPr>
                <p:nvPr/>
              </p:nvSpPr>
              <p:spPr bwMode="auto">
                <a:xfrm>
                  <a:off x="283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07" name="Line 99">
                  <a:extLst>
                    <a:ext uri="{FF2B5EF4-FFF2-40B4-BE49-F238E27FC236}">
                      <a16:creationId xmlns:a16="http://schemas.microsoft.com/office/drawing/2014/main" id="{2A8464B7-03D2-4336-A6DF-E1A708970AD8}"/>
                    </a:ext>
                  </a:extLst>
                </p:cNvPr>
                <p:cNvSpPr>
                  <a:spLocks noChangeShapeType="1"/>
                </p:cNvSpPr>
                <p:nvPr/>
              </p:nvSpPr>
              <p:spPr bwMode="auto">
                <a:xfrm>
                  <a:off x="30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08" name="Line 100">
                  <a:extLst>
                    <a:ext uri="{FF2B5EF4-FFF2-40B4-BE49-F238E27FC236}">
                      <a16:creationId xmlns:a16="http://schemas.microsoft.com/office/drawing/2014/main" id="{E9F2AE54-8D48-4124-98C8-CAE62FA25838}"/>
                    </a:ext>
                  </a:extLst>
                </p:cNvPr>
                <p:cNvSpPr>
                  <a:spLocks noChangeShapeType="1"/>
                </p:cNvSpPr>
                <p:nvPr/>
              </p:nvSpPr>
              <p:spPr bwMode="auto">
                <a:xfrm>
                  <a:off x="326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5109" name="Group 101">
                <a:extLst>
                  <a:ext uri="{FF2B5EF4-FFF2-40B4-BE49-F238E27FC236}">
                    <a16:creationId xmlns:a16="http://schemas.microsoft.com/office/drawing/2014/main" id="{00D05443-D180-4DE8-AD0C-3668E5239A52}"/>
                  </a:ext>
                </a:extLst>
              </p:cNvPr>
              <p:cNvGrpSpPr>
                <a:grpSpLocks/>
              </p:cNvGrpSpPr>
              <p:nvPr/>
            </p:nvGrpSpPr>
            <p:grpSpPr bwMode="auto">
              <a:xfrm>
                <a:off x="3857" y="2329"/>
                <a:ext cx="1073" cy="192"/>
                <a:chOff x="3888" y="1824"/>
                <a:chExt cx="1073" cy="192"/>
              </a:xfrm>
            </p:grpSpPr>
            <p:sp>
              <p:nvSpPr>
                <p:cNvPr id="555110" name="Rectangle 102">
                  <a:extLst>
                    <a:ext uri="{FF2B5EF4-FFF2-40B4-BE49-F238E27FC236}">
                      <a16:creationId xmlns:a16="http://schemas.microsoft.com/office/drawing/2014/main" id="{FC0FA316-FDDA-4D11-86ED-5EFE82CA847C}"/>
                    </a:ext>
                  </a:extLst>
                </p:cNvPr>
                <p:cNvSpPr>
                  <a:spLocks noChangeArrowheads="1"/>
                </p:cNvSpPr>
                <p:nvPr/>
              </p:nvSpPr>
              <p:spPr bwMode="auto">
                <a:xfrm>
                  <a:off x="3888"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a:t>
                  </a:r>
                  <a:r>
                    <a:rPr lang="en-US" altLang="zh-CN" sz="1400" b="1">
                      <a:cs typeface="Arial" panose="020B0604020202020204" pitchFamily="34" charset="0"/>
                    </a:rPr>
                    <a:t>180</a:t>
                  </a:r>
                  <a:r>
                    <a:rPr lang="en-US" altLang="zh-CN" sz="1600" b="1">
                      <a:cs typeface="Arial" panose="020B0604020202020204" pitchFamily="34" charset="0"/>
                    </a:rPr>
                    <a:t>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55111" name="Line 103">
                  <a:extLst>
                    <a:ext uri="{FF2B5EF4-FFF2-40B4-BE49-F238E27FC236}">
                      <a16:creationId xmlns:a16="http://schemas.microsoft.com/office/drawing/2014/main" id="{CC1D8F5B-6E83-40C0-A910-11DDE6EA8DBF}"/>
                    </a:ext>
                  </a:extLst>
                </p:cNvPr>
                <p:cNvSpPr>
                  <a:spLocks noChangeShapeType="1"/>
                </p:cNvSpPr>
                <p:nvPr/>
              </p:nvSpPr>
              <p:spPr bwMode="auto">
                <a:xfrm>
                  <a:off x="408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12" name="Line 104">
                  <a:extLst>
                    <a:ext uri="{FF2B5EF4-FFF2-40B4-BE49-F238E27FC236}">
                      <a16:creationId xmlns:a16="http://schemas.microsoft.com/office/drawing/2014/main" id="{5E5F183A-D845-451B-AC42-E032A5802C40}"/>
                    </a:ext>
                  </a:extLst>
                </p:cNvPr>
                <p:cNvSpPr>
                  <a:spLocks noChangeShapeType="1"/>
                </p:cNvSpPr>
                <p:nvPr/>
              </p:nvSpPr>
              <p:spPr bwMode="auto">
                <a:xfrm>
                  <a:off x="432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13" name="Line 105">
                  <a:extLst>
                    <a:ext uri="{FF2B5EF4-FFF2-40B4-BE49-F238E27FC236}">
                      <a16:creationId xmlns:a16="http://schemas.microsoft.com/office/drawing/2014/main" id="{A35B0262-1DC1-4484-A62F-F38F152F07C6}"/>
                    </a:ext>
                  </a:extLst>
                </p:cNvPr>
                <p:cNvSpPr>
                  <a:spLocks noChangeShapeType="1"/>
                </p:cNvSpPr>
                <p:nvPr/>
              </p:nvSpPr>
              <p:spPr bwMode="auto">
                <a:xfrm>
                  <a:off x="451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14" name="Line 106">
                  <a:extLst>
                    <a:ext uri="{FF2B5EF4-FFF2-40B4-BE49-F238E27FC236}">
                      <a16:creationId xmlns:a16="http://schemas.microsoft.com/office/drawing/2014/main" id="{41EAA317-EA13-488D-9597-B1E05CFFBBA5}"/>
                    </a:ext>
                  </a:extLst>
                </p:cNvPr>
                <p:cNvSpPr>
                  <a:spLocks noChangeShapeType="1"/>
                </p:cNvSpPr>
                <p:nvPr/>
              </p:nvSpPr>
              <p:spPr bwMode="auto">
                <a:xfrm>
                  <a:off x="47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5115" name="Group 107">
                <a:extLst>
                  <a:ext uri="{FF2B5EF4-FFF2-40B4-BE49-F238E27FC236}">
                    <a16:creationId xmlns:a16="http://schemas.microsoft.com/office/drawing/2014/main" id="{CC1A520E-F7E8-4455-BCF2-9467B7CFEF7C}"/>
                  </a:ext>
                </a:extLst>
              </p:cNvPr>
              <p:cNvGrpSpPr>
                <a:grpSpLocks/>
              </p:cNvGrpSpPr>
              <p:nvPr/>
            </p:nvGrpSpPr>
            <p:grpSpPr bwMode="auto">
              <a:xfrm>
                <a:off x="1025" y="3193"/>
                <a:ext cx="641" cy="192"/>
                <a:chOff x="1056" y="2976"/>
                <a:chExt cx="641" cy="192"/>
              </a:xfrm>
            </p:grpSpPr>
            <p:sp>
              <p:nvSpPr>
                <p:cNvPr id="555116" name="Rectangle 108">
                  <a:extLst>
                    <a:ext uri="{FF2B5EF4-FFF2-40B4-BE49-F238E27FC236}">
                      <a16:creationId xmlns:a16="http://schemas.microsoft.com/office/drawing/2014/main" id="{AC3BB583-E03C-4FA2-B835-6F97C04A51A9}"/>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9</a:t>
                  </a:r>
                  <a:r>
                    <a:rPr lang="en-US" altLang="zh-CN" sz="1600" b="1">
                      <a:cs typeface="Arial" panose="020B0604020202020204" pitchFamily="34" charset="0"/>
                    </a:rPr>
                    <a:t>   </a:t>
                  </a:r>
                  <a:r>
                    <a:rPr lang="en-US" altLang="zh-CN" sz="1400" b="1"/>
                    <a:t>15</a:t>
                  </a:r>
                  <a:r>
                    <a:rPr lang="en-US" altLang="zh-CN" sz="1600" b="1">
                      <a:cs typeface="Arial" panose="020B0604020202020204" pitchFamily="34" charset="0"/>
                    </a:rPr>
                    <a:t>   </a:t>
                  </a:r>
                  <a:r>
                    <a:rPr lang="zh-CN" altLang="en-US" sz="14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55117" name="Line 109">
                  <a:extLst>
                    <a:ext uri="{FF2B5EF4-FFF2-40B4-BE49-F238E27FC236}">
                      <a16:creationId xmlns:a16="http://schemas.microsoft.com/office/drawing/2014/main" id="{8F8BB8A4-2056-4F88-9F06-62FC8F065F1B}"/>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18" name="Line 110">
                  <a:extLst>
                    <a:ext uri="{FF2B5EF4-FFF2-40B4-BE49-F238E27FC236}">
                      <a16:creationId xmlns:a16="http://schemas.microsoft.com/office/drawing/2014/main" id="{9FD36B2F-AB48-4D38-9D94-22178E7B6487}"/>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19" name="Line 111">
                  <a:extLst>
                    <a:ext uri="{FF2B5EF4-FFF2-40B4-BE49-F238E27FC236}">
                      <a16:creationId xmlns:a16="http://schemas.microsoft.com/office/drawing/2014/main" id="{BF4C12C2-A76B-4F86-B8AE-8C1DAF36786A}"/>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5120" name="Group 112">
                <a:extLst>
                  <a:ext uri="{FF2B5EF4-FFF2-40B4-BE49-F238E27FC236}">
                    <a16:creationId xmlns:a16="http://schemas.microsoft.com/office/drawing/2014/main" id="{67901B2D-955A-444D-B105-E79CED5E4F9D}"/>
                  </a:ext>
                </a:extLst>
              </p:cNvPr>
              <p:cNvGrpSpPr>
                <a:grpSpLocks/>
              </p:cNvGrpSpPr>
              <p:nvPr/>
            </p:nvGrpSpPr>
            <p:grpSpPr bwMode="auto">
              <a:xfrm>
                <a:off x="2609" y="3193"/>
                <a:ext cx="641" cy="192"/>
                <a:chOff x="1056" y="2976"/>
                <a:chExt cx="641" cy="192"/>
              </a:xfrm>
            </p:grpSpPr>
            <p:sp>
              <p:nvSpPr>
                <p:cNvPr id="555121" name="Rectangle 113">
                  <a:extLst>
                    <a:ext uri="{FF2B5EF4-FFF2-40B4-BE49-F238E27FC236}">
                      <a16:creationId xmlns:a16="http://schemas.microsoft.com/office/drawing/2014/main" id="{A36ECFA5-5589-468D-9545-FF5FC345EEF0}"/>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a:t>
                  </a:r>
                  <a:r>
                    <a:rPr lang="en-US" altLang="zh-CN" sz="1400" b="1"/>
                    <a:t>85</a:t>
                  </a:r>
                  <a:r>
                    <a:rPr lang="en-US" altLang="zh-CN" sz="1600" b="1">
                      <a:cs typeface="Arial" panose="020B0604020202020204" pitchFamily="34" charset="0"/>
                    </a:rPr>
                    <a:t>   </a:t>
                  </a:r>
                  <a:r>
                    <a:rPr lang="zh-CN" altLang="en-US" sz="1400" b="1"/>
                    <a:t>－</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55122" name="Line 114">
                  <a:extLst>
                    <a:ext uri="{FF2B5EF4-FFF2-40B4-BE49-F238E27FC236}">
                      <a16:creationId xmlns:a16="http://schemas.microsoft.com/office/drawing/2014/main" id="{8C2A43D0-AE3B-485B-9442-9D8606D3ED22}"/>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23" name="Line 115">
                  <a:extLst>
                    <a:ext uri="{FF2B5EF4-FFF2-40B4-BE49-F238E27FC236}">
                      <a16:creationId xmlns:a16="http://schemas.microsoft.com/office/drawing/2014/main" id="{0FB904CB-C1D2-4171-A13B-819C2CABBB11}"/>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24" name="Line 116">
                  <a:extLst>
                    <a:ext uri="{FF2B5EF4-FFF2-40B4-BE49-F238E27FC236}">
                      <a16:creationId xmlns:a16="http://schemas.microsoft.com/office/drawing/2014/main" id="{E17F4B13-A431-4472-9868-92DD2B987EB6}"/>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5125" name="Group 117">
                <a:extLst>
                  <a:ext uri="{FF2B5EF4-FFF2-40B4-BE49-F238E27FC236}">
                    <a16:creationId xmlns:a16="http://schemas.microsoft.com/office/drawing/2014/main" id="{D7FFCA0C-A885-4319-8CA6-32BF0600A0F2}"/>
                  </a:ext>
                </a:extLst>
              </p:cNvPr>
              <p:cNvGrpSpPr>
                <a:grpSpLocks/>
              </p:cNvGrpSpPr>
              <p:nvPr/>
            </p:nvGrpSpPr>
            <p:grpSpPr bwMode="auto">
              <a:xfrm>
                <a:off x="4193" y="3193"/>
                <a:ext cx="641" cy="192"/>
                <a:chOff x="1056" y="2976"/>
                <a:chExt cx="641" cy="192"/>
              </a:xfrm>
            </p:grpSpPr>
            <p:sp>
              <p:nvSpPr>
                <p:cNvPr id="555126" name="Rectangle 118">
                  <a:extLst>
                    <a:ext uri="{FF2B5EF4-FFF2-40B4-BE49-F238E27FC236}">
                      <a16:creationId xmlns:a16="http://schemas.microsoft.com/office/drawing/2014/main" id="{AADE30A1-ED15-44DB-9A47-700AEBC075F0}"/>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140</a:t>
                  </a:r>
                  <a:r>
                    <a:rPr lang="en-US" altLang="zh-CN" sz="1600" b="1">
                      <a:cs typeface="Arial" panose="020B0604020202020204" pitchFamily="34" charset="0"/>
                    </a:rPr>
                    <a:t>  </a:t>
                  </a:r>
                  <a:r>
                    <a:rPr lang="en-US" altLang="zh-CN" sz="1400" b="1"/>
                    <a:t>159</a:t>
                  </a:r>
                  <a:r>
                    <a:rPr lang="en-US" altLang="zh-CN" sz="1600" b="1">
                      <a:cs typeface="Arial" panose="020B0604020202020204" pitchFamily="34" charset="0"/>
                    </a:rPr>
                    <a:t>  </a:t>
                  </a:r>
                  <a:r>
                    <a:rPr lang="zh-CN" altLang="en-US" sz="1400" b="1"/>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55127" name="Line 119">
                  <a:extLst>
                    <a:ext uri="{FF2B5EF4-FFF2-40B4-BE49-F238E27FC236}">
                      <a16:creationId xmlns:a16="http://schemas.microsoft.com/office/drawing/2014/main" id="{0EBFAF7E-86B8-4496-BFC3-45F2A5851953}"/>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28" name="Line 120">
                  <a:extLst>
                    <a:ext uri="{FF2B5EF4-FFF2-40B4-BE49-F238E27FC236}">
                      <a16:creationId xmlns:a16="http://schemas.microsoft.com/office/drawing/2014/main" id="{A8405041-2EB9-4E9D-8E73-A005D0BFE8CC}"/>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29" name="Line 121">
                  <a:extLst>
                    <a:ext uri="{FF2B5EF4-FFF2-40B4-BE49-F238E27FC236}">
                      <a16:creationId xmlns:a16="http://schemas.microsoft.com/office/drawing/2014/main" id="{3973E6D5-F634-4220-B279-F0DC7491D74B}"/>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5130" name="Group 122">
                <a:extLst>
                  <a:ext uri="{FF2B5EF4-FFF2-40B4-BE49-F238E27FC236}">
                    <a16:creationId xmlns:a16="http://schemas.microsoft.com/office/drawing/2014/main" id="{F3503DE6-3379-4E62-A3A3-C74DC6F188FF}"/>
                  </a:ext>
                </a:extLst>
              </p:cNvPr>
              <p:cNvGrpSpPr>
                <a:grpSpLocks/>
              </p:cNvGrpSpPr>
              <p:nvPr/>
            </p:nvGrpSpPr>
            <p:grpSpPr bwMode="auto">
              <a:xfrm>
                <a:off x="2177" y="1561"/>
                <a:ext cx="1073" cy="192"/>
                <a:chOff x="2208" y="1056"/>
                <a:chExt cx="1073" cy="192"/>
              </a:xfrm>
            </p:grpSpPr>
            <p:sp>
              <p:nvSpPr>
                <p:cNvPr id="555131" name="Rectangle 123">
                  <a:extLst>
                    <a:ext uri="{FF2B5EF4-FFF2-40B4-BE49-F238E27FC236}">
                      <a16:creationId xmlns:a16="http://schemas.microsoft.com/office/drawing/2014/main" id="{5659E7CD-5F8B-4C18-89EE-29A8845A63A6}"/>
                    </a:ext>
                  </a:extLst>
                </p:cNvPr>
                <p:cNvSpPr>
                  <a:spLocks noChangeArrowheads="1"/>
                </p:cNvSpPr>
                <p:nvPr/>
              </p:nvSpPr>
              <p:spPr bwMode="auto">
                <a:xfrm>
                  <a:off x="2208" y="1056"/>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26</a:t>
                  </a:r>
                  <a:r>
                    <a:rPr lang="en-US" altLang="zh-CN" sz="1600" b="1">
                      <a:cs typeface="Arial" panose="020B0604020202020204" pitchFamily="34" charset="0"/>
                    </a:rPr>
                    <a:t>   ° </a:t>
                  </a:r>
                  <a:r>
                    <a:rPr lang="en-US" altLang="zh-CN" sz="1400" b="1"/>
                    <a:t>140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55132" name="Line 124">
                  <a:extLst>
                    <a:ext uri="{FF2B5EF4-FFF2-40B4-BE49-F238E27FC236}">
                      <a16:creationId xmlns:a16="http://schemas.microsoft.com/office/drawing/2014/main" id="{227F6C7C-8242-46E0-8A99-18D7739A7AD3}"/>
                    </a:ext>
                  </a:extLst>
                </p:cNvPr>
                <p:cNvSpPr>
                  <a:spLocks noChangeShapeType="1"/>
                </p:cNvSpPr>
                <p:nvPr/>
              </p:nvSpPr>
              <p:spPr bwMode="auto">
                <a:xfrm>
                  <a:off x="240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33" name="Line 125">
                  <a:extLst>
                    <a:ext uri="{FF2B5EF4-FFF2-40B4-BE49-F238E27FC236}">
                      <a16:creationId xmlns:a16="http://schemas.microsoft.com/office/drawing/2014/main" id="{887A8E83-0EC7-483D-84A8-E197FAF6B973}"/>
                    </a:ext>
                  </a:extLst>
                </p:cNvPr>
                <p:cNvSpPr>
                  <a:spLocks noChangeShapeType="1"/>
                </p:cNvSpPr>
                <p:nvPr/>
              </p:nvSpPr>
              <p:spPr bwMode="auto">
                <a:xfrm>
                  <a:off x="264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34" name="Line 126">
                  <a:extLst>
                    <a:ext uri="{FF2B5EF4-FFF2-40B4-BE49-F238E27FC236}">
                      <a16:creationId xmlns:a16="http://schemas.microsoft.com/office/drawing/2014/main" id="{F600BAB9-41F5-47B6-8E77-C5117A33EC49}"/>
                    </a:ext>
                  </a:extLst>
                </p:cNvPr>
                <p:cNvSpPr>
                  <a:spLocks noChangeShapeType="1"/>
                </p:cNvSpPr>
                <p:nvPr/>
              </p:nvSpPr>
              <p:spPr bwMode="auto">
                <a:xfrm>
                  <a:off x="283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35" name="Line 127">
                  <a:extLst>
                    <a:ext uri="{FF2B5EF4-FFF2-40B4-BE49-F238E27FC236}">
                      <a16:creationId xmlns:a16="http://schemas.microsoft.com/office/drawing/2014/main" id="{D65BADDA-EB57-4FA0-AED9-4F70E8E84B72}"/>
                    </a:ext>
                  </a:extLst>
                </p:cNvPr>
                <p:cNvSpPr>
                  <a:spLocks noChangeShapeType="1"/>
                </p:cNvSpPr>
                <p:nvPr/>
              </p:nvSpPr>
              <p:spPr bwMode="auto">
                <a:xfrm>
                  <a:off x="307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5136" name="Line 128">
                <a:extLst>
                  <a:ext uri="{FF2B5EF4-FFF2-40B4-BE49-F238E27FC236}">
                    <a16:creationId xmlns:a16="http://schemas.microsoft.com/office/drawing/2014/main" id="{4023ADE7-E3B0-454B-BC8C-D462DAFABB6B}"/>
                  </a:ext>
                </a:extLst>
              </p:cNvPr>
              <p:cNvSpPr>
                <a:spLocks noChangeShapeType="1"/>
              </p:cNvSpPr>
              <p:nvPr/>
            </p:nvSpPr>
            <p:spPr bwMode="auto">
              <a:xfrm flipH="1">
                <a:off x="1025" y="1657"/>
                <a:ext cx="1248"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37" name="Line 129">
                <a:extLst>
                  <a:ext uri="{FF2B5EF4-FFF2-40B4-BE49-F238E27FC236}">
                    <a16:creationId xmlns:a16="http://schemas.microsoft.com/office/drawing/2014/main" id="{9FC7F39E-9693-47B0-83E7-5A7595AD4B41}"/>
                  </a:ext>
                </a:extLst>
              </p:cNvPr>
              <p:cNvSpPr>
                <a:spLocks noChangeShapeType="1"/>
              </p:cNvSpPr>
              <p:nvPr/>
            </p:nvSpPr>
            <p:spPr bwMode="auto">
              <a:xfrm flipH="1">
                <a:off x="2465" y="1657"/>
                <a:ext cx="192"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38" name="Line 130">
                <a:extLst>
                  <a:ext uri="{FF2B5EF4-FFF2-40B4-BE49-F238E27FC236}">
                    <a16:creationId xmlns:a16="http://schemas.microsoft.com/office/drawing/2014/main" id="{9AE4504A-19E9-4C94-A72B-59AC91B5625E}"/>
                  </a:ext>
                </a:extLst>
              </p:cNvPr>
              <p:cNvSpPr>
                <a:spLocks noChangeShapeType="1"/>
              </p:cNvSpPr>
              <p:nvPr/>
            </p:nvSpPr>
            <p:spPr bwMode="auto">
              <a:xfrm flipH="1">
                <a:off x="353" y="2473"/>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39" name="Line 131">
                <a:extLst>
                  <a:ext uri="{FF2B5EF4-FFF2-40B4-BE49-F238E27FC236}">
                    <a16:creationId xmlns:a16="http://schemas.microsoft.com/office/drawing/2014/main" id="{C9ECACA2-2C04-4F52-8C0A-B14E7A420C56}"/>
                  </a:ext>
                </a:extLst>
              </p:cNvPr>
              <p:cNvSpPr>
                <a:spLocks noChangeShapeType="1"/>
              </p:cNvSpPr>
              <p:nvPr/>
            </p:nvSpPr>
            <p:spPr bwMode="auto">
              <a:xfrm flipH="1">
                <a:off x="1121" y="2473"/>
                <a:ext cx="33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40" name="Line 132">
                <a:extLst>
                  <a:ext uri="{FF2B5EF4-FFF2-40B4-BE49-F238E27FC236}">
                    <a16:creationId xmlns:a16="http://schemas.microsoft.com/office/drawing/2014/main" id="{D3F53868-55F6-43E9-AD4A-EDE5AC16CBDE}"/>
                  </a:ext>
                </a:extLst>
              </p:cNvPr>
              <p:cNvSpPr>
                <a:spLocks noChangeShapeType="1"/>
              </p:cNvSpPr>
              <p:nvPr/>
            </p:nvSpPr>
            <p:spPr bwMode="auto">
              <a:xfrm flipH="1">
                <a:off x="1889" y="2425"/>
                <a:ext cx="57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41" name="Line 133">
                <a:extLst>
                  <a:ext uri="{FF2B5EF4-FFF2-40B4-BE49-F238E27FC236}">
                    <a16:creationId xmlns:a16="http://schemas.microsoft.com/office/drawing/2014/main" id="{F63C80D9-04F2-4679-9F44-2C088332AD9D}"/>
                  </a:ext>
                </a:extLst>
              </p:cNvPr>
              <p:cNvSpPr>
                <a:spLocks noChangeShapeType="1"/>
              </p:cNvSpPr>
              <p:nvPr/>
            </p:nvSpPr>
            <p:spPr bwMode="auto">
              <a:xfrm flipH="1">
                <a:off x="2705" y="2473"/>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42" name="Line 134">
                <a:extLst>
                  <a:ext uri="{FF2B5EF4-FFF2-40B4-BE49-F238E27FC236}">
                    <a16:creationId xmlns:a16="http://schemas.microsoft.com/office/drawing/2014/main" id="{9657EB25-1FAC-4A0E-AF5B-1FFACEA6DE9D}"/>
                  </a:ext>
                </a:extLst>
              </p:cNvPr>
              <p:cNvSpPr>
                <a:spLocks noChangeShapeType="1"/>
              </p:cNvSpPr>
              <p:nvPr/>
            </p:nvSpPr>
            <p:spPr bwMode="auto">
              <a:xfrm>
                <a:off x="3329" y="2473"/>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43" name="Line 135">
                <a:extLst>
                  <a:ext uri="{FF2B5EF4-FFF2-40B4-BE49-F238E27FC236}">
                    <a16:creationId xmlns:a16="http://schemas.microsoft.com/office/drawing/2014/main" id="{556BE172-3F7F-4025-B515-875409DF819F}"/>
                  </a:ext>
                </a:extLst>
              </p:cNvPr>
              <p:cNvSpPr>
                <a:spLocks noChangeShapeType="1"/>
              </p:cNvSpPr>
              <p:nvPr/>
            </p:nvSpPr>
            <p:spPr bwMode="auto">
              <a:xfrm>
                <a:off x="3953" y="2425"/>
                <a:ext cx="33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44" name="Line 136">
                <a:extLst>
                  <a:ext uri="{FF2B5EF4-FFF2-40B4-BE49-F238E27FC236}">
                    <a16:creationId xmlns:a16="http://schemas.microsoft.com/office/drawing/2014/main" id="{514A0AD2-A00B-459F-B521-BFBE76A0B926}"/>
                  </a:ext>
                </a:extLst>
              </p:cNvPr>
              <p:cNvSpPr>
                <a:spLocks noChangeShapeType="1"/>
              </p:cNvSpPr>
              <p:nvPr/>
            </p:nvSpPr>
            <p:spPr bwMode="auto">
              <a:xfrm>
                <a:off x="4385" y="2473"/>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45" name="Line 137">
                <a:extLst>
                  <a:ext uri="{FF2B5EF4-FFF2-40B4-BE49-F238E27FC236}">
                    <a16:creationId xmlns:a16="http://schemas.microsoft.com/office/drawing/2014/main" id="{EC8FAD0D-29A5-4507-8053-D30732E10E92}"/>
                  </a:ext>
                </a:extLst>
              </p:cNvPr>
              <p:cNvSpPr>
                <a:spLocks noChangeShapeType="1"/>
              </p:cNvSpPr>
              <p:nvPr/>
            </p:nvSpPr>
            <p:spPr bwMode="auto">
              <a:xfrm>
                <a:off x="3137" y="1705"/>
                <a:ext cx="816"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55146" name="Group 138">
                <a:extLst>
                  <a:ext uri="{FF2B5EF4-FFF2-40B4-BE49-F238E27FC236}">
                    <a16:creationId xmlns:a16="http://schemas.microsoft.com/office/drawing/2014/main" id="{4D3FF393-3BF6-4CAB-B92B-1C66BA85A89B}"/>
                  </a:ext>
                </a:extLst>
              </p:cNvPr>
              <p:cNvGrpSpPr>
                <a:grpSpLocks/>
              </p:cNvGrpSpPr>
              <p:nvPr/>
            </p:nvGrpSpPr>
            <p:grpSpPr bwMode="auto">
              <a:xfrm>
                <a:off x="113" y="3193"/>
                <a:ext cx="912" cy="192"/>
                <a:chOff x="144" y="2688"/>
                <a:chExt cx="912" cy="192"/>
              </a:xfrm>
            </p:grpSpPr>
            <p:sp>
              <p:nvSpPr>
                <p:cNvPr id="555147" name="Rectangle 139">
                  <a:extLst>
                    <a:ext uri="{FF2B5EF4-FFF2-40B4-BE49-F238E27FC236}">
                      <a16:creationId xmlns:a16="http://schemas.microsoft.com/office/drawing/2014/main" id="{BA9828D0-77B7-4640-BBE5-78CE509B3D84}"/>
                    </a:ext>
                  </a:extLst>
                </p:cNvPr>
                <p:cNvSpPr>
                  <a:spLocks noChangeArrowheads="1"/>
                </p:cNvSpPr>
                <p:nvPr/>
              </p:nvSpPr>
              <p:spPr bwMode="auto">
                <a:xfrm>
                  <a:off x="288"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2    5    </a:t>
                  </a:r>
                  <a:r>
                    <a:rPr lang="zh-CN" altLang="en-US" sz="1400" b="1"/>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55148" name="Line 140">
                  <a:extLst>
                    <a:ext uri="{FF2B5EF4-FFF2-40B4-BE49-F238E27FC236}">
                      <a16:creationId xmlns:a16="http://schemas.microsoft.com/office/drawing/2014/main" id="{9070E9E0-0468-44EA-ACE4-A60CCB7BEDB0}"/>
                    </a:ext>
                  </a:extLst>
                </p:cNvPr>
                <p:cNvSpPr>
                  <a:spLocks noChangeShapeType="1"/>
                </p:cNvSpPr>
                <p:nvPr/>
              </p:nvSpPr>
              <p:spPr bwMode="auto">
                <a:xfrm>
                  <a:off x="2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49" name="Line 141">
                  <a:extLst>
                    <a:ext uri="{FF2B5EF4-FFF2-40B4-BE49-F238E27FC236}">
                      <a16:creationId xmlns:a16="http://schemas.microsoft.com/office/drawing/2014/main" id="{D9F5F955-BE19-4D1A-8209-15E67226E20A}"/>
                    </a:ext>
                  </a:extLst>
                </p:cNvPr>
                <p:cNvSpPr>
                  <a:spLocks noChangeShapeType="1"/>
                </p:cNvSpPr>
                <p:nvPr/>
              </p:nvSpPr>
              <p:spPr bwMode="auto">
                <a:xfrm>
                  <a:off x="48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50" name="Line 142">
                  <a:extLst>
                    <a:ext uri="{FF2B5EF4-FFF2-40B4-BE49-F238E27FC236}">
                      <a16:creationId xmlns:a16="http://schemas.microsoft.com/office/drawing/2014/main" id="{F16C6183-462F-4918-8053-15EF80ADB5C1}"/>
                    </a:ext>
                  </a:extLst>
                </p:cNvPr>
                <p:cNvSpPr>
                  <a:spLocks noChangeShapeType="1"/>
                </p:cNvSpPr>
                <p:nvPr/>
              </p:nvSpPr>
              <p:spPr bwMode="auto">
                <a:xfrm>
                  <a:off x="72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51" name="Line 143">
                  <a:extLst>
                    <a:ext uri="{FF2B5EF4-FFF2-40B4-BE49-F238E27FC236}">
                      <a16:creationId xmlns:a16="http://schemas.microsoft.com/office/drawing/2014/main" id="{EA6E548B-BBB6-4FB8-A87E-E7CC4EFE635C}"/>
                    </a:ext>
                  </a:extLst>
                </p:cNvPr>
                <p:cNvSpPr>
                  <a:spLocks noChangeShapeType="1"/>
                </p:cNvSpPr>
                <p:nvPr/>
              </p:nvSpPr>
              <p:spPr bwMode="auto">
                <a:xfrm>
                  <a:off x="912"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52" name="Line 144">
                  <a:extLst>
                    <a:ext uri="{FF2B5EF4-FFF2-40B4-BE49-F238E27FC236}">
                      <a16:creationId xmlns:a16="http://schemas.microsoft.com/office/drawing/2014/main" id="{0751B8B9-DC2F-4749-9F63-1D2259DD1E13}"/>
                    </a:ext>
                  </a:extLst>
                </p:cNvPr>
                <p:cNvSpPr>
                  <a:spLocks noChangeShapeType="1"/>
                </p:cNvSpPr>
                <p:nvPr/>
              </p:nvSpPr>
              <p:spPr bwMode="auto">
                <a:xfrm>
                  <a:off x="144"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5153" name="Group 145">
                <a:extLst>
                  <a:ext uri="{FF2B5EF4-FFF2-40B4-BE49-F238E27FC236}">
                    <a16:creationId xmlns:a16="http://schemas.microsoft.com/office/drawing/2014/main" id="{AE5D8AEF-CF7B-4AE4-A40D-FACA32501CB7}"/>
                  </a:ext>
                </a:extLst>
              </p:cNvPr>
              <p:cNvGrpSpPr>
                <a:grpSpLocks/>
              </p:cNvGrpSpPr>
              <p:nvPr/>
            </p:nvGrpSpPr>
            <p:grpSpPr bwMode="auto">
              <a:xfrm>
                <a:off x="1649" y="3193"/>
                <a:ext cx="960" cy="192"/>
                <a:chOff x="1680" y="2688"/>
                <a:chExt cx="960" cy="192"/>
              </a:xfrm>
            </p:grpSpPr>
            <p:grpSp>
              <p:nvGrpSpPr>
                <p:cNvPr id="555154" name="Group 146">
                  <a:extLst>
                    <a:ext uri="{FF2B5EF4-FFF2-40B4-BE49-F238E27FC236}">
                      <a16:creationId xmlns:a16="http://schemas.microsoft.com/office/drawing/2014/main" id="{06F2B737-CC95-4EAC-A10F-82E4CC5C2708}"/>
                    </a:ext>
                  </a:extLst>
                </p:cNvPr>
                <p:cNvGrpSpPr>
                  <a:grpSpLocks/>
                </p:cNvGrpSpPr>
                <p:nvPr/>
              </p:nvGrpSpPr>
              <p:grpSpPr bwMode="auto">
                <a:xfrm>
                  <a:off x="1824" y="2688"/>
                  <a:ext cx="641" cy="192"/>
                  <a:chOff x="1056" y="2976"/>
                  <a:chExt cx="641" cy="192"/>
                </a:xfrm>
              </p:grpSpPr>
              <p:sp>
                <p:nvSpPr>
                  <p:cNvPr id="555155" name="Rectangle 147">
                    <a:extLst>
                      <a:ext uri="{FF2B5EF4-FFF2-40B4-BE49-F238E27FC236}">
                        <a16:creationId xmlns:a16="http://schemas.microsoft.com/office/drawing/2014/main" id="{C8C965F5-ED13-45D9-96FE-9E605CE3680C}"/>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26</a:t>
                    </a:r>
                    <a:r>
                      <a:rPr lang="en-US" altLang="zh-CN" sz="1600" b="1">
                        <a:cs typeface="Arial" panose="020B0604020202020204" pitchFamily="34" charset="0"/>
                      </a:rPr>
                      <a:t>  </a:t>
                    </a:r>
                    <a:r>
                      <a:rPr lang="en-US" altLang="zh-CN" sz="1400" b="1">
                        <a:cs typeface="Arial" panose="020B0604020202020204" pitchFamily="34" charset="0"/>
                      </a:rPr>
                      <a:t>39 </a:t>
                    </a:r>
                    <a:r>
                      <a:rPr lang="en-US" altLang="zh-CN" sz="1600" b="1">
                        <a:cs typeface="Arial" panose="020B0604020202020204" pitchFamily="34" charset="0"/>
                      </a:rPr>
                      <a:t>  </a:t>
                    </a:r>
                    <a:r>
                      <a:rPr lang="en-US" altLang="zh-CN" sz="1400" b="1"/>
                      <a:t>48</a:t>
                    </a:r>
                    <a:endParaRPr lang="en-US" altLang="zh-CN" sz="1600">
                      <a:cs typeface="Arial" panose="020B0604020202020204" pitchFamily="34" charset="0"/>
                    </a:endParaRPr>
                  </a:p>
                </p:txBody>
              </p:sp>
              <p:sp>
                <p:nvSpPr>
                  <p:cNvPr id="555156" name="Line 148">
                    <a:extLst>
                      <a:ext uri="{FF2B5EF4-FFF2-40B4-BE49-F238E27FC236}">
                        <a16:creationId xmlns:a16="http://schemas.microsoft.com/office/drawing/2014/main" id="{ABDAC5A3-4BEF-4408-A714-07803273CB1C}"/>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57" name="Line 149">
                    <a:extLst>
                      <a:ext uri="{FF2B5EF4-FFF2-40B4-BE49-F238E27FC236}">
                        <a16:creationId xmlns:a16="http://schemas.microsoft.com/office/drawing/2014/main" id="{1DBE8652-A60F-4097-95B0-DCCF5A3A3237}"/>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58" name="Line 150">
                    <a:extLst>
                      <a:ext uri="{FF2B5EF4-FFF2-40B4-BE49-F238E27FC236}">
                        <a16:creationId xmlns:a16="http://schemas.microsoft.com/office/drawing/2014/main" id="{DB45E9FD-76EF-4793-8298-43D7821CE1DD}"/>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5159" name="Line 151">
                  <a:extLst>
                    <a:ext uri="{FF2B5EF4-FFF2-40B4-BE49-F238E27FC236}">
                      <a16:creationId xmlns:a16="http://schemas.microsoft.com/office/drawing/2014/main" id="{418D9B31-D925-4D81-B021-E2CDD008BC26}"/>
                    </a:ext>
                  </a:extLst>
                </p:cNvPr>
                <p:cNvSpPr>
                  <a:spLocks noChangeShapeType="1"/>
                </p:cNvSpPr>
                <p:nvPr/>
              </p:nvSpPr>
              <p:spPr bwMode="auto">
                <a:xfrm>
                  <a:off x="16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60" name="Line 152">
                  <a:extLst>
                    <a:ext uri="{FF2B5EF4-FFF2-40B4-BE49-F238E27FC236}">
                      <a16:creationId xmlns:a16="http://schemas.microsoft.com/office/drawing/2014/main" id="{9E0DD58B-A26B-45A5-A865-BBC4E5E52982}"/>
                    </a:ext>
                  </a:extLst>
                </p:cNvPr>
                <p:cNvSpPr>
                  <a:spLocks noChangeShapeType="1"/>
                </p:cNvSpPr>
                <p:nvPr/>
              </p:nvSpPr>
              <p:spPr bwMode="auto">
                <a:xfrm>
                  <a:off x="2448"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5161" name="Group 153">
                <a:extLst>
                  <a:ext uri="{FF2B5EF4-FFF2-40B4-BE49-F238E27FC236}">
                    <a16:creationId xmlns:a16="http://schemas.microsoft.com/office/drawing/2014/main" id="{A7B6A746-1C4D-49A9-A5E8-51331EC7A947}"/>
                  </a:ext>
                </a:extLst>
              </p:cNvPr>
              <p:cNvGrpSpPr>
                <a:grpSpLocks/>
              </p:cNvGrpSpPr>
              <p:nvPr/>
            </p:nvGrpSpPr>
            <p:grpSpPr bwMode="auto">
              <a:xfrm>
                <a:off x="3233" y="3193"/>
                <a:ext cx="960" cy="192"/>
                <a:chOff x="3264" y="2688"/>
                <a:chExt cx="960" cy="192"/>
              </a:xfrm>
            </p:grpSpPr>
            <p:sp>
              <p:nvSpPr>
                <p:cNvPr id="555162" name="Rectangle 154">
                  <a:extLst>
                    <a:ext uri="{FF2B5EF4-FFF2-40B4-BE49-F238E27FC236}">
                      <a16:creationId xmlns:a16="http://schemas.microsoft.com/office/drawing/2014/main" id="{7693E654-5C5E-438B-9B89-9D08ECE10CC3}"/>
                    </a:ext>
                  </a:extLst>
                </p:cNvPr>
                <p:cNvSpPr>
                  <a:spLocks noChangeArrowheads="1"/>
                </p:cNvSpPr>
                <p:nvPr/>
              </p:nvSpPr>
              <p:spPr bwMode="auto">
                <a:xfrm>
                  <a:off x="3456"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99</a:t>
                  </a:r>
                  <a:r>
                    <a:rPr lang="en-US" altLang="zh-CN" sz="1600" b="1">
                      <a:cs typeface="Arial" panose="020B0604020202020204" pitchFamily="34" charset="0"/>
                    </a:rPr>
                    <a:t> </a:t>
                  </a:r>
                  <a:r>
                    <a:rPr lang="en-US" altLang="zh-CN" sz="1400" b="1"/>
                    <a:t>120</a:t>
                  </a:r>
                  <a:r>
                    <a:rPr lang="en-US" altLang="zh-CN" sz="1600" b="1">
                      <a:cs typeface="Arial" panose="020B0604020202020204" pitchFamily="34" charset="0"/>
                    </a:rPr>
                    <a:t>  </a:t>
                  </a:r>
                  <a:r>
                    <a:rPr lang="zh-CN" altLang="en-US" sz="1400" b="1"/>
                    <a:t>－</a:t>
                  </a:r>
                  <a:endParaRPr lang="zh-CN" altLang="en-US" sz="1600">
                    <a:cs typeface="Arial" panose="020B0604020202020204" pitchFamily="34" charset="0"/>
                  </a:endParaRPr>
                </a:p>
              </p:txBody>
            </p:sp>
            <p:sp>
              <p:nvSpPr>
                <p:cNvPr id="555163" name="Line 155">
                  <a:extLst>
                    <a:ext uri="{FF2B5EF4-FFF2-40B4-BE49-F238E27FC236}">
                      <a16:creationId xmlns:a16="http://schemas.microsoft.com/office/drawing/2014/main" id="{B135AC96-C5F0-40CD-8B31-45218FDB45CA}"/>
                    </a:ext>
                  </a:extLst>
                </p:cNvPr>
                <p:cNvSpPr>
                  <a:spLocks noChangeShapeType="1"/>
                </p:cNvSpPr>
                <p:nvPr/>
              </p:nvSpPr>
              <p:spPr bwMode="auto">
                <a:xfrm>
                  <a:off x="3456"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64" name="Line 156">
                  <a:extLst>
                    <a:ext uri="{FF2B5EF4-FFF2-40B4-BE49-F238E27FC236}">
                      <a16:creationId xmlns:a16="http://schemas.microsoft.com/office/drawing/2014/main" id="{EFF1832F-D8AE-4C5D-A171-C5B933F4F722}"/>
                    </a:ext>
                  </a:extLst>
                </p:cNvPr>
                <p:cNvSpPr>
                  <a:spLocks noChangeShapeType="1"/>
                </p:cNvSpPr>
                <p:nvPr/>
              </p:nvSpPr>
              <p:spPr bwMode="auto">
                <a:xfrm>
                  <a:off x="364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65" name="Line 157">
                  <a:extLst>
                    <a:ext uri="{FF2B5EF4-FFF2-40B4-BE49-F238E27FC236}">
                      <a16:creationId xmlns:a16="http://schemas.microsoft.com/office/drawing/2014/main" id="{C69E5B46-D3A0-4C17-B219-C1E45EFEF0C0}"/>
                    </a:ext>
                  </a:extLst>
                </p:cNvPr>
                <p:cNvSpPr>
                  <a:spLocks noChangeShapeType="1"/>
                </p:cNvSpPr>
                <p:nvPr/>
              </p:nvSpPr>
              <p:spPr bwMode="auto">
                <a:xfrm>
                  <a:off x="38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66" name="Line 158">
                  <a:extLst>
                    <a:ext uri="{FF2B5EF4-FFF2-40B4-BE49-F238E27FC236}">
                      <a16:creationId xmlns:a16="http://schemas.microsoft.com/office/drawing/2014/main" id="{F401F580-90A6-4404-BED7-CDA06CEC602B}"/>
                    </a:ext>
                  </a:extLst>
                </p:cNvPr>
                <p:cNvSpPr>
                  <a:spLocks noChangeShapeType="1"/>
                </p:cNvSpPr>
                <p:nvPr/>
              </p:nvSpPr>
              <p:spPr bwMode="auto">
                <a:xfrm>
                  <a:off x="3264"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5167" name="Line 159">
                  <a:extLst>
                    <a:ext uri="{FF2B5EF4-FFF2-40B4-BE49-F238E27FC236}">
                      <a16:creationId xmlns:a16="http://schemas.microsoft.com/office/drawing/2014/main" id="{2558DD34-43A6-492E-915D-D12CA6B97DF2}"/>
                    </a:ext>
                  </a:extLst>
                </p:cNvPr>
                <p:cNvSpPr>
                  <a:spLocks noChangeShapeType="1"/>
                </p:cNvSpPr>
                <p:nvPr/>
              </p:nvSpPr>
              <p:spPr bwMode="auto">
                <a:xfrm>
                  <a:off x="40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5168" name="Line 160">
                <a:extLst>
                  <a:ext uri="{FF2B5EF4-FFF2-40B4-BE49-F238E27FC236}">
                    <a16:creationId xmlns:a16="http://schemas.microsoft.com/office/drawing/2014/main" id="{B9085960-6428-4F52-A735-CFEFCCFC796E}"/>
                  </a:ext>
                </a:extLst>
              </p:cNvPr>
              <p:cNvSpPr>
                <a:spLocks noChangeShapeType="1"/>
              </p:cNvSpPr>
              <p:nvPr/>
            </p:nvSpPr>
            <p:spPr bwMode="auto">
              <a:xfrm>
                <a:off x="4844" y="3289"/>
                <a:ext cx="9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555171" name="Rectangle 163">
            <a:extLst>
              <a:ext uri="{FF2B5EF4-FFF2-40B4-BE49-F238E27FC236}">
                <a16:creationId xmlns:a16="http://schemas.microsoft.com/office/drawing/2014/main" id="{8DCE3BED-41A2-4422-BE3E-3F41FA57AEA7}"/>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nodeType="afterEffect">
                                  <p:stCondLst>
                                    <p:cond delay="0"/>
                                  </p:stCondLst>
                                  <p:childTnLst>
                                    <p:set>
                                      <p:cBhvr>
                                        <p:cTn id="6" dur="1" fill="hold">
                                          <p:stCondLst>
                                            <p:cond delay="0"/>
                                          </p:stCondLst>
                                        </p:cTn>
                                        <p:tgtEl>
                                          <p:spTgt spid="555172"/>
                                        </p:tgtEl>
                                        <p:attrNameLst>
                                          <p:attrName>style.visibility</p:attrName>
                                        </p:attrNameLst>
                                      </p:cBhvr>
                                      <p:to>
                                        <p:strVal val="visible"/>
                                      </p:to>
                                    </p:set>
                                    <p:animEffect transition="in" filter="diamond(in)">
                                      <p:cBhvr>
                                        <p:cTn id="7" dur="1000"/>
                                        <p:tgtEl>
                                          <p:spTgt spid="555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7" name="Rectangle 5">
            <a:extLst>
              <a:ext uri="{FF2B5EF4-FFF2-40B4-BE49-F238E27FC236}">
                <a16:creationId xmlns:a16="http://schemas.microsoft.com/office/drawing/2014/main" id="{E72FE5E3-1E01-4EA5-B6A6-1B8FDD823648}"/>
              </a:ext>
            </a:extLst>
          </p:cNvPr>
          <p:cNvSpPr>
            <a:spLocks noChangeArrowheads="1"/>
          </p:cNvSpPr>
          <p:nvPr/>
        </p:nvSpPr>
        <p:spPr bwMode="auto">
          <a:xfrm>
            <a:off x="468313" y="1125538"/>
            <a:ext cx="8207375" cy="1595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10000"/>
              </a:lnSpc>
              <a:spcBef>
                <a:spcPct val="0"/>
              </a:spcBef>
            </a:pPr>
            <a:r>
              <a:rPr lang="en-US" altLang="zh-CN" sz="3000">
                <a:solidFill>
                  <a:srgbClr val="660033"/>
                </a:solidFill>
                <a:ea typeface="华文新魏" panose="02010800040101010101" pitchFamily="2" charset="-122"/>
              </a:rPr>
              <a:t>      5</a:t>
            </a:r>
            <a:r>
              <a:rPr lang="zh-CN" altLang="en-US" sz="3000">
                <a:solidFill>
                  <a:srgbClr val="660033"/>
                </a:solidFill>
                <a:ea typeface="华文新魏" panose="02010800040101010101" pitchFamily="2" charset="-122"/>
              </a:rPr>
              <a:t>、</a:t>
            </a:r>
            <a:r>
              <a:rPr lang="en-US" altLang="zh-CN" sz="3000">
                <a:solidFill>
                  <a:srgbClr val="660033"/>
                </a:solidFill>
                <a:ea typeface="华文新魏" panose="02010800040101010101" pitchFamily="2" charset="-122"/>
              </a:rPr>
              <a:t>B</a:t>
            </a:r>
            <a:r>
              <a:rPr lang="en-US" altLang="zh-CN" sz="3000" baseline="30000">
                <a:solidFill>
                  <a:srgbClr val="660033"/>
                </a:solidFill>
                <a:ea typeface="华文新魏" panose="02010800040101010101" pitchFamily="2" charset="-122"/>
              </a:rPr>
              <a:t>+</a:t>
            </a:r>
            <a:r>
              <a:rPr lang="zh-CN" altLang="en-US" sz="3000">
                <a:solidFill>
                  <a:srgbClr val="660033"/>
                </a:solidFill>
                <a:ea typeface="华文新魏" panose="02010800040101010101" pitchFamily="2" charset="-122"/>
              </a:rPr>
              <a:t>树的操作</a:t>
            </a:r>
            <a:endParaRPr lang="en-US" altLang="zh-CN" sz="3000">
              <a:solidFill>
                <a:srgbClr val="660033"/>
              </a:solidFill>
              <a:ea typeface="华文新魏" panose="02010800040101010101" pitchFamily="2" charset="-122"/>
            </a:endParaRPr>
          </a:p>
          <a:p>
            <a:pPr algn="just">
              <a:lnSpc>
                <a:spcPct val="130000"/>
              </a:lnSpc>
              <a:spcBef>
                <a:spcPct val="0"/>
              </a:spcBef>
              <a:buClrTx/>
              <a:buSzTx/>
              <a:buFontTx/>
              <a:buNone/>
            </a:pPr>
            <a:r>
              <a:rPr lang="zh-CN" altLang="en-US" b="0">
                <a:solidFill>
                  <a:srgbClr val="660066"/>
                </a:solidFill>
                <a:effectLst/>
                <a:latin typeface="黑体" panose="02010609060101010101" pitchFamily="49" charset="-122"/>
                <a:ea typeface="黑体" panose="02010609060101010101" pitchFamily="49" charset="-122"/>
              </a:rPr>
              <a:t>   （</a:t>
            </a:r>
            <a:r>
              <a:rPr lang="en-US" altLang="zh-CN">
                <a:solidFill>
                  <a:srgbClr val="660066"/>
                </a:solidFill>
                <a:latin typeface="黑体" panose="02010609060101010101" pitchFamily="49" charset="-122"/>
                <a:ea typeface="黑体" panose="02010609060101010101" pitchFamily="49" charset="-122"/>
              </a:rPr>
              <a:t>1</a:t>
            </a:r>
            <a:r>
              <a:rPr lang="zh-CN" altLang="en-US">
                <a:solidFill>
                  <a:srgbClr val="660066"/>
                </a:solidFill>
                <a:latin typeface="黑体" panose="02010609060101010101" pitchFamily="49" charset="-122"/>
                <a:ea typeface="黑体" panose="02010609060101010101" pitchFamily="49" charset="-122"/>
              </a:rPr>
              <a:t>）查找</a:t>
            </a:r>
            <a:r>
              <a:rPr lang="zh-CN" altLang="en-US"/>
              <a:t> </a:t>
            </a:r>
            <a:r>
              <a:rPr lang="en-US" altLang="zh-CN">
                <a:solidFill>
                  <a:srgbClr val="CC0000"/>
                </a:solidFill>
                <a:latin typeface="Arial" panose="020B0604020202020204" pitchFamily="34" charset="0"/>
              </a:rPr>
              <a:t>—</a:t>
            </a:r>
            <a:r>
              <a:rPr lang="en-US" altLang="zh-CN"/>
              <a:t> </a:t>
            </a:r>
            <a:r>
              <a:rPr lang="zh-CN" altLang="en-US"/>
              <a:t>顺序查找方式</a:t>
            </a:r>
          </a:p>
          <a:p>
            <a:pPr algn="just">
              <a:lnSpc>
                <a:spcPct val="130000"/>
              </a:lnSpc>
              <a:spcBef>
                <a:spcPct val="0"/>
              </a:spcBef>
              <a:buClrTx/>
              <a:buSzTx/>
              <a:buFontTx/>
              <a:buNone/>
            </a:pPr>
            <a:r>
              <a:rPr lang="zh-CN" altLang="en-US"/>
              <a:t>       </a:t>
            </a:r>
            <a:r>
              <a:rPr lang="zh-CN" altLang="en-US">
                <a:effectLst/>
              </a:rPr>
              <a:t>① </a:t>
            </a:r>
            <a:r>
              <a:rPr lang="en-US" altLang="zh-CN">
                <a:effectLst/>
              </a:rPr>
              <a:t>k=5</a:t>
            </a:r>
            <a:r>
              <a:rPr lang="zh-CN" altLang="en-US">
                <a:effectLst/>
              </a:rPr>
              <a:t>；② </a:t>
            </a:r>
            <a:r>
              <a:rPr lang="en-US" altLang="zh-CN">
                <a:effectLst/>
              </a:rPr>
              <a:t>k=120</a:t>
            </a:r>
            <a:r>
              <a:rPr lang="zh-CN" altLang="en-US">
                <a:effectLst/>
              </a:rPr>
              <a:t>；③ </a:t>
            </a:r>
            <a:r>
              <a:rPr lang="en-US" altLang="zh-CN">
                <a:effectLst/>
              </a:rPr>
              <a:t>k=20</a:t>
            </a:r>
          </a:p>
        </p:txBody>
      </p:sp>
      <p:grpSp>
        <p:nvGrpSpPr>
          <p:cNvPr id="556114" name="Group 82">
            <a:extLst>
              <a:ext uri="{FF2B5EF4-FFF2-40B4-BE49-F238E27FC236}">
                <a16:creationId xmlns:a16="http://schemas.microsoft.com/office/drawing/2014/main" id="{DD9FDB12-01BE-4863-9ACF-46820CBC7CF9}"/>
              </a:ext>
            </a:extLst>
          </p:cNvPr>
          <p:cNvGrpSpPr>
            <a:grpSpLocks/>
          </p:cNvGrpSpPr>
          <p:nvPr/>
        </p:nvGrpSpPr>
        <p:grpSpPr bwMode="auto">
          <a:xfrm>
            <a:off x="2555875" y="5954713"/>
            <a:ext cx="4176713" cy="427037"/>
            <a:chOff x="1610" y="3751"/>
            <a:chExt cx="2631" cy="269"/>
          </a:xfrm>
        </p:grpSpPr>
        <p:sp>
          <p:nvSpPr>
            <p:cNvPr id="556038" name="Text Box 6">
              <a:extLst>
                <a:ext uri="{FF2B5EF4-FFF2-40B4-BE49-F238E27FC236}">
                  <a16:creationId xmlns:a16="http://schemas.microsoft.com/office/drawing/2014/main" id="{41DAB04A-964C-4B0A-A9A0-22300E1E8EAC}"/>
                </a:ext>
              </a:extLst>
            </p:cNvPr>
            <p:cNvSpPr txBox="1">
              <a:spLocks noChangeArrowheads="1"/>
            </p:cNvSpPr>
            <p:nvPr/>
          </p:nvSpPr>
          <p:spPr bwMode="auto">
            <a:xfrm>
              <a:off x="1610" y="3751"/>
              <a:ext cx="263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200" b="1"/>
                <a:t>图</a:t>
              </a:r>
              <a:r>
                <a:rPr lang="en-US" altLang="zh-CN" sz="2200" b="1"/>
                <a:t>3.26</a:t>
              </a:r>
              <a:r>
                <a:rPr lang="zh-CN" altLang="en-US" sz="2200" b="1"/>
                <a:t>　图</a:t>
              </a:r>
              <a:r>
                <a:rPr lang="en-US" altLang="zh-CN" sz="2200" b="1"/>
                <a:t>3.23</a:t>
              </a:r>
              <a:r>
                <a:rPr lang="zh-CN" altLang="en-US" sz="2200" b="1"/>
                <a:t>中</a:t>
              </a:r>
              <a:r>
                <a:rPr lang="en-US" altLang="zh-CN" sz="2200" b="1"/>
                <a:t>B- </a:t>
              </a:r>
              <a:r>
                <a:rPr lang="zh-CN" altLang="en-US" sz="2200" b="1"/>
                <a:t>树的      树</a:t>
              </a:r>
            </a:p>
          </p:txBody>
        </p:sp>
        <p:graphicFrame>
          <p:nvGraphicFramePr>
            <p:cNvPr id="556039" name="Object 7">
              <a:extLst>
                <a:ext uri="{FF2B5EF4-FFF2-40B4-BE49-F238E27FC236}">
                  <a16:creationId xmlns:a16="http://schemas.microsoft.com/office/drawing/2014/main" id="{4CC658BC-97F2-45DC-8911-E92F43A5CDE1}"/>
                </a:ext>
              </a:extLst>
            </p:cNvPr>
            <p:cNvGraphicFramePr>
              <a:graphicFrameLocks noChangeAspect="1"/>
            </p:cNvGraphicFramePr>
            <p:nvPr/>
          </p:nvGraphicFramePr>
          <p:xfrm>
            <a:off x="3696" y="3796"/>
            <a:ext cx="192" cy="176"/>
          </p:xfrm>
          <a:graphic>
            <a:graphicData uri="http://schemas.openxmlformats.org/presentationml/2006/ole">
              <mc:AlternateContent xmlns:mc="http://schemas.openxmlformats.org/markup-compatibility/2006">
                <mc:Choice xmlns:v="urn:schemas-microsoft-com:vml" Requires="v">
                  <p:oleObj spid="_x0000_s556115" name="Equation" r:id="rId3" imgW="304560" imgH="279360" progId="Equation.3">
                    <p:embed/>
                  </p:oleObj>
                </mc:Choice>
                <mc:Fallback>
                  <p:oleObj name="Equation" r:id="rId3" imgW="304560" imgH="27936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6" y="3796"/>
                          <a:ext cx="19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56040" name="Group 8">
            <a:extLst>
              <a:ext uri="{FF2B5EF4-FFF2-40B4-BE49-F238E27FC236}">
                <a16:creationId xmlns:a16="http://schemas.microsoft.com/office/drawing/2014/main" id="{50A7D58B-1FE7-4A20-9C1B-CB62B0355331}"/>
              </a:ext>
            </a:extLst>
          </p:cNvPr>
          <p:cNvGrpSpPr>
            <a:grpSpLocks/>
          </p:cNvGrpSpPr>
          <p:nvPr/>
        </p:nvGrpSpPr>
        <p:grpSpPr bwMode="auto">
          <a:xfrm>
            <a:off x="179388" y="2909888"/>
            <a:ext cx="7772400" cy="2895600"/>
            <a:chOff x="113" y="1561"/>
            <a:chExt cx="4896" cy="1824"/>
          </a:xfrm>
        </p:grpSpPr>
        <p:grpSp>
          <p:nvGrpSpPr>
            <p:cNvPr id="556041" name="Group 9">
              <a:extLst>
                <a:ext uri="{FF2B5EF4-FFF2-40B4-BE49-F238E27FC236}">
                  <a16:creationId xmlns:a16="http://schemas.microsoft.com/office/drawing/2014/main" id="{5774E52B-7F6C-4000-85CF-C311119C7D2A}"/>
                </a:ext>
              </a:extLst>
            </p:cNvPr>
            <p:cNvGrpSpPr>
              <a:grpSpLocks/>
            </p:cNvGrpSpPr>
            <p:nvPr/>
          </p:nvGrpSpPr>
          <p:grpSpPr bwMode="auto">
            <a:xfrm>
              <a:off x="929" y="2329"/>
              <a:ext cx="1073" cy="192"/>
              <a:chOff x="960" y="1824"/>
              <a:chExt cx="1073" cy="192"/>
            </a:xfrm>
          </p:grpSpPr>
          <p:sp>
            <p:nvSpPr>
              <p:cNvPr id="556042" name="Rectangle 10">
                <a:extLst>
                  <a:ext uri="{FF2B5EF4-FFF2-40B4-BE49-F238E27FC236}">
                    <a16:creationId xmlns:a16="http://schemas.microsoft.com/office/drawing/2014/main" id="{12B4A187-8B2A-4F7A-82A2-F2BB0A544082}"/>
                  </a:ext>
                </a:extLst>
              </p:cNvPr>
              <p:cNvSpPr>
                <a:spLocks noChangeArrowheads="1"/>
              </p:cNvSpPr>
              <p:nvPr/>
            </p:nvSpPr>
            <p:spPr bwMode="auto">
              <a:xfrm>
                <a:off x="96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9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56043" name="Line 11">
                <a:extLst>
                  <a:ext uri="{FF2B5EF4-FFF2-40B4-BE49-F238E27FC236}">
                    <a16:creationId xmlns:a16="http://schemas.microsoft.com/office/drawing/2014/main" id="{A0AC68E8-521F-4A04-B2D4-67DF2E332364}"/>
                  </a:ext>
                </a:extLst>
              </p:cNvPr>
              <p:cNvSpPr>
                <a:spLocks noChangeShapeType="1"/>
              </p:cNvSpPr>
              <p:nvPr/>
            </p:nvSpPr>
            <p:spPr bwMode="auto">
              <a:xfrm>
                <a:off x="11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44" name="Line 12">
                <a:extLst>
                  <a:ext uri="{FF2B5EF4-FFF2-40B4-BE49-F238E27FC236}">
                    <a16:creationId xmlns:a16="http://schemas.microsoft.com/office/drawing/2014/main" id="{6D718DBE-908E-4A65-A87A-681E6847ADB8}"/>
                  </a:ext>
                </a:extLst>
              </p:cNvPr>
              <p:cNvSpPr>
                <a:spLocks noChangeShapeType="1"/>
              </p:cNvSpPr>
              <p:nvPr/>
            </p:nvSpPr>
            <p:spPr bwMode="auto">
              <a:xfrm>
                <a:off x="13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45" name="Line 13">
                <a:extLst>
                  <a:ext uri="{FF2B5EF4-FFF2-40B4-BE49-F238E27FC236}">
                    <a16:creationId xmlns:a16="http://schemas.microsoft.com/office/drawing/2014/main" id="{1CD6A02A-0CB5-402D-A996-3F84B72FA1FE}"/>
                  </a:ext>
                </a:extLst>
              </p:cNvPr>
              <p:cNvSpPr>
                <a:spLocks noChangeShapeType="1"/>
              </p:cNvSpPr>
              <p:nvPr/>
            </p:nvSpPr>
            <p:spPr bwMode="auto">
              <a:xfrm>
                <a:off x="158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46" name="Line 14">
                <a:extLst>
                  <a:ext uri="{FF2B5EF4-FFF2-40B4-BE49-F238E27FC236}">
                    <a16:creationId xmlns:a16="http://schemas.microsoft.com/office/drawing/2014/main" id="{DD5330B5-0233-4466-BD6C-5333D29F51FD}"/>
                  </a:ext>
                </a:extLst>
              </p:cNvPr>
              <p:cNvSpPr>
                <a:spLocks noChangeShapeType="1"/>
              </p:cNvSpPr>
              <p:nvPr/>
            </p:nvSpPr>
            <p:spPr bwMode="auto">
              <a:xfrm>
                <a:off x="18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6047" name="Group 15">
              <a:extLst>
                <a:ext uri="{FF2B5EF4-FFF2-40B4-BE49-F238E27FC236}">
                  <a16:creationId xmlns:a16="http://schemas.microsoft.com/office/drawing/2014/main" id="{7487BD40-A090-45E6-89CF-5C7EC94B55B1}"/>
                </a:ext>
              </a:extLst>
            </p:cNvPr>
            <p:cNvGrpSpPr>
              <a:grpSpLocks/>
            </p:cNvGrpSpPr>
            <p:nvPr/>
          </p:nvGrpSpPr>
          <p:grpSpPr bwMode="auto">
            <a:xfrm>
              <a:off x="2369" y="2329"/>
              <a:ext cx="1073" cy="192"/>
              <a:chOff x="2400" y="1824"/>
              <a:chExt cx="1073" cy="192"/>
            </a:xfrm>
          </p:grpSpPr>
          <p:sp>
            <p:nvSpPr>
              <p:cNvPr id="556048" name="Rectangle 16">
                <a:extLst>
                  <a:ext uri="{FF2B5EF4-FFF2-40B4-BE49-F238E27FC236}">
                    <a16:creationId xmlns:a16="http://schemas.microsoft.com/office/drawing/2014/main" id="{6A0387D2-1E96-40DF-A789-7711BBB827CC}"/>
                  </a:ext>
                </a:extLst>
              </p:cNvPr>
              <p:cNvSpPr>
                <a:spLocks noChangeArrowheads="1"/>
              </p:cNvSpPr>
              <p:nvPr/>
            </p:nvSpPr>
            <p:spPr bwMode="auto">
              <a:xfrm>
                <a:off x="240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 </a:t>
                </a:r>
                <a:r>
                  <a:rPr lang="en-US" altLang="zh-CN" sz="1400" b="1"/>
                  <a:t>99</a:t>
                </a:r>
                <a:r>
                  <a:rPr lang="zh-CN" altLang="en-US" sz="1400" b="1"/>
                  <a:t>　</a:t>
                </a:r>
                <a:r>
                  <a:rPr lang="en-US" altLang="zh-CN" sz="1600" b="1">
                    <a:cs typeface="Arial" panose="020B0604020202020204" pitchFamily="34" charset="0"/>
                  </a:rPr>
                  <a:t>°</a:t>
                </a:r>
                <a:r>
                  <a:rPr lang="en-US" altLang="zh-CN" sz="1600">
                    <a:ea typeface="Arial Unicode MS" panose="020B0604020202020204" pitchFamily="34" charset="-122"/>
                    <a:cs typeface="Arial Unicode MS" panose="020B0604020202020204" pitchFamily="34" charset="-122"/>
                  </a:rPr>
                  <a:t> </a:t>
                </a:r>
              </a:p>
            </p:txBody>
          </p:sp>
          <p:sp>
            <p:nvSpPr>
              <p:cNvPr id="556049" name="Line 17">
                <a:extLst>
                  <a:ext uri="{FF2B5EF4-FFF2-40B4-BE49-F238E27FC236}">
                    <a16:creationId xmlns:a16="http://schemas.microsoft.com/office/drawing/2014/main" id="{BF129C85-880E-4EFF-AD3F-1283A258CC7D}"/>
                  </a:ext>
                </a:extLst>
              </p:cNvPr>
              <p:cNvSpPr>
                <a:spLocks noChangeShapeType="1"/>
              </p:cNvSpPr>
              <p:nvPr/>
            </p:nvSpPr>
            <p:spPr bwMode="auto">
              <a:xfrm>
                <a:off x="25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50" name="Line 18">
                <a:extLst>
                  <a:ext uri="{FF2B5EF4-FFF2-40B4-BE49-F238E27FC236}">
                    <a16:creationId xmlns:a16="http://schemas.microsoft.com/office/drawing/2014/main" id="{78216631-8179-4A42-9BA2-7EA0EDD9AA3E}"/>
                  </a:ext>
                </a:extLst>
              </p:cNvPr>
              <p:cNvSpPr>
                <a:spLocks noChangeShapeType="1"/>
              </p:cNvSpPr>
              <p:nvPr/>
            </p:nvSpPr>
            <p:spPr bwMode="auto">
              <a:xfrm>
                <a:off x="283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51" name="Line 19">
                <a:extLst>
                  <a:ext uri="{FF2B5EF4-FFF2-40B4-BE49-F238E27FC236}">
                    <a16:creationId xmlns:a16="http://schemas.microsoft.com/office/drawing/2014/main" id="{0C9455F4-1A8E-4A01-B9BA-97AC8880BD34}"/>
                  </a:ext>
                </a:extLst>
              </p:cNvPr>
              <p:cNvSpPr>
                <a:spLocks noChangeShapeType="1"/>
              </p:cNvSpPr>
              <p:nvPr/>
            </p:nvSpPr>
            <p:spPr bwMode="auto">
              <a:xfrm>
                <a:off x="30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52" name="Line 20">
                <a:extLst>
                  <a:ext uri="{FF2B5EF4-FFF2-40B4-BE49-F238E27FC236}">
                    <a16:creationId xmlns:a16="http://schemas.microsoft.com/office/drawing/2014/main" id="{1036C263-7A8C-45F9-909A-C3F1ED9349E8}"/>
                  </a:ext>
                </a:extLst>
              </p:cNvPr>
              <p:cNvSpPr>
                <a:spLocks noChangeShapeType="1"/>
              </p:cNvSpPr>
              <p:nvPr/>
            </p:nvSpPr>
            <p:spPr bwMode="auto">
              <a:xfrm>
                <a:off x="326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6053" name="Group 21">
              <a:extLst>
                <a:ext uri="{FF2B5EF4-FFF2-40B4-BE49-F238E27FC236}">
                  <a16:creationId xmlns:a16="http://schemas.microsoft.com/office/drawing/2014/main" id="{C674CF42-3389-479D-9A3D-A0BD8BFE2D41}"/>
                </a:ext>
              </a:extLst>
            </p:cNvPr>
            <p:cNvGrpSpPr>
              <a:grpSpLocks/>
            </p:cNvGrpSpPr>
            <p:nvPr/>
          </p:nvGrpSpPr>
          <p:grpSpPr bwMode="auto">
            <a:xfrm>
              <a:off x="3857" y="2329"/>
              <a:ext cx="1073" cy="192"/>
              <a:chOff x="3888" y="1824"/>
              <a:chExt cx="1073" cy="192"/>
            </a:xfrm>
          </p:grpSpPr>
          <p:sp>
            <p:nvSpPr>
              <p:cNvPr id="556054" name="Rectangle 22">
                <a:extLst>
                  <a:ext uri="{FF2B5EF4-FFF2-40B4-BE49-F238E27FC236}">
                    <a16:creationId xmlns:a16="http://schemas.microsoft.com/office/drawing/2014/main" id="{419E6632-B3CE-4C7D-89E8-5CA23616194C}"/>
                  </a:ext>
                </a:extLst>
              </p:cNvPr>
              <p:cNvSpPr>
                <a:spLocks noChangeArrowheads="1"/>
              </p:cNvSpPr>
              <p:nvPr/>
            </p:nvSpPr>
            <p:spPr bwMode="auto">
              <a:xfrm>
                <a:off x="3888"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a:t>
                </a:r>
                <a:r>
                  <a:rPr lang="en-US" altLang="zh-CN" sz="1400" b="1">
                    <a:cs typeface="Arial" panose="020B0604020202020204" pitchFamily="34" charset="0"/>
                  </a:rPr>
                  <a:t>180</a:t>
                </a:r>
                <a:r>
                  <a:rPr lang="en-US" altLang="zh-CN" sz="1600" b="1">
                    <a:cs typeface="Arial" panose="020B0604020202020204" pitchFamily="34" charset="0"/>
                  </a:rPr>
                  <a:t>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56055" name="Line 23">
                <a:extLst>
                  <a:ext uri="{FF2B5EF4-FFF2-40B4-BE49-F238E27FC236}">
                    <a16:creationId xmlns:a16="http://schemas.microsoft.com/office/drawing/2014/main" id="{2F69283D-22E5-4B69-A4C2-DF2295809138}"/>
                  </a:ext>
                </a:extLst>
              </p:cNvPr>
              <p:cNvSpPr>
                <a:spLocks noChangeShapeType="1"/>
              </p:cNvSpPr>
              <p:nvPr/>
            </p:nvSpPr>
            <p:spPr bwMode="auto">
              <a:xfrm>
                <a:off x="408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56" name="Line 24">
                <a:extLst>
                  <a:ext uri="{FF2B5EF4-FFF2-40B4-BE49-F238E27FC236}">
                    <a16:creationId xmlns:a16="http://schemas.microsoft.com/office/drawing/2014/main" id="{B61E1708-795B-446B-B3F2-391753DA17D8}"/>
                  </a:ext>
                </a:extLst>
              </p:cNvPr>
              <p:cNvSpPr>
                <a:spLocks noChangeShapeType="1"/>
              </p:cNvSpPr>
              <p:nvPr/>
            </p:nvSpPr>
            <p:spPr bwMode="auto">
              <a:xfrm>
                <a:off x="432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57" name="Line 25">
                <a:extLst>
                  <a:ext uri="{FF2B5EF4-FFF2-40B4-BE49-F238E27FC236}">
                    <a16:creationId xmlns:a16="http://schemas.microsoft.com/office/drawing/2014/main" id="{CD64065B-10AB-46E1-B199-EA95E162855C}"/>
                  </a:ext>
                </a:extLst>
              </p:cNvPr>
              <p:cNvSpPr>
                <a:spLocks noChangeShapeType="1"/>
              </p:cNvSpPr>
              <p:nvPr/>
            </p:nvSpPr>
            <p:spPr bwMode="auto">
              <a:xfrm>
                <a:off x="451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58" name="Line 26">
                <a:extLst>
                  <a:ext uri="{FF2B5EF4-FFF2-40B4-BE49-F238E27FC236}">
                    <a16:creationId xmlns:a16="http://schemas.microsoft.com/office/drawing/2014/main" id="{38F777E0-57BE-484E-A784-9629F950F34D}"/>
                  </a:ext>
                </a:extLst>
              </p:cNvPr>
              <p:cNvSpPr>
                <a:spLocks noChangeShapeType="1"/>
              </p:cNvSpPr>
              <p:nvPr/>
            </p:nvSpPr>
            <p:spPr bwMode="auto">
              <a:xfrm>
                <a:off x="47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6059" name="Group 27">
              <a:extLst>
                <a:ext uri="{FF2B5EF4-FFF2-40B4-BE49-F238E27FC236}">
                  <a16:creationId xmlns:a16="http://schemas.microsoft.com/office/drawing/2014/main" id="{136DCC80-3A79-484B-97DC-EDE161067C73}"/>
                </a:ext>
              </a:extLst>
            </p:cNvPr>
            <p:cNvGrpSpPr>
              <a:grpSpLocks/>
            </p:cNvGrpSpPr>
            <p:nvPr/>
          </p:nvGrpSpPr>
          <p:grpSpPr bwMode="auto">
            <a:xfrm>
              <a:off x="1025" y="3193"/>
              <a:ext cx="641" cy="192"/>
              <a:chOff x="1056" y="2976"/>
              <a:chExt cx="641" cy="192"/>
            </a:xfrm>
          </p:grpSpPr>
          <p:sp>
            <p:nvSpPr>
              <p:cNvPr id="556060" name="Rectangle 28">
                <a:extLst>
                  <a:ext uri="{FF2B5EF4-FFF2-40B4-BE49-F238E27FC236}">
                    <a16:creationId xmlns:a16="http://schemas.microsoft.com/office/drawing/2014/main" id="{BE554F5D-14A5-4ED9-AE25-082F86B84810}"/>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9</a:t>
                </a:r>
                <a:r>
                  <a:rPr lang="en-US" altLang="zh-CN" sz="1600" b="1">
                    <a:cs typeface="Arial" panose="020B0604020202020204" pitchFamily="34" charset="0"/>
                  </a:rPr>
                  <a:t>   </a:t>
                </a:r>
                <a:r>
                  <a:rPr lang="en-US" altLang="zh-CN" sz="1400" b="1"/>
                  <a:t>15</a:t>
                </a:r>
                <a:r>
                  <a:rPr lang="en-US" altLang="zh-CN" sz="1600" b="1">
                    <a:cs typeface="Arial" panose="020B0604020202020204" pitchFamily="34" charset="0"/>
                  </a:rPr>
                  <a:t>   </a:t>
                </a:r>
                <a:r>
                  <a:rPr lang="zh-CN" altLang="en-US" sz="14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56061" name="Line 29">
                <a:extLst>
                  <a:ext uri="{FF2B5EF4-FFF2-40B4-BE49-F238E27FC236}">
                    <a16:creationId xmlns:a16="http://schemas.microsoft.com/office/drawing/2014/main" id="{8F21C6C1-6302-4F80-9AFC-5472E99C8171}"/>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62" name="Line 30">
                <a:extLst>
                  <a:ext uri="{FF2B5EF4-FFF2-40B4-BE49-F238E27FC236}">
                    <a16:creationId xmlns:a16="http://schemas.microsoft.com/office/drawing/2014/main" id="{F0D91B09-9ABD-4AD5-85CE-076B83AE9BF5}"/>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63" name="Line 31">
                <a:extLst>
                  <a:ext uri="{FF2B5EF4-FFF2-40B4-BE49-F238E27FC236}">
                    <a16:creationId xmlns:a16="http://schemas.microsoft.com/office/drawing/2014/main" id="{766601B6-2C9A-4596-9CE3-FDCBC9C687CB}"/>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6064" name="Group 32">
              <a:extLst>
                <a:ext uri="{FF2B5EF4-FFF2-40B4-BE49-F238E27FC236}">
                  <a16:creationId xmlns:a16="http://schemas.microsoft.com/office/drawing/2014/main" id="{761F2037-F623-4199-95B6-987D82016942}"/>
                </a:ext>
              </a:extLst>
            </p:cNvPr>
            <p:cNvGrpSpPr>
              <a:grpSpLocks/>
            </p:cNvGrpSpPr>
            <p:nvPr/>
          </p:nvGrpSpPr>
          <p:grpSpPr bwMode="auto">
            <a:xfrm>
              <a:off x="2609" y="3193"/>
              <a:ext cx="641" cy="192"/>
              <a:chOff x="1056" y="2976"/>
              <a:chExt cx="641" cy="192"/>
            </a:xfrm>
          </p:grpSpPr>
          <p:sp>
            <p:nvSpPr>
              <p:cNvPr id="556065" name="Rectangle 33">
                <a:extLst>
                  <a:ext uri="{FF2B5EF4-FFF2-40B4-BE49-F238E27FC236}">
                    <a16:creationId xmlns:a16="http://schemas.microsoft.com/office/drawing/2014/main" id="{66270545-CAFB-47FE-96BC-4220EE70C013}"/>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a:t>
                </a:r>
                <a:r>
                  <a:rPr lang="en-US" altLang="zh-CN" sz="1400" b="1"/>
                  <a:t>85</a:t>
                </a:r>
                <a:r>
                  <a:rPr lang="en-US" altLang="zh-CN" sz="1600" b="1">
                    <a:cs typeface="Arial" panose="020B0604020202020204" pitchFamily="34" charset="0"/>
                  </a:rPr>
                  <a:t>   </a:t>
                </a:r>
                <a:r>
                  <a:rPr lang="zh-CN" altLang="en-US" sz="1400" b="1"/>
                  <a:t>－</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56066" name="Line 34">
                <a:extLst>
                  <a:ext uri="{FF2B5EF4-FFF2-40B4-BE49-F238E27FC236}">
                    <a16:creationId xmlns:a16="http://schemas.microsoft.com/office/drawing/2014/main" id="{270D108C-763B-4A42-9C34-71117F05269D}"/>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67" name="Line 35">
                <a:extLst>
                  <a:ext uri="{FF2B5EF4-FFF2-40B4-BE49-F238E27FC236}">
                    <a16:creationId xmlns:a16="http://schemas.microsoft.com/office/drawing/2014/main" id="{86F4E1CE-9CCE-4B18-B3E5-13D6437EE417}"/>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68" name="Line 36">
                <a:extLst>
                  <a:ext uri="{FF2B5EF4-FFF2-40B4-BE49-F238E27FC236}">
                    <a16:creationId xmlns:a16="http://schemas.microsoft.com/office/drawing/2014/main" id="{F7905D60-EAFA-4234-B1FF-3B45844534F9}"/>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6069" name="Group 37">
              <a:extLst>
                <a:ext uri="{FF2B5EF4-FFF2-40B4-BE49-F238E27FC236}">
                  <a16:creationId xmlns:a16="http://schemas.microsoft.com/office/drawing/2014/main" id="{8027961B-DA83-4829-8311-F2667EE8AF96}"/>
                </a:ext>
              </a:extLst>
            </p:cNvPr>
            <p:cNvGrpSpPr>
              <a:grpSpLocks/>
            </p:cNvGrpSpPr>
            <p:nvPr/>
          </p:nvGrpSpPr>
          <p:grpSpPr bwMode="auto">
            <a:xfrm>
              <a:off x="4193" y="3193"/>
              <a:ext cx="641" cy="192"/>
              <a:chOff x="1056" y="2976"/>
              <a:chExt cx="641" cy="192"/>
            </a:xfrm>
          </p:grpSpPr>
          <p:sp>
            <p:nvSpPr>
              <p:cNvPr id="556070" name="Rectangle 38">
                <a:extLst>
                  <a:ext uri="{FF2B5EF4-FFF2-40B4-BE49-F238E27FC236}">
                    <a16:creationId xmlns:a16="http://schemas.microsoft.com/office/drawing/2014/main" id="{E629FB27-3CAE-47FF-A79D-0D2D1514CEA5}"/>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140</a:t>
                </a:r>
                <a:r>
                  <a:rPr lang="en-US" altLang="zh-CN" sz="1600" b="1">
                    <a:cs typeface="Arial" panose="020B0604020202020204" pitchFamily="34" charset="0"/>
                  </a:rPr>
                  <a:t>  </a:t>
                </a:r>
                <a:r>
                  <a:rPr lang="en-US" altLang="zh-CN" sz="1400" b="1"/>
                  <a:t>159</a:t>
                </a:r>
                <a:r>
                  <a:rPr lang="en-US" altLang="zh-CN" sz="1600" b="1">
                    <a:cs typeface="Arial" panose="020B0604020202020204" pitchFamily="34" charset="0"/>
                  </a:rPr>
                  <a:t>  </a:t>
                </a:r>
                <a:r>
                  <a:rPr lang="zh-CN" altLang="en-US" sz="1400" b="1"/>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56071" name="Line 39">
                <a:extLst>
                  <a:ext uri="{FF2B5EF4-FFF2-40B4-BE49-F238E27FC236}">
                    <a16:creationId xmlns:a16="http://schemas.microsoft.com/office/drawing/2014/main" id="{4519F541-3E4A-4BEA-BC04-8B1EA47D6DD6}"/>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72" name="Line 40">
                <a:extLst>
                  <a:ext uri="{FF2B5EF4-FFF2-40B4-BE49-F238E27FC236}">
                    <a16:creationId xmlns:a16="http://schemas.microsoft.com/office/drawing/2014/main" id="{3759061C-1196-4B9D-8583-06E4C95E6F25}"/>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73" name="Line 41">
                <a:extLst>
                  <a:ext uri="{FF2B5EF4-FFF2-40B4-BE49-F238E27FC236}">
                    <a16:creationId xmlns:a16="http://schemas.microsoft.com/office/drawing/2014/main" id="{FCBC2BDF-7BF0-4C3C-BB5F-9910908D353F}"/>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6074" name="Group 42">
              <a:extLst>
                <a:ext uri="{FF2B5EF4-FFF2-40B4-BE49-F238E27FC236}">
                  <a16:creationId xmlns:a16="http://schemas.microsoft.com/office/drawing/2014/main" id="{5F5B449E-872C-4430-81AC-E58C1B1B3FF4}"/>
                </a:ext>
              </a:extLst>
            </p:cNvPr>
            <p:cNvGrpSpPr>
              <a:grpSpLocks/>
            </p:cNvGrpSpPr>
            <p:nvPr/>
          </p:nvGrpSpPr>
          <p:grpSpPr bwMode="auto">
            <a:xfrm>
              <a:off x="2177" y="1561"/>
              <a:ext cx="1073" cy="192"/>
              <a:chOff x="2208" y="1056"/>
              <a:chExt cx="1073" cy="192"/>
            </a:xfrm>
          </p:grpSpPr>
          <p:sp>
            <p:nvSpPr>
              <p:cNvPr id="556075" name="Rectangle 43">
                <a:extLst>
                  <a:ext uri="{FF2B5EF4-FFF2-40B4-BE49-F238E27FC236}">
                    <a16:creationId xmlns:a16="http://schemas.microsoft.com/office/drawing/2014/main" id="{E920A16A-51C0-45FF-9644-B31E62E602DD}"/>
                  </a:ext>
                </a:extLst>
              </p:cNvPr>
              <p:cNvSpPr>
                <a:spLocks noChangeArrowheads="1"/>
              </p:cNvSpPr>
              <p:nvPr/>
            </p:nvSpPr>
            <p:spPr bwMode="auto">
              <a:xfrm>
                <a:off x="2208" y="1056"/>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26</a:t>
                </a:r>
                <a:r>
                  <a:rPr lang="en-US" altLang="zh-CN" sz="1600" b="1">
                    <a:cs typeface="Arial" panose="020B0604020202020204" pitchFamily="34" charset="0"/>
                  </a:rPr>
                  <a:t>   ° </a:t>
                </a:r>
                <a:r>
                  <a:rPr lang="en-US" altLang="zh-CN" sz="1400" b="1"/>
                  <a:t>140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56076" name="Line 44">
                <a:extLst>
                  <a:ext uri="{FF2B5EF4-FFF2-40B4-BE49-F238E27FC236}">
                    <a16:creationId xmlns:a16="http://schemas.microsoft.com/office/drawing/2014/main" id="{7D4DC2CF-4AFF-4969-BC6F-5558C228A198}"/>
                  </a:ext>
                </a:extLst>
              </p:cNvPr>
              <p:cNvSpPr>
                <a:spLocks noChangeShapeType="1"/>
              </p:cNvSpPr>
              <p:nvPr/>
            </p:nvSpPr>
            <p:spPr bwMode="auto">
              <a:xfrm>
                <a:off x="240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77" name="Line 45">
                <a:extLst>
                  <a:ext uri="{FF2B5EF4-FFF2-40B4-BE49-F238E27FC236}">
                    <a16:creationId xmlns:a16="http://schemas.microsoft.com/office/drawing/2014/main" id="{3AF30A3A-3D18-464A-8BE2-00426CF791F6}"/>
                  </a:ext>
                </a:extLst>
              </p:cNvPr>
              <p:cNvSpPr>
                <a:spLocks noChangeShapeType="1"/>
              </p:cNvSpPr>
              <p:nvPr/>
            </p:nvSpPr>
            <p:spPr bwMode="auto">
              <a:xfrm>
                <a:off x="264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78" name="Line 46">
                <a:extLst>
                  <a:ext uri="{FF2B5EF4-FFF2-40B4-BE49-F238E27FC236}">
                    <a16:creationId xmlns:a16="http://schemas.microsoft.com/office/drawing/2014/main" id="{BBEACBEF-D585-42AE-A57B-AAAE9CE6DB7B}"/>
                  </a:ext>
                </a:extLst>
              </p:cNvPr>
              <p:cNvSpPr>
                <a:spLocks noChangeShapeType="1"/>
              </p:cNvSpPr>
              <p:nvPr/>
            </p:nvSpPr>
            <p:spPr bwMode="auto">
              <a:xfrm>
                <a:off x="283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79" name="Line 47">
                <a:extLst>
                  <a:ext uri="{FF2B5EF4-FFF2-40B4-BE49-F238E27FC236}">
                    <a16:creationId xmlns:a16="http://schemas.microsoft.com/office/drawing/2014/main" id="{03C8DB54-28EC-4221-BBFA-B4F16794913E}"/>
                  </a:ext>
                </a:extLst>
              </p:cNvPr>
              <p:cNvSpPr>
                <a:spLocks noChangeShapeType="1"/>
              </p:cNvSpPr>
              <p:nvPr/>
            </p:nvSpPr>
            <p:spPr bwMode="auto">
              <a:xfrm>
                <a:off x="307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6080" name="Line 48">
              <a:extLst>
                <a:ext uri="{FF2B5EF4-FFF2-40B4-BE49-F238E27FC236}">
                  <a16:creationId xmlns:a16="http://schemas.microsoft.com/office/drawing/2014/main" id="{82A765A0-E04D-488B-9C00-6B7E3C29FA93}"/>
                </a:ext>
              </a:extLst>
            </p:cNvPr>
            <p:cNvSpPr>
              <a:spLocks noChangeShapeType="1"/>
            </p:cNvSpPr>
            <p:nvPr/>
          </p:nvSpPr>
          <p:spPr bwMode="auto">
            <a:xfrm flipH="1">
              <a:off x="1025" y="1657"/>
              <a:ext cx="1248"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81" name="Line 49">
              <a:extLst>
                <a:ext uri="{FF2B5EF4-FFF2-40B4-BE49-F238E27FC236}">
                  <a16:creationId xmlns:a16="http://schemas.microsoft.com/office/drawing/2014/main" id="{EBEEEAB3-14A3-4065-858A-8E81771994C5}"/>
                </a:ext>
              </a:extLst>
            </p:cNvPr>
            <p:cNvSpPr>
              <a:spLocks noChangeShapeType="1"/>
            </p:cNvSpPr>
            <p:nvPr/>
          </p:nvSpPr>
          <p:spPr bwMode="auto">
            <a:xfrm flipH="1">
              <a:off x="2465" y="1657"/>
              <a:ext cx="192"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82" name="Line 50">
              <a:extLst>
                <a:ext uri="{FF2B5EF4-FFF2-40B4-BE49-F238E27FC236}">
                  <a16:creationId xmlns:a16="http://schemas.microsoft.com/office/drawing/2014/main" id="{4C5BAE76-C845-4CE8-A9B0-701AAE06CB22}"/>
                </a:ext>
              </a:extLst>
            </p:cNvPr>
            <p:cNvSpPr>
              <a:spLocks noChangeShapeType="1"/>
            </p:cNvSpPr>
            <p:nvPr/>
          </p:nvSpPr>
          <p:spPr bwMode="auto">
            <a:xfrm flipH="1">
              <a:off x="353" y="2473"/>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83" name="Line 51">
              <a:extLst>
                <a:ext uri="{FF2B5EF4-FFF2-40B4-BE49-F238E27FC236}">
                  <a16:creationId xmlns:a16="http://schemas.microsoft.com/office/drawing/2014/main" id="{EA88C7CC-6CA6-416F-809C-A615E6701FBB}"/>
                </a:ext>
              </a:extLst>
            </p:cNvPr>
            <p:cNvSpPr>
              <a:spLocks noChangeShapeType="1"/>
            </p:cNvSpPr>
            <p:nvPr/>
          </p:nvSpPr>
          <p:spPr bwMode="auto">
            <a:xfrm flipH="1">
              <a:off x="1121" y="2473"/>
              <a:ext cx="33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84" name="Line 52">
              <a:extLst>
                <a:ext uri="{FF2B5EF4-FFF2-40B4-BE49-F238E27FC236}">
                  <a16:creationId xmlns:a16="http://schemas.microsoft.com/office/drawing/2014/main" id="{AE067F79-5AA6-479E-A5E2-D51A415ADB54}"/>
                </a:ext>
              </a:extLst>
            </p:cNvPr>
            <p:cNvSpPr>
              <a:spLocks noChangeShapeType="1"/>
            </p:cNvSpPr>
            <p:nvPr/>
          </p:nvSpPr>
          <p:spPr bwMode="auto">
            <a:xfrm flipH="1">
              <a:off x="1889" y="2425"/>
              <a:ext cx="57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85" name="Line 53">
              <a:extLst>
                <a:ext uri="{FF2B5EF4-FFF2-40B4-BE49-F238E27FC236}">
                  <a16:creationId xmlns:a16="http://schemas.microsoft.com/office/drawing/2014/main" id="{F6300B26-F98F-4E97-BAEC-561D9B5BFC3C}"/>
                </a:ext>
              </a:extLst>
            </p:cNvPr>
            <p:cNvSpPr>
              <a:spLocks noChangeShapeType="1"/>
            </p:cNvSpPr>
            <p:nvPr/>
          </p:nvSpPr>
          <p:spPr bwMode="auto">
            <a:xfrm flipH="1">
              <a:off x="2705" y="2473"/>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86" name="Line 54">
              <a:extLst>
                <a:ext uri="{FF2B5EF4-FFF2-40B4-BE49-F238E27FC236}">
                  <a16:creationId xmlns:a16="http://schemas.microsoft.com/office/drawing/2014/main" id="{6EFB91FF-2618-4303-8998-1788183F2082}"/>
                </a:ext>
              </a:extLst>
            </p:cNvPr>
            <p:cNvSpPr>
              <a:spLocks noChangeShapeType="1"/>
            </p:cNvSpPr>
            <p:nvPr/>
          </p:nvSpPr>
          <p:spPr bwMode="auto">
            <a:xfrm>
              <a:off x="3329" y="2473"/>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87" name="Line 55">
              <a:extLst>
                <a:ext uri="{FF2B5EF4-FFF2-40B4-BE49-F238E27FC236}">
                  <a16:creationId xmlns:a16="http://schemas.microsoft.com/office/drawing/2014/main" id="{5D08740C-B8EA-4062-BBF1-704D43562AAB}"/>
                </a:ext>
              </a:extLst>
            </p:cNvPr>
            <p:cNvSpPr>
              <a:spLocks noChangeShapeType="1"/>
            </p:cNvSpPr>
            <p:nvPr/>
          </p:nvSpPr>
          <p:spPr bwMode="auto">
            <a:xfrm>
              <a:off x="3953" y="2425"/>
              <a:ext cx="33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88" name="Line 56">
              <a:extLst>
                <a:ext uri="{FF2B5EF4-FFF2-40B4-BE49-F238E27FC236}">
                  <a16:creationId xmlns:a16="http://schemas.microsoft.com/office/drawing/2014/main" id="{BDE2DB2F-E716-4347-8F54-360B40AD549D}"/>
                </a:ext>
              </a:extLst>
            </p:cNvPr>
            <p:cNvSpPr>
              <a:spLocks noChangeShapeType="1"/>
            </p:cNvSpPr>
            <p:nvPr/>
          </p:nvSpPr>
          <p:spPr bwMode="auto">
            <a:xfrm>
              <a:off x="4385" y="2473"/>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89" name="Line 57">
              <a:extLst>
                <a:ext uri="{FF2B5EF4-FFF2-40B4-BE49-F238E27FC236}">
                  <a16:creationId xmlns:a16="http://schemas.microsoft.com/office/drawing/2014/main" id="{A9A735F0-DF08-43EB-AF95-4019E21318F5}"/>
                </a:ext>
              </a:extLst>
            </p:cNvPr>
            <p:cNvSpPr>
              <a:spLocks noChangeShapeType="1"/>
            </p:cNvSpPr>
            <p:nvPr/>
          </p:nvSpPr>
          <p:spPr bwMode="auto">
            <a:xfrm>
              <a:off x="3137" y="1705"/>
              <a:ext cx="816"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56090" name="Group 58">
              <a:extLst>
                <a:ext uri="{FF2B5EF4-FFF2-40B4-BE49-F238E27FC236}">
                  <a16:creationId xmlns:a16="http://schemas.microsoft.com/office/drawing/2014/main" id="{DC4442A4-E1EF-4F25-BD4E-D4A2BB2E3B42}"/>
                </a:ext>
              </a:extLst>
            </p:cNvPr>
            <p:cNvGrpSpPr>
              <a:grpSpLocks/>
            </p:cNvGrpSpPr>
            <p:nvPr/>
          </p:nvGrpSpPr>
          <p:grpSpPr bwMode="auto">
            <a:xfrm>
              <a:off x="113" y="3193"/>
              <a:ext cx="912" cy="192"/>
              <a:chOff x="144" y="2688"/>
              <a:chExt cx="912" cy="192"/>
            </a:xfrm>
          </p:grpSpPr>
          <p:sp>
            <p:nvSpPr>
              <p:cNvPr id="556091" name="Rectangle 59">
                <a:extLst>
                  <a:ext uri="{FF2B5EF4-FFF2-40B4-BE49-F238E27FC236}">
                    <a16:creationId xmlns:a16="http://schemas.microsoft.com/office/drawing/2014/main" id="{38D86BAE-6356-4FAC-AFDE-89BE70C3BADA}"/>
                  </a:ext>
                </a:extLst>
              </p:cNvPr>
              <p:cNvSpPr>
                <a:spLocks noChangeArrowheads="1"/>
              </p:cNvSpPr>
              <p:nvPr/>
            </p:nvSpPr>
            <p:spPr bwMode="auto">
              <a:xfrm>
                <a:off x="288"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2    5    </a:t>
                </a:r>
                <a:r>
                  <a:rPr lang="zh-CN" altLang="en-US" sz="1400" b="1"/>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56092" name="Line 60">
                <a:extLst>
                  <a:ext uri="{FF2B5EF4-FFF2-40B4-BE49-F238E27FC236}">
                    <a16:creationId xmlns:a16="http://schemas.microsoft.com/office/drawing/2014/main" id="{461D2E3B-5E0C-4304-9452-07B663B4C1B4}"/>
                  </a:ext>
                </a:extLst>
              </p:cNvPr>
              <p:cNvSpPr>
                <a:spLocks noChangeShapeType="1"/>
              </p:cNvSpPr>
              <p:nvPr/>
            </p:nvSpPr>
            <p:spPr bwMode="auto">
              <a:xfrm>
                <a:off x="2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93" name="Line 61">
                <a:extLst>
                  <a:ext uri="{FF2B5EF4-FFF2-40B4-BE49-F238E27FC236}">
                    <a16:creationId xmlns:a16="http://schemas.microsoft.com/office/drawing/2014/main" id="{3EB5CE9C-7A96-4350-B855-ED4A64420EB0}"/>
                  </a:ext>
                </a:extLst>
              </p:cNvPr>
              <p:cNvSpPr>
                <a:spLocks noChangeShapeType="1"/>
              </p:cNvSpPr>
              <p:nvPr/>
            </p:nvSpPr>
            <p:spPr bwMode="auto">
              <a:xfrm>
                <a:off x="48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94" name="Line 62">
                <a:extLst>
                  <a:ext uri="{FF2B5EF4-FFF2-40B4-BE49-F238E27FC236}">
                    <a16:creationId xmlns:a16="http://schemas.microsoft.com/office/drawing/2014/main" id="{E1A66335-5135-49C0-995E-632D2A0F0CF1}"/>
                  </a:ext>
                </a:extLst>
              </p:cNvPr>
              <p:cNvSpPr>
                <a:spLocks noChangeShapeType="1"/>
              </p:cNvSpPr>
              <p:nvPr/>
            </p:nvSpPr>
            <p:spPr bwMode="auto">
              <a:xfrm>
                <a:off x="72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95" name="Line 63">
                <a:extLst>
                  <a:ext uri="{FF2B5EF4-FFF2-40B4-BE49-F238E27FC236}">
                    <a16:creationId xmlns:a16="http://schemas.microsoft.com/office/drawing/2014/main" id="{3A706B98-0653-4898-96A0-F07F1E553FB0}"/>
                  </a:ext>
                </a:extLst>
              </p:cNvPr>
              <p:cNvSpPr>
                <a:spLocks noChangeShapeType="1"/>
              </p:cNvSpPr>
              <p:nvPr/>
            </p:nvSpPr>
            <p:spPr bwMode="auto">
              <a:xfrm>
                <a:off x="912"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096" name="Line 64">
                <a:extLst>
                  <a:ext uri="{FF2B5EF4-FFF2-40B4-BE49-F238E27FC236}">
                    <a16:creationId xmlns:a16="http://schemas.microsoft.com/office/drawing/2014/main" id="{6EFC0A89-AAF2-4844-BFB1-74CD58A8ABC6}"/>
                  </a:ext>
                </a:extLst>
              </p:cNvPr>
              <p:cNvSpPr>
                <a:spLocks noChangeShapeType="1"/>
              </p:cNvSpPr>
              <p:nvPr/>
            </p:nvSpPr>
            <p:spPr bwMode="auto">
              <a:xfrm>
                <a:off x="144"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6097" name="Group 65">
              <a:extLst>
                <a:ext uri="{FF2B5EF4-FFF2-40B4-BE49-F238E27FC236}">
                  <a16:creationId xmlns:a16="http://schemas.microsoft.com/office/drawing/2014/main" id="{339FF152-BFBD-4E11-B9A2-0FD7436434A7}"/>
                </a:ext>
              </a:extLst>
            </p:cNvPr>
            <p:cNvGrpSpPr>
              <a:grpSpLocks/>
            </p:cNvGrpSpPr>
            <p:nvPr/>
          </p:nvGrpSpPr>
          <p:grpSpPr bwMode="auto">
            <a:xfrm>
              <a:off x="1649" y="3193"/>
              <a:ext cx="960" cy="192"/>
              <a:chOff x="1680" y="2688"/>
              <a:chExt cx="960" cy="192"/>
            </a:xfrm>
          </p:grpSpPr>
          <p:grpSp>
            <p:nvGrpSpPr>
              <p:cNvPr id="556098" name="Group 66">
                <a:extLst>
                  <a:ext uri="{FF2B5EF4-FFF2-40B4-BE49-F238E27FC236}">
                    <a16:creationId xmlns:a16="http://schemas.microsoft.com/office/drawing/2014/main" id="{BA201038-268D-4EE8-A669-A4EF8800625F}"/>
                  </a:ext>
                </a:extLst>
              </p:cNvPr>
              <p:cNvGrpSpPr>
                <a:grpSpLocks/>
              </p:cNvGrpSpPr>
              <p:nvPr/>
            </p:nvGrpSpPr>
            <p:grpSpPr bwMode="auto">
              <a:xfrm>
                <a:off x="1824" y="2688"/>
                <a:ext cx="641" cy="192"/>
                <a:chOff x="1056" y="2976"/>
                <a:chExt cx="641" cy="192"/>
              </a:xfrm>
            </p:grpSpPr>
            <p:sp>
              <p:nvSpPr>
                <p:cNvPr id="556099" name="Rectangle 67">
                  <a:extLst>
                    <a:ext uri="{FF2B5EF4-FFF2-40B4-BE49-F238E27FC236}">
                      <a16:creationId xmlns:a16="http://schemas.microsoft.com/office/drawing/2014/main" id="{5B0A3961-4966-42E3-A9DA-A80C6F70BEF4}"/>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26</a:t>
                  </a:r>
                  <a:r>
                    <a:rPr lang="en-US" altLang="zh-CN" sz="1600" b="1">
                      <a:cs typeface="Arial" panose="020B0604020202020204" pitchFamily="34" charset="0"/>
                    </a:rPr>
                    <a:t>  </a:t>
                  </a:r>
                  <a:r>
                    <a:rPr lang="en-US" altLang="zh-CN" sz="1400" b="1">
                      <a:cs typeface="Arial" panose="020B0604020202020204" pitchFamily="34" charset="0"/>
                    </a:rPr>
                    <a:t>39 </a:t>
                  </a:r>
                  <a:r>
                    <a:rPr lang="en-US" altLang="zh-CN" sz="1600" b="1">
                      <a:cs typeface="Arial" panose="020B0604020202020204" pitchFamily="34" charset="0"/>
                    </a:rPr>
                    <a:t>  </a:t>
                  </a:r>
                  <a:r>
                    <a:rPr lang="en-US" altLang="zh-CN" sz="1400" b="1"/>
                    <a:t>48</a:t>
                  </a:r>
                  <a:endParaRPr lang="en-US" altLang="zh-CN" sz="1600">
                    <a:cs typeface="Arial" panose="020B0604020202020204" pitchFamily="34" charset="0"/>
                  </a:endParaRPr>
                </a:p>
              </p:txBody>
            </p:sp>
            <p:sp>
              <p:nvSpPr>
                <p:cNvPr id="556100" name="Line 68">
                  <a:extLst>
                    <a:ext uri="{FF2B5EF4-FFF2-40B4-BE49-F238E27FC236}">
                      <a16:creationId xmlns:a16="http://schemas.microsoft.com/office/drawing/2014/main" id="{53CE09F2-E174-48B3-9645-BFB1D187A103}"/>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101" name="Line 69">
                  <a:extLst>
                    <a:ext uri="{FF2B5EF4-FFF2-40B4-BE49-F238E27FC236}">
                      <a16:creationId xmlns:a16="http://schemas.microsoft.com/office/drawing/2014/main" id="{EFE11B7E-B88C-4D9E-8D14-F5D199ED8969}"/>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102" name="Line 70">
                  <a:extLst>
                    <a:ext uri="{FF2B5EF4-FFF2-40B4-BE49-F238E27FC236}">
                      <a16:creationId xmlns:a16="http://schemas.microsoft.com/office/drawing/2014/main" id="{53D45953-42BA-475C-9E5D-B6BD82D967D7}"/>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6103" name="Line 71">
                <a:extLst>
                  <a:ext uri="{FF2B5EF4-FFF2-40B4-BE49-F238E27FC236}">
                    <a16:creationId xmlns:a16="http://schemas.microsoft.com/office/drawing/2014/main" id="{ABBEFCA8-5ED8-4051-A260-46F55624E182}"/>
                  </a:ext>
                </a:extLst>
              </p:cNvPr>
              <p:cNvSpPr>
                <a:spLocks noChangeShapeType="1"/>
              </p:cNvSpPr>
              <p:nvPr/>
            </p:nvSpPr>
            <p:spPr bwMode="auto">
              <a:xfrm>
                <a:off x="16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104" name="Line 72">
                <a:extLst>
                  <a:ext uri="{FF2B5EF4-FFF2-40B4-BE49-F238E27FC236}">
                    <a16:creationId xmlns:a16="http://schemas.microsoft.com/office/drawing/2014/main" id="{E78B69C0-3848-456F-A833-94AC912007D6}"/>
                  </a:ext>
                </a:extLst>
              </p:cNvPr>
              <p:cNvSpPr>
                <a:spLocks noChangeShapeType="1"/>
              </p:cNvSpPr>
              <p:nvPr/>
            </p:nvSpPr>
            <p:spPr bwMode="auto">
              <a:xfrm>
                <a:off x="2448"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6105" name="Group 73">
              <a:extLst>
                <a:ext uri="{FF2B5EF4-FFF2-40B4-BE49-F238E27FC236}">
                  <a16:creationId xmlns:a16="http://schemas.microsoft.com/office/drawing/2014/main" id="{4B8E0F56-B004-4135-9106-566723E361B8}"/>
                </a:ext>
              </a:extLst>
            </p:cNvPr>
            <p:cNvGrpSpPr>
              <a:grpSpLocks/>
            </p:cNvGrpSpPr>
            <p:nvPr/>
          </p:nvGrpSpPr>
          <p:grpSpPr bwMode="auto">
            <a:xfrm>
              <a:off x="3233" y="3193"/>
              <a:ext cx="960" cy="192"/>
              <a:chOff x="3264" y="2688"/>
              <a:chExt cx="960" cy="192"/>
            </a:xfrm>
          </p:grpSpPr>
          <p:sp>
            <p:nvSpPr>
              <p:cNvPr id="556106" name="Rectangle 74">
                <a:extLst>
                  <a:ext uri="{FF2B5EF4-FFF2-40B4-BE49-F238E27FC236}">
                    <a16:creationId xmlns:a16="http://schemas.microsoft.com/office/drawing/2014/main" id="{E9A240A2-C38B-4470-B5A1-D47230EF1EE3}"/>
                  </a:ext>
                </a:extLst>
              </p:cNvPr>
              <p:cNvSpPr>
                <a:spLocks noChangeArrowheads="1"/>
              </p:cNvSpPr>
              <p:nvPr/>
            </p:nvSpPr>
            <p:spPr bwMode="auto">
              <a:xfrm>
                <a:off x="3456"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99</a:t>
                </a:r>
                <a:r>
                  <a:rPr lang="en-US" altLang="zh-CN" sz="1600" b="1">
                    <a:cs typeface="Arial" panose="020B0604020202020204" pitchFamily="34" charset="0"/>
                  </a:rPr>
                  <a:t> </a:t>
                </a:r>
                <a:r>
                  <a:rPr lang="en-US" altLang="zh-CN" sz="1400" b="1"/>
                  <a:t>120</a:t>
                </a:r>
                <a:r>
                  <a:rPr lang="en-US" altLang="zh-CN" sz="1600" b="1">
                    <a:cs typeface="Arial" panose="020B0604020202020204" pitchFamily="34" charset="0"/>
                  </a:rPr>
                  <a:t>  </a:t>
                </a:r>
                <a:r>
                  <a:rPr lang="zh-CN" altLang="en-US" sz="1400" b="1"/>
                  <a:t>－</a:t>
                </a:r>
                <a:endParaRPr lang="zh-CN" altLang="en-US" sz="1600">
                  <a:cs typeface="Arial" panose="020B0604020202020204" pitchFamily="34" charset="0"/>
                </a:endParaRPr>
              </a:p>
            </p:txBody>
          </p:sp>
          <p:sp>
            <p:nvSpPr>
              <p:cNvPr id="556107" name="Line 75">
                <a:extLst>
                  <a:ext uri="{FF2B5EF4-FFF2-40B4-BE49-F238E27FC236}">
                    <a16:creationId xmlns:a16="http://schemas.microsoft.com/office/drawing/2014/main" id="{ADFF91BE-8428-4F3C-A988-1E0BE28BE9D9}"/>
                  </a:ext>
                </a:extLst>
              </p:cNvPr>
              <p:cNvSpPr>
                <a:spLocks noChangeShapeType="1"/>
              </p:cNvSpPr>
              <p:nvPr/>
            </p:nvSpPr>
            <p:spPr bwMode="auto">
              <a:xfrm>
                <a:off x="3456"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108" name="Line 76">
                <a:extLst>
                  <a:ext uri="{FF2B5EF4-FFF2-40B4-BE49-F238E27FC236}">
                    <a16:creationId xmlns:a16="http://schemas.microsoft.com/office/drawing/2014/main" id="{185C4D65-9923-4251-8A34-681CDF83F34B}"/>
                  </a:ext>
                </a:extLst>
              </p:cNvPr>
              <p:cNvSpPr>
                <a:spLocks noChangeShapeType="1"/>
              </p:cNvSpPr>
              <p:nvPr/>
            </p:nvSpPr>
            <p:spPr bwMode="auto">
              <a:xfrm>
                <a:off x="364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109" name="Line 77">
                <a:extLst>
                  <a:ext uri="{FF2B5EF4-FFF2-40B4-BE49-F238E27FC236}">
                    <a16:creationId xmlns:a16="http://schemas.microsoft.com/office/drawing/2014/main" id="{B7310A30-ABAD-4F04-9B13-ACF4CEF1F42C}"/>
                  </a:ext>
                </a:extLst>
              </p:cNvPr>
              <p:cNvSpPr>
                <a:spLocks noChangeShapeType="1"/>
              </p:cNvSpPr>
              <p:nvPr/>
            </p:nvSpPr>
            <p:spPr bwMode="auto">
              <a:xfrm>
                <a:off x="38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110" name="Line 78">
                <a:extLst>
                  <a:ext uri="{FF2B5EF4-FFF2-40B4-BE49-F238E27FC236}">
                    <a16:creationId xmlns:a16="http://schemas.microsoft.com/office/drawing/2014/main" id="{DB99CBB3-214E-4285-87CD-F29BF71ABD04}"/>
                  </a:ext>
                </a:extLst>
              </p:cNvPr>
              <p:cNvSpPr>
                <a:spLocks noChangeShapeType="1"/>
              </p:cNvSpPr>
              <p:nvPr/>
            </p:nvSpPr>
            <p:spPr bwMode="auto">
              <a:xfrm>
                <a:off x="3264"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6111" name="Line 79">
                <a:extLst>
                  <a:ext uri="{FF2B5EF4-FFF2-40B4-BE49-F238E27FC236}">
                    <a16:creationId xmlns:a16="http://schemas.microsoft.com/office/drawing/2014/main" id="{D961249D-5E88-4B2A-B45A-3F5D0FF49B4C}"/>
                  </a:ext>
                </a:extLst>
              </p:cNvPr>
              <p:cNvSpPr>
                <a:spLocks noChangeShapeType="1"/>
              </p:cNvSpPr>
              <p:nvPr/>
            </p:nvSpPr>
            <p:spPr bwMode="auto">
              <a:xfrm>
                <a:off x="40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6112" name="Line 80">
              <a:extLst>
                <a:ext uri="{FF2B5EF4-FFF2-40B4-BE49-F238E27FC236}">
                  <a16:creationId xmlns:a16="http://schemas.microsoft.com/office/drawing/2014/main" id="{8AD106D3-05F5-4F85-9B83-700BE101B86F}"/>
                </a:ext>
              </a:extLst>
            </p:cNvPr>
            <p:cNvSpPr>
              <a:spLocks noChangeShapeType="1"/>
            </p:cNvSpPr>
            <p:nvPr/>
          </p:nvSpPr>
          <p:spPr bwMode="auto">
            <a:xfrm>
              <a:off x="4844" y="3289"/>
              <a:ext cx="9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6113" name="Rectangle 81">
            <a:extLst>
              <a:ext uri="{FF2B5EF4-FFF2-40B4-BE49-F238E27FC236}">
                <a16:creationId xmlns:a16="http://schemas.microsoft.com/office/drawing/2014/main" id="{E7C3A7D3-63B7-4D93-B766-4C181ED0CF98}"/>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56037">
                                            <p:txEl>
                                              <p:pRg st="2" end="2"/>
                                            </p:txEl>
                                          </p:spTgt>
                                        </p:tgtEl>
                                        <p:attrNameLst>
                                          <p:attrName>style.visibility</p:attrName>
                                        </p:attrNameLst>
                                      </p:cBhvr>
                                      <p:to>
                                        <p:strVal val="visible"/>
                                      </p:to>
                                    </p:set>
                                    <p:animEffect transition="in" filter="wipe(left)">
                                      <p:cBhvr>
                                        <p:cTn id="7" dur="1000"/>
                                        <p:tgtEl>
                                          <p:spTgt spid="556037">
                                            <p:txEl>
                                              <p:pRg st="2" end="2"/>
                                            </p:txEl>
                                          </p:spTgt>
                                        </p:tgtEl>
                                      </p:cBhvr>
                                    </p:animEffect>
                                  </p:childTnLst>
                                </p:cTn>
                              </p:par>
                            </p:childTnLst>
                          </p:cTn>
                        </p:par>
                        <p:par>
                          <p:cTn id="8" fill="hold" nodeType="afterGroup">
                            <p:stCondLst>
                              <p:cond delay="1000"/>
                            </p:stCondLst>
                            <p:childTnLst>
                              <p:par>
                                <p:cTn id="9" presetID="8" presetClass="entr" presetSubtype="16" fill="hold" nodeType="afterEffect">
                                  <p:stCondLst>
                                    <p:cond delay="0"/>
                                  </p:stCondLst>
                                  <p:childTnLst>
                                    <p:set>
                                      <p:cBhvr>
                                        <p:cTn id="10" dur="1" fill="hold">
                                          <p:stCondLst>
                                            <p:cond delay="0"/>
                                          </p:stCondLst>
                                        </p:cTn>
                                        <p:tgtEl>
                                          <p:spTgt spid="556040"/>
                                        </p:tgtEl>
                                        <p:attrNameLst>
                                          <p:attrName>style.visibility</p:attrName>
                                        </p:attrNameLst>
                                      </p:cBhvr>
                                      <p:to>
                                        <p:strVal val="visible"/>
                                      </p:to>
                                    </p:set>
                                    <p:animEffect transition="in" filter="diamond(in)">
                                      <p:cBhvr>
                                        <p:cTn id="11" dur="500"/>
                                        <p:tgtEl>
                                          <p:spTgt spid="556040"/>
                                        </p:tgtEl>
                                      </p:cBhvr>
                                    </p:animEffect>
                                  </p:childTnLst>
                                </p:cTn>
                              </p:par>
                            </p:childTnLst>
                          </p:cTn>
                        </p:par>
                        <p:par>
                          <p:cTn id="12" fill="hold" nodeType="afterGroup">
                            <p:stCondLst>
                              <p:cond delay="1500"/>
                            </p:stCondLst>
                            <p:childTnLst>
                              <p:par>
                                <p:cTn id="13" presetID="4" presetClass="entr" presetSubtype="16" fill="hold" nodeType="afterEffect">
                                  <p:stCondLst>
                                    <p:cond delay="0"/>
                                  </p:stCondLst>
                                  <p:childTnLst>
                                    <p:set>
                                      <p:cBhvr>
                                        <p:cTn id="14" dur="1" fill="hold">
                                          <p:stCondLst>
                                            <p:cond delay="0"/>
                                          </p:stCondLst>
                                        </p:cTn>
                                        <p:tgtEl>
                                          <p:spTgt spid="556114"/>
                                        </p:tgtEl>
                                        <p:attrNameLst>
                                          <p:attrName>style.visibility</p:attrName>
                                        </p:attrNameLst>
                                      </p:cBhvr>
                                      <p:to>
                                        <p:strVal val="visible"/>
                                      </p:to>
                                    </p:set>
                                    <p:animEffect transition="in" filter="box(in)">
                                      <p:cBhvr>
                                        <p:cTn id="15" dur="1000"/>
                                        <p:tgtEl>
                                          <p:spTgt spid="556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3" name="Rectangle 5">
            <a:extLst>
              <a:ext uri="{FF2B5EF4-FFF2-40B4-BE49-F238E27FC236}">
                <a16:creationId xmlns:a16="http://schemas.microsoft.com/office/drawing/2014/main" id="{B4A248D8-DDA2-4D98-A004-9BC5D3B1C770}"/>
              </a:ext>
            </a:extLst>
          </p:cNvPr>
          <p:cNvSpPr>
            <a:spLocks noChangeArrowheads="1"/>
          </p:cNvSpPr>
          <p:nvPr/>
        </p:nvSpPr>
        <p:spPr bwMode="auto">
          <a:xfrm>
            <a:off x="468313" y="1185863"/>
            <a:ext cx="8207375"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5</a:t>
            </a:r>
            <a:r>
              <a:rPr lang="zh-CN" altLang="en-US" sz="3000">
                <a:solidFill>
                  <a:srgbClr val="660033"/>
                </a:solidFill>
                <a:ea typeface="华文新魏" panose="02010800040101010101" pitchFamily="2" charset="-122"/>
              </a:rPr>
              <a:t>、</a:t>
            </a:r>
            <a:r>
              <a:rPr lang="en-US" altLang="zh-CN" sz="3000">
                <a:solidFill>
                  <a:srgbClr val="660033"/>
                </a:solidFill>
                <a:ea typeface="华文新魏" panose="02010800040101010101" pitchFamily="2" charset="-122"/>
              </a:rPr>
              <a:t>B</a:t>
            </a:r>
            <a:r>
              <a:rPr lang="en-US" altLang="zh-CN" sz="3000" baseline="30000">
                <a:solidFill>
                  <a:srgbClr val="660033"/>
                </a:solidFill>
                <a:ea typeface="华文新魏" panose="02010800040101010101" pitchFamily="2" charset="-122"/>
              </a:rPr>
              <a:t>+</a:t>
            </a:r>
            <a:r>
              <a:rPr lang="zh-CN" altLang="en-US" sz="3000">
                <a:solidFill>
                  <a:srgbClr val="660033"/>
                </a:solidFill>
                <a:ea typeface="华文新魏" panose="02010800040101010101" pitchFamily="2" charset="-122"/>
              </a:rPr>
              <a:t>树的操作</a:t>
            </a:r>
            <a:endParaRPr lang="en-US" altLang="zh-CN" sz="3000">
              <a:solidFill>
                <a:srgbClr val="660033"/>
              </a:solidFill>
              <a:ea typeface="华文新魏" panose="02010800040101010101" pitchFamily="2" charset="-122"/>
            </a:endParaRPr>
          </a:p>
          <a:p>
            <a:pPr algn="just">
              <a:lnSpc>
                <a:spcPct val="140000"/>
              </a:lnSpc>
              <a:spcBef>
                <a:spcPct val="50000"/>
              </a:spcBef>
              <a:buClrTx/>
              <a:buSzTx/>
              <a:buFontTx/>
              <a:buNone/>
            </a:pPr>
            <a:r>
              <a:rPr lang="zh-CN" altLang="en-US" b="0">
                <a:solidFill>
                  <a:srgbClr val="660066"/>
                </a:solidFill>
                <a:effectLst/>
                <a:latin typeface="黑体" panose="02010609060101010101" pitchFamily="49" charset="-122"/>
                <a:ea typeface="黑体" panose="02010609060101010101" pitchFamily="49" charset="-122"/>
              </a:rPr>
              <a:t>   </a:t>
            </a:r>
            <a:r>
              <a:rPr lang="zh-CN" altLang="en-US">
                <a:solidFill>
                  <a:srgbClr val="660066"/>
                </a:solidFill>
                <a:latin typeface="黑体" panose="02010609060101010101" pitchFamily="49" charset="-122"/>
                <a:ea typeface="黑体" panose="02010609060101010101" pitchFamily="49" charset="-122"/>
              </a:rPr>
              <a:t>（</a:t>
            </a:r>
            <a:r>
              <a:rPr lang="en-US" altLang="zh-CN">
                <a:solidFill>
                  <a:srgbClr val="660066"/>
                </a:solidFill>
                <a:latin typeface="黑体" panose="02010609060101010101" pitchFamily="49" charset="-122"/>
                <a:ea typeface="黑体" panose="02010609060101010101" pitchFamily="49" charset="-122"/>
              </a:rPr>
              <a:t>2</a:t>
            </a:r>
            <a:r>
              <a:rPr lang="zh-CN" altLang="en-US">
                <a:solidFill>
                  <a:srgbClr val="660066"/>
                </a:solidFill>
                <a:latin typeface="黑体" panose="02010609060101010101" pitchFamily="49" charset="-122"/>
                <a:ea typeface="黑体" panose="02010609060101010101" pitchFamily="49" charset="-122"/>
              </a:rPr>
              <a:t>）修改</a:t>
            </a:r>
          </a:p>
          <a:p>
            <a:pPr>
              <a:lnSpc>
                <a:spcPct val="140000"/>
              </a:lnSpc>
            </a:pPr>
            <a:r>
              <a:rPr lang="zh-CN" altLang="en-US"/>
              <a:t>      核心是通过查询方式找到要查询的纪录。</a:t>
            </a:r>
            <a:endParaRPr lang="zh-CN" altLang="en-US">
              <a:latin typeface="黑体" panose="02010609060101010101" pitchFamily="49" charset="-122"/>
              <a:ea typeface="黑体" panose="02010609060101010101" pitchFamily="49" charset="-122"/>
            </a:endParaRPr>
          </a:p>
        </p:txBody>
      </p:sp>
      <p:sp>
        <p:nvSpPr>
          <p:cNvPr id="595974" name="Rectangle 6">
            <a:extLst>
              <a:ext uri="{FF2B5EF4-FFF2-40B4-BE49-F238E27FC236}">
                <a16:creationId xmlns:a16="http://schemas.microsoft.com/office/drawing/2014/main" id="{1C5800A3-D176-43D7-8877-51FD36E9A83B}"/>
              </a:ext>
            </a:extLst>
          </p:cNvPr>
          <p:cNvSpPr>
            <a:spLocks noChangeArrowheads="1"/>
          </p:cNvSpPr>
          <p:nvPr/>
        </p:nvSpPr>
        <p:spPr bwMode="auto">
          <a:xfrm>
            <a:off x="804863"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95973">
                                            <p:txEl>
                                              <p:pRg st="1" end="1"/>
                                            </p:txEl>
                                          </p:spTgt>
                                        </p:tgtEl>
                                        <p:attrNameLst>
                                          <p:attrName>style.visibility</p:attrName>
                                        </p:attrNameLst>
                                      </p:cBhvr>
                                      <p:to>
                                        <p:strVal val="visible"/>
                                      </p:to>
                                    </p:set>
                                    <p:animEffect transition="in" filter="wipe(up)">
                                      <p:cBhvr>
                                        <p:cTn id="7" dur="1000"/>
                                        <p:tgtEl>
                                          <p:spTgt spid="595973">
                                            <p:txEl>
                                              <p:pRg st="1" end="1"/>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95973">
                                            <p:txEl>
                                              <p:pRg st="2" end="2"/>
                                            </p:txEl>
                                          </p:spTgt>
                                        </p:tgtEl>
                                        <p:attrNameLst>
                                          <p:attrName>style.visibility</p:attrName>
                                        </p:attrNameLst>
                                      </p:cBhvr>
                                      <p:to>
                                        <p:strVal val="visible"/>
                                      </p:to>
                                    </p:set>
                                    <p:animEffect transition="in" filter="wipe(up)">
                                      <p:cBhvr>
                                        <p:cTn id="11" dur="2000"/>
                                        <p:tgtEl>
                                          <p:spTgt spid="59597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21" name="Rectangle 5">
            <a:extLst>
              <a:ext uri="{FF2B5EF4-FFF2-40B4-BE49-F238E27FC236}">
                <a16:creationId xmlns:a16="http://schemas.microsoft.com/office/drawing/2014/main" id="{C203F4C6-0CB0-461B-AAD0-82E2445589BF}"/>
              </a:ext>
            </a:extLst>
          </p:cNvPr>
          <p:cNvSpPr>
            <a:spLocks noChangeArrowheads="1"/>
          </p:cNvSpPr>
          <p:nvPr/>
        </p:nvSpPr>
        <p:spPr bwMode="auto">
          <a:xfrm>
            <a:off x="468313" y="1185863"/>
            <a:ext cx="8207375" cy="1595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10000"/>
              </a:lnSpc>
              <a:spcBef>
                <a:spcPct val="5000"/>
              </a:spcBef>
            </a:pPr>
            <a:r>
              <a:rPr lang="en-US" altLang="zh-CN" sz="3000">
                <a:solidFill>
                  <a:srgbClr val="660033"/>
                </a:solidFill>
                <a:ea typeface="华文新魏" panose="02010800040101010101" pitchFamily="2" charset="-122"/>
              </a:rPr>
              <a:t>      5</a:t>
            </a:r>
            <a:r>
              <a:rPr lang="zh-CN" altLang="en-US" sz="3000">
                <a:solidFill>
                  <a:srgbClr val="660033"/>
                </a:solidFill>
                <a:ea typeface="华文新魏" panose="02010800040101010101" pitchFamily="2" charset="-122"/>
              </a:rPr>
              <a:t>、</a:t>
            </a:r>
            <a:r>
              <a:rPr lang="en-US" altLang="zh-CN" sz="3000">
                <a:solidFill>
                  <a:srgbClr val="660033"/>
                </a:solidFill>
                <a:ea typeface="华文新魏" panose="02010800040101010101" pitchFamily="2" charset="-122"/>
              </a:rPr>
              <a:t>B</a:t>
            </a:r>
            <a:r>
              <a:rPr lang="en-US" altLang="zh-CN" sz="3000" baseline="30000">
                <a:solidFill>
                  <a:srgbClr val="660033"/>
                </a:solidFill>
                <a:ea typeface="华文新魏" panose="02010800040101010101" pitchFamily="2" charset="-122"/>
              </a:rPr>
              <a:t>+</a:t>
            </a:r>
            <a:r>
              <a:rPr lang="zh-CN" altLang="en-US" sz="3000">
                <a:solidFill>
                  <a:srgbClr val="660033"/>
                </a:solidFill>
                <a:ea typeface="华文新魏" panose="02010800040101010101" pitchFamily="2" charset="-122"/>
              </a:rPr>
              <a:t>树的操作</a:t>
            </a:r>
            <a:endParaRPr lang="en-US" altLang="zh-CN" sz="3000">
              <a:solidFill>
                <a:srgbClr val="660033"/>
              </a:solidFill>
              <a:ea typeface="华文新魏" panose="02010800040101010101" pitchFamily="2" charset="-122"/>
            </a:endParaRPr>
          </a:p>
          <a:p>
            <a:pPr algn="just">
              <a:lnSpc>
                <a:spcPct val="110000"/>
              </a:lnSpc>
              <a:spcBef>
                <a:spcPct val="15000"/>
              </a:spcBef>
              <a:buClrTx/>
              <a:buSzTx/>
              <a:buFontTx/>
              <a:buNone/>
            </a:pPr>
            <a:r>
              <a:rPr lang="zh-CN" altLang="en-US" b="0">
                <a:solidFill>
                  <a:srgbClr val="660066"/>
                </a:solidFill>
                <a:effectLst/>
                <a:latin typeface="黑体" panose="02010609060101010101" pitchFamily="49" charset="-122"/>
                <a:ea typeface="黑体" panose="02010609060101010101" pitchFamily="49" charset="-122"/>
              </a:rPr>
              <a:t>   </a:t>
            </a:r>
            <a:r>
              <a:rPr lang="zh-CN" altLang="en-US">
                <a:solidFill>
                  <a:srgbClr val="660066"/>
                </a:solidFill>
                <a:latin typeface="黑体" panose="02010609060101010101" pitchFamily="49" charset="-122"/>
                <a:ea typeface="黑体" panose="02010609060101010101" pitchFamily="49" charset="-122"/>
              </a:rPr>
              <a:t>（</a:t>
            </a:r>
            <a:r>
              <a:rPr lang="en-US" altLang="zh-CN">
                <a:solidFill>
                  <a:srgbClr val="660066"/>
                </a:solidFill>
                <a:latin typeface="黑体" panose="02010609060101010101" pitchFamily="49" charset="-122"/>
                <a:ea typeface="黑体" panose="02010609060101010101" pitchFamily="49" charset="-122"/>
              </a:rPr>
              <a:t>3</a:t>
            </a:r>
            <a:r>
              <a:rPr lang="zh-CN" altLang="en-US">
                <a:solidFill>
                  <a:srgbClr val="660066"/>
                </a:solidFill>
                <a:latin typeface="黑体" panose="02010609060101010101" pitchFamily="49" charset="-122"/>
                <a:ea typeface="黑体" panose="02010609060101010101" pitchFamily="49" charset="-122"/>
              </a:rPr>
              <a:t>）插入</a:t>
            </a:r>
          </a:p>
          <a:p>
            <a:pPr algn="just">
              <a:lnSpc>
                <a:spcPct val="110000"/>
              </a:lnSpc>
              <a:spcBef>
                <a:spcPct val="15000"/>
              </a:spcBef>
              <a:buClrTx/>
              <a:buSzTx/>
              <a:buFontTx/>
              <a:buNone/>
            </a:pPr>
            <a:r>
              <a:rPr lang="zh-CN" altLang="en-US" sz="2600">
                <a:latin typeface="楷体_GB2312" pitchFamily="49" charset="-122"/>
              </a:rPr>
              <a:t>    在图</a:t>
            </a:r>
            <a:r>
              <a:rPr lang="en-US" altLang="zh-CN" sz="2600">
                <a:latin typeface="楷体_GB2312" pitchFamily="49" charset="-122"/>
              </a:rPr>
              <a:t>6.26</a:t>
            </a:r>
            <a:r>
              <a:rPr lang="zh-CN" altLang="en-US" sz="2600">
                <a:latin typeface="楷体_GB2312" pitchFamily="49" charset="-122"/>
              </a:rPr>
              <a:t>插入主键值为</a:t>
            </a:r>
            <a:r>
              <a:rPr lang="en-US" altLang="zh-CN" sz="2600">
                <a:latin typeface="楷体_GB2312" pitchFamily="49" charset="-122"/>
              </a:rPr>
              <a:t>41</a:t>
            </a:r>
            <a:r>
              <a:rPr lang="zh-CN" altLang="en-US" sz="2600">
                <a:latin typeface="楷体_GB2312" pitchFamily="49" charset="-122"/>
              </a:rPr>
              <a:t>的数据记录</a:t>
            </a:r>
            <a:r>
              <a:rPr lang="en-US" altLang="zh-CN" sz="2600">
                <a:latin typeface="楷体_GB2312" pitchFamily="49" charset="-122"/>
              </a:rPr>
              <a:t>.</a:t>
            </a:r>
          </a:p>
        </p:txBody>
      </p:sp>
      <p:grpSp>
        <p:nvGrpSpPr>
          <p:cNvPr id="598099" name="Group 83">
            <a:extLst>
              <a:ext uri="{FF2B5EF4-FFF2-40B4-BE49-F238E27FC236}">
                <a16:creationId xmlns:a16="http://schemas.microsoft.com/office/drawing/2014/main" id="{B8803BED-FB5F-46B6-A966-F31E0D7091C4}"/>
              </a:ext>
            </a:extLst>
          </p:cNvPr>
          <p:cNvGrpSpPr>
            <a:grpSpLocks/>
          </p:cNvGrpSpPr>
          <p:nvPr/>
        </p:nvGrpSpPr>
        <p:grpSpPr bwMode="auto">
          <a:xfrm>
            <a:off x="400050" y="2827338"/>
            <a:ext cx="7772400" cy="3697287"/>
            <a:chOff x="252" y="1781"/>
            <a:chExt cx="4896" cy="2329"/>
          </a:xfrm>
        </p:grpSpPr>
        <p:sp>
          <p:nvSpPr>
            <p:cNvPr id="598022" name="Text Box 6">
              <a:extLst>
                <a:ext uri="{FF2B5EF4-FFF2-40B4-BE49-F238E27FC236}">
                  <a16:creationId xmlns:a16="http://schemas.microsoft.com/office/drawing/2014/main" id="{FBAD7000-6999-433A-A450-4C50BAB7E2AF}"/>
                </a:ext>
              </a:extLst>
            </p:cNvPr>
            <p:cNvSpPr txBox="1">
              <a:spLocks noChangeArrowheads="1"/>
            </p:cNvSpPr>
            <p:nvPr/>
          </p:nvSpPr>
          <p:spPr bwMode="auto">
            <a:xfrm>
              <a:off x="1701" y="3841"/>
              <a:ext cx="263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200" b="1"/>
                <a:t>图</a:t>
              </a:r>
              <a:r>
                <a:rPr lang="en-US" altLang="zh-CN" sz="2200" b="1"/>
                <a:t>3.26</a:t>
              </a:r>
              <a:r>
                <a:rPr lang="zh-CN" altLang="en-US" sz="2200" b="1"/>
                <a:t>　图</a:t>
              </a:r>
              <a:r>
                <a:rPr lang="en-US" altLang="zh-CN" sz="2200" b="1"/>
                <a:t>3.23</a:t>
              </a:r>
              <a:r>
                <a:rPr lang="zh-CN" altLang="en-US" sz="2200" b="1"/>
                <a:t>中</a:t>
              </a:r>
              <a:r>
                <a:rPr lang="en-US" altLang="zh-CN" sz="2200" b="1"/>
                <a:t>B- </a:t>
              </a:r>
              <a:r>
                <a:rPr lang="zh-CN" altLang="en-US" sz="2200" b="1"/>
                <a:t>树的      树</a:t>
              </a:r>
            </a:p>
          </p:txBody>
        </p:sp>
        <p:graphicFrame>
          <p:nvGraphicFramePr>
            <p:cNvPr id="598023" name="Object 7">
              <a:extLst>
                <a:ext uri="{FF2B5EF4-FFF2-40B4-BE49-F238E27FC236}">
                  <a16:creationId xmlns:a16="http://schemas.microsoft.com/office/drawing/2014/main" id="{52E55DA8-9CE3-4602-9F01-39BE58D18C9D}"/>
                </a:ext>
              </a:extLst>
            </p:cNvPr>
            <p:cNvGraphicFramePr>
              <a:graphicFrameLocks noChangeAspect="1"/>
            </p:cNvGraphicFramePr>
            <p:nvPr/>
          </p:nvGraphicFramePr>
          <p:xfrm>
            <a:off x="3787" y="3888"/>
            <a:ext cx="192" cy="176"/>
          </p:xfrm>
          <a:graphic>
            <a:graphicData uri="http://schemas.openxmlformats.org/presentationml/2006/ole">
              <mc:AlternateContent xmlns:mc="http://schemas.openxmlformats.org/markup-compatibility/2006">
                <mc:Choice xmlns:v="urn:schemas-microsoft-com:vml" Requires="v">
                  <p:oleObj spid="_x0000_s598100" name="Equation" r:id="rId3" imgW="304560" imgH="279360" progId="Equation.3">
                    <p:embed/>
                  </p:oleObj>
                </mc:Choice>
                <mc:Fallback>
                  <p:oleObj name="Equation" r:id="rId3" imgW="304560" imgH="27936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7" y="3888"/>
                          <a:ext cx="192"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98024" name="Group 8">
              <a:extLst>
                <a:ext uri="{FF2B5EF4-FFF2-40B4-BE49-F238E27FC236}">
                  <a16:creationId xmlns:a16="http://schemas.microsoft.com/office/drawing/2014/main" id="{74FD12F8-63B3-4037-B867-3EFD49F66F55}"/>
                </a:ext>
              </a:extLst>
            </p:cNvPr>
            <p:cNvGrpSpPr>
              <a:grpSpLocks/>
            </p:cNvGrpSpPr>
            <p:nvPr/>
          </p:nvGrpSpPr>
          <p:grpSpPr bwMode="auto">
            <a:xfrm>
              <a:off x="252" y="1887"/>
              <a:ext cx="4896" cy="1824"/>
              <a:chOff x="113" y="1561"/>
              <a:chExt cx="4896" cy="1824"/>
            </a:xfrm>
          </p:grpSpPr>
          <p:grpSp>
            <p:nvGrpSpPr>
              <p:cNvPr id="598025" name="Group 9">
                <a:extLst>
                  <a:ext uri="{FF2B5EF4-FFF2-40B4-BE49-F238E27FC236}">
                    <a16:creationId xmlns:a16="http://schemas.microsoft.com/office/drawing/2014/main" id="{E11B924D-08DB-4A61-9E16-E8A4D7FBA129}"/>
                  </a:ext>
                </a:extLst>
              </p:cNvPr>
              <p:cNvGrpSpPr>
                <a:grpSpLocks/>
              </p:cNvGrpSpPr>
              <p:nvPr/>
            </p:nvGrpSpPr>
            <p:grpSpPr bwMode="auto">
              <a:xfrm>
                <a:off x="929" y="2329"/>
                <a:ext cx="1073" cy="192"/>
                <a:chOff x="960" y="1824"/>
                <a:chExt cx="1073" cy="192"/>
              </a:xfrm>
            </p:grpSpPr>
            <p:sp>
              <p:nvSpPr>
                <p:cNvPr id="598026" name="Rectangle 10">
                  <a:extLst>
                    <a:ext uri="{FF2B5EF4-FFF2-40B4-BE49-F238E27FC236}">
                      <a16:creationId xmlns:a16="http://schemas.microsoft.com/office/drawing/2014/main" id="{F95F21FE-24CE-428F-9A58-C7DD1281ED77}"/>
                    </a:ext>
                  </a:extLst>
                </p:cNvPr>
                <p:cNvSpPr>
                  <a:spLocks noChangeArrowheads="1"/>
                </p:cNvSpPr>
                <p:nvPr/>
              </p:nvSpPr>
              <p:spPr bwMode="auto">
                <a:xfrm>
                  <a:off x="96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9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8027" name="Line 11">
                  <a:extLst>
                    <a:ext uri="{FF2B5EF4-FFF2-40B4-BE49-F238E27FC236}">
                      <a16:creationId xmlns:a16="http://schemas.microsoft.com/office/drawing/2014/main" id="{3851DFAA-D7C2-455C-BA4C-9A7A912004C2}"/>
                    </a:ext>
                  </a:extLst>
                </p:cNvPr>
                <p:cNvSpPr>
                  <a:spLocks noChangeShapeType="1"/>
                </p:cNvSpPr>
                <p:nvPr/>
              </p:nvSpPr>
              <p:spPr bwMode="auto">
                <a:xfrm>
                  <a:off x="11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28" name="Line 12">
                  <a:extLst>
                    <a:ext uri="{FF2B5EF4-FFF2-40B4-BE49-F238E27FC236}">
                      <a16:creationId xmlns:a16="http://schemas.microsoft.com/office/drawing/2014/main" id="{9EAEBFCB-CFDC-429D-A7F3-953B379AE3A6}"/>
                    </a:ext>
                  </a:extLst>
                </p:cNvPr>
                <p:cNvSpPr>
                  <a:spLocks noChangeShapeType="1"/>
                </p:cNvSpPr>
                <p:nvPr/>
              </p:nvSpPr>
              <p:spPr bwMode="auto">
                <a:xfrm>
                  <a:off x="13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29" name="Line 13">
                  <a:extLst>
                    <a:ext uri="{FF2B5EF4-FFF2-40B4-BE49-F238E27FC236}">
                      <a16:creationId xmlns:a16="http://schemas.microsoft.com/office/drawing/2014/main" id="{C07DFE12-3670-44A6-9E2F-7907ADC051C2}"/>
                    </a:ext>
                  </a:extLst>
                </p:cNvPr>
                <p:cNvSpPr>
                  <a:spLocks noChangeShapeType="1"/>
                </p:cNvSpPr>
                <p:nvPr/>
              </p:nvSpPr>
              <p:spPr bwMode="auto">
                <a:xfrm>
                  <a:off x="158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30" name="Line 14">
                  <a:extLst>
                    <a:ext uri="{FF2B5EF4-FFF2-40B4-BE49-F238E27FC236}">
                      <a16:creationId xmlns:a16="http://schemas.microsoft.com/office/drawing/2014/main" id="{78FCFE5C-CDDE-4E4E-9734-AA150B936198}"/>
                    </a:ext>
                  </a:extLst>
                </p:cNvPr>
                <p:cNvSpPr>
                  <a:spLocks noChangeShapeType="1"/>
                </p:cNvSpPr>
                <p:nvPr/>
              </p:nvSpPr>
              <p:spPr bwMode="auto">
                <a:xfrm>
                  <a:off x="18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8031" name="Group 15">
                <a:extLst>
                  <a:ext uri="{FF2B5EF4-FFF2-40B4-BE49-F238E27FC236}">
                    <a16:creationId xmlns:a16="http://schemas.microsoft.com/office/drawing/2014/main" id="{D397C299-737D-46AA-9265-A84C96397A63}"/>
                  </a:ext>
                </a:extLst>
              </p:cNvPr>
              <p:cNvGrpSpPr>
                <a:grpSpLocks/>
              </p:cNvGrpSpPr>
              <p:nvPr/>
            </p:nvGrpSpPr>
            <p:grpSpPr bwMode="auto">
              <a:xfrm>
                <a:off x="2369" y="2329"/>
                <a:ext cx="1073" cy="192"/>
                <a:chOff x="2400" y="1824"/>
                <a:chExt cx="1073" cy="192"/>
              </a:xfrm>
            </p:grpSpPr>
            <p:sp>
              <p:nvSpPr>
                <p:cNvPr id="598032" name="Rectangle 16">
                  <a:extLst>
                    <a:ext uri="{FF2B5EF4-FFF2-40B4-BE49-F238E27FC236}">
                      <a16:creationId xmlns:a16="http://schemas.microsoft.com/office/drawing/2014/main" id="{0F138602-BA5C-411B-B731-D080FCA970C6}"/>
                    </a:ext>
                  </a:extLst>
                </p:cNvPr>
                <p:cNvSpPr>
                  <a:spLocks noChangeArrowheads="1"/>
                </p:cNvSpPr>
                <p:nvPr/>
              </p:nvSpPr>
              <p:spPr bwMode="auto">
                <a:xfrm>
                  <a:off x="240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 </a:t>
                  </a:r>
                  <a:r>
                    <a:rPr lang="en-US" altLang="zh-CN" sz="1400" b="1"/>
                    <a:t>99</a:t>
                  </a:r>
                  <a:r>
                    <a:rPr lang="zh-CN" altLang="en-US" sz="1400" b="1"/>
                    <a:t>　</a:t>
                  </a:r>
                  <a:r>
                    <a:rPr lang="en-US" altLang="zh-CN" sz="1600" b="1">
                      <a:cs typeface="Arial" panose="020B0604020202020204" pitchFamily="34" charset="0"/>
                    </a:rPr>
                    <a:t>°</a:t>
                  </a:r>
                  <a:r>
                    <a:rPr lang="en-US" altLang="zh-CN" sz="1600">
                      <a:ea typeface="Arial Unicode MS" panose="020B0604020202020204" pitchFamily="34" charset="-122"/>
                      <a:cs typeface="Arial Unicode MS" panose="020B0604020202020204" pitchFamily="34" charset="-122"/>
                    </a:rPr>
                    <a:t> </a:t>
                  </a:r>
                </a:p>
              </p:txBody>
            </p:sp>
            <p:sp>
              <p:nvSpPr>
                <p:cNvPr id="598033" name="Line 17">
                  <a:extLst>
                    <a:ext uri="{FF2B5EF4-FFF2-40B4-BE49-F238E27FC236}">
                      <a16:creationId xmlns:a16="http://schemas.microsoft.com/office/drawing/2014/main" id="{48CD1D08-DFFE-4A35-8655-C1303316F552}"/>
                    </a:ext>
                  </a:extLst>
                </p:cNvPr>
                <p:cNvSpPr>
                  <a:spLocks noChangeShapeType="1"/>
                </p:cNvSpPr>
                <p:nvPr/>
              </p:nvSpPr>
              <p:spPr bwMode="auto">
                <a:xfrm>
                  <a:off x="25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34" name="Line 18">
                  <a:extLst>
                    <a:ext uri="{FF2B5EF4-FFF2-40B4-BE49-F238E27FC236}">
                      <a16:creationId xmlns:a16="http://schemas.microsoft.com/office/drawing/2014/main" id="{69560D51-1C6A-4E35-93C6-1FE40DB091CB}"/>
                    </a:ext>
                  </a:extLst>
                </p:cNvPr>
                <p:cNvSpPr>
                  <a:spLocks noChangeShapeType="1"/>
                </p:cNvSpPr>
                <p:nvPr/>
              </p:nvSpPr>
              <p:spPr bwMode="auto">
                <a:xfrm>
                  <a:off x="283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35" name="Line 19">
                  <a:extLst>
                    <a:ext uri="{FF2B5EF4-FFF2-40B4-BE49-F238E27FC236}">
                      <a16:creationId xmlns:a16="http://schemas.microsoft.com/office/drawing/2014/main" id="{CB649CD0-16E7-4C8B-A277-D65681E259A6}"/>
                    </a:ext>
                  </a:extLst>
                </p:cNvPr>
                <p:cNvSpPr>
                  <a:spLocks noChangeShapeType="1"/>
                </p:cNvSpPr>
                <p:nvPr/>
              </p:nvSpPr>
              <p:spPr bwMode="auto">
                <a:xfrm>
                  <a:off x="30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36" name="Line 20">
                  <a:extLst>
                    <a:ext uri="{FF2B5EF4-FFF2-40B4-BE49-F238E27FC236}">
                      <a16:creationId xmlns:a16="http://schemas.microsoft.com/office/drawing/2014/main" id="{02E6F8E4-F729-4CD6-8C11-29B20C61B9D9}"/>
                    </a:ext>
                  </a:extLst>
                </p:cNvPr>
                <p:cNvSpPr>
                  <a:spLocks noChangeShapeType="1"/>
                </p:cNvSpPr>
                <p:nvPr/>
              </p:nvSpPr>
              <p:spPr bwMode="auto">
                <a:xfrm>
                  <a:off x="326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8037" name="Group 21">
                <a:extLst>
                  <a:ext uri="{FF2B5EF4-FFF2-40B4-BE49-F238E27FC236}">
                    <a16:creationId xmlns:a16="http://schemas.microsoft.com/office/drawing/2014/main" id="{04F3B5CD-4716-402D-9A9C-85E691D7B4C0}"/>
                  </a:ext>
                </a:extLst>
              </p:cNvPr>
              <p:cNvGrpSpPr>
                <a:grpSpLocks/>
              </p:cNvGrpSpPr>
              <p:nvPr/>
            </p:nvGrpSpPr>
            <p:grpSpPr bwMode="auto">
              <a:xfrm>
                <a:off x="3857" y="2329"/>
                <a:ext cx="1073" cy="192"/>
                <a:chOff x="3888" y="1824"/>
                <a:chExt cx="1073" cy="192"/>
              </a:xfrm>
            </p:grpSpPr>
            <p:sp>
              <p:nvSpPr>
                <p:cNvPr id="598038" name="Rectangle 22">
                  <a:extLst>
                    <a:ext uri="{FF2B5EF4-FFF2-40B4-BE49-F238E27FC236}">
                      <a16:creationId xmlns:a16="http://schemas.microsoft.com/office/drawing/2014/main" id="{75D3706D-90A5-43B0-A404-06A0B1AAF473}"/>
                    </a:ext>
                  </a:extLst>
                </p:cNvPr>
                <p:cNvSpPr>
                  <a:spLocks noChangeArrowheads="1"/>
                </p:cNvSpPr>
                <p:nvPr/>
              </p:nvSpPr>
              <p:spPr bwMode="auto">
                <a:xfrm>
                  <a:off x="3888"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a:t>
                  </a:r>
                  <a:r>
                    <a:rPr lang="en-US" altLang="zh-CN" sz="1400" b="1">
                      <a:cs typeface="Arial" panose="020B0604020202020204" pitchFamily="34" charset="0"/>
                    </a:rPr>
                    <a:t>180</a:t>
                  </a:r>
                  <a:r>
                    <a:rPr lang="en-US" altLang="zh-CN" sz="1600" b="1">
                      <a:cs typeface="Arial" panose="020B0604020202020204" pitchFamily="34" charset="0"/>
                    </a:rPr>
                    <a:t>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8039" name="Line 23">
                  <a:extLst>
                    <a:ext uri="{FF2B5EF4-FFF2-40B4-BE49-F238E27FC236}">
                      <a16:creationId xmlns:a16="http://schemas.microsoft.com/office/drawing/2014/main" id="{F8E47F86-201A-4AAA-85B5-6A4FCD8916F9}"/>
                    </a:ext>
                  </a:extLst>
                </p:cNvPr>
                <p:cNvSpPr>
                  <a:spLocks noChangeShapeType="1"/>
                </p:cNvSpPr>
                <p:nvPr/>
              </p:nvSpPr>
              <p:spPr bwMode="auto">
                <a:xfrm>
                  <a:off x="408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40" name="Line 24">
                  <a:extLst>
                    <a:ext uri="{FF2B5EF4-FFF2-40B4-BE49-F238E27FC236}">
                      <a16:creationId xmlns:a16="http://schemas.microsoft.com/office/drawing/2014/main" id="{1993C067-B12C-4EDA-9C2C-214293FE398A}"/>
                    </a:ext>
                  </a:extLst>
                </p:cNvPr>
                <p:cNvSpPr>
                  <a:spLocks noChangeShapeType="1"/>
                </p:cNvSpPr>
                <p:nvPr/>
              </p:nvSpPr>
              <p:spPr bwMode="auto">
                <a:xfrm>
                  <a:off x="432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41" name="Line 25">
                  <a:extLst>
                    <a:ext uri="{FF2B5EF4-FFF2-40B4-BE49-F238E27FC236}">
                      <a16:creationId xmlns:a16="http://schemas.microsoft.com/office/drawing/2014/main" id="{607E2989-C7C9-475B-A20D-BD5E20FB2A3E}"/>
                    </a:ext>
                  </a:extLst>
                </p:cNvPr>
                <p:cNvSpPr>
                  <a:spLocks noChangeShapeType="1"/>
                </p:cNvSpPr>
                <p:nvPr/>
              </p:nvSpPr>
              <p:spPr bwMode="auto">
                <a:xfrm>
                  <a:off x="451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42" name="Line 26">
                  <a:extLst>
                    <a:ext uri="{FF2B5EF4-FFF2-40B4-BE49-F238E27FC236}">
                      <a16:creationId xmlns:a16="http://schemas.microsoft.com/office/drawing/2014/main" id="{39AEF906-5ADE-4A79-B57E-BA2A18309012}"/>
                    </a:ext>
                  </a:extLst>
                </p:cNvPr>
                <p:cNvSpPr>
                  <a:spLocks noChangeShapeType="1"/>
                </p:cNvSpPr>
                <p:nvPr/>
              </p:nvSpPr>
              <p:spPr bwMode="auto">
                <a:xfrm>
                  <a:off x="47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8043" name="Group 27">
                <a:extLst>
                  <a:ext uri="{FF2B5EF4-FFF2-40B4-BE49-F238E27FC236}">
                    <a16:creationId xmlns:a16="http://schemas.microsoft.com/office/drawing/2014/main" id="{660F5BC1-C629-4803-9B36-047BC7CBE4CC}"/>
                  </a:ext>
                </a:extLst>
              </p:cNvPr>
              <p:cNvGrpSpPr>
                <a:grpSpLocks/>
              </p:cNvGrpSpPr>
              <p:nvPr/>
            </p:nvGrpSpPr>
            <p:grpSpPr bwMode="auto">
              <a:xfrm>
                <a:off x="1025" y="3193"/>
                <a:ext cx="641" cy="192"/>
                <a:chOff x="1056" y="2976"/>
                <a:chExt cx="641" cy="192"/>
              </a:xfrm>
            </p:grpSpPr>
            <p:sp>
              <p:nvSpPr>
                <p:cNvPr id="598044" name="Rectangle 28">
                  <a:extLst>
                    <a:ext uri="{FF2B5EF4-FFF2-40B4-BE49-F238E27FC236}">
                      <a16:creationId xmlns:a16="http://schemas.microsoft.com/office/drawing/2014/main" id="{C73120EE-1808-42D5-8774-A70D4E14E606}"/>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9</a:t>
                  </a:r>
                  <a:r>
                    <a:rPr lang="en-US" altLang="zh-CN" sz="1600" b="1">
                      <a:cs typeface="Arial" panose="020B0604020202020204" pitchFamily="34" charset="0"/>
                    </a:rPr>
                    <a:t>   </a:t>
                  </a:r>
                  <a:r>
                    <a:rPr lang="en-US" altLang="zh-CN" sz="1400" b="1"/>
                    <a:t>15</a:t>
                  </a:r>
                  <a:r>
                    <a:rPr lang="en-US" altLang="zh-CN" sz="1600" b="1">
                      <a:cs typeface="Arial" panose="020B0604020202020204" pitchFamily="34" charset="0"/>
                    </a:rPr>
                    <a:t>   </a:t>
                  </a:r>
                  <a:r>
                    <a:rPr lang="zh-CN" altLang="en-US" sz="14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8045" name="Line 29">
                  <a:extLst>
                    <a:ext uri="{FF2B5EF4-FFF2-40B4-BE49-F238E27FC236}">
                      <a16:creationId xmlns:a16="http://schemas.microsoft.com/office/drawing/2014/main" id="{0485C6A8-15C8-4231-9D75-B1D31AF84FFB}"/>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46" name="Line 30">
                  <a:extLst>
                    <a:ext uri="{FF2B5EF4-FFF2-40B4-BE49-F238E27FC236}">
                      <a16:creationId xmlns:a16="http://schemas.microsoft.com/office/drawing/2014/main" id="{45207D2B-C375-4781-AB84-4300E0D6ED54}"/>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47" name="Line 31">
                  <a:extLst>
                    <a:ext uri="{FF2B5EF4-FFF2-40B4-BE49-F238E27FC236}">
                      <a16:creationId xmlns:a16="http://schemas.microsoft.com/office/drawing/2014/main" id="{8DA9F688-D24C-496A-BD15-8B32683A3B8F}"/>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8048" name="Group 32">
                <a:extLst>
                  <a:ext uri="{FF2B5EF4-FFF2-40B4-BE49-F238E27FC236}">
                    <a16:creationId xmlns:a16="http://schemas.microsoft.com/office/drawing/2014/main" id="{4E02D191-1598-4606-A0ED-E4F2712E4F1D}"/>
                  </a:ext>
                </a:extLst>
              </p:cNvPr>
              <p:cNvGrpSpPr>
                <a:grpSpLocks/>
              </p:cNvGrpSpPr>
              <p:nvPr/>
            </p:nvGrpSpPr>
            <p:grpSpPr bwMode="auto">
              <a:xfrm>
                <a:off x="2609" y="3193"/>
                <a:ext cx="641" cy="192"/>
                <a:chOff x="1056" y="2976"/>
                <a:chExt cx="641" cy="192"/>
              </a:xfrm>
            </p:grpSpPr>
            <p:sp>
              <p:nvSpPr>
                <p:cNvPr id="598049" name="Rectangle 33">
                  <a:extLst>
                    <a:ext uri="{FF2B5EF4-FFF2-40B4-BE49-F238E27FC236}">
                      <a16:creationId xmlns:a16="http://schemas.microsoft.com/office/drawing/2014/main" id="{8418ED78-C88F-49BF-9714-4DE6F9AEF3DA}"/>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60</a:t>
                  </a:r>
                  <a:r>
                    <a:rPr lang="en-US" altLang="zh-CN" sz="1600" b="1">
                      <a:cs typeface="Arial" panose="020B0604020202020204" pitchFamily="34" charset="0"/>
                    </a:rPr>
                    <a:t>   </a:t>
                  </a:r>
                  <a:r>
                    <a:rPr lang="en-US" altLang="zh-CN" sz="1400" b="1"/>
                    <a:t>85</a:t>
                  </a:r>
                  <a:r>
                    <a:rPr lang="en-US" altLang="zh-CN" sz="1600" b="1">
                      <a:cs typeface="Arial" panose="020B0604020202020204" pitchFamily="34" charset="0"/>
                    </a:rPr>
                    <a:t>   </a:t>
                  </a:r>
                  <a:r>
                    <a:rPr lang="zh-CN" altLang="en-US" sz="1400" b="1"/>
                    <a:t>－</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8050" name="Line 34">
                  <a:extLst>
                    <a:ext uri="{FF2B5EF4-FFF2-40B4-BE49-F238E27FC236}">
                      <a16:creationId xmlns:a16="http://schemas.microsoft.com/office/drawing/2014/main" id="{E0BD3935-DB1E-4EC1-8986-A446ACFFB49B}"/>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51" name="Line 35">
                  <a:extLst>
                    <a:ext uri="{FF2B5EF4-FFF2-40B4-BE49-F238E27FC236}">
                      <a16:creationId xmlns:a16="http://schemas.microsoft.com/office/drawing/2014/main" id="{9C2D11EB-7A0E-4D98-B6B0-AE65C1569EC8}"/>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52" name="Line 36">
                  <a:extLst>
                    <a:ext uri="{FF2B5EF4-FFF2-40B4-BE49-F238E27FC236}">
                      <a16:creationId xmlns:a16="http://schemas.microsoft.com/office/drawing/2014/main" id="{53D6139A-AE4F-4466-9C27-5E8A1FE1AEF0}"/>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8053" name="Group 37">
                <a:extLst>
                  <a:ext uri="{FF2B5EF4-FFF2-40B4-BE49-F238E27FC236}">
                    <a16:creationId xmlns:a16="http://schemas.microsoft.com/office/drawing/2014/main" id="{BDCF5039-32A6-4A34-A496-A614C8BABDE5}"/>
                  </a:ext>
                </a:extLst>
              </p:cNvPr>
              <p:cNvGrpSpPr>
                <a:grpSpLocks/>
              </p:cNvGrpSpPr>
              <p:nvPr/>
            </p:nvGrpSpPr>
            <p:grpSpPr bwMode="auto">
              <a:xfrm>
                <a:off x="4193" y="3193"/>
                <a:ext cx="641" cy="192"/>
                <a:chOff x="1056" y="2976"/>
                <a:chExt cx="641" cy="192"/>
              </a:xfrm>
            </p:grpSpPr>
            <p:sp>
              <p:nvSpPr>
                <p:cNvPr id="598054" name="Rectangle 38">
                  <a:extLst>
                    <a:ext uri="{FF2B5EF4-FFF2-40B4-BE49-F238E27FC236}">
                      <a16:creationId xmlns:a16="http://schemas.microsoft.com/office/drawing/2014/main" id="{AE50ADC5-AD97-48E7-BE66-D9448F2BDB57}"/>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140</a:t>
                  </a:r>
                  <a:r>
                    <a:rPr lang="en-US" altLang="zh-CN" sz="1600" b="1">
                      <a:cs typeface="Arial" panose="020B0604020202020204" pitchFamily="34" charset="0"/>
                    </a:rPr>
                    <a:t>  </a:t>
                  </a:r>
                  <a:r>
                    <a:rPr lang="en-US" altLang="zh-CN" sz="1400" b="1"/>
                    <a:t>159</a:t>
                  </a:r>
                  <a:r>
                    <a:rPr lang="en-US" altLang="zh-CN" sz="1600" b="1">
                      <a:cs typeface="Arial" panose="020B0604020202020204" pitchFamily="34" charset="0"/>
                    </a:rPr>
                    <a:t>  </a:t>
                  </a:r>
                  <a:r>
                    <a:rPr lang="zh-CN" altLang="en-US" sz="1400" b="1"/>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8055" name="Line 39">
                  <a:extLst>
                    <a:ext uri="{FF2B5EF4-FFF2-40B4-BE49-F238E27FC236}">
                      <a16:creationId xmlns:a16="http://schemas.microsoft.com/office/drawing/2014/main" id="{1DB40700-EF38-4A5B-B074-6F62369ACCE7}"/>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56" name="Line 40">
                  <a:extLst>
                    <a:ext uri="{FF2B5EF4-FFF2-40B4-BE49-F238E27FC236}">
                      <a16:creationId xmlns:a16="http://schemas.microsoft.com/office/drawing/2014/main" id="{3CA36BAF-0C16-4192-AC30-B0D51990CD47}"/>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57" name="Line 41">
                  <a:extLst>
                    <a:ext uri="{FF2B5EF4-FFF2-40B4-BE49-F238E27FC236}">
                      <a16:creationId xmlns:a16="http://schemas.microsoft.com/office/drawing/2014/main" id="{E855114E-C747-47FD-9914-C2430844D730}"/>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8058" name="Group 42">
                <a:extLst>
                  <a:ext uri="{FF2B5EF4-FFF2-40B4-BE49-F238E27FC236}">
                    <a16:creationId xmlns:a16="http://schemas.microsoft.com/office/drawing/2014/main" id="{5319A0AF-9865-44B5-A7E4-C3B0A8E7491C}"/>
                  </a:ext>
                </a:extLst>
              </p:cNvPr>
              <p:cNvGrpSpPr>
                <a:grpSpLocks/>
              </p:cNvGrpSpPr>
              <p:nvPr/>
            </p:nvGrpSpPr>
            <p:grpSpPr bwMode="auto">
              <a:xfrm>
                <a:off x="2177" y="1561"/>
                <a:ext cx="1073" cy="192"/>
                <a:chOff x="2208" y="1056"/>
                <a:chExt cx="1073" cy="192"/>
              </a:xfrm>
            </p:grpSpPr>
            <p:sp>
              <p:nvSpPr>
                <p:cNvPr id="598059" name="Rectangle 43">
                  <a:extLst>
                    <a:ext uri="{FF2B5EF4-FFF2-40B4-BE49-F238E27FC236}">
                      <a16:creationId xmlns:a16="http://schemas.microsoft.com/office/drawing/2014/main" id="{EDDC8DD7-1D8D-4FDA-8755-5911EE51E161}"/>
                    </a:ext>
                  </a:extLst>
                </p:cNvPr>
                <p:cNvSpPr>
                  <a:spLocks noChangeArrowheads="1"/>
                </p:cNvSpPr>
                <p:nvPr/>
              </p:nvSpPr>
              <p:spPr bwMode="auto">
                <a:xfrm>
                  <a:off x="2208" y="1056"/>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26</a:t>
                  </a:r>
                  <a:r>
                    <a:rPr lang="en-US" altLang="zh-CN" sz="1600" b="1">
                      <a:cs typeface="Arial" panose="020B0604020202020204" pitchFamily="34" charset="0"/>
                    </a:rPr>
                    <a:t>   ° </a:t>
                  </a:r>
                  <a:r>
                    <a:rPr lang="en-US" altLang="zh-CN" sz="1400" b="1"/>
                    <a:t>140  </a:t>
                  </a:r>
                  <a:r>
                    <a:rPr lang="en-US" altLang="zh-CN" sz="1400" b="1">
                      <a:cs typeface="Arial" panose="020B0604020202020204" pitchFamily="34" charset="0"/>
                    </a:rPr>
                    <a:t> </a:t>
                  </a:r>
                  <a:r>
                    <a:rPr lang="en-US" altLang="zh-CN" sz="1600" b="1">
                      <a:cs typeface="Arial" panose="020B0604020202020204" pitchFamily="34" charset="0"/>
                    </a:rPr>
                    <a:t>°</a:t>
                  </a:r>
                  <a:endParaRPr lang="en-US" altLang="zh-CN" sz="1600">
                    <a:ea typeface="Arial Unicode MS" panose="020B0604020202020204" pitchFamily="34" charset="-122"/>
                    <a:cs typeface="Arial Unicode MS" panose="020B0604020202020204" pitchFamily="34" charset="-122"/>
                  </a:endParaRPr>
                </a:p>
              </p:txBody>
            </p:sp>
            <p:sp>
              <p:nvSpPr>
                <p:cNvPr id="598060" name="Line 44">
                  <a:extLst>
                    <a:ext uri="{FF2B5EF4-FFF2-40B4-BE49-F238E27FC236}">
                      <a16:creationId xmlns:a16="http://schemas.microsoft.com/office/drawing/2014/main" id="{DFB6F9AE-437C-4475-AF99-D8000AF89FDE}"/>
                    </a:ext>
                  </a:extLst>
                </p:cNvPr>
                <p:cNvSpPr>
                  <a:spLocks noChangeShapeType="1"/>
                </p:cNvSpPr>
                <p:nvPr/>
              </p:nvSpPr>
              <p:spPr bwMode="auto">
                <a:xfrm>
                  <a:off x="240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61" name="Line 45">
                  <a:extLst>
                    <a:ext uri="{FF2B5EF4-FFF2-40B4-BE49-F238E27FC236}">
                      <a16:creationId xmlns:a16="http://schemas.microsoft.com/office/drawing/2014/main" id="{48D83848-B343-4E45-A2DB-0E4E3B1130F8}"/>
                    </a:ext>
                  </a:extLst>
                </p:cNvPr>
                <p:cNvSpPr>
                  <a:spLocks noChangeShapeType="1"/>
                </p:cNvSpPr>
                <p:nvPr/>
              </p:nvSpPr>
              <p:spPr bwMode="auto">
                <a:xfrm>
                  <a:off x="264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62" name="Line 46">
                  <a:extLst>
                    <a:ext uri="{FF2B5EF4-FFF2-40B4-BE49-F238E27FC236}">
                      <a16:creationId xmlns:a16="http://schemas.microsoft.com/office/drawing/2014/main" id="{F644CC22-862D-4937-8501-8F9C023FC5C8}"/>
                    </a:ext>
                  </a:extLst>
                </p:cNvPr>
                <p:cNvSpPr>
                  <a:spLocks noChangeShapeType="1"/>
                </p:cNvSpPr>
                <p:nvPr/>
              </p:nvSpPr>
              <p:spPr bwMode="auto">
                <a:xfrm>
                  <a:off x="283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63" name="Line 47">
                  <a:extLst>
                    <a:ext uri="{FF2B5EF4-FFF2-40B4-BE49-F238E27FC236}">
                      <a16:creationId xmlns:a16="http://schemas.microsoft.com/office/drawing/2014/main" id="{6BAA8307-B9CC-47DF-9BC3-EB1A826CBB63}"/>
                    </a:ext>
                  </a:extLst>
                </p:cNvPr>
                <p:cNvSpPr>
                  <a:spLocks noChangeShapeType="1"/>
                </p:cNvSpPr>
                <p:nvPr/>
              </p:nvSpPr>
              <p:spPr bwMode="auto">
                <a:xfrm>
                  <a:off x="307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8064" name="Line 48">
                <a:extLst>
                  <a:ext uri="{FF2B5EF4-FFF2-40B4-BE49-F238E27FC236}">
                    <a16:creationId xmlns:a16="http://schemas.microsoft.com/office/drawing/2014/main" id="{47EAEA9E-0CD7-4522-B799-1379FA7C8BD6}"/>
                  </a:ext>
                </a:extLst>
              </p:cNvPr>
              <p:cNvSpPr>
                <a:spLocks noChangeShapeType="1"/>
              </p:cNvSpPr>
              <p:nvPr/>
            </p:nvSpPr>
            <p:spPr bwMode="auto">
              <a:xfrm flipH="1">
                <a:off x="1025" y="1657"/>
                <a:ext cx="1248"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65" name="Line 49">
                <a:extLst>
                  <a:ext uri="{FF2B5EF4-FFF2-40B4-BE49-F238E27FC236}">
                    <a16:creationId xmlns:a16="http://schemas.microsoft.com/office/drawing/2014/main" id="{C3C8A6BE-9178-449B-9424-EFA69CE5E633}"/>
                  </a:ext>
                </a:extLst>
              </p:cNvPr>
              <p:cNvSpPr>
                <a:spLocks noChangeShapeType="1"/>
              </p:cNvSpPr>
              <p:nvPr/>
            </p:nvSpPr>
            <p:spPr bwMode="auto">
              <a:xfrm flipH="1">
                <a:off x="2465" y="1657"/>
                <a:ext cx="192"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66" name="Line 50">
                <a:extLst>
                  <a:ext uri="{FF2B5EF4-FFF2-40B4-BE49-F238E27FC236}">
                    <a16:creationId xmlns:a16="http://schemas.microsoft.com/office/drawing/2014/main" id="{79F55862-D42C-4209-BD89-DDF3B3B78CEA}"/>
                  </a:ext>
                </a:extLst>
              </p:cNvPr>
              <p:cNvSpPr>
                <a:spLocks noChangeShapeType="1"/>
              </p:cNvSpPr>
              <p:nvPr/>
            </p:nvSpPr>
            <p:spPr bwMode="auto">
              <a:xfrm flipH="1">
                <a:off x="353" y="2473"/>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67" name="Line 51">
                <a:extLst>
                  <a:ext uri="{FF2B5EF4-FFF2-40B4-BE49-F238E27FC236}">
                    <a16:creationId xmlns:a16="http://schemas.microsoft.com/office/drawing/2014/main" id="{D37ED52C-6DA3-4066-B08A-A12AB16A8C2F}"/>
                  </a:ext>
                </a:extLst>
              </p:cNvPr>
              <p:cNvSpPr>
                <a:spLocks noChangeShapeType="1"/>
              </p:cNvSpPr>
              <p:nvPr/>
            </p:nvSpPr>
            <p:spPr bwMode="auto">
              <a:xfrm flipH="1">
                <a:off x="1121" y="2473"/>
                <a:ext cx="33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68" name="Line 52">
                <a:extLst>
                  <a:ext uri="{FF2B5EF4-FFF2-40B4-BE49-F238E27FC236}">
                    <a16:creationId xmlns:a16="http://schemas.microsoft.com/office/drawing/2014/main" id="{5C4A4878-D7C1-47D9-A54F-ABCB83D85447}"/>
                  </a:ext>
                </a:extLst>
              </p:cNvPr>
              <p:cNvSpPr>
                <a:spLocks noChangeShapeType="1"/>
              </p:cNvSpPr>
              <p:nvPr/>
            </p:nvSpPr>
            <p:spPr bwMode="auto">
              <a:xfrm flipH="1">
                <a:off x="1889" y="2425"/>
                <a:ext cx="57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69" name="Line 53">
                <a:extLst>
                  <a:ext uri="{FF2B5EF4-FFF2-40B4-BE49-F238E27FC236}">
                    <a16:creationId xmlns:a16="http://schemas.microsoft.com/office/drawing/2014/main" id="{DE1C6672-AFA5-4AB6-8D1A-1BEDB3C17D84}"/>
                  </a:ext>
                </a:extLst>
              </p:cNvPr>
              <p:cNvSpPr>
                <a:spLocks noChangeShapeType="1"/>
              </p:cNvSpPr>
              <p:nvPr/>
            </p:nvSpPr>
            <p:spPr bwMode="auto">
              <a:xfrm flipH="1">
                <a:off x="2705" y="2473"/>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70" name="Line 54">
                <a:extLst>
                  <a:ext uri="{FF2B5EF4-FFF2-40B4-BE49-F238E27FC236}">
                    <a16:creationId xmlns:a16="http://schemas.microsoft.com/office/drawing/2014/main" id="{D38F49F8-922C-4F38-9450-64FAC4BACA2F}"/>
                  </a:ext>
                </a:extLst>
              </p:cNvPr>
              <p:cNvSpPr>
                <a:spLocks noChangeShapeType="1"/>
              </p:cNvSpPr>
              <p:nvPr/>
            </p:nvSpPr>
            <p:spPr bwMode="auto">
              <a:xfrm>
                <a:off x="3329" y="2473"/>
                <a:ext cx="192"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71" name="Line 55">
                <a:extLst>
                  <a:ext uri="{FF2B5EF4-FFF2-40B4-BE49-F238E27FC236}">
                    <a16:creationId xmlns:a16="http://schemas.microsoft.com/office/drawing/2014/main" id="{F51053FC-88F4-44B3-B32E-DA312E45366F}"/>
                  </a:ext>
                </a:extLst>
              </p:cNvPr>
              <p:cNvSpPr>
                <a:spLocks noChangeShapeType="1"/>
              </p:cNvSpPr>
              <p:nvPr/>
            </p:nvSpPr>
            <p:spPr bwMode="auto">
              <a:xfrm>
                <a:off x="3953" y="2425"/>
                <a:ext cx="33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72" name="Line 56">
                <a:extLst>
                  <a:ext uri="{FF2B5EF4-FFF2-40B4-BE49-F238E27FC236}">
                    <a16:creationId xmlns:a16="http://schemas.microsoft.com/office/drawing/2014/main" id="{305AD5B1-665D-49DF-A9CB-A86D2116D5DE}"/>
                  </a:ext>
                </a:extLst>
              </p:cNvPr>
              <p:cNvSpPr>
                <a:spLocks noChangeShapeType="1"/>
              </p:cNvSpPr>
              <p:nvPr/>
            </p:nvSpPr>
            <p:spPr bwMode="auto">
              <a:xfrm>
                <a:off x="4385" y="2473"/>
                <a:ext cx="62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73" name="Line 57">
                <a:extLst>
                  <a:ext uri="{FF2B5EF4-FFF2-40B4-BE49-F238E27FC236}">
                    <a16:creationId xmlns:a16="http://schemas.microsoft.com/office/drawing/2014/main" id="{2A1289C6-1B8D-449F-9E3B-BB00F5422B60}"/>
                  </a:ext>
                </a:extLst>
              </p:cNvPr>
              <p:cNvSpPr>
                <a:spLocks noChangeShapeType="1"/>
              </p:cNvSpPr>
              <p:nvPr/>
            </p:nvSpPr>
            <p:spPr bwMode="auto">
              <a:xfrm>
                <a:off x="3137" y="1705"/>
                <a:ext cx="816"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98074" name="Group 58">
                <a:extLst>
                  <a:ext uri="{FF2B5EF4-FFF2-40B4-BE49-F238E27FC236}">
                    <a16:creationId xmlns:a16="http://schemas.microsoft.com/office/drawing/2014/main" id="{9AFE8211-DF54-4346-A8AA-682815064366}"/>
                  </a:ext>
                </a:extLst>
              </p:cNvPr>
              <p:cNvGrpSpPr>
                <a:grpSpLocks/>
              </p:cNvGrpSpPr>
              <p:nvPr/>
            </p:nvGrpSpPr>
            <p:grpSpPr bwMode="auto">
              <a:xfrm>
                <a:off x="113" y="3193"/>
                <a:ext cx="912" cy="192"/>
                <a:chOff x="144" y="2688"/>
                <a:chExt cx="912" cy="192"/>
              </a:xfrm>
            </p:grpSpPr>
            <p:sp>
              <p:nvSpPr>
                <p:cNvPr id="598075" name="Rectangle 59">
                  <a:extLst>
                    <a:ext uri="{FF2B5EF4-FFF2-40B4-BE49-F238E27FC236}">
                      <a16:creationId xmlns:a16="http://schemas.microsoft.com/office/drawing/2014/main" id="{01B897E5-9F39-4F62-8F42-E35F07D54827}"/>
                    </a:ext>
                  </a:extLst>
                </p:cNvPr>
                <p:cNvSpPr>
                  <a:spLocks noChangeArrowheads="1"/>
                </p:cNvSpPr>
                <p:nvPr/>
              </p:nvSpPr>
              <p:spPr bwMode="auto">
                <a:xfrm>
                  <a:off x="288"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2    5    </a:t>
                  </a:r>
                  <a:r>
                    <a:rPr lang="zh-CN" altLang="en-US" sz="1400" b="1"/>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8076" name="Line 60">
                  <a:extLst>
                    <a:ext uri="{FF2B5EF4-FFF2-40B4-BE49-F238E27FC236}">
                      <a16:creationId xmlns:a16="http://schemas.microsoft.com/office/drawing/2014/main" id="{34885517-E701-4D74-B312-EA2317735BC0}"/>
                    </a:ext>
                  </a:extLst>
                </p:cNvPr>
                <p:cNvSpPr>
                  <a:spLocks noChangeShapeType="1"/>
                </p:cNvSpPr>
                <p:nvPr/>
              </p:nvSpPr>
              <p:spPr bwMode="auto">
                <a:xfrm>
                  <a:off x="2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77" name="Line 61">
                  <a:extLst>
                    <a:ext uri="{FF2B5EF4-FFF2-40B4-BE49-F238E27FC236}">
                      <a16:creationId xmlns:a16="http://schemas.microsoft.com/office/drawing/2014/main" id="{23D74ECD-DBC7-441D-8E21-18A54C56E026}"/>
                    </a:ext>
                  </a:extLst>
                </p:cNvPr>
                <p:cNvSpPr>
                  <a:spLocks noChangeShapeType="1"/>
                </p:cNvSpPr>
                <p:nvPr/>
              </p:nvSpPr>
              <p:spPr bwMode="auto">
                <a:xfrm>
                  <a:off x="48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78" name="Line 62">
                  <a:extLst>
                    <a:ext uri="{FF2B5EF4-FFF2-40B4-BE49-F238E27FC236}">
                      <a16:creationId xmlns:a16="http://schemas.microsoft.com/office/drawing/2014/main" id="{B53B1B96-46B7-4FBE-8A56-F1400C6A958A}"/>
                    </a:ext>
                  </a:extLst>
                </p:cNvPr>
                <p:cNvSpPr>
                  <a:spLocks noChangeShapeType="1"/>
                </p:cNvSpPr>
                <p:nvPr/>
              </p:nvSpPr>
              <p:spPr bwMode="auto">
                <a:xfrm>
                  <a:off x="72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79" name="Line 63">
                  <a:extLst>
                    <a:ext uri="{FF2B5EF4-FFF2-40B4-BE49-F238E27FC236}">
                      <a16:creationId xmlns:a16="http://schemas.microsoft.com/office/drawing/2014/main" id="{B3987FFC-5C1A-4246-AF42-8E9C33BAE582}"/>
                    </a:ext>
                  </a:extLst>
                </p:cNvPr>
                <p:cNvSpPr>
                  <a:spLocks noChangeShapeType="1"/>
                </p:cNvSpPr>
                <p:nvPr/>
              </p:nvSpPr>
              <p:spPr bwMode="auto">
                <a:xfrm>
                  <a:off x="912"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80" name="Line 64">
                  <a:extLst>
                    <a:ext uri="{FF2B5EF4-FFF2-40B4-BE49-F238E27FC236}">
                      <a16:creationId xmlns:a16="http://schemas.microsoft.com/office/drawing/2014/main" id="{BB9F8A35-ACF8-4E02-ABB1-987ACC0C5DC2}"/>
                    </a:ext>
                  </a:extLst>
                </p:cNvPr>
                <p:cNvSpPr>
                  <a:spLocks noChangeShapeType="1"/>
                </p:cNvSpPr>
                <p:nvPr/>
              </p:nvSpPr>
              <p:spPr bwMode="auto">
                <a:xfrm>
                  <a:off x="144"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8081" name="Group 65">
                <a:extLst>
                  <a:ext uri="{FF2B5EF4-FFF2-40B4-BE49-F238E27FC236}">
                    <a16:creationId xmlns:a16="http://schemas.microsoft.com/office/drawing/2014/main" id="{80547396-EEFF-4DEB-94DB-4DD35FB7C8F3}"/>
                  </a:ext>
                </a:extLst>
              </p:cNvPr>
              <p:cNvGrpSpPr>
                <a:grpSpLocks/>
              </p:cNvGrpSpPr>
              <p:nvPr/>
            </p:nvGrpSpPr>
            <p:grpSpPr bwMode="auto">
              <a:xfrm>
                <a:off x="1649" y="3193"/>
                <a:ext cx="960" cy="192"/>
                <a:chOff x="1680" y="2688"/>
                <a:chExt cx="960" cy="192"/>
              </a:xfrm>
            </p:grpSpPr>
            <p:grpSp>
              <p:nvGrpSpPr>
                <p:cNvPr id="598082" name="Group 66">
                  <a:extLst>
                    <a:ext uri="{FF2B5EF4-FFF2-40B4-BE49-F238E27FC236}">
                      <a16:creationId xmlns:a16="http://schemas.microsoft.com/office/drawing/2014/main" id="{754F6C81-18B9-40A8-9940-B9822B3C9009}"/>
                    </a:ext>
                  </a:extLst>
                </p:cNvPr>
                <p:cNvGrpSpPr>
                  <a:grpSpLocks/>
                </p:cNvGrpSpPr>
                <p:nvPr/>
              </p:nvGrpSpPr>
              <p:grpSpPr bwMode="auto">
                <a:xfrm>
                  <a:off x="1824" y="2688"/>
                  <a:ext cx="641" cy="192"/>
                  <a:chOff x="1056" y="2976"/>
                  <a:chExt cx="641" cy="192"/>
                </a:xfrm>
              </p:grpSpPr>
              <p:sp>
                <p:nvSpPr>
                  <p:cNvPr id="598083" name="Rectangle 67">
                    <a:extLst>
                      <a:ext uri="{FF2B5EF4-FFF2-40B4-BE49-F238E27FC236}">
                        <a16:creationId xmlns:a16="http://schemas.microsoft.com/office/drawing/2014/main" id="{AAEEAFD2-0FA6-41D1-81BE-7B58F7AA124E}"/>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26</a:t>
                    </a:r>
                    <a:r>
                      <a:rPr lang="en-US" altLang="zh-CN" sz="1600" b="1">
                        <a:cs typeface="Arial" panose="020B0604020202020204" pitchFamily="34" charset="0"/>
                      </a:rPr>
                      <a:t>  </a:t>
                    </a:r>
                    <a:r>
                      <a:rPr lang="en-US" altLang="zh-CN" sz="1400" b="1">
                        <a:cs typeface="Arial" panose="020B0604020202020204" pitchFamily="34" charset="0"/>
                      </a:rPr>
                      <a:t>39 </a:t>
                    </a:r>
                    <a:r>
                      <a:rPr lang="en-US" altLang="zh-CN" sz="1600" b="1">
                        <a:cs typeface="Arial" panose="020B0604020202020204" pitchFamily="34" charset="0"/>
                      </a:rPr>
                      <a:t>  </a:t>
                    </a:r>
                    <a:r>
                      <a:rPr lang="en-US" altLang="zh-CN" sz="1400" b="1"/>
                      <a:t>48</a:t>
                    </a:r>
                    <a:endParaRPr lang="en-US" altLang="zh-CN" sz="1600">
                      <a:cs typeface="Arial" panose="020B0604020202020204" pitchFamily="34" charset="0"/>
                    </a:endParaRPr>
                  </a:p>
                </p:txBody>
              </p:sp>
              <p:sp>
                <p:nvSpPr>
                  <p:cNvPr id="598084" name="Line 68">
                    <a:extLst>
                      <a:ext uri="{FF2B5EF4-FFF2-40B4-BE49-F238E27FC236}">
                        <a16:creationId xmlns:a16="http://schemas.microsoft.com/office/drawing/2014/main" id="{4E650226-6667-436C-915B-6BF37BF7A6B4}"/>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85" name="Line 69">
                    <a:extLst>
                      <a:ext uri="{FF2B5EF4-FFF2-40B4-BE49-F238E27FC236}">
                        <a16:creationId xmlns:a16="http://schemas.microsoft.com/office/drawing/2014/main" id="{43552701-62B3-443D-B86F-C532AD3F1659}"/>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86" name="Line 70">
                    <a:extLst>
                      <a:ext uri="{FF2B5EF4-FFF2-40B4-BE49-F238E27FC236}">
                        <a16:creationId xmlns:a16="http://schemas.microsoft.com/office/drawing/2014/main" id="{842F5052-42F8-4677-9279-B8EAB67E2A44}"/>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8087" name="Line 71">
                  <a:extLst>
                    <a:ext uri="{FF2B5EF4-FFF2-40B4-BE49-F238E27FC236}">
                      <a16:creationId xmlns:a16="http://schemas.microsoft.com/office/drawing/2014/main" id="{6B50AF55-CD66-4B73-B094-2B639A177977}"/>
                    </a:ext>
                  </a:extLst>
                </p:cNvPr>
                <p:cNvSpPr>
                  <a:spLocks noChangeShapeType="1"/>
                </p:cNvSpPr>
                <p:nvPr/>
              </p:nvSpPr>
              <p:spPr bwMode="auto">
                <a:xfrm>
                  <a:off x="16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88" name="Line 72">
                  <a:extLst>
                    <a:ext uri="{FF2B5EF4-FFF2-40B4-BE49-F238E27FC236}">
                      <a16:creationId xmlns:a16="http://schemas.microsoft.com/office/drawing/2014/main" id="{D51A3B61-9453-461E-876A-E5F80C92DB3F}"/>
                    </a:ext>
                  </a:extLst>
                </p:cNvPr>
                <p:cNvSpPr>
                  <a:spLocks noChangeShapeType="1"/>
                </p:cNvSpPr>
                <p:nvPr/>
              </p:nvSpPr>
              <p:spPr bwMode="auto">
                <a:xfrm>
                  <a:off x="2448"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8089" name="Group 73">
                <a:extLst>
                  <a:ext uri="{FF2B5EF4-FFF2-40B4-BE49-F238E27FC236}">
                    <a16:creationId xmlns:a16="http://schemas.microsoft.com/office/drawing/2014/main" id="{F949FAD3-EB67-467F-938E-6B47B4084D6E}"/>
                  </a:ext>
                </a:extLst>
              </p:cNvPr>
              <p:cNvGrpSpPr>
                <a:grpSpLocks/>
              </p:cNvGrpSpPr>
              <p:nvPr/>
            </p:nvGrpSpPr>
            <p:grpSpPr bwMode="auto">
              <a:xfrm>
                <a:off x="3233" y="3193"/>
                <a:ext cx="960" cy="192"/>
                <a:chOff x="3264" y="2688"/>
                <a:chExt cx="960" cy="192"/>
              </a:xfrm>
            </p:grpSpPr>
            <p:sp>
              <p:nvSpPr>
                <p:cNvPr id="598090" name="Rectangle 74">
                  <a:extLst>
                    <a:ext uri="{FF2B5EF4-FFF2-40B4-BE49-F238E27FC236}">
                      <a16:creationId xmlns:a16="http://schemas.microsoft.com/office/drawing/2014/main" id="{F0931D96-339C-4509-ACE0-4C0D7CA244D7}"/>
                    </a:ext>
                  </a:extLst>
                </p:cNvPr>
                <p:cNvSpPr>
                  <a:spLocks noChangeArrowheads="1"/>
                </p:cNvSpPr>
                <p:nvPr/>
              </p:nvSpPr>
              <p:spPr bwMode="auto">
                <a:xfrm>
                  <a:off x="3456"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99</a:t>
                  </a:r>
                  <a:r>
                    <a:rPr lang="en-US" altLang="zh-CN" sz="1600" b="1">
                      <a:cs typeface="Arial" panose="020B0604020202020204" pitchFamily="34" charset="0"/>
                    </a:rPr>
                    <a:t> </a:t>
                  </a:r>
                  <a:r>
                    <a:rPr lang="en-US" altLang="zh-CN" sz="1400" b="1"/>
                    <a:t>120</a:t>
                  </a:r>
                  <a:r>
                    <a:rPr lang="en-US" altLang="zh-CN" sz="1600" b="1">
                      <a:cs typeface="Arial" panose="020B0604020202020204" pitchFamily="34" charset="0"/>
                    </a:rPr>
                    <a:t>  </a:t>
                  </a:r>
                  <a:r>
                    <a:rPr lang="zh-CN" altLang="en-US" sz="1400" b="1"/>
                    <a:t>－</a:t>
                  </a:r>
                  <a:endParaRPr lang="zh-CN" altLang="en-US" sz="1600">
                    <a:cs typeface="Arial" panose="020B0604020202020204" pitchFamily="34" charset="0"/>
                  </a:endParaRPr>
                </a:p>
              </p:txBody>
            </p:sp>
            <p:sp>
              <p:nvSpPr>
                <p:cNvPr id="598091" name="Line 75">
                  <a:extLst>
                    <a:ext uri="{FF2B5EF4-FFF2-40B4-BE49-F238E27FC236}">
                      <a16:creationId xmlns:a16="http://schemas.microsoft.com/office/drawing/2014/main" id="{5BE83E1C-01A9-4170-8DED-6D1545EFDB75}"/>
                    </a:ext>
                  </a:extLst>
                </p:cNvPr>
                <p:cNvSpPr>
                  <a:spLocks noChangeShapeType="1"/>
                </p:cNvSpPr>
                <p:nvPr/>
              </p:nvSpPr>
              <p:spPr bwMode="auto">
                <a:xfrm>
                  <a:off x="3456"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92" name="Line 76">
                  <a:extLst>
                    <a:ext uri="{FF2B5EF4-FFF2-40B4-BE49-F238E27FC236}">
                      <a16:creationId xmlns:a16="http://schemas.microsoft.com/office/drawing/2014/main" id="{5D2E7613-E42C-4D58-ACA7-552683304BBB}"/>
                    </a:ext>
                  </a:extLst>
                </p:cNvPr>
                <p:cNvSpPr>
                  <a:spLocks noChangeShapeType="1"/>
                </p:cNvSpPr>
                <p:nvPr/>
              </p:nvSpPr>
              <p:spPr bwMode="auto">
                <a:xfrm>
                  <a:off x="364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93" name="Line 77">
                  <a:extLst>
                    <a:ext uri="{FF2B5EF4-FFF2-40B4-BE49-F238E27FC236}">
                      <a16:creationId xmlns:a16="http://schemas.microsoft.com/office/drawing/2014/main" id="{3C22FD2A-D2E5-441C-ADB8-2F9C716C0E84}"/>
                    </a:ext>
                  </a:extLst>
                </p:cNvPr>
                <p:cNvSpPr>
                  <a:spLocks noChangeShapeType="1"/>
                </p:cNvSpPr>
                <p:nvPr/>
              </p:nvSpPr>
              <p:spPr bwMode="auto">
                <a:xfrm>
                  <a:off x="38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94" name="Line 78">
                  <a:extLst>
                    <a:ext uri="{FF2B5EF4-FFF2-40B4-BE49-F238E27FC236}">
                      <a16:creationId xmlns:a16="http://schemas.microsoft.com/office/drawing/2014/main" id="{91B55C19-92C5-4CDB-B6BB-07245182DBCE}"/>
                    </a:ext>
                  </a:extLst>
                </p:cNvPr>
                <p:cNvSpPr>
                  <a:spLocks noChangeShapeType="1"/>
                </p:cNvSpPr>
                <p:nvPr/>
              </p:nvSpPr>
              <p:spPr bwMode="auto">
                <a:xfrm>
                  <a:off x="3264"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8095" name="Line 79">
                  <a:extLst>
                    <a:ext uri="{FF2B5EF4-FFF2-40B4-BE49-F238E27FC236}">
                      <a16:creationId xmlns:a16="http://schemas.microsoft.com/office/drawing/2014/main" id="{300DA2EE-0DA2-474D-A543-328A9EAE8214}"/>
                    </a:ext>
                  </a:extLst>
                </p:cNvPr>
                <p:cNvSpPr>
                  <a:spLocks noChangeShapeType="1"/>
                </p:cNvSpPr>
                <p:nvPr/>
              </p:nvSpPr>
              <p:spPr bwMode="auto">
                <a:xfrm>
                  <a:off x="40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8096" name="Line 80">
                <a:extLst>
                  <a:ext uri="{FF2B5EF4-FFF2-40B4-BE49-F238E27FC236}">
                    <a16:creationId xmlns:a16="http://schemas.microsoft.com/office/drawing/2014/main" id="{F195317A-F6E4-44E6-AC88-F73E5CAB6D35}"/>
                  </a:ext>
                </a:extLst>
              </p:cNvPr>
              <p:cNvSpPr>
                <a:spLocks noChangeShapeType="1"/>
              </p:cNvSpPr>
              <p:nvPr/>
            </p:nvSpPr>
            <p:spPr bwMode="auto">
              <a:xfrm>
                <a:off x="4844" y="3289"/>
                <a:ext cx="9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8097" name="Text Box 81">
              <a:extLst>
                <a:ext uri="{FF2B5EF4-FFF2-40B4-BE49-F238E27FC236}">
                  <a16:creationId xmlns:a16="http://schemas.microsoft.com/office/drawing/2014/main" id="{2BE4EABE-9A4C-4179-BA4F-79AD3B9AC6A0}"/>
                </a:ext>
              </a:extLst>
            </p:cNvPr>
            <p:cNvSpPr txBox="1">
              <a:spLocks noChangeArrowheads="1"/>
            </p:cNvSpPr>
            <p:nvPr/>
          </p:nvSpPr>
          <p:spPr bwMode="auto">
            <a:xfrm>
              <a:off x="476" y="1781"/>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2400" b="1">
                  <a:solidFill>
                    <a:srgbClr val="006666"/>
                  </a:solidFill>
                </a:rPr>
                <a:t>插入前：</a:t>
              </a:r>
            </a:p>
          </p:txBody>
        </p:sp>
      </p:grpSp>
      <p:sp>
        <p:nvSpPr>
          <p:cNvPr id="598098" name="Rectangle 82">
            <a:extLst>
              <a:ext uri="{FF2B5EF4-FFF2-40B4-BE49-F238E27FC236}">
                <a16:creationId xmlns:a16="http://schemas.microsoft.com/office/drawing/2014/main" id="{6C87D477-085D-44EB-81D0-F38052D81BD9}"/>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98021">
                                            <p:txEl>
                                              <p:pRg st="1" end="1"/>
                                            </p:txEl>
                                          </p:spTgt>
                                        </p:tgtEl>
                                        <p:attrNameLst>
                                          <p:attrName>style.visibility</p:attrName>
                                        </p:attrNameLst>
                                      </p:cBhvr>
                                      <p:to>
                                        <p:strVal val="visible"/>
                                      </p:to>
                                    </p:set>
                                    <p:animEffect transition="in" filter="wipe(up)">
                                      <p:cBhvr>
                                        <p:cTn id="7" dur="1000"/>
                                        <p:tgtEl>
                                          <p:spTgt spid="598021">
                                            <p:txEl>
                                              <p:pRg st="1" end="1"/>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98021">
                                            <p:txEl>
                                              <p:pRg st="2" end="2"/>
                                            </p:txEl>
                                          </p:spTgt>
                                        </p:tgtEl>
                                        <p:attrNameLst>
                                          <p:attrName>style.visibility</p:attrName>
                                        </p:attrNameLst>
                                      </p:cBhvr>
                                      <p:to>
                                        <p:strVal val="visible"/>
                                      </p:to>
                                    </p:set>
                                    <p:animEffect transition="in" filter="wipe(up)">
                                      <p:cBhvr>
                                        <p:cTn id="11" dur="1000"/>
                                        <p:tgtEl>
                                          <p:spTgt spid="598021">
                                            <p:txEl>
                                              <p:pRg st="2" end="2"/>
                                            </p:txEl>
                                          </p:spTgt>
                                        </p:tgtEl>
                                      </p:cBhvr>
                                    </p:animEffect>
                                  </p:childTnLst>
                                </p:cTn>
                              </p:par>
                            </p:childTnLst>
                          </p:cTn>
                        </p:par>
                        <p:par>
                          <p:cTn id="12" fill="hold" nodeType="afterGroup">
                            <p:stCondLst>
                              <p:cond delay="2000"/>
                            </p:stCondLst>
                            <p:childTnLst>
                              <p:par>
                                <p:cTn id="13" presetID="8" presetClass="entr" presetSubtype="16" fill="hold" nodeType="afterEffect">
                                  <p:stCondLst>
                                    <p:cond delay="0"/>
                                  </p:stCondLst>
                                  <p:childTnLst>
                                    <p:set>
                                      <p:cBhvr>
                                        <p:cTn id="14" dur="1" fill="hold">
                                          <p:stCondLst>
                                            <p:cond delay="0"/>
                                          </p:stCondLst>
                                        </p:cTn>
                                        <p:tgtEl>
                                          <p:spTgt spid="598099"/>
                                        </p:tgtEl>
                                        <p:attrNameLst>
                                          <p:attrName>style.visibility</p:attrName>
                                        </p:attrNameLst>
                                      </p:cBhvr>
                                      <p:to>
                                        <p:strVal val="visible"/>
                                      </p:to>
                                    </p:set>
                                    <p:animEffect transition="in" filter="diamond(in)">
                                      <p:cBhvr>
                                        <p:cTn id="15" dur="1000"/>
                                        <p:tgtEl>
                                          <p:spTgt spid="598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5" name="Rectangle 5">
            <a:extLst>
              <a:ext uri="{FF2B5EF4-FFF2-40B4-BE49-F238E27FC236}">
                <a16:creationId xmlns:a16="http://schemas.microsoft.com/office/drawing/2014/main" id="{672C95AF-21D5-4445-A7D4-4C8B4E5C5E8F}"/>
              </a:ext>
            </a:extLst>
          </p:cNvPr>
          <p:cNvSpPr>
            <a:spLocks noChangeArrowheads="1"/>
          </p:cNvSpPr>
          <p:nvPr/>
        </p:nvSpPr>
        <p:spPr bwMode="auto">
          <a:xfrm>
            <a:off x="468313" y="1185863"/>
            <a:ext cx="8207375" cy="130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10000"/>
              </a:lnSpc>
              <a:spcBef>
                <a:spcPct val="5000"/>
              </a:spcBef>
            </a:pPr>
            <a:r>
              <a:rPr lang="en-US" altLang="zh-CN" sz="3000">
                <a:solidFill>
                  <a:srgbClr val="660033"/>
                </a:solidFill>
                <a:ea typeface="华文新魏" panose="02010800040101010101" pitchFamily="2" charset="-122"/>
              </a:rPr>
              <a:t>      5</a:t>
            </a:r>
            <a:r>
              <a:rPr lang="zh-CN" altLang="en-US" sz="3000">
                <a:solidFill>
                  <a:srgbClr val="660033"/>
                </a:solidFill>
                <a:ea typeface="华文新魏" panose="02010800040101010101" pitchFamily="2" charset="-122"/>
              </a:rPr>
              <a:t>、</a:t>
            </a:r>
            <a:r>
              <a:rPr lang="en-US" altLang="zh-CN" sz="3000">
                <a:solidFill>
                  <a:srgbClr val="660033"/>
                </a:solidFill>
                <a:ea typeface="华文新魏" panose="02010800040101010101" pitchFamily="2" charset="-122"/>
              </a:rPr>
              <a:t>B</a:t>
            </a:r>
            <a:r>
              <a:rPr lang="en-US" altLang="zh-CN" sz="3000" baseline="30000">
                <a:solidFill>
                  <a:srgbClr val="660033"/>
                </a:solidFill>
                <a:ea typeface="华文新魏" panose="02010800040101010101" pitchFamily="2" charset="-122"/>
              </a:rPr>
              <a:t>+</a:t>
            </a:r>
            <a:r>
              <a:rPr lang="zh-CN" altLang="en-US" sz="3000">
                <a:solidFill>
                  <a:srgbClr val="660033"/>
                </a:solidFill>
                <a:ea typeface="华文新魏" panose="02010800040101010101" pitchFamily="2" charset="-122"/>
              </a:rPr>
              <a:t>树的操作</a:t>
            </a:r>
            <a:endParaRPr lang="en-US" altLang="zh-CN" sz="3000">
              <a:solidFill>
                <a:srgbClr val="660033"/>
              </a:solidFill>
              <a:ea typeface="华文新魏" panose="02010800040101010101" pitchFamily="2" charset="-122"/>
            </a:endParaRPr>
          </a:p>
          <a:p>
            <a:pPr algn="just">
              <a:lnSpc>
                <a:spcPct val="110000"/>
              </a:lnSpc>
              <a:spcBef>
                <a:spcPct val="15000"/>
              </a:spcBef>
              <a:buClrTx/>
              <a:buSzTx/>
              <a:buFontTx/>
              <a:buNone/>
            </a:pPr>
            <a:r>
              <a:rPr lang="zh-CN" altLang="en-US" b="0">
                <a:solidFill>
                  <a:srgbClr val="660066"/>
                </a:solidFill>
                <a:effectLst/>
                <a:latin typeface="黑体" panose="02010609060101010101" pitchFamily="49" charset="-122"/>
                <a:ea typeface="黑体" panose="02010609060101010101" pitchFamily="49" charset="-122"/>
              </a:rPr>
              <a:t>   </a:t>
            </a:r>
            <a:r>
              <a:rPr lang="zh-CN" altLang="en-US" b="0">
                <a:solidFill>
                  <a:srgbClr val="660033"/>
                </a:solidFill>
                <a:effectLst/>
                <a:latin typeface="黑体" panose="02010609060101010101" pitchFamily="49" charset="-122"/>
                <a:ea typeface="黑体" panose="02010609060101010101" pitchFamily="49" charset="-122"/>
              </a:rPr>
              <a:t>（</a:t>
            </a:r>
            <a:r>
              <a:rPr lang="en-US" altLang="zh-CN">
                <a:solidFill>
                  <a:srgbClr val="660033"/>
                </a:solidFill>
                <a:latin typeface="黑体" panose="02010609060101010101" pitchFamily="49" charset="-122"/>
                <a:ea typeface="黑体" panose="02010609060101010101" pitchFamily="49" charset="-122"/>
              </a:rPr>
              <a:t>3</a:t>
            </a:r>
            <a:r>
              <a:rPr lang="zh-CN" altLang="en-US">
                <a:solidFill>
                  <a:srgbClr val="660033"/>
                </a:solidFill>
                <a:latin typeface="黑体" panose="02010609060101010101" pitchFamily="49" charset="-122"/>
                <a:ea typeface="黑体" panose="02010609060101010101" pitchFamily="49" charset="-122"/>
              </a:rPr>
              <a:t>）插入：</a:t>
            </a:r>
            <a:r>
              <a:rPr lang="zh-CN" altLang="en-US" sz="2600">
                <a:latin typeface="楷体_GB2312" pitchFamily="49" charset="-122"/>
              </a:rPr>
              <a:t>在下图插入主键值为</a:t>
            </a:r>
            <a:r>
              <a:rPr lang="en-US" altLang="zh-CN" sz="2600">
                <a:latin typeface="楷体_GB2312" pitchFamily="49" charset="-122"/>
              </a:rPr>
              <a:t>41</a:t>
            </a:r>
            <a:r>
              <a:rPr lang="zh-CN" altLang="en-US" sz="2600">
                <a:latin typeface="楷体_GB2312" pitchFamily="49" charset="-122"/>
              </a:rPr>
              <a:t>的数据记录</a:t>
            </a:r>
            <a:r>
              <a:rPr lang="en-US" altLang="zh-CN" sz="2600">
                <a:latin typeface="楷体_GB2312" pitchFamily="49" charset="-122"/>
              </a:rPr>
              <a:t>.</a:t>
            </a:r>
          </a:p>
        </p:txBody>
      </p:sp>
      <p:sp>
        <p:nvSpPr>
          <p:cNvPr id="599365" name="Rectangle 325">
            <a:extLst>
              <a:ext uri="{FF2B5EF4-FFF2-40B4-BE49-F238E27FC236}">
                <a16:creationId xmlns:a16="http://schemas.microsoft.com/office/drawing/2014/main" id="{084F60C4-3C89-4873-877B-A7019658C8F9}"/>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grpSp>
        <p:nvGrpSpPr>
          <p:cNvPr id="599368" name="Group 328">
            <a:extLst>
              <a:ext uri="{FF2B5EF4-FFF2-40B4-BE49-F238E27FC236}">
                <a16:creationId xmlns:a16="http://schemas.microsoft.com/office/drawing/2014/main" id="{09E49006-6017-40A4-8906-10BE515BEDF2}"/>
              </a:ext>
            </a:extLst>
          </p:cNvPr>
          <p:cNvGrpSpPr>
            <a:grpSpLocks/>
          </p:cNvGrpSpPr>
          <p:nvPr/>
        </p:nvGrpSpPr>
        <p:grpSpPr bwMode="auto">
          <a:xfrm>
            <a:off x="6350" y="2349500"/>
            <a:ext cx="9102725" cy="3959225"/>
            <a:chOff x="4" y="1480"/>
            <a:chExt cx="5734" cy="2494"/>
          </a:xfrm>
        </p:grpSpPr>
        <p:grpSp>
          <p:nvGrpSpPr>
            <p:cNvPr id="599366" name="Group 326">
              <a:extLst>
                <a:ext uri="{FF2B5EF4-FFF2-40B4-BE49-F238E27FC236}">
                  <a16:creationId xmlns:a16="http://schemas.microsoft.com/office/drawing/2014/main" id="{22BB2217-FE36-47CD-9524-4E64910D1FA1}"/>
                </a:ext>
              </a:extLst>
            </p:cNvPr>
            <p:cNvGrpSpPr>
              <a:grpSpLocks/>
            </p:cNvGrpSpPr>
            <p:nvPr/>
          </p:nvGrpSpPr>
          <p:grpSpPr bwMode="auto">
            <a:xfrm>
              <a:off x="4" y="1480"/>
              <a:ext cx="5734" cy="2358"/>
              <a:chOff x="4" y="1480"/>
              <a:chExt cx="5734" cy="2358"/>
            </a:xfrm>
          </p:grpSpPr>
          <p:sp>
            <p:nvSpPr>
              <p:cNvPr id="599046" name="Text Box 6">
                <a:extLst>
                  <a:ext uri="{FF2B5EF4-FFF2-40B4-BE49-F238E27FC236}">
                    <a16:creationId xmlns:a16="http://schemas.microsoft.com/office/drawing/2014/main" id="{25D28F0A-2A75-49D9-B042-36C2820F516B}"/>
                  </a:ext>
                </a:extLst>
              </p:cNvPr>
              <p:cNvSpPr txBox="1">
                <a:spLocks noChangeArrowheads="1"/>
              </p:cNvSpPr>
              <p:nvPr/>
            </p:nvSpPr>
            <p:spPr bwMode="auto">
              <a:xfrm>
                <a:off x="4830" y="1661"/>
                <a:ext cx="77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200" b="1"/>
                  <a:t>图</a:t>
                </a:r>
                <a:r>
                  <a:rPr lang="en-US" altLang="zh-CN" sz="2200" b="1"/>
                  <a:t>6.27</a:t>
                </a:r>
                <a:endParaRPr lang="zh-CN" altLang="en-US" sz="2200" b="1"/>
              </a:p>
            </p:txBody>
          </p:sp>
          <p:sp>
            <p:nvSpPr>
              <p:cNvPr id="599121" name="Text Box 81">
                <a:extLst>
                  <a:ext uri="{FF2B5EF4-FFF2-40B4-BE49-F238E27FC236}">
                    <a16:creationId xmlns:a16="http://schemas.microsoft.com/office/drawing/2014/main" id="{F85F9646-A88C-4A0A-8282-F3601D6CC07E}"/>
                  </a:ext>
                </a:extLst>
              </p:cNvPr>
              <p:cNvSpPr txBox="1">
                <a:spLocks noChangeArrowheads="1"/>
              </p:cNvSpPr>
              <p:nvPr/>
            </p:nvSpPr>
            <p:spPr bwMode="auto">
              <a:xfrm>
                <a:off x="476" y="1691"/>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2400" b="1">
                    <a:solidFill>
                      <a:srgbClr val="006666"/>
                    </a:solidFill>
                  </a:rPr>
                  <a:t>插入后：</a:t>
                </a:r>
              </a:p>
            </p:txBody>
          </p:sp>
          <p:grpSp>
            <p:nvGrpSpPr>
              <p:cNvPr id="599257" name="Group 217">
                <a:extLst>
                  <a:ext uri="{FF2B5EF4-FFF2-40B4-BE49-F238E27FC236}">
                    <a16:creationId xmlns:a16="http://schemas.microsoft.com/office/drawing/2014/main" id="{57E3B9A4-071F-471A-BFE9-99548232532A}"/>
                  </a:ext>
                </a:extLst>
              </p:cNvPr>
              <p:cNvGrpSpPr>
                <a:grpSpLocks/>
              </p:cNvGrpSpPr>
              <p:nvPr/>
            </p:nvGrpSpPr>
            <p:grpSpPr bwMode="auto">
              <a:xfrm>
                <a:off x="1362" y="2032"/>
                <a:ext cx="1073" cy="192"/>
                <a:chOff x="960" y="1824"/>
                <a:chExt cx="1073" cy="192"/>
              </a:xfrm>
            </p:grpSpPr>
            <p:sp>
              <p:nvSpPr>
                <p:cNvPr id="599258" name="Rectangle 218">
                  <a:extLst>
                    <a:ext uri="{FF2B5EF4-FFF2-40B4-BE49-F238E27FC236}">
                      <a16:creationId xmlns:a16="http://schemas.microsoft.com/office/drawing/2014/main" id="{CDD15724-5E31-4E65-8CB9-FD96AA7AF58C}"/>
                    </a:ext>
                  </a:extLst>
                </p:cNvPr>
                <p:cNvSpPr>
                  <a:spLocks noChangeArrowheads="1"/>
                </p:cNvSpPr>
                <p:nvPr/>
              </p:nvSpPr>
              <p:spPr bwMode="auto">
                <a:xfrm>
                  <a:off x="96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26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9259" name="Line 219">
                  <a:extLst>
                    <a:ext uri="{FF2B5EF4-FFF2-40B4-BE49-F238E27FC236}">
                      <a16:creationId xmlns:a16="http://schemas.microsoft.com/office/drawing/2014/main" id="{8A081582-FAFB-4DE8-B896-71BA8D71AD91}"/>
                    </a:ext>
                  </a:extLst>
                </p:cNvPr>
                <p:cNvSpPr>
                  <a:spLocks noChangeShapeType="1"/>
                </p:cNvSpPr>
                <p:nvPr/>
              </p:nvSpPr>
              <p:spPr bwMode="auto">
                <a:xfrm>
                  <a:off x="11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60" name="Line 220">
                  <a:extLst>
                    <a:ext uri="{FF2B5EF4-FFF2-40B4-BE49-F238E27FC236}">
                      <a16:creationId xmlns:a16="http://schemas.microsoft.com/office/drawing/2014/main" id="{BF095E5B-1ADD-409D-ABD0-930586C31C49}"/>
                    </a:ext>
                  </a:extLst>
                </p:cNvPr>
                <p:cNvSpPr>
                  <a:spLocks noChangeShapeType="1"/>
                </p:cNvSpPr>
                <p:nvPr/>
              </p:nvSpPr>
              <p:spPr bwMode="auto">
                <a:xfrm>
                  <a:off x="13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61" name="Line 221">
                  <a:extLst>
                    <a:ext uri="{FF2B5EF4-FFF2-40B4-BE49-F238E27FC236}">
                      <a16:creationId xmlns:a16="http://schemas.microsoft.com/office/drawing/2014/main" id="{1D8E5E73-BADC-491B-9AB5-12D85E05BC81}"/>
                    </a:ext>
                  </a:extLst>
                </p:cNvPr>
                <p:cNvSpPr>
                  <a:spLocks noChangeShapeType="1"/>
                </p:cNvSpPr>
                <p:nvPr/>
              </p:nvSpPr>
              <p:spPr bwMode="auto">
                <a:xfrm>
                  <a:off x="158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62" name="Line 222">
                  <a:extLst>
                    <a:ext uri="{FF2B5EF4-FFF2-40B4-BE49-F238E27FC236}">
                      <a16:creationId xmlns:a16="http://schemas.microsoft.com/office/drawing/2014/main" id="{5B74AB66-7DD9-4F6A-A8CD-9DEF07336B3B}"/>
                    </a:ext>
                  </a:extLst>
                </p:cNvPr>
                <p:cNvSpPr>
                  <a:spLocks noChangeShapeType="1"/>
                </p:cNvSpPr>
                <p:nvPr/>
              </p:nvSpPr>
              <p:spPr bwMode="auto">
                <a:xfrm>
                  <a:off x="18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9263" name="Group 223">
                <a:extLst>
                  <a:ext uri="{FF2B5EF4-FFF2-40B4-BE49-F238E27FC236}">
                    <a16:creationId xmlns:a16="http://schemas.microsoft.com/office/drawing/2014/main" id="{CD831B34-0551-4EF2-948C-525B2DCF0C7F}"/>
                  </a:ext>
                </a:extLst>
              </p:cNvPr>
              <p:cNvGrpSpPr>
                <a:grpSpLocks/>
              </p:cNvGrpSpPr>
              <p:nvPr/>
            </p:nvGrpSpPr>
            <p:grpSpPr bwMode="auto">
              <a:xfrm>
                <a:off x="4332" y="2659"/>
                <a:ext cx="1073" cy="192"/>
                <a:chOff x="2400" y="1824"/>
                <a:chExt cx="1073" cy="192"/>
              </a:xfrm>
            </p:grpSpPr>
            <p:sp>
              <p:nvSpPr>
                <p:cNvPr id="599264" name="Rectangle 224">
                  <a:extLst>
                    <a:ext uri="{FF2B5EF4-FFF2-40B4-BE49-F238E27FC236}">
                      <a16:creationId xmlns:a16="http://schemas.microsoft.com/office/drawing/2014/main" id="{F74ED55E-20E0-4070-8AF5-9071CE9CC836}"/>
                    </a:ext>
                  </a:extLst>
                </p:cNvPr>
                <p:cNvSpPr>
                  <a:spLocks noChangeArrowheads="1"/>
                </p:cNvSpPr>
                <p:nvPr/>
              </p:nvSpPr>
              <p:spPr bwMode="auto">
                <a:xfrm>
                  <a:off x="240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18</a:t>
                  </a:r>
                  <a:r>
                    <a:rPr lang="en-US" altLang="zh-CN" sz="1400" b="1">
                      <a:cs typeface="Arial" panose="020B0604020202020204" pitchFamily="34" charset="0"/>
                    </a:rPr>
                    <a:t>0</a:t>
                  </a:r>
                  <a:r>
                    <a:rPr lang="en-US" altLang="zh-CN" sz="1600" b="1">
                      <a:cs typeface="Arial" panose="020B0604020202020204" pitchFamily="34" charset="0"/>
                    </a:rPr>
                    <a:t>    ° -</a:t>
                  </a:r>
                  <a:r>
                    <a:rPr lang="zh-CN" altLang="en-US" sz="1400" b="1"/>
                    <a:t>　</a:t>
                  </a:r>
                  <a:r>
                    <a:rPr lang="zh-CN" altLang="en-US"/>
                    <a:t> </a:t>
                  </a:r>
                  <a:r>
                    <a:rPr lang="zh-CN" altLang="en-US" sz="1200" b="1"/>
                    <a:t>∧</a:t>
                  </a:r>
                  <a:r>
                    <a:rPr lang="en-US" altLang="zh-CN" sz="1600">
                      <a:ea typeface="Arial Unicode MS" panose="020B0604020202020204" pitchFamily="34" charset="-122"/>
                      <a:cs typeface="Arial Unicode MS" panose="020B0604020202020204" pitchFamily="34" charset="-122"/>
                    </a:rPr>
                    <a:t> </a:t>
                  </a:r>
                </a:p>
              </p:txBody>
            </p:sp>
            <p:sp>
              <p:nvSpPr>
                <p:cNvPr id="599265" name="Line 225">
                  <a:extLst>
                    <a:ext uri="{FF2B5EF4-FFF2-40B4-BE49-F238E27FC236}">
                      <a16:creationId xmlns:a16="http://schemas.microsoft.com/office/drawing/2014/main" id="{1BE8494D-6B13-444D-9235-BEDA14B566C6}"/>
                    </a:ext>
                  </a:extLst>
                </p:cNvPr>
                <p:cNvSpPr>
                  <a:spLocks noChangeShapeType="1"/>
                </p:cNvSpPr>
                <p:nvPr/>
              </p:nvSpPr>
              <p:spPr bwMode="auto">
                <a:xfrm>
                  <a:off x="25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66" name="Line 226">
                  <a:extLst>
                    <a:ext uri="{FF2B5EF4-FFF2-40B4-BE49-F238E27FC236}">
                      <a16:creationId xmlns:a16="http://schemas.microsoft.com/office/drawing/2014/main" id="{C5E088EF-E9F2-4087-B00D-CFFF0A43347F}"/>
                    </a:ext>
                  </a:extLst>
                </p:cNvPr>
                <p:cNvSpPr>
                  <a:spLocks noChangeShapeType="1"/>
                </p:cNvSpPr>
                <p:nvPr/>
              </p:nvSpPr>
              <p:spPr bwMode="auto">
                <a:xfrm>
                  <a:off x="283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67" name="Line 227">
                  <a:extLst>
                    <a:ext uri="{FF2B5EF4-FFF2-40B4-BE49-F238E27FC236}">
                      <a16:creationId xmlns:a16="http://schemas.microsoft.com/office/drawing/2014/main" id="{18780B55-D3C9-4816-9F63-EB1B0E7A0433}"/>
                    </a:ext>
                  </a:extLst>
                </p:cNvPr>
                <p:cNvSpPr>
                  <a:spLocks noChangeShapeType="1"/>
                </p:cNvSpPr>
                <p:nvPr/>
              </p:nvSpPr>
              <p:spPr bwMode="auto">
                <a:xfrm>
                  <a:off x="30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68" name="Line 228">
                  <a:extLst>
                    <a:ext uri="{FF2B5EF4-FFF2-40B4-BE49-F238E27FC236}">
                      <a16:creationId xmlns:a16="http://schemas.microsoft.com/office/drawing/2014/main" id="{9AFF11D6-AC54-44B9-BA6B-555B864374D0}"/>
                    </a:ext>
                  </a:extLst>
                </p:cNvPr>
                <p:cNvSpPr>
                  <a:spLocks noChangeShapeType="1"/>
                </p:cNvSpPr>
                <p:nvPr/>
              </p:nvSpPr>
              <p:spPr bwMode="auto">
                <a:xfrm>
                  <a:off x="326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9269" name="Group 229">
                <a:extLst>
                  <a:ext uri="{FF2B5EF4-FFF2-40B4-BE49-F238E27FC236}">
                    <a16:creationId xmlns:a16="http://schemas.microsoft.com/office/drawing/2014/main" id="{336C83A5-A958-4B54-AC31-55CF1091F500}"/>
                  </a:ext>
                </a:extLst>
              </p:cNvPr>
              <p:cNvGrpSpPr>
                <a:grpSpLocks/>
              </p:cNvGrpSpPr>
              <p:nvPr/>
            </p:nvGrpSpPr>
            <p:grpSpPr bwMode="auto">
              <a:xfrm>
                <a:off x="3061" y="2024"/>
                <a:ext cx="1073" cy="192"/>
                <a:chOff x="3888" y="1824"/>
                <a:chExt cx="1073" cy="192"/>
              </a:xfrm>
            </p:grpSpPr>
            <p:sp>
              <p:nvSpPr>
                <p:cNvPr id="599270" name="Rectangle 230">
                  <a:extLst>
                    <a:ext uri="{FF2B5EF4-FFF2-40B4-BE49-F238E27FC236}">
                      <a16:creationId xmlns:a16="http://schemas.microsoft.com/office/drawing/2014/main" id="{320DB136-B93F-4F77-A467-F89A807BEAF5}"/>
                    </a:ext>
                  </a:extLst>
                </p:cNvPr>
                <p:cNvSpPr>
                  <a:spLocks noChangeArrowheads="1"/>
                </p:cNvSpPr>
                <p:nvPr/>
              </p:nvSpPr>
              <p:spPr bwMode="auto">
                <a:xfrm>
                  <a:off x="3888"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a:t>
                  </a:r>
                  <a:r>
                    <a:rPr lang="en-US" altLang="zh-CN" sz="1400" b="1">
                      <a:cs typeface="Arial" panose="020B0604020202020204" pitchFamily="34" charset="0"/>
                    </a:rPr>
                    <a:t>140</a:t>
                  </a:r>
                  <a:r>
                    <a:rPr lang="en-US" altLang="zh-CN" sz="1600" b="1">
                      <a:cs typeface="Arial" panose="020B0604020202020204" pitchFamily="34" charset="0"/>
                    </a:rPr>
                    <a:t>   °  </a:t>
                  </a:r>
                  <a:r>
                    <a:rPr lang="zh-CN" altLang="en-US" sz="1400" b="1"/>
                    <a:t>－</a:t>
                  </a:r>
                  <a:r>
                    <a:rPr lang="zh-CN" altLang="en-US" sz="1400" b="1">
                      <a:cs typeface="Arial" panose="020B0604020202020204" pitchFamily="34" charset="0"/>
                    </a:rPr>
                    <a:t> </a:t>
                  </a:r>
                  <a:r>
                    <a:rPr lang="zh-CN" altLang="en-US" sz="1600" b="1">
                      <a:cs typeface="Arial" panose="020B0604020202020204" pitchFamily="34" charset="0"/>
                    </a:rPr>
                    <a:t>  </a:t>
                  </a:r>
                  <a:r>
                    <a:rPr lang="zh-CN" altLang="en-US" sz="1600" b="1">
                      <a:ea typeface="Arial Unicode MS" panose="020B0604020202020204" pitchFamily="34" charset="-122"/>
                      <a:cs typeface="Arial Unicode MS" panose="020B0604020202020204" pitchFamily="34" charset="-122"/>
                    </a:rPr>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9271" name="Line 231">
                  <a:extLst>
                    <a:ext uri="{FF2B5EF4-FFF2-40B4-BE49-F238E27FC236}">
                      <a16:creationId xmlns:a16="http://schemas.microsoft.com/office/drawing/2014/main" id="{96FA1A59-0B44-46B8-96C3-E4AF6BD1446D}"/>
                    </a:ext>
                  </a:extLst>
                </p:cNvPr>
                <p:cNvSpPr>
                  <a:spLocks noChangeShapeType="1"/>
                </p:cNvSpPr>
                <p:nvPr/>
              </p:nvSpPr>
              <p:spPr bwMode="auto">
                <a:xfrm>
                  <a:off x="408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72" name="Line 232">
                  <a:extLst>
                    <a:ext uri="{FF2B5EF4-FFF2-40B4-BE49-F238E27FC236}">
                      <a16:creationId xmlns:a16="http://schemas.microsoft.com/office/drawing/2014/main" id="{4EA8BCDD-C5C2-43D7-9BCD-E4A68BABE75E}"/>
                    </a:ext>
                  </a:extLst>
                </p:cNvPr>
                <p:cNvSpPr>
                  <a:spLocks noChangeShapeType="1"/>
                </p:cNvSpPr>
                <p:nvPr/>
              </p:nvSpPr>
              <p:spPr bwMode="auto">
                <a:xfrm>
                  <a:off x="4320"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73" name="Line 233">
                  <a:extLst>
                    <a:ext uri="{FF2B5EF4-FFF2-40B4-BE49-F238E27FC236}">
                      <a16:creationId xmlns:a16="http://schemas.microsoft.com/office/drawing/2014/main" id="{DDD1EF38-D0E6-4E98-81A2-5FE13D386B56}"/>
                    </a:ext>
                  </a:extLst>
                </p:cNvPr>
                <p:cNvSpPr>
                  <a:spLocks noChangeShapeType="1"/>
                </p:cNvSpPr>
                <p:nvPr/>
              </p:nvSpPr>
              <p:spPr bwMode="auto">
                <a:xfrm>
                  <a:off x="451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74" name="Line 234">
                  <a:extLst>
                    <a:ext uri="{FF2B5EF4-FFF2-40B4-BE49-F238E27FC236}">
                      <a16:creationId xmlns:a16="http://schemas.microsoft.com/office/drawing/2014/main" id="{99B91E06-FC32-4892-B952-3A1157EFBD1D}"/>
                    </a:ext>
                  </a:extLst>
                </p:cNvPr>
                <p:cNvSpPr>
                  <a:spLocks noChangeShapeType="1"/>
                </p:cNvSpPr>
                <p:nvPr/>
              </p:nvSpPr>
              <p:spPr bwMode="auto">
                <a:xfrm>
                  <a:off x="475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9275" name="Group 235">
                <a:extLst>
                  <a:ext uri="{FF2B5EF4-FFF2-40B4-BE49-F238E27FC236}">
                    <a16:creationId xmlns:a16="http://schemas.microsoft.com/office/drawing/2014/main" id="{8C8050C4-DCC7-4569-AF66-E53D848706FD}"/>
                  </a:ext>
                </a:extLst>
              </p:cNvPr>
              <p:cNvGrpSpPr>
                <a:grpSpLocks/>
              </p:cNvGrpSpPr>
              <p:nvPr/>
            </p:nvGrpSpPr>
            <p:grpSpPr bwMode="auto">
              <a:xfrm>
                <a:off x="911" y="3193"/>
                <a:ext cx="641" cy="192"/>
                <a:chOff x="1056" y="2976"/>
                <a:chExt cx="641" cy="192"/>
              </a:xfrm>
            </p:grpSpPr>
            <p:sp>
              <p:nvSpPr>
                <p:cNvPr id="599276" name="Rectangle 236">
                  <a:extLst>
                    <a:ext uri="{FF2B5EF4-FFF2-40B4-BE49-F238E27FC236}">
                      <a16:creationId xmlns:a16="http://schemas.microsoft.com/office/drawing/2014/main" id="{E9AB2C08-3DC9-4C6E-B5FD-CB897CF30CFD}"/>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9</a:t>
                  </a:r>
                  <a:r>
                    <a:rPr lang="en-US" altLang="zh-CN" sz="1600" b="1">
                      <a:cs typeface="Arial" panose="020B0604020202020204" pitchFamily="34" charset="0"/>
                    </a:rPr>
                    <a:t>   </a:t>
                  </a:r>
                  <a:r>
                    <a:rPr lang="en-US" altLang="zh-CN" sz="1400" b="1"/>
                    <a:t>15</a:t>
                  </a:r>
                  <a:r>
                    <a:rPr lang="en-US" altLang="zh-CN" sz="1600" b="1">
                      <a:cs typeface="Arial" panose="020B0604020202020204" pitchFamily="34" charset="0"/>
                    </a:rPr>
                    <a:t>   </a:t>
                  </a:r>
                  <a:r>
                    <a:rPr lang="zh-CN" altLang="en-US" sz="1400" b="1"/>
                    <a:t>－</a:t>
                  </a:r>
                  <a:r>
                    <a:rPr lang="zh-CN" altLang="en-US" sz="1400">
                      <a:cs typeface="Arial" panose="020B0604020202020204" pitchFamily="34" charset="0"/>
                    </a:rPr>
                    <a:t> </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9277" name="Line 237">
                  <a:extLst>
                    <a:ext uri="{FF2B5EF4-FFF2-40B4-BE49-F238E27FC236}">
                      <a16:creationId xmlns:a16="http://schemas.microsoft.com/office/drawing/2014/main" id="{8C51B4E2-23A7-4D0A-96DD-71FC0055976C}"/>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78" name="Line 238">
                  <a:extLst>
                    <a:ext uri="{FF2B5EF4-FFF2-40B4-BE49-F238E27FC236}">
                      <a16:creationId xmlns:a16="http://schemas.microsoft.com/office/drawing/2014/main" id="{093DCC83-D226-4012-9E13-071698AFBA20}"/>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79" name="Line 239">
                  <a:extLst>
                    <a:ext uri="{FF2B5EF4-FFF2-40B4-BE49-F238E27FC236}">
                      <a16:creationId xmlns:a16="http://schemas.microsoft.com/office/drawing/2014/main" id="{7AD22F2F-32A0-4680-B480-22A81AFDDDE7}"/>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9280" name="Group 240">
                <a:extLst>
                  <a:ext uri="{FF2B5EF4-FFF2-40B4-BE49-F238E27FC236}">
                    <a16:creationId xmlns:a16="http://schemas.microsoft.com/office/drawing/2014/main" id="{BE6E7B40-CA18-4F06-9789-4B69A56D9656}"/>
                  </a:ext>
                </a:extLst>
              </p:cNvPr>
              <p:cNvGrpSpPr>
                <a:grpSpLocks/>
              </p:cNvGrpSpPr>
              <p:nvPr/>
            </p:nvGrpSpPr>
            <p:grpSpPr bwMode="auto">
              <a:xfrm>
                <a:off x="2498" y="3193"/>
                <a:ext cx="641" cy="192"/>
                <a:chOff x="1056" y="2976"/>
                <a:chExt cx="641" cy="192"/>
              </a:xfrm>
            </p:grpSpPr>
            <p:sp>
              <p:nvSpPr>
                <p:cNvPr id="599281" name="Rectangle 241">
                  <a:extLst>
                    <a:ext uri="{FF2B5EF4-FFF2-40B4-BE49-F238E27FC236}">
                      <a16:creationId xmlns:a16="http://schemas.microsoft.com/office/drawing/2014/main" id="{BFE72710-57E4-4A33-9798-0D5B143AF1B7}"/>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a:t>   </a:t>
                  </a:r>
                  <a:r>
                    <a:rPr lang="zh-CN" altLang="en-US" sz="1600">
                      <a:cs typeface="Arial" panose="020B0604020202020204" pitchFamily="34" charset="0"/>
                    </a:rPr>
                    <a:t>     </a:t>
                  </a:r>
                  <a:r>
                    <a:rPr lang="en-US" altLang="zh-CN" sz="1400" b="1">
                      <a:cs typeface="Arial" panose="020B0604020202020204" pitchFamily="34" charset="0"/>
                    </a:rPr>
                    <a:t>41</a:t>
                  </a:r>
                  <a:r>
                    <a:rPr lang="en-US" altLang="zh-CN" sz="1600" b="1">
                      <a:cs typeface="Arial" panose="020B0604020202020204" pitchFamily="34" charset="0"/>
                    </a:rPr>
                    <a:t>   </a:t>
                  </a:r>
                  <a:r>
                    <a:rPr lang="en-US" altLang="zh-CN" sz="1400" b="1"/>
                    <a:t>48</a:t>
                  </a:r>
                  <a:r>
                    <a:rPr lang="en-US" altLang="zh-CN" sz="1600" b="1">
                      <a:cs typeface="Arial" panose="020B0604020202020204" pitchFamily="34" charset="0"/>
                    </a:rPr>
                    <a:t>   </a:t>
                  </a:r>
                  <a:r>
                    <a:rPr lang="zh-CN" altLang="en-US" sz="1400" b="1"/>
                    <a:t>－</a:t>
                  </a:r>
                  <a:r>
                    <a:rPr lang="zh-CN" altLang="en-US" sz="1400"/>
                    <a:t>　</a:t>
                  </a:r>
                  <a:r>
                    <a:rPr lang="zh-CN" altLang="en-US" sz="1400">
                      <a:cs typeface="Arial" panose="020B0604020202020204" pitchFamily="34" charset="0"/>
                    </a:rPr>
                    <a:t>  </a:t>
                  </a:r>
                  <a:r>
                    <a:rPr lang="zh-CN" altLang="en-US" sz="1600">
                      <a:cs typeface="Arial" panose="020B0604020202020204" pitchFamily="34" charset="0"/>
                    </a:rPr>
                    <a:t>  </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9282" name="Line 242">
                  <a:extLst>
                    <a:ext uri="{FF2B5EF4-FFF2-40B4-BE49-F238E27FC236}">
                      <a16:creationId xmlns:a16="http://schemas.microsoft.com/office/drawing/2014/main" id="{A784A22D-91A8-40A6-8BF5-D96D90DF8A8F}"/>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83" name="Line 243">
                  <a:extLst>
                    <a:ext uri="{FF2B5EF4-FFF2-40B4-BE49-F238E27FC236}">
                      <a16:creationId xmlns:a16="http://schemas.microsoft.com/office/drawing/2014/main" id="{E3F43502-7293-47ED-A057-46CB5C981BA9}"/>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84" name="Line 244">
                  <a:extLst>
                    <a:ext uri="{FF2B5EF4-FFF2-40B4-BE49-F238E27FC236}">
                      <a16:creationId xmlns:a16="http://schemas.microsoft.com/office/drawing/2014/main" id="{C1808FDF-42AE-4C52-AA4E-6F5D2A4D7CFE}"/>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9285" name="Group 245">
                <a:extLst>
                  <a:ext uri="{FF2B5EF4-FFF2-40B4-BE49-F238E27FC236}">
                    <a16:creationId xmlns:a16="http://schemas.microsoft.com/office/drawing/2014/main" id="{113778B1-FF74-43F4-8119-EF88F6623304}"/>
                  </a:ext>
                </a:extLst>
              </p:cNvPr>
              <p:cNvGrpSpPr>
                <a:grpSpLocks/>
              </p:cNvGrpSpPr>
              <p:nvPr/>
            </p:nvGrpSpPr>
            <p:grpSpPr bwMode="auto">
              <a:xfrm>
                <a:off x="4915" y="3193"/>
                <a:ext cx="641" cy="192"/>
                <a:chOff x="1056" y="2976"/>
                <a:chExt cx="641" cy="192"/>
              </a:xfrm>
            </p:grpSpPr>
            <p:sp>
              <p:nvSpPr>
                <p:cNvPr id="599286" name="Rectangle 246">
                  <a:extLst>
                    <a:ext uri="{FF2B5EF4-FFF2-40B4-BE49-F238E27FC236}">
                      <a16:creationId xmlns:a16="http://schemas.microsoft.com/office/drawing/2014/main" id="{3D6E2A70-9D7B-452F-BFA5-5357C435231D}"/>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cs typeface="Arial" panose="020B0604020202020204" pitchFamily="34" charset="0"/>
                    </a:rPr>
                    <a:t>140</a:t>
                  </a:r>
                  <a:r>
                    <a:rPr lang="en-US" altLang="zh-CN" sz="1600" b="1">
                      <a:cs typeface="Arial" panose="020B0604020202020204" pitchFamily="34" charset="0"/>
                    </a:rPr>
                    <a:t>  </a:t>
                  </a:r>
                  <a:r>
                    <a:rPr lang="en-US" altLang="zh-CN" sz="1400" b="1"/>
                    <a:t>159</a:t>
                  </a:r>
                  <a:r>
                    <a:rPr lang="en-US" altLang="zh-CN" sz="1600" b="1">
                      <a:cs typeface="Arial" panose="020B0604020202020204" pitchFamily="34" charset="0"/>
                    </a:rPr>
                    <a:t>  </a:t>
                  </a:r>
                  <a:r>
                    <a:rPr lang="zh-CN" altLang="en-US" sz="1400" b="1"/>
                    <a:t>－ </a:t>
                  </a:r>
                  <a:endParaRPr lang="zh-CN" altLang="en-US" sz="1600">
                    <a:cs typeface="Arial" panose="020B0604020202020204" pitchFamily="34" charset="0"/>
                  </a:endParaRPr>
                </a:p>
              </p:txBody>
            </p:sp>
            <p:sp>
              <p:nvSpPr>
                <p:cNvPr id="599287" name="Line 247">
                  <a:extLst>
                    <a:ext uri="{FF2B5EF4-FFF2-40B4-BE49-F238E27FC236}">
                      <a16:creationId xmlns:a16="http://schemas.microsoft.com/office/drawing/2014/main" id="{B1CD667A-341D-47E0-AA18-B68C87686573}"/>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88" name="Line 248">
                  <a:extLst>
                    <a:ext uri="{FF2B5EF4-FFF2-40B4-BE49-F238E27FC236}">
                      <a16:creationId xmlns:a16="http://schemas.microsoft.com/office/drawing/2014/main" id="{6D99826F-F795-4F06-957D-1BA411136C1B}"/>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89" name="Line 249">
                  <a:extLst>
                    <a:ext uri="{FF2B5EF4-FFF2-40B4-BE49-F238E27FC236}">
                      <a16:creationId xmlns:a16="http://schemas.microsoft.com/office/drawing/2014/main" id="{4887D455-DD97-44E8-B290-5BB142769A52}"/>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9290" name="Group 250">
                <a:extLst>
                  <a:ext uri="{FF2B5EF4-FFF2-40B4-BE49-F238E27FC236}">
                    <a16:creationId xmlns:a16="http://schemas.microsoft.com/office/drawing/2014/main" id="{39254ABA-913B-4588-B7F0-31FC5C0D1528}"/>
                  </a:ext>
                </a:extLst>
              </p:cNvPr>
              <p:cNvGrpSpPr>
                <a:grpSpLocks/>
              </p:cNvGrpSpPr>
              <p:nvPr/>
            </p:nvGrpSpPr>
            <p:grpSpPr bwMode="auto">
              <a:xfrm>
                <a:off x="2316" y="1480"/>
                <a:ext cx="1073" cy="192"/>
                <a:chOff x="2208" y="1056"/>
                <a:chExt cx="1073" cy="192"/>
              </a:xfrm>
            </p:grpSpPr>
            <p:sp>
              <p:nvSpPr>
                <p:cNvPr id="599291" name="Rectangle 251">
                  <a:extLst>
                    <a:ext uri="{FF2B5EF4-FFF2-40B4-BE49-F238E27FC236}">
                      <a16:creationId xmlns:a16="http://schemas.microsoft.com/office/drawing/2014/main" id="{6602CD46-CCA3-4DC2-B123-F9E819C6493C}"/>
                    </a:ext>
                  </a:extLst>
                </p:cNvPr>
                <p:cNvSpPr>
                  <a:spLocks noChangeArrowheads="1"/>
                </p:cNvSpPr>
                <p:nvPr/>
              </p:nvSpPr>
              <p:spPr bwMode="auto">
                <a:xfrm>
                  <a:off x="2208" y="1056"/>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60   ° -</a:t>
                  </a:r>
                  <a:r>
                    <a:rPr lang="en-US" altLang="zh-CN" sz="1400" b="1"/>
                    <a:t>      </a:t>
                  </a:r>
                  <a:r>
                    <a:rPr lang="zh-CN" altLang="en-US" sz="1200" b="1"/>
                    <a:t>∧</a:t>
                  </a:r>
                  <a:endParaRPr lang="en-US" altLang="zh-CN" sz="1200" b="1"/>
                </a:p>
              </p:txBody>
            </p:sp>
            <p:sp>
              <p:nvSpPr>
                <p:cNvPr id="599292" name="Line 252">
                  <a:extLst>
                    <a:ext uri="{FF2B5EF4-FFF2-40B4-BE49-F238E27FC236}">
                      <a16:creationId xmlns:a16="http://schemas.microsoft.com/office/drawing/2014/main" id="{D9F31687-1620-495D-B875-2F4688616AEB}"/>
                    </a:ext>
                  </a:extLst>
                </p:cNvPr>
                <p:cNvSpPr>
                  <a:spLocks noChangeShapeType="1"/>
                </p:cNvSpPr>
                <p:nvPr/>
              </p:nvSpPr>
              <p:spPr bwMode="auto">
                <a:xfrm>
                  <a:off x="240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93" name="Line 253">
                  <a:extLst>
                    <a:ext uri="{FF2B5EF4-FFF2-40B4-BE49-F238E27FC236}">
                      <a16:creationId xmlns:a16="http://schemas.microsoft.com/office/drawing/2014/main" id="{C566E29F-BBFA-4B0A-BC4D-016B2194C13E}"/>
                    </a:ext>
                  </a:extLst>
                </p:cNvPr>
                <p:cNvSpPr>
                  <a:spLocks noChangeShapeType="1"/>
                </p:cNvSpPr>
                <p:nvPr/>
              </p:nvSpPr>
              <p:spPr bwMode="auto">
                <a:xfrm>
                  <a:off x="2640"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94" name="Line 254">
                  <a:extLst>
                    <a:ext uri="{FF2B5EF4-FFF2-40B4-BE49-F238E27FC236}">
                      <a16:creationId xmlns:a16="http://schemas.microsoft.com/office/drawing/2014/main" id="{5AF884CB-2CD3-455E-AE1C-25E42851D3A3}"/>
                    </a:ext>
                  </a:extLst>
                </p:cNvPr>
                <p:cNvSpPr>
                  <a:spLocks noChangeShapeType="1"/>
                </p:cNvSpPr>
                <p:nvPr/>
              </p:nvSpPr>
              <p:spPr bwMode="auto">
                <a:xfrm>
                  <a:off x="283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95" name="Line 255">
                  <a:extLst>
                    <a:ext uri="{FF2B5EF4-FFF2-40B4-BE49-F238E27FC236}">
                      <a16:creationId xmlns:a16="http://schemas.microsoft.com/office/drawing/2014/main" id="{3DEE9B79-1E44-4AFE-81FF-062E7EE2D6EF}"/>
                    </a:ext>
                  </a:extLst>
                </p:cNvPr>
                <p:cNvSpPr>
                  <a:spLocks noChangeShapeType="1"/>
                </p:cNvSpPr>
                <p:nvPr/>
              </p:nvSpPr>
              <p:spPr bwMode="auto">
                <a:xfrm>
                  <a:off x="3072" y="105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9296" name="Line 256">
                <a:extLst>
                  <a:ext uri="{FF2B5EF4-FFF2-40B4-BE49-F238E27FC236}">
                    <a16:creationId xmlns:a16="http://schemas.microsoft.com/office/drawing/2014/main" id="{84B31BBD-6CE5-4138-9C06-ADF12C22740B}"/>
                  </a:ext>
                </a:extLst>
              </p:cNvPr>
              <p:cNvSpPr>
                <a:spLocks noChangeShapeType="1"/>
              </p:cNvSpPr>
              <p:nvPr/>
            </p:nvSpPr>
            <p:spPr bwMode="auto">
              <a:xfrm flipH="1">
                <a:off x="1474" y="1576"/>
                <a:ext cx="938" cy="44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97" name="Line 257">
                <a:extLst>
                  <a:ext uri="{FF2B5EF4-FFF2-40B4-BE49-F238E27FC236}">
                    <a16:creationId xmlns:a16="http://schemas.microsoft.com/office/drawing/2014/main" id="{844823FA-B282-49F8-8B61-94F52667B5C2}"/>
                  </a:ext>
                </a:extLst>
              </p:cNvPr>
              <p:cNvSpPr>
                <a:spLocks noChangeShapeType="1"/>
              </p:cNvSpPr>
              <p:nvPr/>
            </p:nvSpPr>
            <p:spPr bwMode="auto">
              <a:xfrm>
                <a:off x="2850" y="1576"/>
                <a:ext cx="311" cy="44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98" name="Line 258">
                <a:extLst>
                  <a:ext uri="{FF2B5EF4-FFF2-40B4-BE49-F238E27FC236}">
                    <a16:creationId xmlns:a16="http://schemas.microsoft.com/office/drawing/2014/main" id="{49216AD9-81D4-4119-91C2-DD40D3FAAFB6}"/>
                  </a:ext>
                </a:extLst>
              </p:cNvPr>
              <p:cNvSpPr>
                <a:spLocks noChangeShapeType="1"/>
              </p:cNvSpPr>
              <p:nvPr/>
            </p:nvSpPr>
            <p:spPr bwMode="auto">
              <a:xfrm flipH="1">
                <a:off x="567" y="2115"/>
                <a:ext cx="850" cy="54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299" name="Line 259">
                <a:extLst>
                  <a:ext uri="{FF2B5EF4-FFF2-40B4-BE49-F238E27FC236}">
                    <a16:creationId xmlns:a16="http://schemas.microsoft.com/office/drawing/2014/main" id="{0565D8D7-2D65-46A9-AB0D-71626BA1CD53}"/>
                  </a:ext>
                </a:extLst>
              </p:cNvPr>
              <p:cNvSpPr>
                <a:spLocks noChangeShapeType="1"/>
              </p:cNvSpPr>
              <p:nvPr/>
            </p:nvSpPr>
            <p:spPr bwMode="auto">
              <a:xfrm>
                <a:off x="1910" y="2115"/>
                <a:ext cx="17" cy="54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00" name="Line 260">
                <a:extLst>
                  <a:ext uri="{FF2B5EF4-FFF2-40B4-BE49-F238E27FC236}">
                    <a16:creationId xmlns:a16="http://schemas.microsoft.com/office/drawing/2014/main" id="{61498F5F-36F4-4541-8AA2-B8F1ED3D44F0}"/>
                  </a:ext>
                </a:extLst>
              </p:cNvPr>
              <p:cNvSpPr>
                <a:spLocks noChangeShapeType="1"/>
              </p:cNvSpPr>
              <p:nvPr/>
            </p:nvSpPr>
            <p:spPr bwMode="auto">
              <a:xfrm flipH="1">
                <a:off x="249" y="2750"/>
                <a:ext cx="327" cy="4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01" name="Line 261">
                <a:extLst>
                  <a:ext uri="{FF2B5EF4-FFF2-40B4-BE49-F238E27FC236}">
                    <a16:creationId xmlns:a16="http://schemas.microsoft.com/office/drawing/2014/main" id="{EDACF1F1-808E-44A0-9090-50D76D06C82C}"/>
                  </a:ext>
                </a:extLst>
              </p:cNvPr>
              <p:cNvSpPr>
                <a:spLocks noChangeShapeType="1"/>
              </p:cNvSpPr>
              <p:nvPr/>
            </p:nvSpPr>
            <p:spPr bwMode="auto">
              <a:xfrm flipH="1">
                <a:off x="3152" y="2115"/>
                <a:ext cx="11" cy="54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03" name="Line 263">
                <a:extLst>
                  <a:ext uri="{FF2B5EF4-FFF2-40B4-BE49-F238E27FC236}">
                    <a16:creationId xmlns:a16="http://schemas.microsoft.com/office/drawing/2014/main" id="{D1496622-A2C1-4EC4-8BAF-68BD0560935B}"/>
                  </a:ext>
                </a:extLst>
              </p:cNvPr>
              <p:cNvSpPr>
                <a:spLocks noChangeShapeType="1"/>
              </p:cNvSpPr>
              <p:nvPr/>
            </p:nvSpPr>
            <p:spPr bwMode="auto">
              <a:xfrm>
                <a:off x="3606" y="2115"/>
                <a:ext cx="862" cy="54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04" name="Line 264">
                <a:extLst>
                  <a:ext uri="{FF2B5EF4-FFF2-40B4-BE49-F238E27FC236}">
                    <a16:creationId xmlns:a16="http://schemas.microsoft.com/office/drawing/2014/main" id="{B61DEA79-A3ED-411B-A4C3-D17DCF8BA8F1}"/>
                  </a:ext>
                </a:extLst>
              </p:cNvPr>
              <p:cNvSpPr>
                <a:spLocks noChangeShapeType="1"/>
              </p:cNvSpPr>
              <p:nvPr/>
            </p:nvSpPr>
            <p:spPr bwMode="auto">
              <a:xfrm rot="21480000">
                <a:off x="4415" y="2711"/>
                <a:ext cx="545" cy="499"/>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99306" name="Group 266">
                <a:extLst>
                  <a:ext uri="{FF2B5EF4-FFF2-40B4-BE49-F238E27FC236}">
                    <a16:creationId xmlns:a16="http://schemas.microsoft.com/office/drawing/2014/main" id="{5C9512DC-AB91-41FE-BB8B-9C0008B84A67}"/>
                  </a:ext>
                </a:extLst>
              </p:cNvPr>
              <p:cNvGrpSpPr>
                <a:grpSpLocks/>
              </p:cNvGrpSpPr>
              <p:nvPr/>
            </p:nvGrpSpPr>
            <p:grpSpPr bwMode="auto">
              <a:xfrm>
                <a:off x="4" y="3193"/>
                <a:ext cx="912" cy="192"/>
                <a:chOff x="144" y="2688"/>
                <a:chExt cx="912" cy="192"/>
              </a:xfrm>
            </p:grpSpPr>
            <p:sp>
              <p:nvSpPr>
                <p:cNvPr id="599307" name="Rectangle 267">
                  <a:extLst>
                    <a:ext uri="{FF2B5EF4-FFF2-40B4-BE49-F238E27FC236}">
                      <a16:creationId xmlns:a16="http://schemas.microsoft.com/office/drawing/2014/main" id="{CC737366-8368-44B8-ACC3-A3EC58FFEE34}"/>
                    </a:ext>
                  </a:extLst>
                </p:cNvPr>
                <p:cNvSpPr>
                  <a:spLocks noChangeArrowheads="1"/>
                </p:cNvSpPr>
                <p:nvPr/>
              </p:nvSpPr>
              <p:spPr bwMode="auto">
                <a:xfrm>
                  <a:off x="288"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2    5    </a:t>
                  </a:r>
                  <a:r>
                    <a:rPr lang="zh-CN" altLang="en-US" sz="1400" b="1"/>
                    <a:t>－</a:t>
                  </a:r>
                  <a:r>
                    <a:rPr lang="zh-CN" altLang="en-US" sz="1600">
                      <a:ea typeface="Arial Unicode MS" panose="020B0604020202020204" pitchFamily="34" charset="-122"/>
                      <a:cs typeface="Arial Unicode MS" panose="020B0604020202020204" pitchFamily="34" charset="-122"/>
                    </a:rPr>
                    <a:t> </a:t>
                  </a:r>
                  <a:endParaRPr lang="zh-CN" altLang="en-US" sz="1600">
                    <a:cs typeface="Arial" panose="020B0604020202020204" pitchFamily="34" charset="0"/>
                  </a:endParaRPr>
                </a:p>
              </p:txBody>
            </p:sp>
            <p:sp>
              <p:nvSpPr>
                <p:cNvPr id="599308" name="Line 268">
                  <a:extLst>
                    <a:ext uri="{FF2B5EF4-FFF2-40B4-BE49-F238E27FC236}">
                      <a16:creationId xmlns:a16="http://schemas.microsoft.com/office/drawing/2014/main" id="{126D06C9-45C2-444D-B52D-B374FB0612F4}"/>
                    </a:ext>
                  </a:extLst>
                </p:cNvPr>
                <p:cNvSpPr>
                  <a:spLocks noChangeShapeType="1"/>
                </p:cNvSpPr>
                <p:nvPr/>
              </p:nvSpPr>
              <p:spPr bwMode="auto">
                <a:xfrm>
                  <a:off x="2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09" name="Line 269">
                  <a:extLst>
                    <a:ext uri="{FF2B5EF4-FFF2-40B4-BE49-F238E27FC236}">
                      <a16:creationId xmlns:a16="http://schemas.microsoft.com/office/drawing/2014/main" id="{21873CE3-DD45-4DC2-9E71-4F4A4B4CB341}"/>
                    </a:ext>
                  </a:extLst>
                </p:cNvPr>
                <p:cNvSpPr>
                  <a:spLocks noChangeShapeType="1"/>
                </p:cNvSpPr>
                <p:nvPr/>
              </p:nvSpPr>
              <p:spPr bwMode="auto">
                <a:xfrm>
                  <a:off x="48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10" name="Line 270">
                  <a:extLst>
                    <a:ext uri="{FF2B5EF4-FFF2-40B4-BE49-F238E27FC236}">
                      <a16:creationId xmlns:a16="http://schemas.microsoft.com/office/drawing/2014/main" id="{EA3449B6-3BBE-4508-9437-3DB19A413870}"/>
                    </a:ext>
                  </a:extLst>
                </p:cNvPr>
                <p:cNvSpPr>
                  <a:spLocks noChangeShapeType="1"/>
                </p:cNvSpPr>
                <p:nvPr/>
              </p:nvSpPr>
              <p:spPr bwMode="auto">
                <a:xfrm>
                  <a:off x="720"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11" name="Line 271">
                  <a:extLst>
                    <a:ext uri="{FF2B5EF4-FFF2-40B4-BE49-F238E27FC236}">
                      <a16:creationId xmlns:a16="http://schemas.microsoft.com/office/drawing/2014/main" id="{6927ADD7-1992-4ED1-912D-A7AE9B396E1E}"/>
                    </a:ext>
                  </a:extLst>
                </p:cNvPr>
                <p:cNvSpPr>
                  <a:spLocks noChangeShapeType="1"/>
                </p:cNvSpPr>
                <p:nvPr/>
              </p:nvSpPr>
              <p:spPr bwMode="auto">
                <a:xfrm>
                  <a:off x="912"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12" name="Line 272">
                  <a:extLst>
                    <a:ext uri="{FF2B5EF4-FFF2-40B4-BE49-F238E27FC236}">
                      <a16:creationId xmlns:a16="http://schemas.microsoft.com/office/drawing/2014/main" id="{81479558-374A-46A4-84A3-B0EF3339E0AB}"/>
                    </a:ext>
                  </a:extLst>
                </p:cNvPr>
                <p:cNvSpPr>
                  <a:spLocks noChangeShapeType="1"/>
                </p:cNvSpPr>
                <p:nvPr/>
              </p:nvSpPr>
              <p:spPr bwMode="auto">
                <a:xfrm>
                  <a:off x="144"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9313" name="Group 273">
                <a:extLst>
                  <a:ext uri="{FF2B5EF4-FFF2-40B4-BE49-F238E27FC236}">
                    <a16:creationId xmlns:a16="http://schemas.microsoft.com/office/drawing/2014/main" id="{D427DDF7-C5C1-412C-B92C-6F8D7C708F11}"/>
                  </a:ext>
                </a:extLst>
              </p:cNvPr>
              <p:cNvGrpSpPr>
                <a:grpSpLocks/>
              </p:cNvGrpSpPr>
              <p:nvPr/>
            </p:nvGrpSpPr>
            <p:grpSpPr bwMode="auto">
              <a:xfrm>
                <a:off x="1546" y="3193"/>
                <a:ext cx="960" cy="192"/>
                <a:chOff x="1680" y="2688"/>
                <a:chExt cx="960" cy="192"/>
              </a:xfrm>
            </p:grpSpPr>
            <p:grpSp>
              <p:nvGrpSpPr>
                <p:cNvPr id="599314" name="Group 274">
                  <a:extLst>
                    <a:ext uri="{FF2B5EF4-FFF2-40B4-BE49-F238E27FC236}">
                      <a16:creationId xmlns:a16="http://schemas.microsoft.com/office/drawing/2014/main" id="{0FB7C48C-30C5-47F9-9FB7-113808DE66A9}"/>
                    </a:ext>
                  </a:extLst>
                </p:cNvPr>
                <p:cNvGrpSpPr>
                  <a:grpSpLocks/>
                </p:cNvGrpSpPr>
                <p:nvPr/>
              </p:nvGrpSpPr>
              <p:grpSpPr bwMode="auto">
                <a:xfrm>
                  <a:off x="1824" y="2688"/>
                  <a:ext cx="641" cy="192"/>
                  <a:chOff x="1056" y="2976"/>
                  <a:chExt cx="641" cy="192"/>
                </a:xfrm>
              </p:grpSpPr>
              <p:sp>
                <p:nvSpPr>
                  <p:cNvPr id="599315" name="Rectangle 275">
                    <a:extLst>
                      <a:ext uri="{FF2B5EF4-FFF2-40B4-BE49-F238E27FC236}">
                        <a16:creationId xmlns:a16="http://schemas.microsoft.com/office/drawing/2014/main" id="{94BA8803-7D56-473E-A0BF-DD5FBE2DDAB9}"/>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26</a:t>
                    </a:r>
                    <a:r>
                      <a:rPr lang="en-US" altLang="zh-CN" sz="1600" b="1">
                        <a:cs typeface="Arial" panose="020B0604020202020204" pitchFamily="34" charset="0"/>
                      </a:rPr>
                      <a:t>  </a:t>
                    </a:r>
                    <a:r>
                      <a:rPr lang="en-US" altLang="zh-CN" sz="1400" b="1">
                        <a:cs typeface="Arial" panose="020B0604020202020204" pitchFamily="34" charset="0"/>
                      </a:rPr>
                      <a:t>39 </a:t>
                    </a:r>
                    <a:r>
                      <a:rPr lang="en-US" altLang="zh-CN" sz="1600" b="1">
                        <a:cs typeface="Arial" panose="020B0604020202020204" pitchFamily="34" charset="0"/>
                      </a:rPr>
                      <a:t>  </a:t>
                    </a:r>
                    <a:r>
                      <a:rPr lang="en-US" altLang="zh-CN" sz="1400" b="1"/>
                      <a:t>-</a:t>
                    </a:r>
                    <a:endParaRPr lang="en-US" altLang="zh-CN" sz="1600">
                      <a:cs typeface="Arial" panose="020B0604020202020204" pitchFamily="34" charset="0"/>
                    </a:endParaRPr>
                  </a:p>
                </p:txBody>
              </p:sp>
              <p:sp>
                <p:nvSpPr>
                  <p:cNvPr id="599316" name="Line 276">
                    <a:extLst>
                      <a:ext uri="{FF2B5EF4-FFF2-40B4-BE49-F238E27FC236}">
                        <a16:creationId xmlns:a16="http://schemas.microsoft.com/office/drawing/2014/main" id="{53125197-6312-4291-A266-487466BF1D35}"/>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17" name="Line 277">
                    <a:extLst>
                      <a:ext uri="{FF2B5EF4-FFF2-40B4-BE49-F238E27FC236}">
                        <a16:creationId xmlns:a16="http://schemas.microsoft.com/office/drawing/2014/main" id="{FAFEEAAE-73BA-419F-B692-381F3AE439BA}"/>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18" name="Line 278">
                    <a:extLst>
                      <a:ext uri="{FF2B5EF4-FFF2-40B4-BE49-F238E27FC236}">
                        <a16:creationId xmlns:a16="http://schemas.microsoft.com/office/drawing/2014/main" id="{076C002C-C681-4DA0-B068-5CEEC613A542}"/>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9319" name="Line 279">
                  <a:extLst>
                    <a:ext uri="{FF2B5EF4-FFF2-40B4-BE49-F238E27FC236}">
                      <a16:creationId xmlns:a16="http://schemas.microsoft.com/office/drawing/2014/main" id="{B960BA5A-4AD6-4DED-90FD-00FF20CB25A7}"/>
                    </a:ext>
                  </a:extLst>
                </p:cNvPr>
                <p:cNvSpPr>
                  <a:spLocks noChangeShapeType="1"/>
                </p:cNvSpPr>
                <p:nvPr/>
              </p:nvSpPr>
              <p:spPr bwMode="auto">
                <a:xfrm>
                  <a:off x="16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20" name="Line 280">
                  <a:extLst>
                    <a:ext uri="{FF2B5EF4-FFF2-40B4-BE49-F238E27FC236}">
                      <a16:creationId xmlns:a16="http://schemas.microsoft.com/office/drawing/2014/main" id="{12378FD9-B9A7-4AC0-A501-68FF148BF243}"/>
                    </a:ext>
                  </a:extLst>
                </p:cNvPr>
                <p:cNvSpPr>
                  <a:spLocks noChangeShapeType="1"/>
                </p:cNvSpPr>
                <p:nvPr/>
              </p:nvSpPr>
              <p:spPr bwMode="auto">
                <a:xfrm>
                  <a:off x="2448"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9321" name="Group 281">
                <a:extLst>
                  <a:ext uri="{FF2B5EF4-FFF2-40B4-BE49-F238E27FC236}">
                    <a16:creationId xmlns:a16="http://schemas.microsoft.com/office/drawing/2014/main" id="{186B15A3-EAD7-43B5-BD1C-7FA4BCD1FFF7}"/>
                  </a:ext>
                </a:extLst>
              </p:cNvPr>
              <p:cNvGrpSpPr>
                <a:grpSpLocks/>
              </p:cNvGrpSpPr>
              <p:nvPr/>
            </p:nvGrpSpPr>
            <p:grpSpPr bwMode="auto">
              <a:xfrm>
                <a:off x="3107" y="3193"/>
                <a:ext cx="960" cy="192"/>
                <a:chOff x="3264" y="2688"/>
                <a:chExt cx="960" cy="192"/>
              </a:xfrm>
            </p:grpSpPr>
            <p:sp>
              <p:nvSpPr>
                <p:cNvPr id="599322" name="Rectangle 282">
                  <a:extLst>
                    <a:ext uri="{FF2B5EF4-FFF2-40B4-BE49-F238E27FC236}">
                      <a16:creationId xmlns:a16="http://schemas.microsoft.com/office/drawing/2014/main" id="{94401ED6-45CA-4A73-AF73-29EF94922B41}"/>
                    </a:ext>
                  </a:extLst>
                </p:cNvPr>
                <p:cNvSpPr>
                  <a:spLocks noChangeArrowheads="1"/>
                </p:cNvSpPr>
                <p:nvPr/>
              </p:nvSpPr>
              <p:spPr bwMode="auto">
                <a:xfrm>
                  <a:off x="3456"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60</a:t>
                  </a:r>
                  <a:r>
                    <a:rPr lang="en-US" altLang="zh-CN" sz="1600" b="1">
                      <a:cs typeface="Arial" panose="020B0604020202020204" pitchFamily="34" charset="0"/>
                    </a:rPr>
                    <a:t> </a:t>
                  </a:r>
                  <a:r>
                    <a:rPr lang="en-US" altLang="zh-CN" sz="1400" b="1"/>
                    <a:t>85</a:t>
                  </a:r>
                  <a:r>
                    <a:rPr lang="en-US" altLang="zh-CN" sz="1600" b="1">
                      <a:cs typeface="Arial" panose="020B0604020202020204" pitchFamily="34" charset="0"/>
                    </a:rPr>
                    <a:t>  </a:t>
                  </a:r>
                  <a:r>
                    <a:rPr lang="zh-CN" altLang="en-US" sz="1400" b="1"/>
                    <a:t>－</a:t>
                  </a:r>
                  <a:endParaRPr lang="zh-CN" altLang="en-US" sz="1600">
                    <a:cs typeface="Arial" panose="020B0604020202020204" pitchFamily="34" charset="0"/>
                  </a:endParaRPr>
                </a:p>
              </p:txBody>
            </p:sp>
            <p:sp>
              <p:nvSpPr>
                <p:cNvPr id="599323" name="Line 283">
                  <a:extLst>
                    <a:ext uri="{FF2B5EF4-FFF2-40B4-BE49-F238E27FC236}">
                      <a16:creationId xmlns:a16="http://schemas.microsoft.com/office/drawing/2014/main" id="{271EA1F1-559A-4443-BD30-6086E7D29A39}"/>
                    </a:ext>
                  </a:extLst>
                </p:cNvPr>
                <p:cNvSpPr>
                  <a:spLocks noChangeShapeType="1"/>
                </p:cNvSpPr>
                <p:nvPr/>
              </p:nvSpPr>
              <p:spPr bwMode="auto">
                <a:xfrm>
                  <a:off x="3456"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24" name="Line 284">
                  <a:extLst>
                    <a:ext uri="{FF2B5EF4-FFF2-40B4-BE49-F238E27FC236}">
                      <a16:creationId xmlns:a16="http://schemas.microsoft.com/office/drawing/2014/main" id="{C9F4A20C-64DE-4377-9D41-5D56A276E2A0}"/>
                    </a:ext>
                  </a:extLst>
                </p:cNvPr>
                <p:cNvSpPr>
                  <a:spLocks noChangeShapeType="1"/>
                </p:cNvSpPr>
                <p:nvPr/>
              </p:nvSpPr>
              <p:spPr bwMode="auto">
                <a:xfrm>
                  <a:off x="364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25" name="Line 285">
                  <a:extLst>
                    <a:ext uri="{FF2B5EF4-FFF2-40B4-BE49-F238E27FC236}">
                      <a16:creationId xmlns:a16="http://schemas.microsoft.com/office/drawing/2014/main" id="{09167075-1297-4FC6-BC01-EAFCBACB9CD8}"/>
                    </a:ext>
                  </a:extLst>
                </p:cNvPr>
                <p:cNvSpPr>
                  <a:spLocks noChangeShapeType="1"/>
                </p:cNvSpPr>
                <p:nvPr/>
              </p:nvSpPr>
              <p:spPr bwMode="auto">
                <a:xfrm>
                  <a:off x="38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26" name="Line 286">
                  <a:extLst>
                    <a:ext uri="{FF2B5EF4-FFF2-40B4-BE49-F238E27FC236}">
                      <a16:creationId xmlns:a16="http://schemas.microsoft.com/office/drawing/2014/main" id="{8EAE2CD9-2312-4FD1-BC90-ACE0709B9982}"/>
                    </a:ext>
                  </a:extLst>
                </p:cNvPr>
                <p:cNvSpPr>
                  <a:spLocks noChangeShapeType="1"/>
                </p:cNvSpPr>
                <p:nvPr/>
              </p:nvSpPr>
              <p:spPr bwMode="auto">
                <a:xfrm>
                  <a:off x="3264"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27" name="Line 287">
                  <a:extLst>
                    <a:ext uri="{FF2B5EF4-FFF2-40B4-BE49-F238E27FC236}">
                      <a16:creationId xmlns:a16="http://schemas.microsoft.com/office/drawing/2014/main" id="{A0B1E9C5-C4CD-4FDB-BB19-0212459514AF}"/>
                    </a:ext>
                  </a:extLst>
                </p:cNvPr>
                <p:cNvSpPr>
                  <a:spLocks noChangeShapeType="1"/>
                </p:cNvSpPr>
                <p:nvPr/>
              </p:nvSpPr>
              <p:spPr bwMode="auto">
                <a:xfrm>
                  <a:off x="40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9329" name="Group 289">
                <a:extLst>
                  <a:ext uri="{FF2B5EF4-FFF2-40B4-BE49-F238E27FC236}">
                    <a16:creationId xmlns:a16="http://schemas.microsoft.com/office/drawing/2014/main" id="{6009030C-B770-4DFB-A1D0-0A371303EA9D}"/>
                  </a:ext>
                </a:extLst>
              </p:cNvPr>
              <p:cNvGrpSpPr>
                <a:grpSpLocks/>
              </p:cNvGrpSpPr>
              <p:nvPr/>
            </p:nvGrpSpPr>
            <p:grpSpPr bwMode="auto">
              <a:xfrm>
                <a:off x="3061" y="2659"/>
                <a:ext cx="1073" cy="192"/>
                <a:chOff x="2400" y="1824"/>
                <a:chExt cx="1073" cy="192"/>
              </a:xfrm>
            </p:grpSpPr>
            <p:sp>
              <p:nvSpPr>
                <p:cNvPr id="599330" name="Rectangle 290">
                  <a:extLst>
                    <a:ext uri="{FF2B5EF4-FFF2-40B4-BE49-F238E27FC236}">
                      <a16:creationId xmlns:a16="http://schemas.microsoft.com/office/drawing/2014/main" id="{BE23E06C-9B8A-4775-975F-158264FC96E1}"/>
                    </a:ext>
                  </a:extLst>
                </p:cNvPr>
                <p:cNvSpPr>
                  <a:spLocks noChangeArrowheads="1"/>
                </p:cNvSpPr>
                <p:nvPr/>
              </p:nvSpPr>
              <p:spPr bwMode="auto">
                <a:xfrm>
                  <a:off x="240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99</a:t>
                  </a:r>
                  <a:r>
                    <a:rPr lang="en-US" altLang="zh-CN" sz="1600" b="1">
                      <a:cs typeface="Arial" panose="020B0604020202020204" pitchFamily="34" charset="0"/>
                    </a:rPr>
                    <a:t>    °  -</a:t>
                  </a:r>
                  <a:r>
                    <a:rPr lang="zh-CN" altLang="en-US" sz="1400" b="1"/>
                    <a:t>　</a:t>
                  </a:r>
                  <a:r>
                    <a:rPr lang="en-US" altLang="zh-CN" sz="1600">
                      <a:ea typeface="Arial Unicode MS" panose="020B0604020202020204" pitchFamily="34" charset="-122"/>
                      <a:cs typeface="Arial Unicode MS" panose="020B0604020202020204" pitchFamily="34" charset="-122"/>
                    </a:rPr>
                    <a:t> </a:t>
                  </a:r>
                  <a:r>
                    <a:rPr lang="zh-CN" altLang="en-US" sz="1200" b="1"/>
                    <a:t>∧</a:t>
                  </a:r>
                  <a:endParaRPr lang="en-US" altLang="zh-CN" sz="1200" b="1"/>
                </a:p>
              </p:txBody>
            </p:sp>
            <p:sp>
              <p:nvSpPr>
                <p:cNvPr id="599331" name="Line 291">
                  <a:extLst>
                    <a:ext uri="{FF2B5EF4-FFF2-40B4-BE49-F238E27FC236}">
                      <a16:creationId xmlns:a16="http://schemas.microsoft.com/office/drawing/2014/main" id="{9D1DFA60-9CE7-4DE1-B338-020F4E8A2D51}"/>
                    </a:ext>
                  </a:extLst>
                </p:cNvPr>
                <p:cNvSpPr>
                  <a:spLocks noChangeShapeType="1"/>
                </p:cNvSpPr>
                <p:nvPr/>
              </p:nvSpPr>
              <p:spPr bwMode="auto">
                <a:xfrm>
                  <a:off x="25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32" name="Line 292">
                  <a:extLst>
                    <a:ext uri="{FF2B5EF4-FFF2-40B4-BE49-F238E27FC236}">
                      <a16:creationId xmlns:a16="http://schemas.microsoft.com/office/drawing/2014/main" id="{BB281B77-6175-4B2A-A5D4-B31899849751}"/>
                    </a:ext>
                  </a:extLst>
                </p:cNvPr>
                <p:cNvSpPr>
                  <a:spLocks noChangeShapeType="1"/>
                </p:cNvSpPr>
                <p:nvPr/>
              </p:nvSpPr>
              <p:spPr bwMode="auto">
                <a:xfrm>
                  <a:off x="283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33" name="Line 293">
                  <a:extLst>
                    <a:ext uri="{FF2B5EF4-FFF2-40B4-BE49-F238E27FC236}">
                      <a16:creationId xmlns:a16="http://schemas.microsoft.com/office/drawing/2014/main" id="{CE9597D3-8D29-48A9-AA32-702B0C169E84}"/>
                    </a:ext>
                  </a:extLst>
                </p:cNvPr>
                <p:cNvSpPr>
                  <a:spLocks noChangeShapeType="1"/>
                </p:cNvSpPr>
                <p:nvPr/>
              </p:nvSpPr>
              <p:spPr bwMode="auto">
                <a:xfrm>
                  <a:off x="30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34" name="Line 294">
                  <a:extLst>
                    <a:ext uri="{FF2B5EF4-FFF2-40B4-BE49-F238E27FC236}">
                      <a16:creationId xmlns:a16="http://schemas.microsoft.com/office/drawing/2014/main" id="{A49ECA69-1320-4A0E-9E50-B1CF2344C902}"/>
                    </a:ext>
                  </a:extLst>
                </p:cNvPr>
                <p:cNvSpPr>
                  <a:spLocks noChangeShapeType="1"/>
                </p:cNvSpPr>
                <p:nvPr/>
              </p:nvSpPr>
              <p:spPr bwMode="auto">
                <a:xfrm>
                  <a:off x="326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9335" name="Group 295">
                <a:extLst>
                  <a:ext uri="{FF2B5EF4-FFF2-40B4-BE49-F238E27FC236}">
                    <a16:creationId xmlns:a16="http://schemas.microsoft.com/office/drawing/2014/main" id="{0788F341-6236-4B6E-AFAE-E7935EDD8351}"/>
                  </a:ext>
                </a:extLst>
              </p:cNvPr>
              <p:cNvGrpSpPr>
                <a:grpSpLocks/>
              </p:cNvGrpSpPr>
              <p:nvPr/>
            </p:nvGrpSpPr>
            <p:grpSpPr bwMode="auto">
              <a:xfrm>
                <a:off x="1791" y="2659"/>
                <a:ext cx="1073" cy="192"/>
                <a:chOff x="2400" y="1824"/>
                <a:chExt cx="1073" cy="192"/>
              </a:xfrm>
            </p:grpSpPr>
            <p:sp>
              <p:nvSpPr>
                <p:cNvPr id="599336" name="Rectangle 296">
                  <a:extLst>
                    <a:ext uri="{FF2B5EF4-FFF2-40B4-BE49-F238E27FC236}">
                      <a16:creationId xmlns:a16="http://schemas.microsoft.com/office/drawing/2014/main" id="{CCB54CB9-3C3D-433C-BCB5-B6350C2AC2FD}"/>
                    </a:ext>
                  </a:extLst>
                </p:cNvPr>
                <p:cNvSpPr>
                  <a:spLocks noChangeArrowheads="1"/>
                </p:cNvSpPr>
                <p:nvPr/>
              </p:nvSpPr>
              <p:spPr bwMode="auto">
                <a:xfrm>
                  <a:off x="240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a:t>
                  </a:r>
                  <a:r>
                    <a:rPr lang="en-US" altLang="zh-CN" sz="1400" b="1">
                      <a:cs typeface="Arial" panose="020B0604020202020204" pitchFamily="34" charset="0"/>
                    </a:rPr>
                    <a:t>41</a:t>
                  </a:r>
                  <a:r>
                    <a:rPr lang="en-US" altLang="zh-CN" sz="1600" b="1">
                      <a:cs typeface="Arial" panose="020B0604020202020204" pitchFamily="34" charset="0"/>
                    </a:rPr>
                    <a:t>    °  -</a:t>
                  </a:r>
                  <a:r>
                    <a:rPr lang="zh-CN" altLang="en-US" sz="1400" b="1"/>
                    <a:t>　</a:t>
                  </a:r>
                  <a:r>
                    <a:rPr lang="zh-CN" altLang="en-US"/>
                    <a:t> </a:t>
                  </a:r>
                  <a:r>
                    <a:rPr lang="zh-CN" altLang="en-US" sz="1200" b="1"/>
                    <a:t>∧</a:t>
                  </a:r>
                  <a:r>
                    <a:rPr lang="en-US" altLang="zh-CN" sz="1600">
                      <a:ea typeface="Arial Unicode MS" panose="020B0604020202020204" pitchFamily="34" charset="-122"/>
                      <a:cs typeface="Arial Unicode MS" panose="020B0604020202020204" pitchFamily="34" charset="-122"/>
                    </a:rPr>
                    <a:t> </a:t>
                  </a:r>
                </a:p>
              </p:txBody>
            </p:sp>
            <p:sp>
              <p:nvSpPr>
                <p:cNvPr id="599337" name="Line 297">
                  <a:extLst>
                    <a:ext uri="{FF2B5EF4-FFF2-40B4-BE49-F238E27FC236}">
                      <a16:creationId xmlns:a16="http://schemas.microsoft.com/office/drawing/2014/main" id="{33DBC40A-09E1-407F-A845-1D511FF099B3}"/>
                    </a:ext>
                  </a:extLst>
                </p:cNvPr>
                <p:cNvSpPr>
                  <a:spLocks noChangeShapeType="1"/>
                </p:cNvSpPr>
                <p:nvPr/>
              </p:nvSpPr>
              <p:spPr bwMode="auto">
                <a:xfrm>
                  <a:off x="25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38" name="Line 298">
                  <a:extLst>
                    <a:ext uri="{FF2B5EF4-FFF2-40B4-BE49-F238E27FC236}">
                      <a16:creationId xmlns:a16="http://schemas.microsoft.com/office/drawing/2014/main" id="{94AD5DE9-0CBA-40DA-9EAB-1F0106F2FECF}"/>
                    </a:ext>
                  </a:extLst>
                </p:cNvPr>
                <p:cNvSpPr>
                  <a:spLocks noChangeShapeType="1"/>
                </p:cNvSpPr>
                <p:nvPr/>
              </p:nvSpPr>
              <p:spPr bwMode="auto">
                <a:xfrm>
                  <a:off x="283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39" name="Line 299">
                  <a:extLst>
                    <a:ext uri="{FF2B5EF4-FFF2-40B4-BE49-F238E27FC236}">
                      <a16:creationId xmlns:a16="http://schemas.microsoft.com/office/drawing/2014/main" id="{1F4F557C-5854-45F5-8BF0-DB732FD7883D}"/>
                    </a:ext>
                  </a:extLst>
                </p:cNvPr>
                <p:cNvSpPr>
                  <a:spLocks noChangeShapeType="1"/>
                </p:cNvSpPr>
                <p:nvPr/>
              </p:nvSpPr>
              <p:spPr bwMode="auto">
                <a:xfrm>
                  <a:off x="30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40" name="Line 300">
                  <a:extLst>
                    <a:ext uri="{FF2B5EF4-FFF2-40B4-BE49-F238E27FC236}">
                      <a16:creationId xmlns:a16="http://schemas.microsoft.com/office/drawing/2014/main" id="{CCA074F4-17AF-4174-BA68-57D5CC2058DF}"/>
                    </a:ext>
                  </a:extLst>
                </p:cNvPr>
                <p:cNvSpPr>
                  <a:spLocks noChangeShapeType="1"/>
                </p:cNvSpPr>
                <p:nvPr/>
              </p:nvSpPr>
              <p:spPr bwMode="auto">
                <a:xfrm>
                  <a:off x="326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9341" name="Group 301">
                <a:extLst>
                  <a:ext uri="{FF2B5EF4-FFF2-40B4-BE49-F238E27FC236}">
                    <a16:creationId xmlns:a16="http://schemas.microsoft.com/office/drawing/2014/main" id="{31696145-D3E3-4860-B4E0-9C29E3C314E3}"/>
                  </a:ext>
                </a:extLst>
              </p:cNvPr>
              <p:cNvGrpSpPr>
                <a:grpSpLocks/>
              </p:cNvGrpSpPr>
              <p:nvPr/>
            </p:nvGrpSpPr>
            <p:grpSpPr bwMode="auto">
              <a:xfrm>
                <a:off x="476" y="2659"/>
                <a:ext cx="1073" cy="192"/>
                <a:chOff x="2400" y="1824"/>
                <a:chExt cx="1073" cy="192"/>
              </a:xfrm>
            </p:grpSpPr>
            <p:sp>
              <p:nvSpPr>
                <p:cNvPr id="599342" name="Rectangle 302">
                  <a:extLst>
                    <a:ext uri="{FF2B5EF4-FFF2-40B4-BE49-F238E27FC236}">
                      <a16:creationId xmlns:a16="http://schemas.microsoft.com/office/drawing/2014/main" id="{745CDB92-D4C6-423B-A53C-8A98232B54A2}"/>
                    </a:ext>
                  </a:extLst>
                </p:cNvPr>
                <p:cNvSpPr>
                  <a:spLocks noChangeArrowheads="1"/>
                </p:cNvSpPr>
                <p:nvPr/>
              </p:nvSpPr>
              <p:spPr bwMode="auto">
                <a:xfrm>
                  <a:off x="2400" y="1824"/>
                  <a:ext cx="1073"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a:cs typeface="Arial" panose="020B0604020202020204" pitchFamily="34" charset="0"/>
                    </a:rPr>
                    <a:t>°  9    °   - </a:t>
                  </a:r>
                  <a:r>
                    <a:rPr lang="en-US" altLang="zh-CN" sz="1600">
                      <a:ea typeface="Arial Unicode MS" panose="020B0604020202020204" pitchFamily="34" charset="-122"/>
                      <a:cs typeface="Arial Unicode MS" panose="020B0604020202020204" pitchFamily="34" charset="-122"/>
                    </a:rPr>
                    <a:t>   </a:t>
                  </a:r>
                  <a:r>
                    <a:rPr lang="zh-CN" altLang="en-US"/>
                    <a:t> </a:t>
                  </a:r>
                  <a:r>
                    <a:rPr lang="zh-CN" altLang="en-US" sz="1200" b="1"/>
                    <a:t>∧</a:t>
                  </a:r>
                  <a:endParaRPr lang="en-US" altLang="zh-CN" sz="1200" b="1"/>
                </a:p>
              </p:txBody>
            </p:sp>
            <p:sp>
              <p:nvSpPr>
                <p:cNvPr id="599343" name="Line 303">
                  <a:extLst>
                    <a:ext uri="{FF2B5EF4-FFF2-40B4-BE49-F238E27FC236}">
                      <a16:creationId xmlns:a16="http://schemas.microsoft.com/office/drawing/2014/main" id="{94F488C4-0297-4B3D-A6E0-64F13EF37A1D}"/>
                    </a:ext>
                  </a:extLst>
                </p:cNvPr>
                <p:cNvSpPr>
                  <a:spLocks noChangeShapeType="1"/>
                </p:cNvSpPr>
                <p:nvPr/>
              </p:nvSpPr>
              <p:spPr bwMode="auto">
                <a:xfrm>
                  <a:off x="259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44" name="Line 304">
                  <a:extLst>
                    <a:ext uri="{FF2B5EF4-FFF2-40B4-BE49-F238E27FC236}">
                      <a16:creationId xmlns:a16="http://schemas.microsoft.com/office/drawing/2014/main" id="{65E99EF7-1A4A-4084-92DE-B70FDC45DA4D}"/>
                    </a:ext>
                  </a:extLst>
                </p:cNvPr>
                <p:cNvSpPr>
                  <a:spLocks noChangeShapeType="1"/>
                </p:cNvSpPr>
                <p:nvPr/>
              </p:nvSpPr>
              <p:spPr bwMode="auto">
                <a:xfrm>
                  <a:off x="2832"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45" name="Line 305">
                  <a:extLst>
                    <a:ext uri="{FF2B5EF4-FFF2-40B4-BE49-F238E27FC236}">
                      <a16:creationId xmlns:a16="http://schemas.microsoft.com/office/drawing/2014/main" id="{65ADFC0E-B21F-47AF-8DD3-14BB05E0D321}"/>
                    </a:ext>
                  </a:extLst>
                </p:cNvPr>
                <p:cNvSpPr>
                  <a:spLocks noChangeShapeType="1"/>
                </p:cNvSpPr>
                <p:nvPr/>
              </p:nvSpPr>
              <p:spPr bwMode="auto">
                <a:xfrm>
                  <a:off x="302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46" name="Line 306">
                  <a:extLst>
                    <a:ext uri="{FF2B5EF4-FFF2-40B4-BE49-F238E27FC236}">
                      <a16:creationId xmlns:a16="http://schemas.microsoft.com/office/drawing/2014/main" id="{5F82A842-14D3-48AF-8299-822702F37179}"/>
                    </a:ext>
                  </a:extLst>
                </p:cNvPr>
                <p:cNvSpPr>
                  <a:spLocks noChangeShapeType="1"/>
                </p:cNvSpPr>
                <p:nvPr/>
              </p:nvSpPr>
              <p:spPr bwMode="auto">
                <a:xfrm>
                  <a:off x="3264" y="18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9347" name="Group 307">
                <a:extLst>
                  <a:ext uri="{FF2B5EF4-FFF2-40B4-BE49-F238E27FC236}">
                    <a16:creationId xmlns:a16="http://schemas.microsoft.com/office/drawing/2014/main" id="{0EC73915-7F37-49B6-86B5-C26BC607A2DF}"/>
                  </a:ext>
                </a:extLst>
              </p:cNvPr>
              <p:cNvGrpSpPr>
                <a:grpSpLocks/>
              </p:cNvGrpSpPr>
              <p:nvPr/>
            </p:nvGrpSpPr>
            <p:grpSpPr bwMode="auto">
              <a:xfrm>
                <a:off x="3943" y="3194"/>
                <a:ext cx="960" cy="192"/>
                <a:chOff x="3264" y="2688"/>
                <a:chExt cx="960" cy="192"/>
              </a:xfrm>
            </p:grpSpPr>
            <p:sp>
              <p:nvSpPr>
                <p:cNvPr id="599348" name="Rectangle 308">
                  <a:extLst>
                    <a:ext uri="{FF2B5EF4-FFF2-40B4-BE49-F238E27FC236}">
                      <a16:creationId xmlns:a16="http://schemas.microsoft.com/office/drawing/2014/main" id="{D67C382E-301C-42BC-923A-36563968DF5E}"/>
                    </a:ext>
                  </a:extLst>
                </p:cNvPr>
                <p:cNvSpPr>
                  <a:spLocks noChangeArrowheads="1"/>
                </p:cNvSpPr>
                <p:nvPr/>
              </p:nvSpPr>
              <p:spPr bwMode="auto">
                <a:xfrm>
                  <a:off x="3456" y="2688"/>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cs typeface="Arial" panose="020B0604020202020204" pitchFamily="34" charset="0"/>
                    </a:rPr>
                    <a:t>99</a:t>
                  </a:r>
                  <a:r>
                    <a:rPr lang="en-US" altLang="zh-CN" sz="1600" b="1">
                      <a:cs typeface="Arial" panose="020B0604020202020204" pitchFamily="34" charset="0"/>
                    </a:rPr>
                    <a:t> </a:t>
                  </a:r>
                  <a:r>
                    <a:rPr lang="en-US" altLang="zh-CN" sz="1400" b="1"/>
                    <a:t>120</a:t>
                  </a:r>
                  <a:r>
                    <a:rPr lang="en-US" altLang="zh-CN" sz="1600" b="1">
                      <a:cs typeface="Arial" panose="020B0604020202020204" pitchFamily="34" charset="0"/>
                    </a:rPr>
                    <a:t>  </a:t>
                  </a:r>
                  <a:r>
                    <a:rPr lang="zh-CN" altLang="en-US" sz="1400" b="1"/>
                    <a:t>－</a:t>
                  </a:r>
                  <a:endParaRPr lang="zh-CN" altLang="en-US" sz="1600">
                    <a:cs typeface="Arial" panose="020B0604020202020204" pitchFamily="34" charset="0"/>
                  </a:endParaRPr>
                </a:p>
              </p:txBody>
            </p:sp>
            <p:sp>
              <p:nvSpPr>
                <p:cNvPr id="599349" name="Line 309">
                  <a:extLst>
                    <a:ext uri="{FF2B5EF4-FFF2-40B4-BE49-F238E27FC236}">
                      <a16:creationId xmlns:a16="http://schemas.microsoft.com/office/drawing/2014/main" id="{9A50DD8E-4E33-44A4-8397-D913D6D1C6F9}"/>
                    </a:ext>
                  </a:extLst>
                </p:cNvPr>
                <p:cNvSpPr>
                  <a:spLocks noChangeShapeType="1"/>
                </p:cNvSpPr>
                <p:nvPr/>
              </p:nvSpPr>
              <p:spPr bwMode="auto">
                <a:xfrm>
                  <a:off x="3456"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50" name="Line 310">
                  <a:extLst>
                    <a:ext uri="{FF2B5EF4-FFF2-40B4-BE49-F238E27FC236}">
                      <a16:creationId xmlns:a16="http://schemas.microsoft.com/office/drawing/2014/main" id="{DE60AB0A-E66A-44EE-BD86-9B94BAA758B8}"/>
                    </a:ext>
                  </a:extLst>
                </p:cNvPr>
                <p:cNvSpPr>
                  <a:spLocks noChangeShapeType="1"/>
                </p:cNvSpPr>
                <p:nvPr/>
              </p:nvSpPr>
              <p:spPr bwMode="auto">
                <a:xfrm>
                  <a:off x="364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51" name="Line 311">
                  <a:extLst>
                    <a:ext uri="{FF2B5EF4-FFF2-40B4-BE49-F238E27FC236}">
                      <a16:creationId xmlns:a16="http://schemas.microsoft.com/office/drawing/2014/main" id="{5E6A908D-DE60-444F-9A37-ED51DE1C3C1C}"/>
                    </a:ext>
                  </a:extLst>
                </p:cNvPr>
                <p:cNvSpPr>
                  <a:spLocks noChangeShapeType="1"/>
                </p:cNvSpPr>
                <p:nvPr/>
              </p:nvSpPr>
              <p:spPr bwMode="auto">
                <a:xfrm>
                  <a:off x="3888" y="26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52" name="Line 312">
                  <a:extLst>
                    <a:ext uri="{FF2B5EF4-FFF2-40B4-BE49-F238E27FC236}">
                      <a16:creationId xmlns:a16="http://schemas.microsoft.com/office/drawing/2014/main" id="{BAF47995-B943-4BAA-8F9F-BA738204EDEC}"/>
                    </a:ext>
                  </a:extLst>
                </p:cNvPr>
                <p:cNvSpPr>
                  <a:spLocks noChangeShapeType="1"/>
                </p:cNvSpPr>
                <p:nvPr/>
              </p:nvSpPr>
              <p:spPr bwMode="auto">
                <a:xfrm>
                  <a:off x="3264" y="2784"/>
                  <a:ext cx="1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53" name="Line 313">
                  <a:extLst>
                    <a:ext uri="{FF2B5EF4-FFF2-40B4-BE49-F238E27FC236}">
                      <a16:creationId xmlns:a16="http://schemas.microsoft.com/office/drawing/2014/main" id="{28DB3E5C-5321-4703-A455-263DF156DA60}"/>
                    </a:ext>
                  </a:extLst>
                </p:cNvPr>
                <p:cNvSpPr>
                  <a:spLocks noChangeShapeType="1"/>
                </p:cNvSpPr>
                <p:nvPr/>
              </p:nvSpPr>
              <p:spPr bwMode="auto">
                <a:xfrm>
                  <a:off x="4080" y="2784"/>
                  <a:ext cx="14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9354" name="Group 314">
                <a:extLst>
                  <a:ext uri="{FF2B5EF4-FFF2-40B4-BE49-F238E27FC236}">
                    <a16:creationId xmlns:a16="http://schemas.microsoft.com/office/drawing/2014/main" id="{99758567-AD96-469E-A3BB-B408C4164BDC}"/>
                  </a:ext>
                </a:extLst>
              </p:cNvPr>
              <p:cNvGrpSpPr>
                <a:grpSpLocks/>
              </p:cNvGrpSpPr>
              <p:nvPr/>
            </p:nvGrpSpPr>
            <p:grpSpPr bwMode="auto">
              <a:xfrm>
                <a:off x="5097" y="3646"/>
                <a:ext cx="641" cy="192"/>
                <a:chOff x="1056" y="2976"/>
                <a:chExt cx="641" cy="192"/>
              </a:xfrm>
            </p:grpSpPr>
            <p:sp>
              <p:nvSpPr>
                <p:cNvPr id="599355" name="Rectangle 315">
                  <a:extLst>
                    <a:ext uri="{FF2B5EF4-FFF2-40B4-BE49-F238E27FC236}">
                      <a16:creationId xmlns:a16="http://schemas.microsoft.com/office/drawing/2014/main" id="{4A21B9AA-906D-4249-97CB-60EFE62AC908}"/>
                    </a:ext>
                  </a:extLst>
                </p:cNvPr>
                <p:cNvSpPr>
                  <a:spLocks noChangeArrowheads="1"/>
                </p:cNvSpPr>
                <p:nvPr/>
              </p:nvSpPr>
              <p:spPr bwMode="auto">
                <a:xfrm>
                  <a:off x="1056" y="2976"/>
                  <a:ext cx="641" cy="192"/>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cs typeface="Arial" panose="020B0604020202020204" pitchFamily="34" charset="0"/>
                    </a:rPr>
                    <a:t>180</a:t>
                  </a:r>
                  <a:r>
                    <a:rPr lang="en-US" altLang="zh-CN" sz="1600" b="1">
                      <a:cs typeface="Arial" panose="020B0604020202020204" pitchFamily="34" charset="0"/>
                    </a:rPr>
                    <a:t>  20</a:t>
                  </a:r>
                  <a:r>
                    <a:rPr lang="en-US" altLang="zh-CN" sz="1400" b="1"/>
                    <a:t>1</a:t>
                  </a:r>
                  <a:r>
                    <a:rPr lang="en-US" altLang="zh-CN" sz="1600" b="1">
                      <a:cs typeface="Arial" panose="020B0604020202020204" pitchFamily="34" charset="0"/>
                    </a:rPr>
                    <a:t> 220</a:t>
                  </a:r>
                  <a:endParaRPr lang="zh-CN" altLang="en-US" sz="1600">
                    <a:cs typeface="Arial" panose="020B0604020202020204" pitchFamily="34" charset="0"/>
                  </a:endParaRPr>
                </a:p>
              </p:txBody>
            </p:sp>
            <p:sp>
              <p:nvSpPr>
                <p:cNvPr id="599356" name="Line 316">
                  <a:extLst>
                    <a:ext uri="{FF2B5EF4-FFF2-40B4-BE49-F238E27FC236}">
                      <a16:creationId xmlns:a16="http://schemas.microsoft.com/office/drawing/2014/main" id="{01C48B09-2E3A-45F8-BF3A-D988618F55B4}"/>
                    </a:ext>
                  </a:extLst>
                </p:cNvPr>
                <p:cNvSpPr>
                  <a:spLocks noChangeShapeType="1"/>
                </p:cNvSpPr>
                <p:nvPr/>
              </p:nvSpPr>
              <p:spPr bwMode="auto">
                <a:xfrm>
                  <a:off x="1056"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57" name="Line 317">
                  <a:extLst>
                    <a:ext uri="{FF2B5EF4-FFF2-40B4-BE49-F238E27FC236}">
                      <a16:creationId xmlns:a16="http://schemas.microsoft.com/office/drawing/2014/main" id="{7BE689C0-BAB0-496B-A19D-32C3D410B5C0}"/>
                    </a:ext>
                  </a:extLst>
                </p:cNvPr>
                <p:cNvSpPr>
                  <a:spLocks noChangeShapeType="1"/>
                </p:cNvSpPr>
                <p:nvPr/>
              </p:nvSpPr>
              <p:spPr bwMode="auto">
                <a:xfrm>
                  <a:off x="124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58" name="Line 318">
                  <a:extLst>
                    <a:ext uri="{FF2B5EF4-FFF2-40B4-BE49-F238E27FC236}">
                      <a16:creationId xmlns:a16="http://schemas.microsoft.com/office/drawing/2014/main" id="{D0CD7FAC-BB30-4565-97F5-017313DC0637}"/>
                    </a:ext>
                  </a:extLst>
                </p:cNvPr>
                <p:cNvSpPr>
                  <a:spLocks noChangeShapeType="1"/>
                </p:cNvSpPr>
                <p:nvPr/>
              </p:nvSpPr>
              <p:spPr bwMode="auto">
                <a:xfrm>
                  <a:off x="1488" y="297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9305" name="Line 265">
                <a:extLst>
                  <a:ext uri="{FF2B5EF4-FFF2-40B4-BE49-F238E27FC236}">
                    <a16:creationId xmlns:a16="http://schemas.microsoft.com/office/drawing/2014/main" id="{F111A361-8EA0-48A4-B993-577D047C165B}"/>
                  </a:ext>
                </a:extLst>
              </p:cNvPr>
              <p:cNvSpPr>
                <a:spLocks noChangeShapeType="1"/>
              </p:cNvSpPr>
              <p:nvPr/>
            </p:nvSpPr>
            <p:spPr bwMode="auto">
              <a:xfrm>
                <a:off x="963" y="2750"/>
                <a:ext cx="12" cy="4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59" name="Line 319">
                <a:extLst>
                  <a:ext uri="{FF2B5EF4-FFF2-40B4-BE49-F238E27FC236}">
                    <a16:creationId xmlns:a16="http://schemas.microsoft.com/office/drawing/2014/main" id="{F3A9CC46-7DFC-4D79-8B24-FDE769643DA7}"/>
                  </a:ext>
                </a:extLst>
              </p:cNvPr>
              <p:cNvSpPr>
                <a:spLocks noChangeShapeType="1"/>
              </p:cNvSpPr>
              <p:nvPr/>
            </p:nvSpPr>
            <p:spPr bwMode="auto">
              <a:xfrm flipH="1">
                <a:off x="1791" y="2750"/>
                <a:ext cx="91" cy="4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60" name="Line 320">
                <a:extLst>
                  <a:ext uri="{FF2B5EF4-FFF2-40B4-BE49-F238E27FC236}">
                    <a16:creationId xmlns:a16="http://schemas.microsoft.com/office/drawing/2014/main" id="{2D639115-8EC0-485A-8180-3565F7E1F221}"/>
                  </a:ext>
                </a:extLst>
              </p:cNvPr>
              <p:cNvSpPr>
                <a:spLocks noChangeShapeType="1"/>
              </p:cNvSpPr>
              <p:nvPr/>
            </p:nvSpPr>
            <p:spPr bwMode="auto">
              <a:xfrm>
                <a:off x="2291" y="2750"/>
                <a:ext cx="271" cy="4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02" name="Line 262">
                <a:extLst>
                  <a:ext uri="{FF2B5EF4-FFF2-40B4-BE49-F238E27FC236}">
                    <a16:creationId xmlns:a16="http://schemas.microsoft.com/office/drawing/2014/main" id="{9DF66437-B980-4D9C-B24F-5BE632E33C5F}"/>
                  </a:ext>
                </a:extLst>
              </p:cNvPr>
              <p:cNvSpPr>
                <a:spLocks noChangeShapeType="1"/>
              </p:cNvSpPr>
              <p:nvPr/>
            </p:nvSpPr>
            <p:spPr bwMode="auto">
              <a:xfrm>
                <a:off x="3152" y="2704"/>
                <a:ext cx="227" cy="45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61" name="Line 321">
                <a:extLst>
                  <a:ext uri="{FF2B5EF4-FFF2-40B4-BE49-F238E27FC236}">
                    <a16:creationId xmlns:a16="http://schemas.microsoft.com/office/drawing/2014/main" id="{A583DEE4-4721-4B21-AB9B-6A7488C1255F}"/>
                  </a:ext>
                </a:extLst>
              </p:cNvPr>
              <p:cNvSpPr>
                <a:spLocks noChangeShapeType="1"/>
              </p:cNvSpPr>
              <p:nvPr/>
            </p:nvSpPr>
            <p:spPr bwMode="auto">
              <a:xfrm>
                <a:off x="3606" y="2750"/>
                <a:ext cx="635" cy="4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62" name="Line 322">
                <a:extLst>
                  <a:ext uri="{FF2B5EF4-FFF2-40B4-BE49-F238E27FC236}">
                    <a16:creationId xmlns:a16="http://schemas.microsoft.com/office/drawing/2014/main" id="{F33CAD6A-4444-4DAC-AEED-F83E6A112211}"/>
                  </a:ext>
                </a:extLst>
              </p:cNvPr>
              <p:cNvSpPr>
                <a:spLocks noChangeShapeType="1"/>
              </p:cNvSpPr>
              <p:nvPr/>
            </p:nvSpPr>
            <p:spPr bwMode="auto">
              <a:xfrm>
                <a:off x="4925" y="2739"/>
                <a:ext cx="725" cy="385"/>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9363" name="Line 323">
                <a:extLst>
                  <a:ext uri="{FF2B5EF4-FFF2-40B4-BE49-F238E27FC236}">
                    <a16:creationId xmlns:a16="http://schemas.microsoft.com/office/drawing/2014/main" id="{22FB7441-535A-407E-95BF-7EB9DF9F033F}"/>
                  </a:ext>
                </a:extLst>
              </p:cNvPr>
              <p:cNvSpPr>
                <a:spLocks noChangeShapeType="1"/>
              </p:cNvSpPr>
              <p:nvPr/>
            </p:nvSpPr>
            <p:spPr bwMode="auto">
              <a:xfrm rot="600000">
                <a:off x="5613" y="3113"/>
                <a:ext cx="13" cy="3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599364" name="Line 324">
                <a:extLst>
                  <a:ext uri="{FF2B5EF4-FFF2-40B4-BE49-F238E27FC236}">
                    <a16:creationId xmlns:a16="http://schemas.microsoft.com/office/drawing/2014/main" id="{B8B1D2A6-28EA-491D-B595-08B9DD1C84A1}"/>
                  </a:ext>
                </a:extLst>
              </p:cNvPr>
              <p:cNvSpPr>
                <a:spLocks noChangeShapeType="1"/>
              </p:cNvSpPr>
              <p:nvPr/>
            </p:nvSpPr>
            <p:spPr bwMode="auto">
              <a:xfrm flipH="1">
                <a:off x="5193" y="3430"/>
                <a:ext cx="409" cy="18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9367" name="Text Box 327">
              <a:extLst>
                <a:ext uri="{FF2B5EF4-FFF2-40B4-BE49-F238E27FC236}">
                  <a16:creationId xmlns:a16="http://schemas.microsoft.com/office/drawing/2014/main" id="{1E700552-2336-4702-8A32-664A00CFAAD2}"/>
                </a:ext>
              </a:extLst>
            </p:cNvPr>
            <p:cNvSpPr txBox="1">
              <a:spLocks noChangeArrowheads="1"/>
            </p:cNvSpPr>
            <p:nvPr/>
          </p:nvSpPr>
          <p:spPr bwMode="auto">
            <a:xfrm>
              <a:off x="249" y="3686"/>
              <a:ext cx="48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2400">
                  <a:solidFill>
                    <a:srgbClr val="660033"/>
                  </a:solidFill>
                  <a:latin typeface="黑体" panose="02010609060101010101" pitchFamily="49" charset="-122"/>
                  <a:ea typeface="黑体" panose="02010609060101010101" pitchFamily="49" charset="-122"/>
                </a:rPr>
                <a:t>可见</a:t>
              </a:r>
              <a:r>
                <a:rPr lang="zh-CN" altLang="en-US" sz="2400">
                  <a:solidFill>
                    <a:srgbClr val="006666"/>
                  </a:solidFill>
                  <a:latin typeface="黑体" panose="02010609060101010101" pitchFamily="49" charset="-122"/>
                  <a:ea typeface="黑体" panose="02010609060101010101" pitchFamily="49" charset="-122"/>
                </a:rPr>
                <a:t>，某些键值数据的插入，会引起</a:t>
              </a:r>
              <a:r>
                <a:rPr lang="en-US" altLang="zh-CN" sz="2400">
                  <a:solidFill>
                    <a:srgbClr val="006666"/>
                  </a:solidFill>
                  <a:latin typeface="黑体" panose="02010609060101010101" pitchFamily="49" charset="-122"/>
                  <a:ea typeface="黑体" panose="02010609060101010101" pitchFamily="49" charset="-122"/>
                </a:rPr>
                <a:t>B</a:t>
              </a:r>
              <a:r>
                <a:rPr lang="en-US" altLang="zh-CN" sz="2400" baseline="30000">
                  <a:solidFill>
                    <a:srgbClr val="006666"/>
                  </a:solidFill>
                  <a:latin typeface="黑体" panose="02010609060101010101" pitchFamily="49" charset="-122"/>
                  <a:ea typeface="黑体" panose="02010609060101010101" pitchFamily="49" charset="-122"/>
                </a:rPr>
                <a:t>+</a:t>
              </a:r>
              <a:r>
                <a:rPr lang="zh-CN" altLang="en-US" sz="2400">
                  <a:solidFill>
                    <a:srgbClr val="006666"/>
                  </a:solidFill>
                  <a:latin typeface="黑体" panose="02010609060101010101" pitchFamily="49" charset="-122"/>
                  <a:ea typeface="黑体" panose="02010609060101010101" pitchFamily="49" charset="-122"/>
                </a:rPr>
                <a:t>树层数的增加。</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afterEffect">
                                  <p:stCondLst>
                                    <p:cond delay="0"/>
                                  </p:stCondLst>
                                  <p:childTnLst>
                                    <p:set>
                                      <p:cBhvr>
                                        <p:cTn id="6" dur="1" fill="hold">
                                          <p:stCondLst>
                                            <p:cond delay="0"/>
                                          </p:stCondLst>
                                        </p:cTn>
                                        <p:tgtEl>
                                          <p:spTgt spid="599368"/>
                                        </p:tgtEl>
                                        <p:attrNameLst>
                                          <p:attrName>style.visibility</p:attrName>
                                        </p:attrNameLst>
                                      </p:cBhvr>
                                      <p:to>
                                        <p:strVal val="visible"/>
                                      </p:to>
                                    </p:set>
                                    <p:animEffect transition="in" filter="box(in)">
                                      <p:cBhvr>
                                        <p:cTn id="7" dur="1000"/>
                                        <p:tgtEl>
                                          <p:spTgt spid="599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7" name="Rectangle 5">
            <a:extLst>
              <a:ext uri="{FF2B5EF4-FFF2-40B4-BE49-F238E27FC236}">
                <a16:creationId xmlns:a16="http://schemas.microsoft.com/office/drawing/2014/main" id="{71BFF2D3-1897-4E34-A0CB-CE6E243E8CF0}"/>
              </a:ext>
            </a:extLst>
          </p:cNvPr>
          <p:cNvSpPr>
            <a:spLocks noChangeArrowheads="1"/>
          </p:cNvSpPr>
          <p:nvPr/>
        </p:nvSpPr>
        <p:spPr bwMode="auto">
          <a:xfrm>
            <a:off x="468313" y="1185863"/>
            <a:ext cx="8207375" cy="166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5</a:t>
            </a:r>
            <a:r>
              <a:rPr lang="zh-CN" altLang="en-US" sz="3000">
                <a:solidFill>
                  <a:srgbClr val="660033"/>
                </a:solidFill>
                <a:ea typeface="华文新魏" panose="02010800040101010101" pitchFamily="2" charset="-122"/>
              </a:rPr>
              <a:t>、</a:t>
            </a:r>
            <a:r>
              <a:rPr lang="en-US" altLang="zh-CN" sz="3000">
                <a:solidFill>
                  <a:srgbClr val="660033"/>
                </a:solidFill>
                <a:ea typeface="华文新魏" panose="02010800040101010101" pitchFamily="2" charset="-122"/>
              </a:rPr>
              <a:t>B</a:t>
            </a:r>
            <a:r>
              <a:rPr lang="en-US" altLang="zh-CN" sz="3000" baseline="30000">
                <a:solidFill>
                  <a:srgbClr val="660033"/>
                </a:solidFill>
                <a:ea typeface="华文新魏" panose="02010800040101010101" pitchFamily="2" charset="-122"/>
              </a:rPr>
              <a:t>+</a:t>
            </a:r>
            <a:r>
              <a:rPr lang="zh-CN" altLang="en-US" sz="3000">
                <a:solidFill>
                  <a:srgbClr val="660033"/>
                </a:solidFill>
                <a:ea typeface="华文新魏" panose="02010800040101010101" pitchFamily="2" charset="-122"/>
              </a:rPr>
              <a:t>树的操作</a:t>
            </a:r>
            <a:endParaRPr lang="en-US" altLang="zh-CN" sz="3000">
              <a:solidFill>
                <a:srgbClr val="660033"/>
              </a:solidFill>
              <a:ea typeface="华文新魏" panose="02010800040101010101" pitchFamily="2" charset="-122"/>
            </a:endParaRPr>
          </a:p>
          <a:p>
            <a:pPr algn="just">
              <a:lnSpc>
                <a:spcPct val="140000"/>
              </a:lnSpc>
              <a:spcBef>
                <a:spcPct val="50000"/>
              </a:spcBef>
              <a:buClrTx/>
              <a:buSzTx/>
              <a:buFontTx/>
              <a:buNone/>
            </a:pPr>
            <a:r>
              <a:rPr lang="zh-CN" altLang="en-US" b="0">
                <a:solidFill>
                  <a:srgbClr val="660066"/>
                </a:solidFill>
                <a:effectLst/>
                <a:latin typeface="黑体" panose="02010609060101010101" pitchFamily="49" charset="-122"/>
                <a:ea typeface="黑体" panose="02010609060101010101" pitchFamily="49" charset="-122"/>
              </a:rPr>
              <a:t>   </a:t>
            </a:r>
            <a:r>
              <a:rPr lang="zh-CN" altLang="en-US" b="0">
                <a:solidFill>
                  <a:srgbClr val="003366"/>
                </a:solidFill>
                <a:effectLst/>
                <a:latin typeface="黑体" panose="02010609060101010101" pitchFamily="49" charset="-122"/>
                <a:ea typeface="黑体" panose="02010609060101010101" pitchFamily="49" charset="-122"/>
              </a:rPr>
              <a:t>（</a:t>
            </a:r>
            <a:r>
              <a:rPr lang="en-US" altLang="zh-CN">
                <a:solidFill>
                  <a:srgbClr val="003366"/>
                </a:solidFill>
                <a:latin typeface="黑体" panose="02010609060101010101" pitchFamily="49" charset="-122"/>
                <a:ea typeface="黑体" panose="02010609060101010101" pitchFamily="49" charset="-122"/>
              </a:rPr>
              <a:t>4</a:t>
            </a:r>
            <a:r>
              <a:rPr lang="zh-CN" altLang="en-US">
                <a:latin typeface="黑体" panose="02010609060101010101" pitchFamily="49" charset="-122"/>
                <a:ea typeface="黑体" panose="02010609060101010101" pitchFamily="49" charset="-122"/>
              </a:rPr>
              <a:t>）删除</a:t>
            </a:r>
            <a:endParaRPr lang="zh-CN" altLang="en-US" sz="2600">
              <a:solidFill>
                <a:srgbClr val="660066"/>
              </a:solidFill>
              <a:latin typeface="楷体_GB2312" pitchFamily="49" charset="-122"/>
            </a:endParaRPr>
          </a:p>
        </p:txBody>
      </p:sp>
      <p:sp>
        <p:nvSpPr>
          <p:cNvPr id="596998" name="Rectangle 6">
            <a:extLst>
              <a:ext uri="{FF2B5EF4-FFF2-40B4-BE49-F238E27FC236}">
                <a16:creationId xmlns:a16="http://schemas.microsoft.com/office/drawing/2014/main" id="{3A24216B-C44C-4514-B61D-4240978B2BAC}"/>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三、索引技术</a:t>
            </a:r>
            <a:r>
              <a:rPr lang="en-US" altLang="zh-CN" sz="3100"/>
              <a:t>(</a:t>
            </a:r>
            <a:r>
              <a:rPr lang="zh-CN" altLang="en-US" sz="3100"/>
              <a:t>数据表的存储结构与组织方式</a:t>
            </a:r>
            <a:r>
              <a:rPr lang="en-US" altLang="zh-CN" sz="3100"/>
              <a:t>1)</a:t>
            </a:r>
          </a:p>
        </p:txBody>
      </p:sp>
      <p:sp>
        <p:nvSpPr>
          <p:cNvPr id="596999" name="Text Box 7">
            <a:extLst>
              <a:ext uri="{FF2B5EF4-FFF2-40B4-BE49-F238E27FC236}">
                <a16:creationId xmlns:a16="http://schemas.microsoft.com/office/drawing/2014/main" id="{203D0F16-256B-4E66-99FE-D0A89A45F098}"/>
              </a:ext>
            </a:extLst>
          </p:cNvPr>
          <p:cNvSpPr txBox="1">
            <a:spLocks noChangeArrowheads="1"/>
          </p:cNvSpPr>
          <p:nvPr/>
        </p:nvSpPr>
        <p:spPr bwMode="auto">
          <a:xfrm>
            <a:off x="611188" y="3357563"/>
            <a:ext cx="7632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2400">
                <a:solidFill>
                  <a:srgbClr val="660033"/>
                </a:solidFill>
                <a:latin typeface="黑体" panose="02010609060101010101" pitchFamily="49" charset="-122"/>
                <a:ea typeface="黑体" panose="02010609060101010101" pitchFamily="49" charset="-122"/>
              </a:rPr>
              <a:t>类推：</a:t>
            </a:r>
            <a:r>
              <a:rPr lang="zh-CN" altLang="en-US" sz="2400">
                <a:solidFill>
                  <a:srgbClr val="006666"/>
                </a:solidFill>
                <a:latin typeface="黑体" panose="02010609060101010101" pitchFamily="49" charset="-122"/>
                <a:ea typeface="黑体" panose="02010609060101010101" pitchFamily="49" charset="-122"/>
              </a:rPr>
              <a:t>某些键值数据的删除，会引起</a:t>
            </a:r>
            <a:r>
              <a:rPr lang="en-US" altLang="zh-CN" sz="2400">
                <a:solidFill>
                  <a:srgbClr val="006666"/>
                </a:solidFill>
                <a:latin typeface="黑体" panose="02010609060101010101" pitchFamily="49" charset="-122"/>
                <a:ea typeface="黑体" panose="02010609060101010101" pitchFamily="49" charset="-122"/>
              </a:rPr>
              <a:t>B</a:t>
            </a:r>
            <a:r>
              <a:rPr lang="en-US" altLang="zh-CN" sz="2400" baseline="30000">
                <a:solidFill>
                  <a:srgbClr val="006666"/>
                </a:solidFill>
                <a:latin typeface="黑体" panose="02010609060101010101" pitchFamily="49" charset="-122"/>
                <a:ea typeface="黑体" panose="02010609060101010101" pitchFamily="49" charset="-122"/>
              </a:rPr>
              <a:t>+</a:t>
            </a:r>
            <a:r>
              <a:rPr lang="zh-CN" altLang="en-US" sz="2400">
                <a:solidFill>
                  <a:srgbClr val="006666"/>
                </a:solidFill>
                <a:latin typeface="黑体" panose="02010609060101010101" pitchFamily="49" charset="-122"/>
                <a:ea typeface="黑体" panose="02010609060101010101" pitchFamily="49" charset="-122"/>
              </a:rPr>
              <a:t>树层数的减小。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96997">
                                            <p:txEl>
                                              <p:pRg st="1" end="1"/>
                                            </p:txEl>
                                          </p:spTgt>
                                        </p:tgtEl>
                                        <p:attrNameLst>
                                          <p:attrName>style.visibility</p:attrName>
                                        </p:attrNameLst>
                                      </p:cBhvr>
                                      <p:to>
                                        <p:strVal val="visible"/>
                                      </p:to>
                                    </p:set>
                                    <p:animEffect transition="in" filter="wipe(left)">
                                      <p:cBhvr>
                                        <p:cTn id="7" dur="1000"/>
                                        <p:tgtEl>
                                          <p:spTgt spid="596997">
                                            <p:txEl>
                                              <p:pRg st="1" end="1"/>
                                            </p:txEl>
                                          </p:spTgt>
                                        </p:tgtEl>
                                      </p:cBhvr>
                                    </p:animEffect>
                                  </p:childTnLst>
                                </p:cTn>
                              </p:par>
                            </p:childTnLst>
                          </p:cTn>
                        </p:par>
                        <p:par>
                          <p:cTn id="8" fill="hold" nodeType="afterGroup">
                            <p:stCondLst>
                              <p:cond delay="1000"/>
                            </p:stCondLst>
                            <p:childTnLst>
                              <p:par>
                                <p:cTn id="9" presetID="4" presetClass="entr" presetSubtype="16" fill="hold" grpId="0" nodeType="afterEffect">
                                  <p:stCondLst>
                                    <p:cond delay="0"/>
                                  </p:stCondLst>
                                  <p:childTnLst>
                                    <p:set>
                                      <p:cBhvr>
                                        <p:cTn id="10" dur="1" fill="hold">
                                          <p:stCondLst>
                                            <p:cond delay="0"/>
                                          </p:stCondLst>
                                        </p:cTn>
                                        <p:tgtEl>
                                          <p:spTgt spid="596999"/>
                                        </p:tgtEl>
                                        <p:attrNameLst>
                                          <p:attrName>style.visibility</p:attrName>
                                        </p:attrNameLst>
                                      </p:cBhvr>
                                      <p:to>
                                        <p:strVal val="visible"/>
                                      </p:to>
                                    </p:set>
                                    <p:animEffect transition="in" filter="box(in)">
                                      <p:cBhvr>
                                        <p:cTn id="11" dur="1000"/>
                                        <p:tgtEl>
                                          <p:spTgt spid="596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699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9" name="Rectangle 5">
            <a:extLst>
              <a:ext uri="{FF2B5EF4-FFF2-40B4-BE49-F238E27FC236}">
                <a16:creationId xmlns:a16="http://schemas.microsoft.com/office/drawing/2014/main" id="{1B0D7424-89AF-4279-9E72-08B743C6E2AB}"/>
              </a:ext>
            </a:extLst>
          </p:cNvPr>
          <p:cNvSpPr>
            <a:spLocks noChangeArrowheads="1"/>
          </p:cNvSpPr>
          <p:nvPr/>
        </p:nvSpPr>
        <p:spPr bwMode="auto">
          <a:xfrm>
            <a:off x="496888" y="1268413"/>
            <a:ext cx="8208962" cy="4105275"/>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b="0">
                <a:effectLst/>
                <a:ea typeface="黑体" panose="02010609060101010101" pitchFamily="49" charset="-122"/>
              </a:rPr>
              <a:t>          </a:t>
            </a:r>
          </a:p>
          <a:p>
            <a:pPr>
              <a:lnSpc>
                <a:spcPct val="170000"/>
              </a:lnSpc>
              <a:spcBef>
                <a:spcPct val="90000"/>
              </a:spcBef>
            </a:pPr>
            <a:r>
              <a:rPr lang="zh-CN" altLang="en-US" b="0">
                <a:effectLst/>
                <a:ea typeface="黑体" panose="02010609060101010101" pitchFamily="49" charset="-122"/>
              </a:rPr>
              <a:t>          </a:t>
            </a:r>
            <a:r>
              <a:rPr lang="zh-CN" altLang="en-US" sz="3200">
                <a:solidFill>
                  <a:srgbClr val="660033"/>
                </a:solidFill>
                <a:effectLst/>
                <a:ea typeface="华文新魏" panose="02010800040101010101" pitchFamily="2" charset="-122"/>
              </a:rPr>
              <a:t>数据聚簇</a:t>
            </a:r>
            <a:r>
              <a:rPr lang="zh-CN" altLang="en-US" b="0">
                <a:effectLst/>
                <a:ea typeface="黑体" panose="02010609060101010101" pitchFamily="49" charset="-122"/>
              </a:rPr>
              <a:t>是数据库物理结构设计中提高查询性能的另一种有效方法。</a:t>
            </a:r>
          </a:p>
        </p:txBody>
      </p:sp>
      <p:sp>
        <p:nvSpPr>
          <p:cNvPr id="507910" name="Rectangle 6">
            <a:extLst>
              <a:ext uri="{FF2B5EF4-FFF2-40B4-BE49-F238E27FC236}">
                <a16:creationId xmlns:a16="http://schemas.microsoft.com/office/drawing/2014/main" id="{6331730B-5C44-4FB9-B89A-8E91CBD1B431}"/>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四、数据聚簇</a:t>
            </a:r>
            <a:r>
              <a:rPr lang="en-US" altLang="zh-CN" sz="3100"/>
              <a:t>(</a:t>
            </a:r>
            <a:r>
              <a:rPr lang="zh-CN" altLang="en-US" sz="3100"/>
              <a:t>数据表的存储结构与组织方式</a:t>
            </a:r>
            <a:r>
              <a:rPr lang="en-US" altLang="zh-CN" sz="3100"/>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507909"/>
                                        </p:tgtEl>
                                        <p:attrNameLst>
                                          <p:attrName>style.visibility</p:attrName>
                                        </p:attrNameLst>
                                      </p:cBhvr>
                                      <p:to>
                                        <p:strVal val="visible"/>
                                      </p:to>
                                    </p:set>
                                    <p:animEffect transition="in" filter="diamond(out)">
                                      <p:cBhvr>
                                        <p:cTn id="7" dur="1000"/>
                                        <p:tgtEl>
                                          <p:spTgt spid="507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0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4" name="Rectangle 6">
            <a:extLst>
              <a:ext uri="{FF2B5EF4-FFF2-40B4-BE49-F238E27FC236}">
                <a16:creationId xmlns:a16="http://schemas.microsoft.com/office/drawing/2014/main" id="{415883B2-F535-4972-8E6C-5B32BE96B659}"/>
              </a:ext>
            </a:extLst>
          </p:cNvPr>
          <p:cNvSpPr>
            <a:spLocks noChangeArrowheads="1"/>
          </p:cNvSpPr>
          <p:nvPr/>
        </p:nvSpPr>
        <p:spPr bwMode="auto">
          <a:xfrm>
            <a:off x="468313" y="1125538"/>
            <a:ext cx="8207375"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1</a:t>
            </a:r>
            <a:r>
              <a:rPr lang="zh-CN" altLang="en-US" sz="3000">
                <a:solidFill>
                  <a:srgbClr val="660033"/>
                </a:solidFill>
                <a:ea typeface="华文新魏" panose="02010800040101010101" pitchFamily="2" charset="-122"/>
              </a:rPr>
              <a:t>、数据聚簇的基本思想</a:t>
            </a:r>
            <a:r>
              <a:rPr lang="zh-CN" altLang="en-US"/>
              <a:t> </a:t>
            </a:r>
            <a:endParaRPr lang="zh-CN" altLang="en-US" sz="3000">
              <a:solidFill>
                <a:srgbClr val="660033"/>
              </a:solidFill>
              <a:ea typeface="华文新魏" panose="02010800040101010101" pitchFamily="2" charset="-122"/>
            </a:endParaRPr>
          </a:p>
          <a:p>
            <a:pPr algn="just">
              <a:lnSpc>
                <a:spcPct val="130000"/>
              </a:lnSpc>
              <a:buClrTx/>
              <a:buSzTx/>
              <a:buFontTx/>
              <a:buNone/>
            </a:pPr>
            <a:r>
              <a:rPr lang="zh-CN" altLang="en-US"/>
              <a:t>          </a:t>
            </a:r>
            <a:r>
              <a:rPr lang="zh-CN" altLang="en-US" b="0">
                <a:ea typeface="黑体" panose="02010609060101010101" pitchFamily="49" charset="-122"/>
              </a:rPr>
              <a:t>使那些经常在一起进行联接查询的表的数据在物理介质上尽量临近存放，也即把它们聚集地存放在一起。</a:t>
            </a:r>
            <a:r>
              <a:rPr lang="zh-CN" altLang="en-US"/>
              <a:t> </a:t>
            </a:r>
          </a:p>
        </p:txBody>
      </p:sp>
      <p:sp>
        <p:nvSpPr>
          <p:cNvPr id="508936" name="Rectangle 8">
            <a:extLst>
              <a:ext uri="{FF2B5EF4-FFF2-40B4-BE49-F238E27FC236}">
                <a16:creationId xmlns:a16="http://schemas.microsoft.com/office/drawing/2014/main" id="{8CF95B6F-C6DE-47A1-8AED-A28CD7632D62}"/>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四、数据聚簇</a:t>
            </a:r>
            <a:r>
              <a:rPr lang="en-US" altLang="zh-CN" sz="3100"/>
              <a:t>(</a:t>
            </a:r>
            <a:r>
              <a:rPr lang="zh-CN" altLang="en-US" sz="3100"/>
              <a:t>数据表的存储结构与组织方式</a:t>
            </a:r>
            <a:r>
              <a:rPr lang="en-US" altLang="zh-CN" sz="3100"/>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08934">
                                            <p:txEl>
                                              <p:pRg st="1" end="1"/>
                                            </p:txEl>
                                          </p:spTgt>
                                        </p:tgtEl>
                                        <p:attrNameLst>
                                          <p:attrName>style.visibility</p:attrName>
                                        </p:attrNameLst>
                                      </p:cBhvr>
                                      <p:to>
                                        <p:strVal val="visible"/>
                                      </p:to>
                                    </p:set>
                                    <p:animEffect transition="in" filter="wipe(up)">
                                      <p:cBhvr>
                                        <p:cTn id="7" dur="2000"/>
                                        <p:tgtEl>
                                          <p:spTgt spid="50893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7" name="Rectangle 5">
            <a:extLst>
              <a:ext uri="{FF2B5EF4-FFF2-40B4-BE49-F238E27FC236}">
                <a16:creationId xmlns:a16="http://schemas.microsoft.com/office/drawing/2014/main" id="{9B2A048B-10F3-418A-A2FD-3E16D6C7BED4}"/>
              </a:ext>
            </a:extLst>
          </p:cNvPr>
          <p:cNvSpPr>
            <a:spLocks noChangeArrowheads="1"/>
          </p:cNvSpPr>
          <p:nvPr/>
        </p:nvSpPr>
        <p:spPr bwMode="auto">
          <a:xfrm>
            <a:off x="468313" y="1125538"/>
            <a:ext cx="8207375"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2</a:t>
            </a:r>
            <a:r>
              <a:rPr lang="zh-CN" altLang="en-US" sz="3000">
                <a:solidFill>
                  <a:srgbClr val="660033"/>
                </a:solidFill>
                <a:ea typeface="华文新魏" panose="02010800040101010101" pitchFamily="2" charset="-122"/>
              </a:rPr>
              <a:t>、数据聚簇的实现方法</a:t>
            </a:r>
            <a:r>
              <a:rPr lang="zh-CN" altLang="en-US"/>
              <a:t> </a:t>
            </a:r>
            <a:endParaRPr lang="zh-CN" altLang="en-US" sz="3000">
              <a:solidFill>
                <a:srgbClr val="660033"/>
              </a:solidFill>
              <a:ea typeface="华文新魏" panose="02010800040101010101" pitchFamily="2" charset="-122"/>
            </a:endParaRPr>
          </a:p>
          <a:p>
            <a:pPr algn="just">
              <a:lnSpc>
                <a:spcPct val="130000"/>
              </a:lnSpc>
              <a:buClrTx/>
              <a:buSzTx/>
              <a:buFontTx/>
              <a:buNone/>
            </a:pPr>
            <a:r>
              <a:rPr lang="zh-CN" altLang="en-US"/>
              <a:t>          </a:t>
            </a:r>
            <a:r>
              <a:rPr lang="zh-CN" altLang="en-US" b="0">
                <a:ea typeface="黑体" panose="02010609060101010101" pitchFamily="49" charset="-122"/>
              </a:rPr>
              <a:t>进行联接查询的几个表必定存在公共字段，这些公共字段或者是某个表的主键，或者是某个表的外键，所以就可利用这些公共字段，把相关表中主键与外键相同的记录临近存放，把多个表的数据存储到同一物理块上。</a:t>
            </a:r>
          </a:p>
        </p:txBody>
      </p:sp>
      <p:sp>
        <p:nvSpPr>
          <p:cNvPr id="509959" name="Rectangle 7">
            <a:extLst>
              <a:ext uri="{FF2B5EF4-FFF2-40B4-BE49-F238E27FC236}">
                <a16:creationId xmlns:a16="http://schemas.microsoft.com/office/drawing/2014/main" id="{C7A1B5EA-1516-4F28-AFBE-632756D6CBC0}"/>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四、数据聚簇</a:t>
            </a:r>
            <a:r>
              <a:rPr lang="en-US" altLang="zh-CN" sz="3100"/>
              <a:t>(</a:t>
            </a:r>
            <a:r>
              <a:rPr lang="zh-CN" altLang="en-US" sz="3100"/>
              <a:t>数据表的存储结构与组织方式</a:t>
            </a:r>
            <a:r>
              <a:rPr lang="en-US" altLang="zh-CN" sz="3100"/>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09957">
                                            <p:txEl>
                                              <p:pRg st="1" end="1"/>
                                            </p:txEl>
                                          </p:spTgt>
                                        </p:tgtEl>
                                        <p:attrNameLst>
                                          <p:attrName>style.visibility</p:attrName>
                                        </p:attrNameLst>
                                      </p:cBhvr>
                                      <p:to>
                                        <p:strVal val="visible"/>
                                      </p:to>
                                    </p:set>
                                    <p:animEffect transition="in" filter="wipe(up)">
                                      <p:cBhvr>
                                        <p:cTn id="7" dur="2000"/>
                                        <p:tgtEl>
                                          <p:spTgt spid="50995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5" name="Rectangle 5">
            <a:extLst>
              <a:ext uri="{FF2B5EF4-FFF2-40B4-BE49-F238E27FC236}">
                <a16:creationId xmlns:a16="http://schemas.microsoft.com/office/drawing/2014/main" id="{5FB6156E-20A2-4AA5-9972-7CE601662BD7}"/>
              </a:ext>
            </a:extLst>
          </p:cNvPr>
          <p:cNvSpPr>
            <a:spLocks noChangeArrowheads="1"/>
          </p:cNvSpPr>
          <p:nvPr/>
        </p:nvSpPr>
        <p:spPr bwMode="auto">
          <a:xfrm>
            <a:off x="468313" y="1125538"/>
            <a:ext cx="8207375" cy="310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2</a:t>
            </a:r>
            <a:r>
              <a:rPr lang="zh-CN" altLang="en-US" sz="3000">
                <a:solidFill>
                  <a:srgbClr val="660033"/>
                </a:solidFill>
                <a:ea typeface="华文新魏" panose="02010800040101010101" pitchFamily="2" charset="-122"/>
              </a:rPr>
              <a:t>、数据聚簇的实现方法</a:t>
            </a:r>
            <a:r>
              <a:rPr lang="zh-CN" altLang="en-US"/>
              <a:t> </a:t>
            </a:r>
            <a:endParaRPr lang="zh-CN" altLang="en-US" sz="3000">
              <a:solidFill>
                <a:srgbClr val="660033"/>
              </a:solidFill>
              <a:ea typeface="华文新魏" panose="02010800040101010101" pitchFamily="2" charset="-122"/>
            </a:endParaRPr>
          </a:p>
          <a:p>
            <a:pPr algn="just">
              <a:lnSpc>
                <a:spcPct val="130000"/>
              </a:lnSpc>
              <a:buClrTx/>
              <a:buSzTx/>
              <a:buFontTx/>
              <a:buNone/>
            </a:pPr>
            <a:r>
              <a:rPr lang="zh-CN" altLang="en-US"/>
              <a:t>          </a:t>
            </a:r>
            <a:r>
              <a:rPr lang="zh-CN" altLang="en-US" b="0">
                <a:solidFill>
                  <a:srgbClr val="006666"/>
                </a:solidFill>
                <a:ea typeface="黑体" panose="02010609060101010101" pitchFamily="49" charset="-122"/>
              </a:rPr>
              <a:t>这样</a:t>
            </a:r>
            <a:r>
              <a:rPr lang="zh-CN" altLang="en-US" b="0">
                <a:ea typeface="黑体" panose="02010609060101010101" pitchFamily="49" charset="-122"/>
              </a:rPr>
              <a:t>在进行联接查询操作时，进行联接运算的几个表的数据就可在同一个物理块中同时调到内存中，从而可以减少存储管理中的</a:t>
            </a:r>
            <a:r>
              <a:rPr lang="zh-CN" altLang="en-US">
                <a:solidFill>
                  <a:srgbClr val="660066"/>
                </a:solidFill>
                <a:ea typeface="黑体" panose="02010609060101010101" pitchFamily="49" charset="-122"/>
              </a:rPr>
              <a:t>页面调进调出次数</a:t>
            </a:r>
            <a:r>
              <a:rPr lang="zh-CN" altLang="en-US" b="0">
                <a:ea typeface="黑体" panose="02010609060101010101" pitchFamily="49" charset="-122"/>
              </a:rPr>
              <a:t>和搜索时间。</a:t>
            </a:r>
          </a:p>
        </p:txBody>
      </p:sp>
      <p:sp>
        <p:nvSpPr>
          <p:cNvPr id="512007" name="Rectangle 7">
            <a:extLst>
              <a:ext uri="{FF2B5EF4-FFF2-40B4-BE49-F238E27FC236}">
                <a16:creationId xmlns:a16="http://schemas.microsoft.com/office/drawing/2014/main" id="{D156B5FD-EB8F-4A75-A003-86FCC81A56A5}"/>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四、数据聚簇</a:t>
            </a:r>
            <a:r>
              <a:rPr lang="en-US" altLang="zh-CN" sz="3100"/>
              <a:t>(</a:t>
            </a:r>
            <a:r>
              <a:rPr lang="zh-CN" altLang="en-US" sz="3100"/>
              <a:t>数据表的存储结构与组织方式</a:t>
            </a:r>
            <a:r>
              <a:rPr lang="en-US" altLang="zh-CN" sz="3100"/>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12005">
                                            <p:txEl>
                                              <p:pRg st="1" end="1"/>
                                            </p:txEl>
                                          </p:spTgt>
                                        </p:tgtEl>
                                        <p:attrNameLst>
                                          <p:attrName>style.visibility</p:attrName>
                                        </p:attrNameLst>
                                      </p:cBhvr>
                                      <p:to>
                                        <p:strVal val="visible"/>
                                      </p:to>
                                    </p:set>
                                    <p:animEffect transition="in" filter="wipe(up)">
                                      <p:cBhvr>
                                        <p:cTn id="7" dur="2000"/>
                                        <p:tgtEl>
                                          <p:spTgt spid="51200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9" name="Rectangle 5">
            <a:extLst>
              <a:ext uri="{FF2B5EF4-FFF2-40B4-BE49-F238E27FC236}">
                <a16:creationId xmlns:a16="http://schemas.microsoft.com/office/drawing/2014/main" id="{F80B82FB-EB32-417E-8ACB-A1F97048FEFE}"/>
              </a:ext>
            </a:extLst>
          </p:cNvPr>
          <p:cNvSpPr>
            <a:spLocks noChangeArrowheads="1"/>
          </p:cNvSpPr>
          <p:nvPr/>
        </p:nvSpPr>
        <p:spPr bwMode="auto">
          <a:xfrm>
            <a:off x="468313" y="1125538"/>
            <a:ext cx="8207375" cy="260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2</a:t>
            </a:r>
            <a:r>
              <a:rPr lang="zh-CN" altLang="en-US" sz="3000">
                <a:solidFill>
                  <a:srgbClr val="660033"/>
                </a:solidFill>
                <a:ea typeface="华文新魏" panose="02010800040101010101" pitchFamily="2" charset="-122"/>
              </a:rPr>
              <a:t>、数据聚簇的实现方法</a:t>
            </a:r>
            <a:r>
              <a:rPr lang="zh-CN" altLang="en-US"/>
              <a:t> </a:t>
            </a:r>
            <a:endParaRPr lang="zh-CN" altLang="en-US" sz="3000">
              <a:solidFill>
                <a:srgbClr val="660033"/>
              </a:solidFill>
              <a:ea typeface="华文新魏" panose="02010800040101010101" pitchFamily="2" charset="-122"/>
            </a:endParaRPr>
          </a:p>
          <a:p>
            <a:pPr algn="just">
              <a:lnSpc>
                <a:spcPct val="130000"/>
              </a:lnSpc>
              <a:buClrTx/>
              <a:buSzTx/>
              <a:buFontTx/>
              <a:buNone/>
            </a:pPr>
            <a:r>
              <a:rPr lang="zh-CN" altLang="en-US"/>
              <a:t>          </a:t>
            </a:r>
            <a:r>
              <a:rPr lang="zh-CN" altLang="en-US" b="0">
                <a:solidFill>
                  <a:srgbClr val="006666"/>
                </a:solidFill>
                <a:ea typeface="黑体" panose="02010609060101010101" pitchFamily="49" charset="-122"/>
              </a:rPr>
              <a:t>另外</a:t>
            </a:r>
            <a:r>
              <a:rPr lang="zh-CN" altLang="en-US" b="0">
                <a:ea typeface="黑体" panose="02010609060101010101" pitchFamily="49" charset="-122"/>
              </a:rPr>
              <a:t>，聚簇方式在存储几个表的数据记录时，值相同的主键与外键对多表只存放一次，所以聚簇还可以减少存储代价 </a:t>
            </a:r>
          </a:p>
        </p:txBody>
      </p:sp>
      <p:sp>
        <p:nvSpPr>
          <p:cNvPr id="513031" name="Rectangle 7">
            <a:extLst>
              <a:ext uri="{FF2B5EF4-FFF2-40B4-BE49-F238E27FC236}">
                <a16:creationId xmlns:a16="http://schemas.microsoft.com/office/drawing/2014/main" id="{FB6948A3-59D6-4255-8767-DA7AC32AC80F}"/>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四、数据聚簇</a:t>
            </a:r>
            <a:r>
              <a:rPr lang="en-US" altLang="zh-CN" sz="3100"/>
              <a:t>(</a:t>
            </a:r>
            <a:r>
              <a:rPr lang="zh-CN" altLang="en-US" sz="3100"/>
              <a:t>数据表的存储结构与组织方式</a:t>
            </a:r>
            <a:r>
              <a:rPr lang="en-US" altLang="zh-CN" sz="3100"/>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13029">
                                            <p:txEl>
                                              <p:pRg st="1" end="1"/>
                                            </p:txEl>
                                          </p:spTgt>
                                        </p:tgtEl>
                                        <p:attrNameLst>
                                          <p:attrName>style.visibility</p:attrName>
                                        </p:attrNameLst>
                                      </p:cBhvr>
                                      <p:to>
                                        <p:strVal val="visible"/>
                                      </p:to>
                                    </p:set>
                                    <p:animEffect transition="in" filter="wipe(up)">
                                      <p:cBhvr>
                                        <p:cTn id="7" dur="2000"/>
                                        <p:tgtEl>
                                          <p:spTgt spid="51302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81" name="Rectangle 5">
            <a:extLst>
              <a:ext uri="{FF2B5EF4-FFF2-40B4-BE49-F238E27FC236}">
                <a16:creationId xmlns:a16="http://schemas.microsoft.com/office/drawing/2014/main" id="{0CA75CE8-460A-4E2E-A9A6-487D701B13F6}"/>
              </a:ext>
            </a:extLst>
          </p:cNvPr>
          <p:cNvSpPr>
            <a:spLocks noChangeArrowheads="1"/>
          </p:cNvSpPr>
          <p:nvPr/>
        </p:nvSpPr>
        <p:spPr bwMode="auto">
          <a:xfrm>
            <a:off x="468313" y="1185863"/>
            <a:ext cx="8207375"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3</a:t>
            </a:r>
            <a:r>
              <a:rPr lang="zh-CN" altLang="en-US" sz="3000">
                <a:solidFill>
                  <a:srgbClr val="660033"/>
                </a:solidFill>
                <a:ea typeface="华文新魏" panose="02010800040101010101" pitchFamily="2" charset="-122"/>
              </a:rPr>
              <a:t>、举例</a:t>
            </a:r>
            <a:r>
              <a:rPr lang="zh-CN" altLang="en-US"/>
              <a:t> </a:t>
            </a:r>
            <a:endParaRPr lang="zh-CN" altLang="en-US" b="0">
              <a:ea typeface="黑体" panose="02010609060101010101" pitchFamily="49" charset="-122"/>
            </a:endParaRPr>
          </a:p>
        </p:txBody>
      </p:sp>
      <p:grpSp>
        <p:nvGrpSpPr>
          <p:cNvPr id="511065" name="Group 89">
            <a:extLst>
              <a:ext uri="{FF2B5EF4-FFF2-40B4-BE49-F238E27FC236}">
                <a16:creationId xmlns:a16="http://schemas.microsoft.com/office/drawing/2014/main" id="{AA45BC5D-63D6-4C58-ADB8-ABED2E0C6EA8}"/>
              </a:ext>
            </a:extLst>
          </p:cNvPr>
          <p:cNvGrpSpPr>
            <a:grpSpLocks/>
          </p:cNvGrpSpPr>
          <p:nvPr/>
        </p:nvGrpSpPr>
        <p:grpSpPr bwMode="auto">
          <a:xfrm>
            <a:off x="323850" y="1860550"/>
            <a:ext cx="8777288" cy="4845050"/>
            <a:chOff x="204" y="1172"/>
            <a:chExt cx="5529" cy="3052"/>
          </a:xfrm>
        </p:grpSpPr>
        <p:grpSp>
          <p:nvGrpSpPr>
            <p:cNvPr id="511062" name="Group 86">
              <a:extLst>
                <a:ext uri="{FF2B5EF4-FFF2-40B4-BE49-F238E27FC236}">
                  <a16:creationId xmlns:a16="http://schemas.microsoft.com/office/drawing/2014/main" id="{CD8CC0E2-8474-4C12-8D98-B3B4417764D3}"/>
                </a:ext>
              </a:extLst>
            </p:cNvPr>
            <p:cNvGrpSpPr>
              <a:grpSpLocks/>
            </p:cNvGrpSpPr>
            <p:nvPr/>
          </p:nvGrpSpPr>
          <p:grpSpPr bwMode="auto">
            <a:xfrm>
              <a:off x="204" y="1172"/>
              <a:ext cx="3502" cy="2604"/>
              <a:chOff x="204" y="1172"/>
              <a:chExt cx="3502" cy="2604"/>
            </a:xfrm>
          </p:grpSpPr>
          <p:sp>
            <p:nvSpPr>
              <p:cNvPr id="510983" name="Rectangle 7">
                <a:extLst>
                  <a:ext uri="{FF2B5EF4-FFF2-40B4-BE49-F238E27FC236}">
                    <a16:creationId xmlns:a16="http://schemas.microsoft.com/office/drawing/2014/main" id="{2FB6DE72-EF56-4A97-BF53-6E075F6A8772}"/>
                  </a:ext>
                </a:extLst>
              </p:cNvPr>
              <p:cNvSpPr>
                <a:spLocks noChangeArrowheads="1"/>
              </p:cNvSpPr>
              <p:nvPr/>
            </p:nvSpPr>
            <p:spPr bwMode="auto">
              <a:xfrm>
                <a:off x="2956" y="3380"/>
                <a:ext cx="732" cy="396"/>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r"/>
                <a:r>
                  <a:rPr lang="en-US" altLang="zh-CN" sz="1800"/>
                  <a:t>S0403</a:t>
                </a:r>
              </a:p>
            </p:txBody>
          </p:sp>
          <p:sp>
            <p:nvSpPr>
              <p:cNvPr id="510984" name="Rectangle 8">
                <a:extLst>
                  <a:ext uri="{FF2B5EF4-FFF2-40B4-BE49-F238E27FC236}">
                    <a16:creationId xmlns:a16="http://schemas.microsoft.com/office/drawing/2014/main" id="{7DC614A2-50AA-4E55-989E-4A9ABD3C093B}"/>
                  </a:ext>
                </a:extLst>
              </p:cNvPr>
              <p:cNvSpPr>
                <a:spLocks noChangeArrowheads="1"/>
              </p:cNvSpPr>
              <p:nvPr/>
            </p:nvSpPr>
            <p:spPr bwMode="auto">
              <a:xfrm>
                <a:off x="2127" y="3380"/>
                <a:ext cx="934" cy="396"/>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1800"/>
                  <a:t>11-mar-82</a:t>
                </a:r>
              </a:p>
            </p:txBody>
          </p:sp>
          <p:sp>
            <p:nvSpPr>
              <p:cNvPr id="510985" name="Rectangle 9">
                <a:extLst>
                  <a:ext uri="{FF2B5EF4-FFF2-40B4-BE49-F238E27FC236}">
                    <a16:creationId xmlns:a16="http://schemas.microsoft.com/office/drawing/2014/main" id="{76188BBA-56D9-443D-B5FB-98F947DECBAE}"/>
                  </a:ext>
                </a:extLst>
              </p:cNvPr>
              <p:cNvSpPr>
                <a:spLocks noChangeArrowheads="1"/>
              </p:cNvSpPr>
              <p:nvPr/>
            </p:nvSpPr>
            <p:spPr bwMode="auto">
              <a:xfrm>
                <a:off x="1688" y="3380"/>
                <a:ext cx="439" cy="396"/>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女</a:t>
                </a:r>
              </a:p>
            </p:txBody>
          </p:sp>
          <p:sp>
            <p:nvSpPr>
              <p:cNvPr id="510986" name="Rectangle 10">
                <a:extLst>
                  <a:ext uri="{FF2B5EF4-FFF2-40B4-BE49-F238E27FC236}">
                    <a16:creationId xmlns:a16="http://schemas.microsoft.com/office/drawing/2014/main" id="{FEF0BFDE-3B40-4876-B40D-F8529C351C72}"/>
                  </a:ext>
                </a:extLst>
              </p:cNvPr>
              <p:cNvSpPr>
                <a:spLocks noChangeArrowheads="1"/>
              </p:cNvSpPr>
              <p:nvPr/>
            </p:nvSpPr>
            <p:spPr bwMode="auto">
              <a:xfrm>
                <a:off x="1103" y="3380"/>
                <a:ext cx="585" cy="396"/>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solidFill>
                      <a:srgbClr val="000000"/>
                    </a:solidFill>
                    <a:latin typeface="宋体" panose="02010600030101010101" pitchFamily="2" charset="-122"/>
                    <a:cs typeface="Times New Roman" panose="02020603050405020304" pitchFamily="18" charset="0"/>
                  </a:rPr>
                  <a:t>赵晓艳</a:t>
                </a:r>
              </a:p>
              <a:p>
                <a:pPr algn="ctr"/>
                <a:endParaRPr lang="zh-CN" altLang="en-US" sz="1800">
                  <a:solidFill>
                    <a:srgbClr val="000000"/>
                  </a:solidFill>
                  <a:latin typeface="宋体" panose="02010600030101010101" pitchFamily="2" charset="-122"/>
                  <a:cs typeface="Times New Roman" panose="02020603050405020304" pitchFamily="18" charset="0"/>
                </a:endParaRPr>
              </a:p>
            </p:txBody>
          </p:sp>
          <p:sp>
            <p:nvSpPr>
              <p:cNvPr id="510987" name="Rectangle 11">
                <a:extLst>
                  <a:ext uri="{FF2B5EF4-FFF2-40B4-BE49-F238E27FC236}">
                    <a16:creationId xmlns:a16="http://schemas.microsoft.com/office/drawing/2014/main" id="{F5B24D0E-7828-46E2-88C4-37828DCA1EE8}"/>
                  </a:ext>
                </a:extLst>
              </p:cNvPr>
              <p:cNvSpPr>
                <a:spLocks noChangeArrowheads="1"/>
              </p:cNvSpPr>
              <p:nvPr/>
            </p:nvSpPr>
            <p:spPr bwMode="auto">
              <a:xfrm>
                <a:off x="231" y="3380"/>
                <a:ext cx="947" cy="396"/>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200403001</a:t>
                </a:r>
              </a:p>
            </p:txBody>
          </p:sp>
          <p:sp>
            <p:nvSpPr>
              <p:cNvPr id="510988" name="Rectangle 12">
                <a:extLst>
                  <a:ext uri="{FF2B5EF4-FFF2-40B4-BE49-F238E27FC236}">
                    <a16:creationId xmlns:a16="http://schemas.microsoft.com/office/drawing/2014/main" id="{147F6943-52B2-4D79-B2C8-76D4F152FE22}"/>
                  </a:ext>
                </a:extLst>
              </p:cNvPr>
              <p:cNvSpPr>
                <a:spLocks noChangeArrowheads="1"/>
              </p:cNvSpPr>
              <p:nvPr/>
            </p:nvSpPr>
            <p:spPr bwMode="auto">
              <a:xfrm>
                <a:off x="2956" y="3060"/>
                <a:ext cx="732"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r"/>
                <a:r>
                  <a:rPr lang="en-US" altLang="zh-CN" sz="1800"/>
                  <a:t>S0402</a:t>
                </a:r>
              </a:p>
            </p:txBody>
          </p:sp>
          <p:sp>
            <p:nvSpPr>
              <p:cNvPr id="510989" name="Rectangle 13">
                <a:extLst>
                  <a:ext uri="{FF2B5EF4-FFF2-40B4-BE49-F238E27FC236}">
                    <a16:creationId xmlns:a16="http://schemas.microsoft.com/office/drawing/2014/main" id="{57CA6FCD-C1E4-4332-8952-929E8F9B0BD6}"/>
                  </a:ext>
                </a:extLst>
              </p:cNvPr>
              <p:cNvSpPr>
                <a:spLocks noChangeArrowheads="1"/>
              </p:cNvSpPr>
              <p:nvPr/>
            </p:nvSpPr>
            <p:spPr bwMode="auto">
              <a:xfrm>
                <a:off x="2127" y="3060"/>
                <a:ext cx="889"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25-jun-83</a:t>
                </a:r>
              </a:p>
            </p:txBody>
          </p:sp>
          <p:sp>
            <p:nvSpPr>
              <p:cNvPr id="510990" name="Rectangle 14">
                <a:extLst>
                  <a:ext uri="{FF2B5EF4-FFF2-40B4-BE49-F238E27FC236}">
                    <a16:creationId xmlns:a16="http://schemas.microsoft.com/office/drawing/2014/main" id="{48B7CCCA-9A9E-4D99-A771-1E8C4E8DF54F}"/>
                  </a:ext>
                </a:extLst>
              </p:cNvPr>
              <p:cNvSpPr>
                <a:spLocks noChangeArrowheads="1"/>
              </p:cNvSpPr>
              <p:nvPr/>
            </p:nvSpPr>
            <p:spPr bwMode="auto">
              <a:xfrm>
                <a:off x="1688" y="3060"/>
                <a:ext cx="439"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男</a:t>
                </a:r>
              </a:p>
            </p:txBody>
          </p:sp>
          <p:sp>
            <p:nvSpPr>
              <p:cNvPr id="510991" name="Rectangle 15">
                <a:extLst>
                  <a:ext uri="{FF2B5EF4-FFF2-40B4-BE49-F238E27FC236}">
                    <a16:creationId xmlns:a16="http://schemas.microsoft.com/office/drawing/2014/main" id="{03E6C7FF-A8AD-4ECE-B6FC-3AC906C900CA}"/>
                  </a:ext>
                </a:extLst>
              </p:cNvPr>
              <p:cNvSpPr>
                <a:spLocks noChangeArrowheads="1"/>
              </p:cNvSpPr>
              <p:nvPr/>
            </p:nvSpPr>
            <p:spPr bwMode="auto">
              <a:xfrm>
                <a:off x="1103" y="3060"/>
                <a:ext cx="585"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solidFill>
                      <a:srgbClr val="000000"/>
                    </a:solidFill>
                    <a:latin typeface="宋体" panose="02010600030101010101" pitchFamily="2" charset="-122"/>
                    <a:cs typeface="Times New Roman" panose="02020603050405020304" pitchFamily="18" charset="0"/>
                  </a:rPr>
                  <a:t>李  涛</a:t>
                </a:r>
              </a:p>
            </p:txBody>
          </p:sp>
          <p:sp>
            <p:nvSpPr>
              <p:cNvPr id="510992" name="Rectangle 16">
                <a:extLst>
                  <a:ext uri="{FF2B5EF4-FFF2-40B4-BE49-F238E27FC236}">
                    <a16:creationId xmlns:a16="http://schemas.microsoft.com/office/drawing/2014/main" id="{38BF1568-1A02-4AF8-8729-D7F68D1D8F96}"/>
                  </a:ext>
                </a:extLst>
              </p:cNvPr>
              <p:cNvSpPr>
                <a:spLocks noChangeArrowheads="1"/>
              </p:cNvSpPr>
              <p:nvPr/>
            </p:nvSpPr>
            <p:spPr bwMode="auto">
              <a:xfrm>
                <a:off x="213" y="3060"/>
                <a:ext cx="989"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200402003</a:t>
                </a:r>
              </a:p>
            </p:txBody>
          </p:sp>
          <p:sp>
            <p:nvSpPr>
              <p:cNvPr id="510993" name="Rectangle 17">
                <a:extLst>
                  <a:ext uri="{FF2B5EF4-FFF2-40B4-BE49-F238E27FC236}">
                    <a16:creationId xmlns:a16="http://schemas.microsoft.com/office/drawing/2014/main" id="{532D9298-EF39-4519-86EA-8D767169ACBF}"/>
                  </a:ext>
                </a:extLst>
              </p:cNvPr>
              <p:cNvSpPr>
                <a:spLocks noChangeArrowheads="1"/>
              </p:cNvSpPr>
              <p:nvPr/>
            </p:nvSpPr>
            <p:spPr bwMode="auto">
              <a:xfrm>
                <a:off x="2956" y="2740"/>
                <a:ext cx="732"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r"/>
                <a:r>
                  <a:rPr lang="en-US" altLang="zh-CN" sz="1800"/>
                  <a:t>S0402</a:t>
                </a:r>
              </a:p>
            </p:txBody>
          </p:sp>
          <p:sp>
            <p:nvSpPr>
              <p:cNvPr id="510994" name="Rectangle 18">
                <a:extLst>
                  <a:ext uri="{FF2B5EF4-FFF2-40B4-BE49-F238E27FC236}">
                    <a16:creationId xmlns:a16="http://schemas.microsoft.com/office/drawing/2014/main" id="{489A997E-0C65-4DD6-9D7F-871C7D223DD1}"/>
                  </a:ext>
                </a:extLst>
              </p:cNvPr>
              <p:cNvSpPr>
                <a:spLocks noChangeArrowheads="1"/>
              </p:cNvSpPr>
              <p:nvPr/>
            </p:nvSpPr>
            <p:spPr bwMode="auto">
              <a:xfrm>
                <a:off x="2109" y="2740"/>
                <a:ext cx="934"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30-jun-82</a:t>
                </a:r>
              </a:p>
            </p:txBody>
          </p:sp>
          <p:sp>
            <p:nvSpPr>
              <p:cNvPr id="510995" name="Rectangle 19">
                <a:extLst>
                  <a:ext uri="{FF2B5EF4-FFF2-40B4-BE49-F238E27FC236}">
                    <a16:creationId xmlns:a16="http://schemas.microsoft.com/office/drawing/2014/main" id="{71B369C4-D0B3-4DD2-96D1-3CF9902FC1D6}"/>
                  </a:ext>
                </a:extLst>
              </p:cNvPr>
              <p:cNvSpPr>
                <a:spLocks noChangeArrowheads="1"/>
              </p:cNvSpPr>
              <p:nvPr/>
            </p:nvSpPr>
            <p:spPr bwMode="auto">
              <a:xfrm>
                <a:off x="1688" y="2740"/>
                <a:ext cx="439"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男</a:t>
                </a:r>
              </a:p>
            </p:txBody>
          </p:sp>
          <p:sp>
            <p:nvSpPr>
              <p:cNvPr id="510996" name="Rectangle 20">
                <a:extLst>
                  <a:ext uri="{FF2B5EF4-FFF2-40B4-BE49-F238E27FC236}">
                    <a16:creationId xmlns:a16="http://schemas.microsoft.com/office/drawing/2014/main" id="{8AB4D64D-9CEB-428E-8BA1-5691813F5027}"/>
                  </a:ext>
                </a:extLst>
              </p:cNvPr>
              <p:cNvSpPr>
                <a:spLocks noChangeArrowheads="1"/>
              </p:cNvSpPr>
              <p:nvPr/>
            </p:nvSpPr>
            <p:spPr bwMode="auto">
              <a:xfrm>
                <a:off x="1103" y="2740"/>
                <a:ext cx="585"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solidFill>
                      <a:srgbClr val="000000"/>
                    </a:solidFill>
                    <a:latin typeface="宋体" panose="02010600030101010101" pitchFamily="2" charset="-122"/>
                    <a:cs typeface="Times New Roman" panose="02020603050405020304" pitchFamily="18" charset="0"/>
                  </a:rPr>
                  <a:t>吴志伟</a:t>
                </a:r>
              </a:p>
            </p:txBody>
          </p:sp>
          <p:sp>
            <p:nvSpPr>
              <p:cNvPr id="510997" name="Rectangle 21">
                <a:extLst>
                  <a:ext uri="{FF2B5EF4-FFF2-40B4-BE49-F238E27FC236}">
                    <a16:creationId xmlns:a16="http://schemas.microsoft.com/office/drawing/2014/main" id="{55E09C15-E79A-4CBA-B6C1-F1C5AFE0D212}"/>
                  </a:ext>
                </a:extLst>
              </p:cNvPr>
              <p:cNvSpPr>
                <a:spLocks noChangeArrowheads="1"/>
              </p:cNvSpPr>
              <p:nvPr/>
            </p:nvSpPr>
            <p:spPr bwMode="auto">
              <a:xfrm>
                <a:off x="237" y="2740"/>
                <a:ext cx="965"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200402002</a:t>
                </a:r>
              </a:p>
            </p:txBody>
          </p:sp>
          <p:sp>
            <p:nvSpPr>
              <p:cNvPr id="510998" name="Rectangle 22">
                <a:extLst>
                  <a:ext uri="{FF2B5EF4-FFF2-40B4-BE49-F238E27FC236}">
                    <a16:creationId xmlns:a16="http://schemas.microsoft.com/office/drawing/2014/main" id="{A012B736-7852-4C06-89FC-DBC3DE528A94}"/>
                  </a:ext>
                </a:extLst>
              </p:cNvPr>
              <p:cNvSpPr>
                <a:spLocks noChangeArrowheads="1"/>
              </p:cNvSpPr>
              <p:nvPr/>
            </p:nvSpPr>
            <p:spPr bwMode="auto">
              <a:xfrm>
                <a:off x="2956" y="2420"/>
                <a:ext cx="732"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r"/>
                <a:r>
                  <a:rPr lang="en-US" altLang="zh-CN" sz="1800"/>
                  <a:t>S0402</a:t>
                </a:r>
              </a:p>
            </p:txBody>
          </p:sp>
          <p:sp>
            <p:nvSpPr>
              <p:cNvPr id="510999" name="Rectangle 23">
                <a:extLst>
                  <a:ext uri="{FF2B5EF4-FFF2-40B4-BE49-F238E27FC236}">
                    <a16:creationId xmlns:a16="http://schemas.microsoft.com/office/drawing/2014/main" id="{B082C4A2-24A5-4BCF-9838-0B272FCCCCD7}"/>
                  </a:ext>
                </a:extLst>
              </p:cNvPr>
              <p:cNvSpPr>
                <a:spLocks noChangeArrowheads="1"/>
              </p:cNvSpPr>
              <p:nvPr/>
            </p:nvSpPr>
            <p:spPr bwMode="auto">
              <a:xfrm>
                <a:off x="2118" y="2420"/>
                <a:ext cx="934"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09-may-83</a:t>
                </a:r>
              </a:p>
            </p:txBody>
          </p:sp>
          <p:sp>
            <p:nvSpPr>
              <p:cNvPr id="511000" name="Rectangle 24">
                <a:extLst>
                  <a:ext uri="{FF2B5EF4-FFF2-40B4-BE49-F238E27FC236}">
                    <a16:creationId xmlns:a16="http://schemas.microsoft.com/office/drawing/2014/main" id="{C2A00FAE-D1E4-4110-B24B-6764ECE76488}"/>
                  </a:ext>
                </a:extLst>
              </p:cNvPr>
              <p:cNvSpPr>
                <a:spLocks noChangeArrowheads="1"/>
              </p:cNvSpPr>
              <p:nvPr/>
            </p:nvSpPr>
            <p:spPr bwMode="auto">
              <a:xfrm>
                <a:off x="1688" y="2420"/>
                <a:ext cx="439"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女</a:t>
                </a:r>
              </a:p>
            </p:txBody>
          </p:sp>
          <p:sp>
            <p:nvSpPr>
              <p:cNvPr id="511001" name="Rectangle 25">
                <a:extLst>
                  <a:ext uri="{FF2B5EF4-FFF2-40B4-BE49-F238E27FC236}">
                    <a16:creationId xmlns:a16="http://schemas.microsoft.com/office/drawing/2014/main" id="{B5B495B8-FF57-4FAF-A212-19C1B02DF3C4}"/>
                  </a:ext>
                </a:extLst>
              </p:cNvPr>
              <p:cNvSpPr>
                <a:spLocks noChangeArrowheads="1"/>
              </p:cNvSpPr>
              <p:nvPr/>
            </p:nvSpPr>
            <p:spPr bwMode="auto">
              <a:xfrm>
                <a:off x="1103" y="2420"/>
                <a:ext cx="585"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solidFill>
                      <a:srgbClr val="000000"/>
                    </a:solidFill>
                    <a:latin typeface="宋体" panose="02010600030101010101" pitchFamily="2" charset="-122"/>
                    <a:cs typeface="Times New Roman" panose="02020603050405020304" pitchFamily="18" charset="0"/>
                  </a:rPr>
                  <a:t>杨秋红</a:t>
                </a:r>
              </a:p>
            </p:txBody>
          </p:sp>
          <p:sp>
            <p:nvSpPr>
              <p:cNvPr id="511002" name="Rectangle 26">
                <a:extLst>
                  <a:ext uri="{FF2B5EF4-FFF2-40B4-BE49-F238E27FC236}">
                    <a16:creationId xmlns:a16="http://schemas.microsoft.com/office/drawing/2014/main" id="{E195B9ED-A0AA-46DA-9EEE-80D7FD6C01EC}"/>
                  </a:ext>
                </a:extLst>
              </p:cNvPr>
              <p:cNvSpPr>
                <a:spLocks noChangeArrowheads="1"/>
              </p:cNvSpPr>
              <p:nvPr/>
            </p:nvSpPr>
            <p:spPr bwMode="auto">
              <a:xfrm>
                <a:off x="237" y="2420"/>
                <a:ext cx="965"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200402001</a:t>
                </a:r>
              </a:p>
            </p:txBody>
          </p:sp>
          <p:sp>
            <p:nvSpPr>
              <p:cNvPr id="511003" name="Rectangle 27">
                <a:extLst>
                  <a:ext uri="{FF2B5EF4-FFF2-40B4-BE49-F238E27FC236}">
                    <a16:creationId xmlns:a16="http://schemas.microsoft.com/office/drawing/2014/main" id="{1DFE04CF-9C69-4F78-8B22-F8405246AC56}"/>
                  </a:ext>
                </a:extLst>
              </p:cNvPr>
              <p:cNvSpPr>
                <a:spLocks noChangeArrowheads="1"/>
              </p:cNvSpPr>
              <p:nvPr/>
            </p:nvSpPr>
            <p:spPr bwMode="auto">
              <a:xfrm>
                <a:off x="2956" y="2132"/>
                <a:ext cx="732" cy="288"/>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S0401</a:t>
                </a:r>
              </a:p>
            </p:txBody>
          </p:sp>
          <p:sp>
            <p:nvSpPr>
              <p:cNvPr id="511004" name="Rectangle 28">
                <a:extLst>
                  <a:ext uri="{FF2B5EF4-FFF2-40B4-BE49-F238E27FC236}">
                    <a16:creationId xmlns:a16="http://schemas.microsoft.com/office/drawing/2014/main" id="{6EC12183-3516-4A17-A11C-ED9B94D95DE9}"/>
                  </a:ext>
                </a:extLst>
              </p:cNvPr>
              <p:cNvSpPr>
                <a:spLocks noChangeArrowheads="1"/>
              </p:cNvSpPr>
              <p:nvPr/>
            </p:nvSpPr>
            <p:spPr bwMode="auto">
              <a:xfrm>
                <a:off x="2127" y="2132"/>
                <a:ext cx="889" cy="288"/>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02-feb-83</a:t>
                </a:r>
              </a:p>
            </p:txBody>
          </p:sp>
          <p:sp>
            <p:nvSpPr>
              <p:cNvPr id="511005" name="Rectangle 29">
                <a:extLst>
                  <a:ext uri="{FF2B5EF4-FFF2-40B4-BE49-F238E27FC236}">
                    <a16:creationId xmlns:a16="http://schemas.microsoft.com/office/drawing/2014/main" id="{2609CB62-8E4F-4DC3-A4FD-A48FF05F91F8}"/>
                  </a:ext>
                </a:extLst>
              </p:cNvPr>
              <p:cNvSpPr>
                <a:spLocks noChangeArrowheads="1"/>
              </p:cNvSpPr>
              <p:nvPr/>
            </p:nvSpPr>
            <p:spPr bwMode="auto">
              <a:xfrm>
                <a:off x="1688" y="2132"/>
                <a:ext cx="439" cy="288"/>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女</a:t>
                </a:r>
              </a:p>
            </p:txBody>
          </p:sp>
          <p:sp>
            <p:nvSpPr>
              <p:cNvPr id="511006" name="Rectangle 30">
                <a:extLst>
                  <a:ext uri="{FF2B5EF4-FFF2-40B4-BE49-F238E27FC236}">
                    <a16:creationId xmlns:a16="http://schemas.microsoft.com/office/drawing/2014/main" id="{7B047FE3-5456-4B60-8BDE-EE186211B1A3}"/>
                  </a:ext>
                </a:extLst>
              </p:cNvPr>
              <p:cNvSpPr>
                <a:spLocks noChangeArrowheads="1"/>
              </p:cNvSpPr>
              <p:nvPr/>
            </p:nvSpPr>
            <p:spPr bwMode="auto">
              <a:xfrm>
                <a:off x="1103" y="2132"/>
                <a:ext cx="585" cy="288"/>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solidFill>
                      <a:srgbClr val="000000"/>
                    </a:solidFill>
                    <a:latin typeface="宋体" panose="02010600030101010101" pitchFamily="2" charset="-122"/>
                    <a:cs typeface="Times New Roman" panose="02020603050405020304" pitchFamily="18" charset="0"/>
                  </a:rPr>
                  <a:t>王丽丽</a:t>
                </a:r>
              </a:p>
            </p:txBody>
          </p:sp>
          <p:sp>
            <p:nvSpPr>
              <p:cNvPr id="511007" name="Rectangle 31">
                <a:extLst>
                  <a:ext uri="{FF2B5EF4-FFF2-40B4-BE49-F238E27FC236}">
                    <a16:creationId xmlns:a16="http://schemas.microsoft.com/office/drawing/2014/main" id="{B59BD4D9-EF30-41D9-A71B-BE40DE76AB55}"/>
                  </a:ext>
                </a:extLst>
              </p:cNvPr>
              <p:cNvSpPr>
                <a:spLocks noChangeArrowheads="1"/>
              </p:cNvSpPr>
              <p:nvPr/>
            </p:nvSpPr>
            <p:spPr bwMode="auto">
              <a:xfrm>
                <a:off x="204" y="2132"/>
                <a:ext cx="952" cy="288"/>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200401003</a:t>
                </a:r>
              </a:p>
            </p:txBody>
          </p:sp>
          <p:sp>
            <p:nvSpPr>
              <p:cNvPr id="511008" name="Rectangle 32">
                <a:extLst>
                  <a:ext uri="{FF2B5EF4-FFF2-40B4-BE49-F238E27FC236}">
                    <a16:creationId xmlns:a16="http://schemas.microsoft.com/office/drawing/2014/main" id="{DABCDE37-DF98-4B90-8471-C4FA416712CB}"/>
                  </a:ext>
                </a:extLst>
              </p:cNvPr>
              <p:cNvSpPr>
                <a:spLocks noChangeArrowheads="1"/>
              </p:cNvSpPr>
              <p:nvPr/>
            </p:nvSpPr>
            <p:spPr bwMode="auto">
              <a:xfrm>
                <a:off x="2956" y="1812"/>
                <a:ext cx="732"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r"/>
                <a:r>
                  <a:rPr lang="en-US" altLang="zh-CN" sz="1800"/>
                  <a:t>S0401</a:t>
                </a:r>
              </a:p>
            </p:txBody>
          </p:sp>
          <p:sp>
            <p:nvSpPr>
              <p:cNvPr id="511009" name="Rectangle 33">
                <a:extLst>
                  <a:ext uri="{FF2B5EF4-FFF2-40B4-BE49-F238E27FC236}">
                    <a16:creationId xmlns:a16="http://schemas.microsoft.com/office/drawing/2014/main" id="{EEAD2026-2F29-4E65-B902-5D349C2C16AD}"/>
                  </a:ext>
                </a:extLst>
              </p:cNvPr>
              <p:cNvSpPr>
                <a:spLocks noChangeArrowheads="1"/>
              </p:cNvSpPr>
              <p:nvPr/>
            </p:nvSpPr>
            <p:spPr bwMode="auto">
              <a:xfrm>
                <a:off x="2118" y="1812"/>
                <a:ext cx="934"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20-aug-82</a:t>
                </a:r>
              </a:p>
            </p:txBody>
          </p:sp>
          <p:sp>
            <p:nvSpPr>
              <p:cNvPr id="511010" name="Rectangle 34">
                <a:extLst>
                  <a:ext uri="{FF2B5EF4-FFF2-40B4-BE49-F238E27FC236}">
                    <a16:creationId xmlns:a16="http://schemas.microsoft.com/office/drawing/2014/main" id="{DC846F32-8B49-4140-8C44-2E0E61C15626}"/>
                  </a:ext>
                </a:extLst>
              </p:cNvPr>
              <p:cNvSpPr>
                <a:spLocks noChangeArrowheads="1"/>
              </p:cNvSpPr>
              <p:nvPr/>
            </p:nvSpPr>
            <p:spPr bwMode="auto">
              <a:xfrm>
                <a:off x="1688" y="1812"/>
                <a:ext cx="439"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男</a:t>
                </a:r>
              </a:p>
            </p:txBody>
          </p:sp>
          <p:sp>
            <p:nvSpPr>
              <p:cNvPr id="511011" name="Rectangle 35">
                <a:extLst>
                  <a:ext uri="{FF2B5EF4-FFF2-40B4-BE49-F238E27FC236}">
                    <a16:creationId xmlns:a16="http://schemas.microsoft.com/office/drawing/2014/main" id="{58A1C212-3ED4-4A04-AF18-2FC3D6AE4CB8}"/>
                  </a:ext>
                </a:extLst>
              </p:cNvPr>
              <p:cNvSpPr>
                <a:spLocks noChangeArrowheads="1"/>
              </p:cNvSpPr>
              <p:nvPr/>
            </p:nvSpPr>
            <p:spPr bwMode="auto">
              <a:xfrm>
                <a:off x="1103" y="1812"/>
                <a:ext cx="585"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李建平</a:t>
                </a:r>
              </a:p>
            </p:txBody>
          </p:sp>
          <p:sp>
            <p:nvSpPr>
              <p:cNvPr id="511012" name="Rectangle 36">
                <a:extLst>
                  <a:ext uri="{FF2B5EF4-FFF2-40B4-BE49-F238E27FC236}">
                    <a16:creationId xmlns:a16="http://schemas.microsoft.com/office/drawing/2014/main" id="{0C93FD11-8F71-43C1-BF26-F4D111387745}"/>
                  </a:ext>
                </a:extLst>
              </p:cNvPr>
              <p:cNvSpPr>
                <a:spLocks noChangeArrowheads="1"/>
              </p:cNvSpPr>
              <p:nvPr/>
            </p:nvSpPr>
            <p:spPr bwMode="auto">
              <a:xfrm>
                <a:off x="228" y="1812"/>
                <a:ext cx="974"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200101002</a:t>
                </a:r>
              </a:p>
            </p:txBody>
          </p:sp>
          <p:sp>
            <p:nvSpPr>
              <p:cNvPr id="511013" name="Rectangle 37">
                <a:extLst>
                  <a:ext uri="{FF2B5EF4-FFF2-40B4-BE49-F238E27FC236}">
                    <a16:creationId xmlns:a16="http://schemas.microsoft.com/office/drawing/2014/main" id="{A46DC9E7-2019-40D6-9B45-A4F63911ABBB}"/>
                  </a:ext>
                </a:extLst>
              </p:cNvPr>
              <p:cNvSpPr>
                <a:spLocks noChangeArrowheads="1"/>
              </p:cNvSpPr>
              <p:nvPr/>
            </p:nvSpPr>
            <p:spPr bwMode="auto">
              <a:xfrm>
                <a:off x="2956" y="1492"/>
                <a:ext cx="732"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r"/>
                <a:r>
                  <a:rPr lang="en-US" altLang="zh-CN" sz="1800"/>
                  <a:t>S0401</a:t>
                </a:r>
              </a:p>
            </p:txBody>
          </p:sp>
          <p:sp>
            <p:nvSpPr>
              <p:cNvPr id="511014" name="Rectangle 38">
                <a:extLst>
                  <a:ext uri="{FF2B5EF4-FFF2-40B4-BE49-F238E27FC236}">
                    <a16:creationId xmlns:a16="http://schemas.microsoft.com/office/drawing/2014/main" id="{3FA13110-D932-4563-82F6-FE1BECF50489}"/>
                  </a:ext>
                </a:extLst>
              </p:cNvPr>
              <p:cNvSpPr>
                <a:spLocks noChangeArrowheads="1"/>
              </p:cNvSpPr>
              <p:nvPr/>
            </p:nvSpPr>
            <p:spPr bwMode="auto">
              <a:xfrm>
                <a:off x="2127" y="1492"/>
                <a:ext cx="878"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14-dec-82</a:t>
                </a:r>
              </a:p>
            </p:txBody>
          </p:sp>
          <p:sp>
            <p:nvSpPr>
              <p:cNvPr id="511015" name="Rectangle 39">
                <a:extLst>
                  <a:ext uri="{FF2B5EF4-FFF2-40B4-BE49-F238E27FC236}">
                    <a16:creationId xmlns:a16="http://schemas.microsoft.com/office/drawing/2014/main" id="{BC83EF3B-D19A-401A-91F6-47BA55648504}"/>
                  </a:ext>
                </a:extLst>
              </p:cNvPr>
              <p:cNvSpPr>
                <a:spLocks noChangeArrowheads="1"/>
              </p:cNvSpPr>
              <p:nvPr/>
            </p:nvSpPr>
            <p:spPr bwMode="auto">
              <a:xfrm>
                <a:off x="1688" y="1492"/>
                <a:ext cx="439"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男</a:t>
                </a:r>
              </a:p>
            </p:txBody>
          </p:sp>
          <p:sp>
            <p:nvSpPr>
              <p:cNvPr id="511016" name="Rectangle 40">
                <a:extLst>
                  <a:ext uri="{FF2B5EF4-FFF2-40B4-BE49-F238E27FC236}">
                    <a16:creationId xmlns:a16="http://schemas.microsoft.com/office/drawing/2014/main" id="{A2FF13CC-6CC4-403D-B5E0-4E8B2A1BEE33}"/>
                  </a:ext>
                </a:extLst>
              </p:cNvPr>
              <p:cNvSpPr>
                <a:spLocks noChangeArrowheads="1"/>
              </p:cNvSpPr>
              <p:nvPr/>
            </p:nvSpPr>
            <p:spPr bwMode="auto">
              <a:xfrm>
                <a:off x="1103" y="1492"/>
                <a:ext cx="585"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张华</a:t>
                </a:r>
              </a:p>
            </p:txBody>
          </p:sp>
          <p:sp>
            <p:nvSpPr>
              <p:cNvPr id="511017" name="Rectangle 41">
                <a:extLst>
                  <a:ext uri="{FF2B5EF4-FFF2-40B4-BE49-F238E27FC236}">
                    <a16:creationId xmlns:a16="http://schemas.microsoft.com/office/drawing/2014/main" id="{91D78477-3D1E-49A5-BD58-F6309BCD7705}"/>
                  </a:ext>
                </a:extLst>
              </p:cNvPr>
              <p:cNvSpPr>
                <a:spLocks noChangeArrowheads="1"/>
              </p:cNvSpPr>
              <p:nvPr/>
            </p:nvSpPr>
            <p:spPr bwMode="auto">
              <a:xfrm>
                <a:off x="222" y="1492"/>
                <a:ext cx="980"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200401001</a:t>
                </a:r>
              </a:p>
            </p:txBody>
          </p:sp>
          <p:sp>
            <p:nvSpPr>
              <p:cNvPr id="511018" name="Rectangle 42">
                <a:extLst>
                  <a:ext uri="{FF2B5EF4-FFF2-40B4-BE49-F238E27FC236}">
                    <a16:creationId xmlns:a16="http://schemas.microsoft.com/office/drawing/2014/main" id="{48FB4CF3-2DB4-4921-89F6-DE817881AAD5}"/>
                  </a:ext>
                </a:extLst>
              </p:cNvPr>
              <p:cNvSpPr>
                <a:spLocks noChangeArrowheads="1"/>
              </p:cNvSpPr>
              <p:nvPr/>
            </p:nvSpPr>
            <p:spPr bwMode="auto">
              <a:xfrm>
                <a:off x="2974" y="1172"/>
                <a:ext cx="732"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r"/>
                <a:r>
                  <a:rPr lang="zh-CN" altLang="en-US" sz="1800"/>
                  <a:t>专业代码</a:t>
                </a:r>
              </a:p>
            </p:txBody>
          </p:sp>
          <p:sp>
            <p:nvSpPr>
              <p:cNvPr id="511019" name="Rectangle 43">
                <a:extLst>
                  <a:ext uri="{FF2B5EF4-FFF2-40B4-BE49-F238E27FC236}">
                    <a16:creationId xmlns:a16="http://schemas.microsoft.com/office/drawing/2014/main" id="{A0A3F471-8D8C-40B8-8B2F-3876CC3A0D99}"/>
                  </a:ext>
                </a:extLst>
              </p:cNvPr>
              <p:cNvSpPr>
                <a:spLocks noChangeArrowheads="1"/>
              </p:cNvSpPr>
              <p:nvPr/>
            </p:nvSpPr>
            <p:spPr bwMode="auto">
              <a:xfrm>
                <a:off x="2127" y="1172"/>
                <a:ext cx="781"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出生年月</a:t>
                </a:r>
              </a:p>
            </p:txBody>
          </p:sp>
          <p:sp>
            <p:nvSpPr>
              <p:cNvPr id="511020" name="Rectangle 44">
                <a:extLst>
                  <a:ext uri="{FF2B5EF4-FFF2-40B4-BE49-F238E27FC236}">
                    <a16:creationId xmlns:a16="http://schemas.microsoft.com/office/drawing/2014/main" id="{D32400B0-79C2-4E2C-8B52-88977E9A42BA}"/>
                  </a:ext>
                </a:extLst>
              </p:cNvPr>
              <p:cNvSpPr>
                <a:spLocks noChangeArrowheads="1"/>
              </p:cNvSpPr>
              <p:nvPr/>
            </p:nvSpPr>
            <p:spPr bwMode="auto">
              <a:xfrm>
                <a:off x="1688" y="1172"/>
                <a:ext cx="439"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性别</a:t>
                </a:r>
              </a:p>
            </p:txBody>
          </p:sp>
          <p:sp>
            <p:nvSpPr>
              <p:cNvPr id="511021" name="Rectangle 45">
                <a:extLst>
                  <a:ext uri="{FF2B5EF4-FFF2-40B4-BE49-F238E27FC236}">
                    <a16:creationId xmlns:a16="http://schemas.microsoft.com/office/drawing/2014/main" id="{45C31C8A-EF8D-4E39-85E0-C96FB7EE83D3}"/>
                  </a:ext>
                </a:extLst>
              </p:cNvPr>
              <p:cNvSpPr>
                <a:spLocks noChangeArrowheads="1"/>
              </p:cNvSpPr>
              <p:nvPr/>
            </p:nvSpPr>
            <p:spPr bwMode="auto">
              <a:xfrm>
                <a:off x="1103" y="1172"/>
                <a:ext cx="585"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姓名</a:t>
                </a:r>
              </a:p>
            </p:txBody>
          </p:sp>
          <p:sp>
            <p:nvSpPr>
              <p:cNvPr id="511022" name="Rectangle 46">
                <a:extLst>
                  <a:ext uri="{FF2B5EF4-FFF2-40B4-BE49-F238E27FC236}">
                    <a16:creationId xmlns:a16="http://schemas.microsoft.com/office/drawing/2014/main" id="{534B0C99-6BBB-4076-98B6-11C2676298CB}"/>
                  </a:ext>
                </a:extLst>
              </p:cNvPr>
              <p:cNvSpPr>
                <a:spLocks noChangeArrowheads="1"/>
              </p:cNvSpPr>
              <p:nvPr/>
            </p:nvSpPr>
            <p:spPr bwMode="auto">
              <a:xfrm>
                <a:off x="322" y="1172"/>
                <a:ext cx="781" cy="32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学号</a:t>
                </a:r>
              </a:p>
            </p:txBody>
          </p:sp>
          <p:sp>
            <p:nvSpPr>
              <p:cNvPr id="511023" name="Line 47">
                <a:extLst>
                  <a:ext uri="{FF2B5EF4-FFF2-40B4-BE49-F238E27FC236}">
                    <a16:creationId xmlns:a16="http://schemas.microsoft.com/office/drawing/2014/main" id="{76C8BDA9-7279-4798-8BED-2E5A4A6ED57E}"/>
                  </a:ext>
                </a:extLst>
              </p:cNvPr>
              <p:cNvSpPr>
                <a:spLocks noChangeShapeType="1"/>
              </p:cNvSpPr>
              <p:nvPr/>
            </p:nvSpPr>
            <p:spPr bwMode="auto">
              <a:xfrm>
                <a:off x="286" y="1172"/>
                <a:ext cx="3398"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24" name="Line 48">
                <a:extLst>
                  <a:ext uri="{FF2B5EF4-FFF2-40B4-BE49-F238E27FC236}">
                    <a16:creationId xmlns:a16="http://schemas.microsoft.com/office/drawing/2014/main" id="{1030C84E-B9BA-4C4F-A746-C7A05AFE9EC7}"/>
                  </a:ext>
                </a:extLst>
              </p:cNvPr>
              <p:cNvSpPr>
                <a:spLocks noChangeShapeType="1"/>
              </p:cNvSpPr>
              <p:nvPr/>
            </p:nvSpPr>
            <p:spPr bwMode="auto">
              <a:xfrm>
                <a:off x="286" y="1492"/>
                <a:ext cx="339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25" name="Line 49">
                <a:extLst>
                  <a:ext uri="{FF2B5EF4-FFF2-40B4-BE49-F238E27FC236}">
                    <a16:creationId xmlns:a16="http://schemas.microsoft.com/office/drawing/2014/main" id="{F5F40DE5-DCFC-43B9-88DC-433CB15C1A37}"/>
                  </a:ext>
                </a:extLst>
              </p:cNvPr>
              <p:cNvSpPr>
                <a:spLocks noChangeShapeType="1"/>
              </p:cNvSpPr>
              <p:nvPr/>
            </p:nvSpPr>
            <p:spPr bwMode="auto">
              <a:xfrm>
                <a:off x="286" y="1812"/>
                <a:ext cx="339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26" name="Line 50">
                <a:extLst>
                  <a:ext uri="{FF2B5EF4-FFF2-40B4-BE49-F238E27FC236}">
                    <a16:creationId xmlns:a16="http://schemas.microsoft.com/office/drawing/2014/main" id="{8C859FA6-7D2C-4CAF-9077-D752BE9EE0A7}"/>
                  </a:ext>
                </a:extLst>
              </p:cNvPr>
              <p:cNvSpPr>
                <a:spLocks noChangeShapeType="1"/>
              </p:cNvSpPr>
              <p:nvPr/>
            </p:nvSpPr>
            <p:spPr bwMode="auto">
              <a:xfrm>
                <a:off x="286" y="2132"/>
                <a:ext cx="339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27" name="Line 51">
                <a:extLst>
                  <a:ext uri="{FF2B5EF4-FFF2-40B4-BE49-F238E27FC236}">
                    <a16:creationId xmlns:a16="http://schemas.microsoft.com/office/drawing/2014/main" id="{A7D950FE-AF01-4D29-BE3E-A25A11C6E465}"/>
                  </a:ext>
                </a:extLst>
              </p:cNvPr>
              <p:cNvSpPr>
                <a:spLocks noChangeShapeType="1"/>
              </p:cNvSpPr>
              <p:nvPr/>
            </p:nvSpPr>
            <p:spPr bwMode="auto">
              <a:xfrm>
                <a:off x="286" y="2420"/>
                <a:ext cx="339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28" name="Line 52">
                <a:extLst>
                  <a:ext uri="{FF2B5EF4-FFF2-40B4-BE49-F238E27FC236}">
                    <a16:creationId xmlns:a16="http://schemas.microsoft.com/office/drawing/2014/main" id="{48B1B894-5B39-4D04-9BF5-6429675408E4}"/>
                  </a:ext>
                </a:extLst>
              </p:cNvPr>
              <p:cNvSpPr>
                <a:spLocks noChangeShapeType="1"/>
              </p:cNvSpPr>
              <p:nvPr/>
            </p:nvSpPr>
            <p:spPr bwMode="auto">
              <a:xfrm>
                <a:off x="277" y="2740"/>
                <a:ext cx="339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29" name="Line 53">
                <a:extLst>
                  <a:ext uri="{FF2B5EF4-FFF2-40B4-BE49-F238E27FC236}">
                    <a16:creationId xmlns:a16="http://schemas.microsoft.com/office/drawing/2014/main" id="{DB093244-28CD-4338-B186-A902DC4B7685}"/>
                  </a:ext>
                </a:extLst>
              </p:cNvPr>
              <p:cNvSpPr>
                <a:spLocks noChangeShapeType="1"/>
              </p:cNvSpPr>
              <p:nvPr/>
            </p:nvSpPr>
            <p:spPr bwMode="auto">
              <a:xfrm>
                <a:off x="277" y="3060"/>
                <a:ext cx="339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30" name="Line 54">
                <a:extLst>
                  <a:ext uri="{FF2B5EF4-FFF2-40B4-BE49-F238E27FC236}">
                    <a16:creationId xmlns:a16="http://schemas.microsoft.com/office/drawing/2014/main" id="{6DD75378-66D5-4F4E-AB46-93F2924C8C8D}"/>
                  </a:ext>
                </a:extLst>
              </p:cNvPr>
              <p:cNvSpPr>
                <a:spLocks noChangeShapeType="1"/>
              </p:cNvSpPr>
              <p:nvPr/>
            </p:nvSpPr>
            <p:spPr bwMode="auto">
              <a:xfrm>
                <a:off x="286" y="3380"/>
                <a:ext cx="339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31" name="Line 55">
                <a:extLst>
                  <a:ext uri="{FF2B5EF4-FFF2-40B4-BE49-F238E27FC236}">
                    <a16:creationId xmlns:a16="http://schemas.microsoft.com/office/drawing/2014/main" id="{7290E1B7-D67A-4D98-9D39-45DCC81410B0}"/>
                  </a:ext>
                </a:extLst>
              </p:cNvPr>
              <p:cNvSpPr>
                <a:spLocks noChangeShapeType="1"/>
              </p:cNvSpPr>
              <p:nvPr/>
            </p:nvSpPr>
            <p:spPr bwMode="auto">
              <a:xfrm>
                <a:off x="286" y="3776"/>
                <a:ext cx="3398"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32" name="Line 56">
                <a:extLst>
                  <a:ext uri="{FF2B5EF4-FFF2-40B4-BE49-F238E27FC236}">
                    <a16:creationId xmlns:a16="http://schemas.microsoft.com/office/drawing/2014/main" id="{BD8EA7ED-79C8-4D66-888F-A9E685EDD7B5}"/>
                  </a:ext>
                </a:extLst>
              </p:cNvPr>
              <p:cNvSpPr>
                <a:spLocks noChangeShapeType="1"/>
              </p:cNvSpPr>
              <p:nvPr/>
            </p:nvSpPr>
            <p:spPr bwMode="auto">
              <a:xfrm>
                <a:off x="286" y="1172"/>
                <a:ext cx="0" cy="2604"/>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33" name="Line 57">
                <a:extLst>
                  <a:ext uri="{FF2B5EF4-FFF2-40B4-BE49-F238E27FC236}">
                    <a16:creationId xmlns:a16="http://schemas.microsoft.com/office/drawing/2014/main" id="{F8344A05-4CB2-423D-A540-598EC3342CFD}"/>
                  </a:ext>
                </a:extLst>
              </p:cNvPr>
              <p:cNvSpPr>
                <a:spLocks noChangeShapeType="1"/>
              </p:cNvSpPr>
              <p:nvPr/>
            </p:nvSpPr>
            <p:spPr bwMode="auto">
              <a:xfrm>
                <a:off x="1138" y="1172"/>
                <a:ext cx="0" cy="26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34" name="Line 58">
                <a:extLst>
                  <a:ext uri="{FF2B5EF4-FFF2-40B4-BE49-F238E27FC236}">
                    <a16:creationId xmlns:a16="http://schemas.microsoft.com/office/drawing/2014/main" id="{10FDA9EA-A5B2-46D7-A620-302B2517BCF1}"/>
                  </a:ext>
                </a:extLst>
              </p:cNvPr>
              <p:cNvSpPr>
                <a:spLocks noChangeShapeType="1"/>
              </p:cNvSpPr>
              <p:nvPr/>
            </p:nvSpPr>
            <p:spPr bwMode="auto">
              <a:xfrm>
                <a:off x="1688" y="1172"/>
                <a:ext cx="0" cy="26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35" name="Line 59">
                <a:extLst>
                  <a:ext uri="{FF2B5EF4-FFF2-40B4-BE49-F238E27FC236}">
                    <a16:creationId xmlns:a16="http://schemas.microsoft.com/office/drawing/2014/main" id="{69440A31-480A-4A22-A3D2-BE3FD8DE6A59}"/>
                  </a:ext>
                </a:extLst>
              </p:cNvPr>
              <p:cNvSpPr>
                <a:spLocks noChangeShapeType="1"/>
              </p:cNvSpPr>
              <p:nvPr/>
            </p:nvSpPr>
            <p:spPr bwMode="auto">
              <a:xfrm>
                <a:off x="2127" y="1172"/>
                <a:ext cx="0" cy="26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36" name="Line 60">
                <a:extLst>
                  <a:ext uri="{FF2B5EF4-FFF2-40B4-BE49-F238E27FC236}">
                    <a16:creationId xmlns:a16="http://schemas.microsoft.com/office/drawing/2014/main" id="{B302C71D-3CED-403C-ABB3-23A59BB27DEB}"/>
                  </a:ext>
                </a:extLst>
              </p:cNvPr>
              <p:cNvSpPr>
                <a:spLocks noChangeShapeType="1"/>
              </p:cNvSpPr>
              <p:nvPr/>
            </p:nvSpPr>
            <p:spPr bwMode="auto">
              <a:xfrm>
                <a:off x="3054" y="1172"/>
                <a:ext cx="0" cy="26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37" name="Line 61">
                <a:extLst>
                  <a:ext uri="{FF2B5EF4-FFF2-40B4-BE49-F238E27FC236}">
                    <a16:creationId xmlns:a16="http://schemas.microsoft.com/office/drawing/2014/main" id="{1CFC58F2-C6DC-4517-9A85-CEAB1E23B799}"/>
                  </a:ext>
                </a:extLst>
              </p:cNvPr>
              <p:cNvSpPr>
                <a:spLocks noChangeShapeType="1"/>
              </p:cNvSpPr>
              <p:nvPr/>
            </p:nvSpPr>
            <p:spPr bwMode="auto">
              <a:xfrm>
                <a:off x="3688" y="1172"/>
                <a:ext cx="0" cy="2604"/>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511038" name="Group 62">
              <a:extLst>
                <a:ext uri="{FF2B5EF4-FFF2-40B4-BE49-F238E27FC236}">
                  <a16:creationId xmlns:a16="http://schemas.microsoft.com/office/drawing/2014/main" id="{139B88D6-0449-407D-A1A6-D2C41161FFB0}"/>
                </a:ext>
              </a:extLst>
            </p:cNvPr>
            <p:cNvGrpSpPr>
              <a:grpSpLocks/>
            </p:cNvGrpSpPr>
            <p:nvPr/>
          </p:nvGrpSpPr>
          <p:grpSpPr bwMode="auto">
            <a:xfrm>
              <a:off x="3833" y="1172"/>
              <a:ext cx="1680" cy="1424"/>
              <a:chOff x="3840" y="1968"/>
              <a:chExt cx="1680" cy="1424"/>
            </a:xfrm>
          </p:grpSpPr>
          <p:sp>
            <p:nvSpPr>
              <p:cNvPr id="511039" name="Rectangle 63">
                <a:extLst>
                  <a:ext uri="{FF2B5EF4-FFF2-40B4-BE49-F238E27FC236}">
                    <a16:creationId xmlns:a16="http://schemas.microsoft.com/office/drawing/2014/main" id="{A1A2B38D-4C5C-4935-A279-3A040CD02680}"/>
                  </a:ext>
                </a:extLst>
              </p:cNvPr>
              <p:cNvSpPr>
                <a:spLocks noChangeArrowheads="1"/>
              </p:cNvSpPr>
              <p:nvPr/>
            </p:nvSpPr>
            <p:spPr bwMode="auto">
              <a:xfrm>
                <a:off x="4560" y="3107"/>
                <a:ext cx="960" cy="28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信息研究</a:t>
                </a:r>
              </a:p>
            </p:txBody>
          </p:sp>
          <p:sp>
            <p:nvSpPr>
              <p:cNvPr id="511040" name="Rectangle 64">
                <a:extLst>
                  <a:ext uri="{FF2B5EF4-FFF2-40B4-BE49-F238E27FC236}">
                    <a16:creationId xmlns:a16="http://schemas.microsoft.com/office/drawing/2014/main" id="{E0483975-E656-4FA9-B269-051BA9BED68E}"/>
                  </a:ext>
                </a:extLst>
              </p:cNvPr>
              <p:cNvSpPr>
                <a:spLocks noChangeArrowheads="1"/>
              </p:cNvSpPr>
              <p:nvPr/>
            </p:nvSpPr>
            <p:spPr bwMode="auto">
              <a:xfrm>
                <a:off x="3888" y="3107"/>
                <a:ext cx="672" cy="28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S0404</a:t>
                </a:r>
              </a:p>
            </p:txBody>
          </p:sp>
          <p:sp>
            <p:nvSpPr>
              <p:cNvPr id="511041" name="Rectangle 65">
                <a:extLst>
                  <a:ext uri="{FF2B5EF4-FFF2-40B4-BE49-F238E27FC236}">
                    <a16:creationId xmlns:a16="http://schemas.microsoft.com/office/drawing/2014/main" id="{45366A70-DB1D-4C53-AD65-31394F4EF7F0}"/>
                  </a:ext>
                </a:extLst>
              </p:cNvPr>
              <p:cNvSpPr>
                <a:spLocks noChangeArrowheads="1"/>
              </p:cNvSpPr>
              <p:nvPr/>
            </p:nvSpPr>
            <p:spPr bwMode="auto">
              <a:xfrm>
                <a:off x="4560" y="2822"/>
                <a:ext cx="960" cy="28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网络工程</a:t>
                </a:r>
              </a:p>
            </p:txBody>
          </p:sp>
          <p:sp>
            <p:nvSpPr>
              <p:cNvPr id="511042" name="Rectangle 66">
                <a:extLst>
                  <a:ext uri="{FF2B5EF4-FFF2-40B4-BE49-F238E27FC236}">
                    <a16:creationId xmlns:a16="http://schemas.microsoft.com/office/drawing/2014/main" id="{6BDB8321-EB58-4CA1-A855-E9A3702AE1BD}"/>
                  </a:ext>
                </a:extLst>
              </p:cNvPr>
              <p:cNvSpPr>
                <a:spLocks noChangeArrowheads="1"/>
              </p:cNvSpPr>
              <p:nvPr/>
            </p:nvSpPr>
            <p:spPr bwMode="auto">
              <a:xfrm>
                <a:off x="3888" y="2822"/>
                <a:ext cx="672" cy="28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S0403</a:t>
                </a:r>
              </a:p>
            </p:txBody>
          </p:sp>
          <p:sp>
            <p:nvSpPr>
              <p:cNvPr id="511043" name="Rectangle 67">
                <a:extLst>
                  <a:ext uri="{FF2B5EF4-FFF2-40B4-BE49-F238E27FC236}">
                    <a16:creationId xmlns:a16="http://schemas.microsoft.com/office/drawing/2014/main" id="{E3A74747-8536-4A4B-B092-18CBC3406DFE}"/>
                  </a:ext>
                </a:extLst>
              </p:cNvPr>
              <p:cNvSpPr>
                <a:spLocks noChangeArrowheads="1"/>
              </p:cNvSpPr>
              <p:nvPr/>
            </p:nvSpPr>
            <p:spPr bwMode="auto">
              <a:xfrm>
                <a:off x="4560" y="2538"/>
                <a:ext cx="960" cy="284"/>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指挥自动化</a:t>
                </a:r>
              </a:p>
            </p:txBody>
          </p:sp>
          <p:sp>
            <p:nvSpPr>
              <p:cNvPr id="511044" name="Rectangle 68">
                <a:extLst>
                  <a:ext uri="{FF2B5EF4-FFF2-40B4-BE49-F238E27FC236}">
                    <a16:creationId xmlns:a16="http://schemas.microsoft.com/office/drawing/2014/main" id="{C0A1B95E-BB9A-4F27-8C54-EED4B8C80E87}"/>
                  </a:ext>
                </a:extLst>
              </p:cNvPr>
              <p:cNvSpPr>
                <a:spLocks noChangeArrowheads="1"/>
              </p:cNvSpPr>
              <p:nvPr/>
            </p:nvSpPr>
            <p:spPr bwMode="auto">
              <a:xfrm>
                <a:off x="3888" y="2538"/>
                <a:ext cx="672" cy="284"/>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S0402</a:t>
                </a:r>
              </a:p>
            </p:txBody>
          </p:sp>
          <p:sp>
            <p:nvSpPr>
              <p:cNvPr id="511045" name="Rectangle 69">
                <a:extLst>
                  <a:ext uri="{FF2B5EF4-FFF2-40B4-BE49-F238E27FC236}">
                    <a16:creationId xmlns:a16="http://schemas.microsoft.com/office/drawing/2014/main" id="{EB675F0E-A4D7-4A51-B506-EA006122BE1E}"/>
                  </a:ext>
                </a:extLst>
              </p:cNvPr>
              <p:cNvSpPr>
                <a:spLocks noChangeArrowheads="1"/>
              </p:cNvSpPr>
              <p:nvPr/>
            </p:nvSpPr>
            <p:spPr bwMode="auto">
              <a:xfrm>
                <a:off x="4560" y="2253"/>
                <a:ext cx="960" cy="28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计算机科学</a:t>
                </a:r>
              </a:p>
            </p:txBody>
          </p:sp>
          <p:sp>
            <p:nvSpPr>
              <p:cNvPr id="511046" name="Rectangle 70">
                <a:extLst>
                  <a:ext uri="{FF2B5EF4-FFF2-40B4-BE49-F238E27FC236}">
                    <a16:creationId xmlns:a16="http://schemas.microsoft.com/office/drawing/2014/main" id="{F4F4717B-F09E-4223-AAFA-9142355CF5F4}"/>
                  </a:ext>
                </a:extLst>
              </p:cNvPr>
              <p:cNvSpPr>
                <a:spLocks noChangeArrowheads="1"/>
              </p:cNvSpPr>
              <p:nvPr/>
            </p:nvSpPr>
            <p:spPr bwMode="auto">
              <a:xfrm>
                <a:off x="3888" y="2253"/>
                <a:ext cx="672" cy="28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en-US" altLang="zh-CN" sz="1800"/>
                  <a:t>S0401</a:t>
                </a:r>
              </a:p>
            </p:txBody>
          </p:sp>
          <p:sp>
            <p:nvSpPr>
              <p:cNvPr id="511047" name="Rectangle 71">
                <a:extLst>
                  <a:ext uri="{FF2B5EF4-FFF2-40B4-BE49-F238E27FC236}">
                    <a16:creationId xmlns:a16="http://schemas.microsoft.com/office/drawing/2014/main" id="{D530DCAC-6FA1-4469-ABD2-D996DB848599}"/>
                  </a:ext>
                </a:extLst>
              </p:cNvPr>
              <p:cNvSpPr>
                <a:spLocks noChangeArrowheads="1"/>
              </p:cNvSpPr>
              <p:nvPr/>
            </p:nvSpPr>
            <p:spPr bwMode="auto">
              <a:xfrm>
                <a:off x="4560" y="1968"/>
                <a:ext cx="960" cy="28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专业名称</a:t>
                </a:r>
              </a:p>
            </p:txBody>
          </p:sp>
          <p:sp>
            <p:nvSpPr>
              <p:cNvPr id="511048" name="Rectangle 72">
                <a:extLst>
                  <a:ext uri="{FF2B5EF4-FFF2-40B4-BE49-F238E27FC236}">
                    <a16:creationId xmlns:a16="http://schemas.microsoft.com/office/drawing/2014/main" id="{DE949886-F6D5-423C-A4B7-1A6F41DB1B8B}"/>
                  </a:ext>
                </a:extLst>
              </p:cNvPr>
              <p:cNvSpPr>
                <a:spLocks noChangeArrowheads="1"/>
              </p:cNvSpPr>
              <p:nvPr/>
            </p:nvSpPr>
            <p:spPr bwMode="auto">
              <a:xfrm>
                <a:off x="3840" y="1968"/>
                <a:ext cx="720" cy="28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20000"/>
                  </a:lnSpc>
                  <a:spcBef>
                    <a:spcPct val="20000"/>
                  </a:spcBef>
                  <a:buClr>
                    <a:schemeClr val="folHlink"/>
                  </a:buClr>
                  <a:buSzPct val="60000"/>
                  <a:buFont typeface="Wingdings" panose="05000000000000000000" pitchFamily="2" charset="2"/>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a:lnSpc>
                    <a:spcPct val="120000"/>
                  </a:lnSpc>
                  <a:spcBef>
                    <a:spcPct val="20000"/>
                  </a:spcBef>
                  <a:buClr>
                    <a:schemeClr val="hlink"/>
                  </a:buClr>
                  <a:buSzPct val="55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a:lnSpc>
                    <a:spcPct val="120000"/>
                  </a:lnSpc>
                  <a:spcBef>
                    <a:spcPct val="20000"/>
                  </a:spcBef>
                  <a:buClr>
                    <a:schemeClr val="folHlink"/>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a:lnSpc>
                    <a:spcPct val="120000"/>
                  </a:lnSpc>
                  <a:spcBef>
                    <a:spcPct val="20000"/>
                  </a:spcBef>
                  <a:buClr>
                    <a:schemeClr val="accent2"/>
                  </a:buClr>
                  <a:buSzPct val="55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a:lnSpc>
                    <a:spcPct val="120000"/>
                  </a:lnSpc>
                  <a:spcBef>
                    <a:spcPct val="20000"/>
                  </a:spcBef>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anose="05000000000000000000" pitchFamily="2" charset="2"/>
                  <a:buChar char="n"/>
                  <a:defRPr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gn="ctr"/>
                <a:r>
                  <a:rPr lang="zh-CN" altLang="en-US" sz="1800"/>
                  <a:t>专业代码</a:t>
                </a:r>
              </a:p>
            </p:txBody>
          </p:sp>
          <p:sp>
            <p:nvSpPr>
              <p:cNvPr id="511049" name="Line 73">
                <a:extLst>
                  <a:ext uri="{FF2B5EF4-FFF2-40B4-BE49-F238E27FC236}">
                    <a16:creationId xmlns:a16="http://schemas.microsoft.com/office/drawing/2014/main" id="{B5E4B2F1-C839-46C2-A53C-DC85E061834C}"/>
                  </a:ext>
                </a:extLst>
              </p:cNvPr>
              <p:cNvSpPr>
                <a:spLocks noChangeShapeType="1"/>
              </p:cNvSpPr>
              <p:nvPr/>
            </p:nvSpPr>
            <p:spPr bwMode="auto">
              <a:xfrm>
                <a:off x="3888" y="1968"/>
                <a:ext cx="163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50" name="Line 74">
                <a:extLst>
                  <a:ext uri="{FF2B5EF4-FFF2-40B4-BE49-F238E27FC236}">
                    <a16:creationId xmlns:a16="http://schemas.microsoft.com/office/drawing/2014/main" id="{6AEF14B6-1225-4820-B93A-97D33736CAB0}"/>
                  </a:ext>
                </a:extLst>
              </p:cNvPr>
              <p:cNvSpPr>
                <a:spLocks noChangeShapeType="1"/>
              </p:cNvSpPr>
              <p:nvPr/>
            </p:nvSpPr>
            <p:spPr bwMode="auto">
              <a:xfrm>
                <a:off x="3888" y="2253"/>
                <a:ext cx="16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51" name="Line 75">
                <a:extLst>
                  <a:ext uri="{FF2B5EF4-FFF2-40B4-BE49-F238E27FC236}">
                    <a16:creationId xmlns:a16="http://schemas.microsoft.com/office/drawing/2014/main" id="{1447CADF-C232-46A8-9C2E-2D01C1290F43}"/>
                  </a:ext>
                </a:extLst>
              </p:cNvPr>
              <p:cNvSpPr>
                <a:spLocks noChangeShapeType="1"/>
              </p:cNvSpPr>
              <p:nvPr/>
            </p:nvSpPr>
            <p:spPr bwMode="auto">
              <a:xfrm>
                <a:off x="3888" y="2538"/>
                <a:ext cx="16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52" name="Line 76">
                <a:extLst>
                  <a:ext uri="{FF2B5EF4-FFF2-40B4-BE49-F238E27FC236}">
                    <a16:creationId xmlns:a16="http://schemas.microsoft.com/office/drawing/2014/main" id="{48C28E61-8F8C-4549-B8E8-096B9CB89F32}"/>
                  </a:ext>
                </a:extLst>
              </p:cNvPr>
              <p:cNvSpPr>
                <a:spLocks noChangeShapeType="1"/>
              </p:cNvSpPr>
              <p:nvPr/>
            </p:nvSpPr>
            <p:spPr bwMode="auto">
              <a:xfrm>
                <a:off x="3888" y="2822"/>
                <a:ext cx="16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53" name="Line 77">
                <a:extLst>
                  <a:ext uri="{FF2B5EF4-FFF2-40B4-BE49-F238E27FC236}">
                    <a16:creationId xmlns:a16="http://schemas.microsoft.com/office/drawing/2014/main" id="{A5FF0F1E-444D-4560-AD67-BFE672BE5238}"/>
                  </a:ext>
                </a:extLst>
              </p:cNvPr>
              <p:cNvSpPr>
                <a:spLocks noChangeShapeType="1"/>
              </p:cNvSpPr>
              <p:nvPr/>
            </p:nvSpPr>
            <p:spPr bwMode="auto">
              <a:xfrm>
                <a:off x="3888" y="3107"/>
                <a:ext cx="16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54" name="Line 78">
                <a:extLst>
                  <a:ext uri="{FF2B5EF4-FFF2-40B4-BE49-F238E27FC236}">
                    <a16:creationId xmlns:a16="http://schemas.microsoft.com/office/drawing/2014/main" id="{6F789633-5BC9-4DCB-B4BF-A70D8F9EC1D6}"/>
                  </a:ext>
                </a:extLst>
              </p:cNvPr>
              <p:cNvSpPr>
                <a:spLocks noChangeShapeType="1"/>
              </p:cNvSpPr>
              <p:nvPr/>
            </p:nvSpPr>
            <p:spPr bwMode="auto">
              <a:xfrm>
                <a:off x="3888" y="3392"/>
                <a:ext cx="163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55" name="Line 79">
                <a:extLst>
                  <a:ext uri="{FF2B5EF4-FFF2-40B4-BE49-F238E27FC236}">
                    <a16:creationId xmlns:a16="http://schemas.microsoft.com/office/drawing/2014/main" id="{9BC32112-4D98-4CDD-B7B5-E63B0AF96F47}"/>
                  </a:ext>
                </a:extLst>
              </p:cNvPr>
              <p:cNvSpPr>
                <a:spLocks noChangeShapeType="1"/>
              </p:cNvSpPr>
              <p:nvPr/>
            </p:nvSpPr>
            <p:spPr bwMode="auto">
              <a:xfrm>
                <a:off x="3888" y="1968"/>
                <a:ext cx="0" cy="1424"/>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56" name="Line 80">
                <a:extLst>
                  <a:ext uri="{FF2B5EF4-FFF2-40B4-BE49-F238E27FC236}">
                    <a16:creationId xmlns:a16="http://schemas.microsoft.com/office/drawing/2014/main" id="{5E7FB6A4-7ECF-4BAA-8FBD-0BCE1038D073}"/>
                  </a:ext>
                </a:extLst>
              </p:cNvPr>
              <p:cNvSpPr>
                <a:spLocks noChangeShapeType="1"/>
              </p:cNvSpPr>
              <p:nvPr/>
            </p:nvSpPr>
            <p:spPr bwMode="auto">
              <a:xfrm>
                <a:off x="4560" y="1968"/>
                <a:ext cx="0" cy="14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1057" name="Line 81">
                <a:extLst>
                  <a:ext uri="{FF2B5EF4-FFF2-40B4-BE49-F238E27FC236}">
                    <a16:creationId xmlns:a16="http://schemas.microsoft.com/office/drawing/2014/main" id="{668D6F41-9B19-4AA3-9977-78B165196513}"/>
                  </a:ext>
                </a:extLst>
              </p:cNvPr>
              <p:cNvSpPr>
                <a:spLocks noChangeShapeType="1"/>
              </p:cNvSpPr>
              <p:nvPr/>
            </p:nvSpPr>
            <p:spPr bwMode="auto">
              <a:xfrm>
                <a:off x="5520" y="1968"/>
                <a:ext cx="0" cy="1424"/>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511058" name="Text Box 82">
              <a:extLst>
                <a:ext uri="{FF2B5EF4-FFF2-40B4-BE49-F238E27FC236}">
                  <a16:creationId xmlns:a16="http://schemas.microsoft.com/office/drawing/2014/main" id="{38D84889-9513-415B-A3AE-422EDE2D2B9E}"/>
                </a:ext>
              </a:extLst>
            </p:cNvPr>
            <p:cNvSpPr txBox="1">
              <a:spLocks noChangeArrowheads="1"/>
            </p:cNvSpPr>
            <p:nvPr/>
          </p:nvSpPr>
          <p:spPr bwMode="auto">
            <a:xfrm>
              <a:off x="1111" y="3838"/>
              <a:ext cx="1536" cy="25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lang="zh-CN" altLang="en-US" sz="2000" b="1"/>
                <a:t>（</a:t>
              </a:r>
              <a:r>
                <a:rPr lang="en-US" altLang="zh-CN" sz="2000" b="1"/>
                <a:t>a</a:t>
              </a:r>
              <a:r>
                <a:rPr lang="zh-CN" altLang="en-US" sz="2000" b="1"/>
                <a:t>）学生关系</a:t>
              </a:r>
              <a:r>
                <a:rPr lang="en-US" altLang="zh-CN" sz="2000" b="1"/>
                <a:t>S1</a:t>
              </a:r>
            </a:p>
          </p:txBody>
        </p:sp>
        <p:sp>
          <p:nvSpPr>
            <p:cNvPr id="511059" name="Text Box 83">
              <a:extLst>
                <a:ext uri="{FF2B5EF4-FFF2-40B4-BE49-F238E27FC236}">
                  <a16:creationId xmlns:a16="http://schemas.microsoft.com/office/drawing/2014/main" id="{E6C6A307-5AD0-4E1A-A985-22EEA314A8AA}"/>
                </a:ext>
              </a:extLst>
            </p:cNvPr>
            <p:cNvSpPr txBox="1">
              <a:spLocks noChangeArrowheads="1"/>
            </p:cNvSpPr>
            <p:nvPr/>
          </p:nvSpPr>
          <p:spPr bwMode="auto">
            <a:xfrm>
              <a:off x="3923" y="2750"/>
              <a:ext cx="1584" cy="25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lang="zh-CN" altLang="en-US" sz="2000" b="1"/>
                <a:t>（</a:t>
              </a:r>
              <a:r>
                <a:rPr lang="en-US" altLang="zh-CN" sz="2000" b="1"/>
                <a:t>b</a:t>
              </a:r>
              <a:r>
                <a:rPr lang="zh-CN" altLang="en-US" sz="2000" b="1"/>
                <a:t>）专业关系</a:t>
              </a:r>
              <a:r>
                <a:rPr lang="en-US" altLang="zh-CN" sz="2000" b="1"/>
                <a:t>SS</a:t>
              </a:r>
            </a:p>
          </p:txBody>
        </p:sp>
        <p:sp>
          <p:nvSpPr>
            <p:cNvPr id="511060" name="Text Box 84">
              <a:extLst>
                <a:ext uri="{FF2B5EF4-FFF2-40B4-BE49-F238E27FC236}">
                  <a16:creationId xmlns:a16="http://schemas.microsoft.com/office/drawing/2014/main" id="{14B972F4-56AB-46AC-8391-2F63B7870676}"/>
                </a:ext>
              </a:extLst>
            </p:cNvPr>
            <p:cNvSpPr txBox="1">
              <a:spLocks noChangeArrowheads="1"/>
            </p:cNvSpPr>
            <p:nvPr/>
          </p:nvSpPr>
          <p:spPr bwMode="auto">
            <a:xfrm>
              <a:off x="2709" y="3964"/>
              <a:ext cx="3024" cy="26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lang="zh-CN" altLang="en-US" sz="2100" b="1">
                  <a:solidFill>
                    <a:srgbClr val="003366"/>
                  </a:solidFill>
                </a:rPr>
                <a:t>图</a:t>
              </a:r>
              <a:r>
                <a:rPr lang="en-US" altLang="zh-CN" sz="2100" b="1">
                  <a:solidFill>
                    <a:srgbClr val="003366"/>
                  </a:solidFill>
                </a:rPr>
                <a:t>3.27   </a:t>
              </a:r>
              <a:r>
                <a:rPr lang="zh-CN" altLang="en-US" sz="2100" b="1">
                  <a:solidFill>
                    <a:srgbClr val="003366"/>
                  </a:solidFill>
                </a:rPr>
                <a:t>关系模式</a:t>
              </a:r>
              <a:r>
                <a:rPr lang="en-US" altLang="zh-CN" sz="2100" b="1">
                  <a:solidFill>
                    <a:srgbClr val="003366"/>
                  </a:solidFill>
                </a:rPr>
                <a:t>S1</a:t>
              </a:r>
              <a:r>
                <a:rPr lang="zh-CN" altLang="en-US" sz="2100" b="1">
                  <a:solidFill>
                    <a:srgbClr val="003366"/>
                  </a:solidFill>
                </a:rPr>
                <a:t>和</a:t>
              </a:r>
              <a:r>
                <a:rPr lang="en-US" altLang="zh-CN" sz="2100" b="1">
                  <a:solidFill>
                    <a:srgbClr val="003366"/>
                  </a:solidFill>
                </a:rPr>
                <a:t>SS</a:t>
              </a:r>
              <a:r>
                <a:rPr lang="zh-CN" altLang="en-US" sz="2100" b="1">
                  <a:solidFill>
                    <a:srgbClr val="003366"/>
                  </a:solidFill>
                </a:rPr>
                <a:t>的具体关系</a:t>
              </a:r>
            </a:p>
          </p:txBody>
        </p:sp>
      </p:grpSp>
      <p:sp>
        <p:nvSpPr>
          <p:cNvPr id="511064" name="Rectangle 88">
            <a:extLst>
              <a:ext uri="{FF2B5EF4-FFF2-40B4-BE49-F238E27FC236}">
                <a16:creationId xmlns:a16="http://schemas.microsoft.com/office/drawing/2014/main" id="{87D6EF31-E190-4294-B6FC-29A4C726B91A}"/>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四、数据聚簇</a:t>
            </a:r>
            <a:r>
              <a:rPr lang="en-US" altLang="zh-CN" sz="3100"/>
              <a:t>(</a:t>
            </a:r>
            <a:r>
              <a:rPr lang="zh-CN" altLang="en-US" sz="3100"/>
              <a:t>数据表的存储结构与组织方式</a:t>
            </a:r>
            <a:r>
              <a:rPr lang="en-US" altLang="zh-CN" sz="3100"/>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afterEffect">
                                  <p:stCondLst>
                                    <p:cond delay="0"/>
                                  </p:stCondLst>
                                  <p:childTnLst>
                                    <p:set>
                                      <p:cBhvr>
                                        <p:cTn id="6" dur="1" fill="hold">
                                          <p:stCondLst>
                                            <p:cond delay="0"/>
                                          </p:stCondLst>
                                        </p:cTn>
                                        <p:tgtEl>
                                          <p:spTgt spid="511065"/>
                                        </p:tgtEl>
                                        <p:attrNameLst>
                                          <p:attrName>style.visibility</p:attrName>
                                        </p:attrNameLst>
                                      </p:cBhvr>
                                      <p:to>
                                        <p:strVal val="visible"/>
                                      </p:to>
                                    </p:set>
                                    <p:animEffect transition="in" filter="box(in)">
                                      <p:cBhvr>
                                        <p:cTn id="7" dur="1000"/>
                                        <p:tgtEl>
                                          <p:spTgt spid="5110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4063" name="Group 15">
            <a:extLst>
              <a:ext uri="{FF2B5EF4-FFF2-40B4-BE49-F238E27FC236}">
                <a16:creationId xmlns:a16="http://schemas.microsoft.com/office/drawing/2014/main" id="{6D6BD38D-4ED6-47A3-B457-F6BA1B0D3D33}"/>
              </a:ext>
            </a:extLst>
          </p:cNvPr>
          <p:cNvGrpSpPr>
            <a:grpSpLocks/>
          </p:cNvGrpSpPr>
          <p:nvPr/>
        </p:nvGrpSpPr>
        <p:grpSpPr bwMode="auto">
          <a:xfrm>
            <a:off x="1308100" y="1135063"/>
            <a:ext cx="6719888" cy="4814887"/>
            <a:chOff x="824" y="715"/>
            <a:chExt cx="4233" cy="3033"/>
          </a:xfrm>
        </p:grpSpPr>
        <p:sp>
          <p:nvSpPr>
            <p:cNvPr id="514055" name="Rectangle 7">
              <a:extLst>
                <a:ext uri="{FF2B5EF4-FFF2-40B4-BE49-F238E27FC236}">
                  <a16:creationId xmlns:a16="http://schemas.microsoft.com/office/drawing/2014/main" id="{214082EE-1548-4350-B723-82497F94571D}"/>
                </a:ext>
              </a:extLst>
            </p:cNvPr>
            <p:cNvSpPr>
              <a:spLocks noChangeArrowheads="1"/>
            </p:cNvSpPr>
            <p:nvPr/>
          </p:nvSpPr>
          <p:spPr bwMode="auto">
            <a:xfrm>
              <a:off x="1985" y="721"/>
              <a:ext cx="3072" cy="3027"/>
            </a:xfrm>
            <a:prstGeom prst="rect">
              <a:avLst/>
            </a:prstGeom>
            <a:solidFill>
              <a:srgbClr val="CCFFCC"/>
            </a:soli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altLang="zh-CN" sz="2000" b="1"/>
                <a:t>SS</a:t>
              </a:r>
              <a:r>
                <a:rPr lang="zh-CN" altLang="en-US" sz="2000" b="1"/>
                <a:t>：计算机科学</a:t>
              </a:r>
            </a:p>
            <a:p>
              <a:pPr>
                <a:spcBef>
                  <a:spcPct val="30000"/>
                </a:spcBef>
              </a:pPr>
              <a:r>
                <a:rPr lang="en-US" altLang="zh-CN" sz="2000" b="1"/>
                <a:t>S1</a:t>
              </a:r>
              <a:r>
                <a:rPr lang="zh-CN" altLang="en-US" sz="2000" b="1"/>
                <a:t>：</a:t>
              </a:r>
              <a:r>
                <a:rPr lang="en-US" altLang="zh-CN" sz="2000" b="1"/>
                <a:t>200401001  </a:t>
              </a:r>
              <a:r>
                <a:rPr lang="zh-CN" altLang="en-US" sz="2000" b="1"/>
                <a:t>张    华   男  </a:t>
              </a:r>
              <a:r>
                <a:rPr lang="en-US" altLang="zh-CN" sz="2000" b="1"/>
                <a:t>14-dec-82</a:t>
              </a:r>
            </a:p>
            <a:p>
              <a:pPr>
                <a:spcBef>
                  <a:spcPct val="30000"/>
                </a:spcBef>
              </a:pPr>
              <a:r>
                <a:rPr lang="en-US" altLang="zh-CN" sz="2000" b="1"/>
                <a:t>        200401002  </a:t>
              </a:r>
              <a:r>
                <a:rPr lang="zh-CN" altLang="en-US" sz="2000" b="1"/>
                <a:t>李建平   男  </a:t>
              </a:r>
              <a:r>
                <a:rPr lang="en-US" altLang="zh-CN" sz="2000" b="1"/>
                <a:t>20-aug-82</a:t>
              </a:r>
            </a:p>
            <a:p>
              <a:pPr>
                <a:spcBef>
                  <a:spcPct val="30000"/>
                </a:spcBef>
              </a:pPr>
              <a:r>
                <a:rPr lang="en-US" altLang="zh-CN" sz="2000" b="1"/>
                <a:t>        200401003  </a:t>
              </a:r>
              <a:r>
                <a:rPr lang="zh-CN" altLang="en-US" sz="2000" b="1"/>
                <a:t>王丽丽   女  </a:t>
              </a:r>
              <a:r>
                <a:rPr lang="en-US" altLang="zh-CN" sz="2000" b="1"/>
                <a:t>02-feb-83</a:t>
              </a:r>
            </a:p>
            <a:p>
              <a:pPr>
                <a:spcBef>
                  <a:spcPct val="50000"/>
                </a:spcBef>
              </a:pPr>
              <a:r>
                <a:rPr lang="en-US" altLang="zh-CN" sz="2000" b="1"/>
                <a:t>SS</a:t>
              </a:r>
              <a:r>
                <a:rPr lang="zh-CN" altLang="en-US" sz="2000" b="1"/>
                <a:t>：指挥自动化</a:t>
              </a:r>
            </a:p>
            <a:p>
              <a:pPr>
                <a:spcBef>
                  <a:spcPct val="30000"/>
                </a:spcBef>
              </a:pPr>
              <a:r>
                <a:rPr lang="en-US" altLang="zh-CN" sz="2000" b="1"/>
                <a:t>S1</a:t>
              </a:r>
              <a:r>
                <a:rPr lang="zh-CN" altLang="en-US" sz="2000" b="1"/>
                <a:t>：</a:t>
              </a:r>
              <a:r>
                <a:rPr lang="en-US" altLang="zh-CN" sz="2000" b="1"/>
                <a:t>200402001  </a:t>
              </a:r>
              <a:r>
                <a:rPr lang="zh-CN" altLang="en-US" sz="2000" b="1"/>
                <a:t>杨秋红   女  </a:t>
              </a:r>
              <a:r>
                <a:rPr lang="en-US" altLang="zh-CN" sz="2000" b="1"/>
                <a:t>09-may-83</a:t>
              </a:r>
            </a:p>
            <a:p>
              <a:pPr>
                <a:spcBef>
                  <a:spcPct val="30000"/>
                </a:spcBef>
              </a:pPr>
              <a:r>
                <a:rPr lang="en-US" altLang="zh-CN" sz="2000" b="1"/>
                <a:t>        200402002   </a:t>
              </a:r>
              <a:r>
                <a:rPr lang="zh-CN" altLang="en-US" sz="2000" b="1"/>
                <a:t>吴志伟   男  </a:t>
              </a:r>
              <a:r>
                <a:rPr lang="en-US" altLang="zh-CN" sz="2000" b="1"/>
                <a:t>30-jun-82</a:t>
              </a:r>
            </a:p>
            <a:p>
              <a:pPr>
                <a:spcBef>
                  <a:spcPct val="30000"/>
                </a:spcBef>
              </a:pPr>
              <a:r>
                <a:rPr lang="en-US" altLang="zh-CN" sz="2000" b="1"/>
                <a:t>        200402003   </a:t>
              </a:r>
              <a:r>
                <a:rPr lang="zh-CN" altLang="en-US" sz="2000" b="1"/>
                <a:t>李   涛   男  </a:t>
              </a:r>
              <a:r>
                <a:rPr lang="en-US" altLang="zh-CN" sz="2000" b="1"/>
                <a:t>25-jun-83</a:t>
              </a:r>
            </a:p>
            <a:p>
              <a:pPr>
                <a:spcBef>
                  <a:spcPct val="60000"/>
                </a:spcBef>
              </a:pPr>
              <a:r>
                <a:rPr lang="en-US" altLang="zh-CN" sz="2000" b="1"/>
                <a:t>SS</a:t>
              </a:r>
              <a:r>
                <a:rPr lang="zh-CN" altLang="en-US" sz="2000" b="1"/>
                <a:t>：网络工程</a:t>
              </a:r>
            </a:p>
            <a:p>
              <a:pPr>
                <a:spcBef>
                  <a:spcPct val="30000"/>
                </a:spcBef>
              </a:pPr>
              <a:r>
                <a:rPr lang="en-US" altLang="zh-CN" sz="2000" b="1"/>
                <a:t>S1</a:t>
              </a:r>
              <a:r>
                <a:rPr lang="zh-CN" altLang="en-US" sz="2000" b="1"/>
                <a:t>：</a:t>
              </a:r>
              <a:r>
                <a:rPr lang="en-US" altLang="zh-CN" sz="2000" b="1"/>
                <a:t>200403001   </a:t>
              </a:r>
              <a:r>
                <a:rPr lang="zh-CN" altLang="en-US" sz="2000" b="1"/>
                <a:t>赵晓艳   女  </a:t>
              </a:r>
              <a:r>
                <a:rPr lang="en-US" altLang="zh-CN" sz="2000" b="1"/>
                <a:t>11-mar-82</a:t>
              </a:r>
            </a:p>
            <a:p>
              <a:pPr>
                <a:spcBef>
                  <a:spcPct val="60000"/>
                </a:spcBef>
              </a:pPr>
              <a:r>
                <a:rPr lang="en-US" altLang="zh-CN" sz="2000" b="1"/>
                <a:t>SS</a:t>
              </a:r>
              <a:r>
                <a:rPr lang="zh-CN" altLang="en-US" sz="2000" b="1"/>
                <a:t>：信息研究</a:t>
              </a:r>
            </a:p>
          </p:txBody>
        </p:sp>
        <p:sp>
          <p:nvSpPr>
            <p:cNvPr id="514056" name="Rectangle 8">
              <a:extLst>
                <a:ext uri="{FF2B5EF4-FFF2-40B4-BE49-F238E27FC236}">
                  <a16:creationId xmlns:a16="http://schemas.microsoft.com/office/drawing/2014/main" id="{2FA0788E-494F-4911-9DEE-AAC08F7C871A}"/>
                </a:ext>
              </a:extLst>
            </p:cNvPr>
            <p:cNvSpPr>
              <a:spLocks noChangeArrowheads="1"/>
            </p:cNvSpPr>
            <p:nvPr/>
          </p:nvSpPr>
          <p:spPr bwMode="auto">
            <a:xfrm>
              <a:off x="830" y="715"/>
              <a:ext cx="1152" cy="240"/>
            </a:xfrm>
            <a:prstGeom prst="rect">
              <a:avLst/>
            </a:prstGeom>
            <a:solidFill>
              <a:srgbClr val="CCFFCC"/>
            </a:soli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pPr>
              <a:r>
                <a:rPr lang="en-US" altLang="zh-CN" sz="2000" b="1"/>
                <a:t>SCODE=S0401</a:t>
              </a:r>
            </a:p>
          </p:txBody>
        </p:sp>
        <p:sp>
          <p:nvSpPr>
            <p:cNvPr id="514057" name="Rectangle 9">
              <a:extLst>
                <a:ext uri="{FF2B5EF4-FFF2-40B4-BE49-F238E27FC236}">
                  <a16:creationId xmlns:a16="http://schemas.microsoft.com/office/drawing/2014/main" id="{96962800-A70B-497E-81C2-0FBBB1229BF3}"/>
                </a:ext>
              </a:extLst>
            </p:cNvPr>
            <p:cNvSpPr>
              <a:spLocks noChangeArrowheads="1"/>
            </p:cNvSpPr>
            <p:nvPr/>
          </p:nvSpPr>
          <p:spPr bwMode="auto">
            <a:xfrm>
              <a:off x="830" y="1864"/>
              <a:ext cx="1152" cy="240"/>
            </a:xfrm>
            <a:prstGeom prst="rect">
              <a:avLst/>
            </a:prstGeom>
            <a:solidFill>
              <a:srgbClr val="CCFFCC"/>
            </a:soli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pPr>
              <a:r>
                <a:rPr lang="en-US" altLang="zh-CN" sz="2000" b="1"/>
                <a:t>SCODE=S0402</a:t>
              </a:r>
            </a:p>
          </p:txBody>
        </p:sp>
        <p:sp>
          <p:nvSpPr>
            <p:cNvPr id="514058" name="Rectangle 10">
              <a:extLst>
                <a:ext uri="{FF2B5EF4-FFF2-40B4-BE49-F238E27FC236}">
                  <a16:creationId xmlns:a16="http://schemas.microsoft.com/office/drawing/2014/main" id="{CBED647B-9091-4003-89CA-A15D8F909FE5}"/>
                </a:ext>
              </a:extLst>
            </p:cNvPr>
            <p:cNvSpPr>
              <a:spLocks noChangeArrowheads="1"/>
            </p:cNvSpPr>
            <p:nvPr/>
          </p:nvSpPr>
          <p:spPr bwMode="auto">
            <a:xfrm>
              <a:off x="824" y="2931"/>
              <a:ext cx="1156" cy="240"/>
            </a:xfrm>
            <a:prstGeom prst="rect">
              <a:avLst/>
            </a:prstGeom>
            <a:solidFill>
              <a:srgbClr val="CCFFCC"/>
            </a:soli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pPr>
              <a:r>
                <a:rPr lang="en-US" altLang="zh-CN" sz="2000" b="1"/>
                <a:t>SCODE=S0403</a:t>
              </a:r>
            </a:p>
          </p:txBody>
        </p:sp>
        <p:sp>
          <p:nvSpPr>
            <p:cNvPr id="514059" name="Rectangle 11">
              <a:extLst>
                <a:ext uri="{FF2B5EF4-FFF2-40B4-BE49-F238E27FC236}">
                  <a16:creationId xmlns:a16="http://schemas.microsoft.com/office/drawing/2014/main" id="{36B45A49-D7BA-49F0-A803-4ADEB3B1D292}"/>
                </a:ext>
              </a:extLst>
            </p:cNvPr>
            <p:cNvSpPr>
              <a:spLocks noChangeArrowheads="1"/>
            </p:cNvSpPr>
            <p:nvPr/>
          </p:nvSpPr>
          <p:spPr bwMode="auto">
            <a:xfrm>
              <a:off x="830" y="3493"/>
              <a:ext cx="1152" cy="240"/>
            </a:xfrm>
            <a:prstGeom prst="rect">
              <a:avLst/>
            </a:prstGeom>
            <a:solidFill>
              <a:srgbClr val="CCFFCC"/>
            </a:soli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pPr>
              <a:r>
                <a:rPr lang="en-US" altLang="zh-CN" sz="2000" b="1"/>
                <a:t>SCODE=S0404</a:t>
              </a:r>
            </a:p>
          </p:txBody>
        </p:sp>
      </p:grpSp>
      <p:sp>
        <p:nvSpPr>
          <p:cNvPr id="514060" name="Text Box 12">
            <a:extLst>
              <a:ext uri="{FF2B5EF4-FFF2-40B4-BE49-F238E27FC236}">
                <a16:creationId xmlns:a16="http://schemas.microsoft.com/office/drawing/2014/main" id="{CBD3F376-F0A1-4920-B701-11360859CDC3}"/>
              </a:ext>
            </a:extLst>
          </p:cNvPr>
          <p:cNvSpPr txBox="1">
            <a:spLocks noChangeArrowheads="1"/>
          </p:cNvSpPr>
          <p:nvPr/>
        </p:nvSpPr>
        <p:spPr bwMode="auto">
          <a:xfrm>
            <a:off x="1857375" y="6092825"/>
            <a:ext cx="6172200" cy="41275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lang="zh-CN" altLang="en-US" sz="2100" b="1">
                <a:solidFill>
                  <a:srgbClr val="003366"/>
                </a:solidFill>
              </a:rPr>
              <a:t>图</a:t>
            </a:r>
            <a:r>
              <a:rPr lang="en-US" altLang="zh-CN" sz="2100" b="1">
                <a:solidFill>
                  <a:srgbClr val="003366"/>
                </a:solidFill>
              </a:rPr>
              <a:t>3.28   </a:t>
            </a:r>
            <a:r>
              <a:rPr lang="zh-CN" altLang="en-US" sz="2100" b="1">
                <a:solidFill>
                  <a:srgbClr val="003366"/>
                </a:solidFill>
              </a:rPr>
              <a:t>关系</a:t>
            </a:r>
            <a:r>
              <a:rPr lang="en-US" altLang="zh-CN" sz="2100" b="1">
                <a:solidFill>
                  <a:srgbClr val="003366"/>
                </a:solidFill>
              </a:rPr>
              <a:t>S1</a:t>
            </a:r>
            <a:r>
              <a:rPr lang="zh-CN" altLang="en-US" sz="2100" b="1">
                <a:solidFill>
                  <a:srgbClr val="003366"/>
                </a:solidFill>
              </a:rPr>
              <a:t>和关系</a:t>
            </a:r>
            <a:r>
              <a:rPr lang="en-US" altLang="zh-CN" sz="2100" b="1">
                <a:solidFill>
                  <a:srgbClr val="003366"/>
                </a:solidFill>
              </a:rPr>
              <a:t>SS</a:t>
            </a:r>
            <a:r>
              <a:rPr lang="zh-CN" altLang="en-US" sz="2100" b="1">
                <a:solidFill>
                  <a:srgbClr val="003366"/>
                </a:solidFill>
              </a:rPr>
              <a:t>的聚簇数据逻辑结构示例</a:t>
            </a:r>
          </a:p>
        </p:txBody>
      </p:sp>
      <p:sp>
        <p:nvSpPr>
          <p:cNvPr id="514065" name="Rectangle 17">
            <a:extLst>
              <a:ext uri="{FF2B5EF4-FFF2-40B4-BE49-F238E27FC236}">
                <a16:creationId xmlns:a16="http://schemas.microsoft.com/office/drawing/2014/main" id="{7D831F86-85FA-4C7E-ADD6-53BC429E8934}"/>
              </a:ext>
            </a:extLst>
          </p:cNvPr>
          <p:cNvSpPr>
            <a:spLocks noChangeArrowheads="1"/>
          </p:cNvSpPr>
          <p:nvPr/>
        </p:nvSpPr>
        <p:spPr bwMode="auto">
          <a:xfrm>
            <a:off x="827088" y="138113"/>
            <a:ext cx="825976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sz="3100"/>
              <a:t>四、数据聚簇</a:t>
            </a:r>
            <a:r>
              <a:rPr lang="en-US" altLang="zh-CN" sz="3100"/>
              <a:t>(</a:t>
            </a:r>
            <a:r>
              <a:rPr lang="zh-CN" altLang="en-US" sz="3100"/>
              <a:t>数据表的存储结构与组织方式</a:t>
            </a:r>
            <a:r>
              <a:rPr lang="en-US" altLang="zh-CN" sz="3100"/>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32" fill="hold" nodeType="afterEffect">
                                  <p:stCondLst>
                                    <p:cond delay="0"/>
                                  </p:stCondLst>
                                  <p:childTnLst>
                                    <p:set>
                                      <p:cBhvr>
                                        <p:cTn id="6" dur="1" fill="hold">
                                          <p:stCondLst>
                                            <p:cond delay="0"/>
                                          </p:stCondLst>
                                        </p:cTn>
                                        <p:tgtEl>
                                          <p:spTgt spid="514063"/>
                                        </p:tgtEl>
                                        <p:attrNameLst>
                                          <p:attrName>style.visibility</p:attrName>
                                        </p:attrNameLst>
                                      </p:cBhvr>
                                      <p:to>
                                        <p:strVal val="visible"/>
                                      </p:to>
                                    </p:set>
                                    <p:animEffect transition="in" filter="diamond(out)">
                                      <p:cBhvr>
                                        <p:cTn id="7" dur="1000"/>
                                        <p:tgtEl>
                                          <p:spTgt spid="514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6" name="Rectangle 4">
            <a:extLst>
              <a:ext uri="{FF2B5EF4-FFF2-40B4-BE49-F238E27FC236}">
                <a16:creationId xmlns:a16="http://schemas.microsoft.com/office/drawing/2014/main" id="{36214E84-4D53-424F-82AE-03340FA0A57E}"/>
              </a:ext>
            </a:extLst>
          </p:cNvPr>
          <p:cNvSpPr>
            <a:spLocks noChangeArrowheads="1"/>
          </p:cNvSpPr>
          <p:nvPr/>
        </p:nvSpPr>
        <p:spPr bwMode="auto">
          <a:xfrm>
            <a:off x="900113" y="188913"/>
            <a:ext cx="80645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五、数据库物理结构评价</a:t>
            </a:r>
            <a:endParaRPr lang="en-US" altLang="zh-CN"/>
          </a:p>
        </p:txBody>
      </p:sp>
      <p:sp>
        <p:nvSpPr>
          <p:cNvPr id="663557" name="Rectangle 5">
            <a:extLst>
              <a:ext uri="{FF2B5EF4-FFF2-40B4-BE49-F238E27FC236}">
                <a16:creationId xmlns:a16="http://schemas.microsoft.com/office/drawing/2014/main" id="{67DC0893-E253-44C5-AE0C-9355F1F72943}"/>
              </a:ext>
            </a:extLst>
          </p:cNvPr>
          <p:cNvSpPr>
            <a:spLocks noChangeArrowheads="1"/>
          </p:cNvSpPr>
          <p:nvPr/>
        </p:nvSpPr>
        <p:spPr bwMode="auto">
          <a:xfrm>
            <a:off x="468313" y="1125538"/>
            <a:ext cx="8207375" cy="280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50000"/>
              </a:lnSpc>
              <a:spcBef>
                <a:spcPct val="0"/>
              </a:spcBef>
            </a:pPr>
            <a:r>
              <a:rPr lang="en-US" altLang="zh-CN" sz="3000">
                <a:solidFill>
                  <a:srgbClr val="660033"/>
                </a:solidFill>
                <a:ea typeface="华文新魏" panose="02010800040101010101" pitchFamily="2" charset="-122"/>
              </a:rPr>
              <a:t>          </a:t>
            </a:r>
            <a:r>
              <a:rPr lang="zh-CN" altLang="en-US" b="0">
                <a:solidFill>
                  <a:srgbClr val="003366"/>
                </a:solidFill>
                <a:ea typeface="黑体" panose="02010609060101010101" pitchFamily="49" charset="-122"/>
              </a:rPr>
              <a:t>评价方法：</a:t>
            </a:r>
            <a:r>
              <a:rPr lang="zh-CN" altLang="en-US"/>
              <a:t>对数据库物理设计过程中设计好的存储结构和存储方式，从时间效率、空间效率、维护代价和各种用户要求等方面进行定量估算和权衡。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663557"/>
                                        </p:tgtEl>
                                        <p:attrNameLst>
                                          <p:attrName>style.visibility</p:attrName>
                                        </p:attrNameLst>
                                      </p:cBhvr>
                                      <p:to>
                                        <p:strVal val="visible"/>
                                      </p:to>
                                    </p:set>
                                    <p:animEffect transition="in" filter="diamond(in)">
                                      <p:cBhvr>
                                        <p:cTn id="7" dur="1000"/>
                                        <p:tgtEl>
                                          <p:spTgt spid="663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55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4" name="Rectangle 4">
            <a:extLst>
              <a:ext uri="{FF2B5EF4-FFF2-40B4-BE49-F238E27FC236}">
                <a16:creationId xmlns:a16="http://schemas.microsoft.com/office/drawing/2014/main" id="{96A4DB38-93C4-4A89-A910-A31AFB208EEB}"/>
              </a:ext>
            </a:extLst>
          </p:cNvPr>
          <p:cNvSpPr>
            <a:spLocks noChangeArrowheads="1"/>
          </p:cNvSpPr>
          <p:nvPr/>
        </p:nvSpPr>
        <p:spPr bwMode="auto">
          <a:xfrm>
            <a:off x="900113" y="188913"/>
            <a:ext cx="80645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五、数据库物理结构评价</a:t>
            </a:r>
            <a:endParaRPr lang="en-US" altLang="zh-CN"/>
          </a:p>
        </p:txBody>
      </p:sp>
      <p:sp>
        <p:nvSpPr>
          <p:cNvPr id="665605" name="Rectangle 5">
            <a:extLst>
              <a:ext uri="{FF2B5EF4-FFF2-40B4-BE49-F238E27FC236}">
                <a16:creationId xmlns:a16="http://schemas.microsoft.com/office/drawing/2014/main" id="{75A4D1DC-7A65-445B-B4E8-B6D73B630EAD}"/>
              </a:ext>
            </a:extLst>
          </p:cNvPr>
          <p:cNvSpPr>
            <a:spLocks noChangeArrowheads="1"/>
          </p:cNvSpPr>
          <p:nvPr/>
        </p:nvSpPr>
        <p:spPr bwMode="auto">
          <a:xfrm>
            <a:off x="468313" y="1125538"/>
            <a:ext cx="8207375" cy="4103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sz="3000">
                <a:solidFill>
                  <a:srgbClr val="660033"/>
                </a:solidFill>
                <a:ea typeface="华文新魏" panose="02010800040101010101" pitchFamily="2" charset="-122"/>
              </a:rPr>
              <a:t>          </a:t>
            </a:r>
            <a:r>
              <a:rPr lang="zh-CN" altLang="en-US" sz="2600" b="0">
                <a:solidFill>
                  <a:srgbClr val="003366"/>
                </a:solidFill>
                <a:effectLst/>
                <a:ea typeface="黑体" panose="02010609060101010101" pitchFamily="49" charset="-122"/>
              </a:rPr>
              <a:t>评价的依据和相关问题：</a:t>
            </a:r>
          </a:p>
          <a:p>
            <a:pPr>
              <a:spcBef>
                <a:spcPct val="0"/>
              </a:spcBef>
            </a:pPr>
            <a:r>
              <a:rPr lang="zh-CN" altLang="en-US" sz="2600"/>
              <a:t>           </a:t>
            </a:r>
            <a:r>
              <a:rPr lang="zh-CN" altLang="en-US" sz="2600">
                <a:solidFill>
                  <a:schemeClr val="hlink"/>
                </a:solidFill>
                <a:latin typeface="黑体" panose="02010609060101010101" pitchFamily="49" charset="-122"/>
                <a:ea typeface="黑体" panose="02010609060101010101" pitchFamily="49" charset="-122"/>
              </a:rPr>
              <a:t>◆ </a:t>
            </a:r>
            <a:r>
              <a:rPr lang="zh-CN" altLang="en-US" sz="2600"/>
              <a:t>对各种方案的存储空间、存取时间和维护代价的定量估算依赖于所选用的</a:t>
            </a:r>
            <a:r>
              <a:rPr lang="en-US" altLang="zh-CN" sz="2600"/>
              <a:t>DBMS</a:t>
            </a:r>
            <a:r>
              <a:rPr lang="zh-CN" altLang="en-US" sz="2600"/>
              <a:t>的性能。</a:t>
            </a:r>
          </a:p>
          <a:p>
            <a:pPr>
              <a:spcBef>
                <a:spcPct val="0"/>
              </a:spcBef>
            </a:pPr>
            <a:r>
              <a:rPr lang="zh-CN" altLang="en-US" sz="2600"/>
              <a:t>           </a:t>
            </a:r>
            <a:r>
              <a:rPr lang="zh-CN" altLang="en-US" sz="2600">
                <a:solidFill>
                  <a:schemeClr val="hlink"/>
                </a:solidFill>
                <a:latin typeface="黑体" panose="02010609060101010101" pitchFamily="49" charset="-122"/>
                <a:ea typeface="黑体" panose="02010609060101010101" pitchFamily="49" charset="-122"/>
              </a:rPr>
              <a:t>◆ </a:t>
            </a:r>
            <a:r>
              <a:rPr lang="zh-CN" altLang="en-US" sz="2600"/>
              <a:t>评价过程中进行的性能比较可能会产生多种方案，设计人员应从中选择较优的方案作为数据库的物理结构组织方案。</a:t>
            </a:r>
          </a:p>
          <a:p>
            <a:pPr>
              <a:spcBef>
                <a:spcPct val="0"/>
              </a:spcBef>
            </a:pPr>
            <a:r>
              <a:rPr lang="zh-CN" altLang="en-US" sz="2600"/>
              <a:t>           </a:t>
            </a:r>
            <a:r>
              <a:rPr lang="zh-CN" altLang="en-US" sz="2600">
                <a:solidFill>
                  <a:schemeClr val="hlink"/>
                </a:solidFill>
                <a:latin typeface="黑体" panose="02010609060101010101" pitchFamily="49" charset="-122"/>
                <a:ea typeface="黑体" panose="02010609060101010101" pitchFamily="49" charset="-122"/>
              </a:rPr>
              <a:t>◆ </a:t>
            </a:r>
            <a:r>
              <a:rPr lang="zh-CN" altLang="en-US" sz="2600"/>
              <a:t>如果该结构不符合用户需求，则需要修改设计。</a:t>
            </a:r>
          </a:p>
          <a:p>
            <a:pPr>
              <a:spcBef>
                <a:spcPct val="0"/>
              </a:spcBef>
            </a:pPr>
            <a:r>
              <a:rPr lang="zh-CN" altLang="en-US" sz="2600"/>
              <a:t>              </a:t>
            </a:r>
            <a:r>
              <a:rPr lang="en-US" altLang="zh-CN" sz="2600">
                <a:solidFill>
                  <a:srgbClr val="B2B2B2"/>
                </a:solidFill>
              </a:rPr>
              <a:t>#</a:t>
            </a:r>
            <a:r>
              <a:rPr lang="en-US" altLang="zh-CN" sz="26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65605">
                                            <p:txEl>
                                              <p:pRg st="0" end="0"/>
                                            </p:txEl>
                                          </p:spTgt>
                                        </p:tgtEl>
                                        <p:attrNameLst>
                                          <p:attrName>style.visibility</p:attrName>
                                        </p:attrNameLst>
                                      </p:cBhvr>
                                      <p:to>
                                        <p:strVal val="visible"/>
                                      </p:to>
                                    </p:set>
                                    <p:animEffect transition="in" filter="wipe(up)">
                                      <p:cBhvr>
                                        <p:cTn id="7" dur="1000"/>
                                        <p:tgtEl>
                                          <p:spTgt spid="665605">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665605">
                                            <p:txEl>
                                              <p:pRg st="1" end="1"/>
                                            </p:txEl>
                                          </p:spTgt>
                                        </p:tgtEl>
                                        <p:attrNameLst>
                                          <p:attrName>style.visibility</p:attrName>
                                        </p:attrNameLst>
                                      </p:cBhvr>
                                      <p:to>
                                        <p:strVal val="visible"/>
                                      </p:to>
                                    </p:set>
                                    <p:animEffect transition="in" filter="wipe(up)">
                                      <p:cBhvr>
                                        <p:cTn id="11" dur="1000"/>
                                        <p:tgtEl>
                                          <p:spTgt spid="665605">
                                            <p:txEl>
                                              <p:pRg st="1" end="1"/>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665605">
                                            <p:txEl>
                                              <p:pRg st="2" end="2"/>
                                            </p:txEl>
                                          </p:spTgt>
                                        </p:tgtEl>
                                        <p:attrNameLst>
                                          <p:attrName>style.visibility</p:attrName>
                                        </p:attrNameLst>
                                      </p:cBhvr>
                                      <p:to>
                                        <p:strVal val="visible"/>
                                      </p:to>
                                    </p:set>
                                    <p:animEffect transition="in" filter="wipe(up)">
                                      <p:cBhvr>
                                        <p:cTn id="15" dur="1000"/>
                                        <p:tgtEl>
                                          <p:spTgt spid="665605">
                                            <p:txEl>
                                              <p:pRg st="2" end="2"/>
                                            </p:txEl>
                                          </p:spTgt>
                                        </p:tgtEl>
                                      </p:cBhvr>
                                    </p:animEffect>
                                  </p:childTnLst>
                                </p:cTn>
                              </p:par>
                            </p:childTnLst>
                          </p:cTn>
                        </p:par>
                        <p:par>
                          <p:cTn id="16" fill="hold" nodeType="afterGroup">
                            <p:stCondLst>
                              <p:cond delay="3000"/>
                            </p:stCondLst>
                            <p:childTnLst>
                              <p:par>
                                <p:cTn id="17" presetID="22" presetClass="entr" presetSubtype="1" fill="hold" nodeType="afterEffect">
                                  <p:stCondLst>
                                    <p:cond delay="0"/>
                                  </p:stCondLst>
                                  <p:childTnLst>
                                    <p:set>
                                      <p:cBhvr>
                                        <p:cTn id="18" dur="1" fill="hold">
                                          <p:stCondLst>
                                            <p:cond delay="0"/>
                                          </p:stCondLst>
                                        </p:cTn>
                                        <p:tgtEl>
                                          <p:spTgt spid="665605">
                                            <p:txEl>
                                              <p:pRg st="3" end="3"/>
                                            </p:txEl>
                                          </p:spTgt>
                                        </p:tgtEl>
                                        <p:attrNameLst>
                                          <p:attrName>style.visibility</p:attrName>
                                        </p:attrNameLst>
                                      </p:cBhvr>
                                      <p:to>
                                        <p:strVal val="visible"/>
                                      </p:to>
                                    </p:set>
                                    <p:animEffect transition="in" filter="wipe(up)">
                                      <p:cBhvr>
                                        <p:cTn id="19" dur="1000"/>
                                        <p:tgtEl>
                                          <p:spTgt spid="665605">
                                            <p:txEl>
                                              <p:pRg st="3" end="3"/>
                                            </p:txEl>
                                          </p:spTgt>
                                        </p:tgtEl>
                                      </p:cBhvr>
                                    </p:animEffect>
                                  </p:childTnLst>
                                </p:cTn>
                              </p:par>
                            </p:childTnLst>
                          </p:cTn>
                        </p:par>
                        <p:par>
                          <p:cTn id="20" fill="hold" nodeType="afterGroup">
                            <p:stCondLst>
                              <p:cond delay="4000"/>
                            </p:stCondLst>
                            <p:childTnLst>
                              <p:par>
                                <p:cTn id="21" presetID="22" presetClass="entr" presetSubtype="1" fill="hold" nodeType="afterEffect">
                                  <p:stCondLst>
                                    <p:cond delay="0"/>
                                  </p:stCondLst>
                                  <p:childTnLst>
                                    <p:set>
                                      <p:cBhvr>
                                        <p:cTn id="22" dur="1" fill="hold">
                                          <p:stCondLst>
                                            <p:cond delay="0"/>
                                          </p:stCondLst>
                                        </p:cTn>
                                        <p:tgtEl>
                                          <p:spTgt spid="665605">
                                            <p:txEl>
                                              <p:pRg st="4" end="4"/>
                                            </p:txEl>
                                          </p:spTgt>
                                        </p:tgtEl>
                                        <p:attrNameLst>
                                          <p:attrName>style.visibility</p:attrName>
                                        </p:attrNameLst>
                                      </p:cBhvr>
                                      <p:to>
                                        <p:strVal val="visible"/>
                                      </p:to>
                                    </p:set>
                                    <p:animEffect transition="in" filter="wipe(up)">
                                      <p:cBhvr>
                                        <p:cTn id="23" dur="1000"/>
                                        <p:tgtEl>
                                          <p:spTgt spid="66560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3" name="Rectangle 3">
            <a:extLst>
              <a:ext uri="{FF2B5EF4-FFF2-40B4-BE49-F238E27FC236}">
                <a16:creationId xmlns:a16="http://schemas.microsoft.com/office/drawing/2014/main" id="{ACA149DD-B111-4BC9-A0AC-9640A2986294}"/>
              </a:ext>
            </a:extLst>
          </p:cNvPr>
          <p:cNvSpPr>
            <a:spLocks noChangeArrowheads="1"/>
          </p:cNvSpPr>
          <p:nvPr>
            <p:ph type="ctrTitle"/>
          </p:nvPr>
        </p:nvSpPr>
        <p:spPr>
          <a:xfrm>
            <a:off x="827088" y="1246188"/>
            <a:ext cx="8137525" cy="1462087"/>
          </a:xfrm>
          <a:noFill/>
          <a:ln/>
        </p:spPr>
        <p:txBody>
          <a:bodyPr/>
          <a:lstStyle/>
          <a:p>
            <a:r>
              <a:rPr lang="en-US" altLang="zh-CN" sz="4600"/>
              <a:t>3.6</a:t>
            </a:r>
            <a:r>
              <a:rPr lang="zh-CN" altLang="en-US" sz="4600"/>
              <a:t>  数据库实现技术简介</a:t>
            </a:r>
          </a:p>
        </p:txBody>
      </p:sp>
      <p:sp>
        <p:nvSpPr>
          <p:cNvPr id="486404" name="Rectangle 4">
            <a:extLst>
              <a:ext uri="{FF2B5EF4-FFF2-40B4-BE49-F238E27FC236}">
                <a16:creationId xmlns:a16="http://schemas.microsoft.com/office/drawing/2014/main" id="{7984AD1A-586B-4F6D-AD8F-28089CAC77E7}"/>
              </a:ext>
            </a:extLst>
          </p:cNvPr>
          <p:cNvSpPr>
            <a:spLocks noChangeArrowheads="1"/>
          </p:cNvSpPr>
          <p:nvPr/>
        </p:nvSpPr>
        <p:spPr bwMode="auto">
          <a:xfrm>
            <a:off x="71438" y="95250"/>
            <a:ext cx="4932362" cy="544513"/>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r>
              <a:rPr lang="zh-CN" altLang="en-US" sz="2600" b="1">
                <a:solidFill>
                  <a:srgbClr val="993300"/>
                </a:solidFill>
                <a:effectLst>
                  <a:outerShdw blurRad="38100" dist="38100" dir="2700000" algn="tl">
                    <a:srgbClr val="000000"/>
                  </a:outerShdw>
                </a:effectLst>
                <a:ea typeface="隶书" panose="02010509060101010101" pitchFamily="49" charset="-122"/>
              </a:rPr>
              <a:t>第</a:t>
            </a:r>
            <a:r>
              <a:rPr lang="en-US" altLang="zh-CN" sz="2600" b="1">
                <a:solidFill>
                  <a:srgbClr val="993300"/>
                </a:solidFill>
                <a:effectLst>
                  <a:outerShdw blurRad="38100" dist="38100" dir="2700000" algn="tl">
                    <a:srgbClr val="000000"/>
                  </a:outerShdw>
                </a:effectLst>
                <a:ea typeface="隶书" panose="02010509060101010101" pitchFamily="49" charset="-122"/>
              </a:rPr>
              <a:t>3</a:t>
            </a:r>
            <a:r>
              <a:rPr lang="zh-CN" altLang="en-US" sz="2600" b="1">
                <a:solidFill>
                  <a:srgbClr val="993300"/>
                </a:solidFill>
                <a:effectLst>
                  <a:outerShdw blurRad="38100" dist="38100" dir="2700000" algn="tl">
                    <a:srgbClr val="000000"/>
                  </a:outerShdw>
                </a:effectLst>
                <a:ea typeface="隶书" panose="02010509060101010101" pitchFamily="49" charset="-122"/>
              </a:rPr>
              <a:t>章  数据库应用系统设计方法</a:t>
            </a: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9" name="Text Box 5">
            <a:extLst>
              <a:ext uri="{FF2B5EF4-FFF2-40B4-BE49-F238E27FC236}">
                <a16:creationId xmlns:a16="http://schemas.microsoft.com/office/drawing/2014/main" id="{49505188-DBDC-4BA0-ACE0-493D90FA2339}"/>
              </a:ext>
            </a:extLst>
          </p:cNvPr>
          <p:cNvSpPr txBox="1">
            <a:spLocks noChangeArrowheads="1"/>
          </p:cNvSpPr>
          <p:nvPr/>
        </p:nvSpPr>
        <p:spPr bwMode="auto">
          <a:xfrm>
            <a:off x="107950" y="188913"/>
            <a:ext cx="8424863" cy="119221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endParaRPr lang="zh-CN" altLang="en-US"/>
          </a:p>
          <a:p>
            <a:pPr>
              <a:spcBef>
                <a:spcPct val="50000"/>
              </a:spcBef>
            </a:pPr>
            <a:endParaRPr lang="zh-CN" altLang="en-US"/>
          </a:p>
          <a:p>
            <a:pPr>
              <a:spcBef>
                <a:spcPct val="50000"/>
              </a:spcBef>
            </a:pPr>
            <a:endParaRPr lang="zh-CN" altLang="en-US"/>
          </a:p>
        </p:txBody>
      </p:sp>
      <p:sp>
        <p:nvSpPr>
          <p:cNvPr id="666628" name="Rectangle 4">
            <a:extLst>
              <a:ext uri="{FF2B5EF4-FFF2-40B4-BE49-F238E27FC236}">
                <a16:creationId xmlns:a16="http://schemas.microsoft.com/office/drawing/2014/main" id="{B7C1D278-E651-4AF8-9ECF-A00EBB464934}"/>
              </a:ext>
            </a:extLst>
          </p:cNvPr>
          <p:cNvSpPr>
            <a:spLocks noChangeArrowheads="1"/>
          </p:cNvSpPr>
          <p:nvPr/>
        </p:nvSpPr>
        <p:spPr bwMode="auto">
          <a:xfrm>
            <a:off x="496888" y="1268413"/>
            <a:ext cx="8208962" cy="4105275"/>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b="0">
                <a:effectLst/>
                <a:ea typeface="黑体" panose="02010609060101010101" pitchFamily="49" charset="-122"/>
              </a:rPr>
              <a:t>          </a:t>
            </a:r>
          </a:p>
          <a:p>
            <a:pPr>
              <a:lnSpc>
                <a:spcPct val="170000"/>
              </a:lnSpc>
              <a:spcBef>
                <a:spcPct val="50000"/>
              </a:spcBef>
            </a:pPr>
            <a:r>
              <a:rPr lang="zh-CN" altLang="en-US" b="0">
                <a:effectLst/>
                <a:ea typeface="黑体" panose="02010609060101010101" pitchFamily="49" charset="-122"/>
              </a:rPr>
              <a:t>          </a:t>
            </a:r>
            <a:r>
              <a:rPr lang="zh-CN" altLang="en-US" sz="3200">
                <a:solidFill>
                  <a:srgbClr val="660033"/>
                </a:solidFill>
                <a:effectLst/>
                <a:ea typeface="华文新魏" panose="02010800040101010101" pitchFamily="2" charset="-122"/>
              </a:rPr>
              <a:t>数据库实现</a:t>
            </a:r>
            <a:r>
              <a:rPr lang="zh-CN" altLang="en-US" b="0">
                <a:effectLst/>
                <a:ea typeface="黑体" panose="02010609060101010101" pitchFamily="49" charset="-122"/>
              </a:rPr>
              <a:t>主要包括：数据库物理存储结构创建、数据库的子模式设计、数据库应用行为设计与实现、装入实际数据进行系统试运行等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666628"/>
                                        </p:tgtEl>
                                        <p:attrNameLst>
                                          <p:attrName>style.visibility</p:attrName>
                                        </p:attrNameLst>
                                      </p:cBhvr>
                                      <p:to>
                                        <p:strVal val="visible"/>
                                      </p:to>
                                    </p:set>
                                    <p:animEffect transition="in" filter="box(in)">
                                      <p:cBhvr>
                                        <p:cTn id="7" dur="1000"/>
                                        <p:tgtEl>
                                          <p:spTgt spid="666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2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8" name="Rectangle 4">
            <a:extLst>
              <a:ext uri="{FF2B5EF4-FFF2-40B4-BE49-F238E27FC236}">
                <a16:creationId xmlns:a16="http://schemas.microsoft.com/office/drawing/2014/main" id="{216637D6-0925-454B-B65F-E2BBBDA57AC2}"/>
              </a:ext>
            </a:extLst>
          </p:cNvPr>
          <p:cNvSpPr>
            <a:spLocks noChangeArrowheads="1"/>
          </p:cNvSpPr>
          <p:nvPr/>
        </p:nvSpPr>
        <p:spPr bwMode="auto">
          <a:xfrm>
            <a:off x="468313" y="1185863"/>
            <a:ext cx="8207375" cy="425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55000"/>
              </a:lnSpc>
              <a:spcBef>
                <a:spcPct val="10000"/>
              </a:spcBef>
            </a:pPr>
            <a:r>
              <a:rPr lang="zh-CN" altLang="en-US" b="0"/>
              <a:t>          </a:t>
            </a:r>
            <a:r>
              <a:rPr lang="zh-CN" altLang="en-US">
                <a:latin typeface="楷体_GB2312" pitchFamily="49" charset="-122"/>
              </a:rPr>
              <a:t>需要确定数据库的名称、所有者、大小以及存储该数据库的文件或文件组。</a:t>
            </a:r>
          </a:p>
          <a:p>
            <a:pPr>
              <a:lnSpc>
                <a:spcPct val="155000"/>
              </a:lnSpc>
              <a:spcBef>
                <a:spcPct val="10000"/>
              </a:spcBef>
            </a:pPr>
            <a:r>
              <a:rPr lang="zh-CN" altLang="en-US">
                <a:latin typeface="楷体_GB2312" pitchFamily="49" charset="-122"/>
              </a:rPr>
              <a:t>      </a:t>
            </a:r>
            <a:r>
              <a:rPr lang="zh-CN" altLang="en-US">
                <a:solidFill>
                  <a:srgbClr val="003366"/>
                </a:solidFill>
                <a:latin typeface="楷体_GB2312" pitchFamily="49" charset="-122"/>
              </a:rPr>
              <a:t>对数据库存储结构的有关存储参数进行设置。</a:t>
            </a:r>
          </a:p>
        </p:txBody>
      </p:sp>
      <p:sp>
        <p:nvSpPr>
          <p:cNvPr id="569350" name="Rectangle 6">
            <a:extLst>
              <a:ext uri="{FF2B5EF4-FFF2-40B4-BE49-F238E27FC236}">
                <a16:creationId xmlns:a16="http://schemas.microsoft.com/office/drawing/2014/main" id="{3679AF51-6705-45DF-B4C1-4EA0D33BCBA3}"/>
              </a:ext>
            </a:extLst>
          </p:cNvPr>
          <p:cNvSpPr>
            <a:spLocks noChangeArrowheads="1"/>
          </p:cNvSpPr>
          <p:nvPr/>
        </p:nvSpPr>
        <p:spPr bwMode="auto">
          <a:xfrm>
            <a:off x="900113" y="188913"/>
            <a:ext cx="770413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  一、 数据库物理结构创建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69348">
                                            <p:txEl>
                                              <p:pRg st="0" end="0"/>
                                            </p:txEl>
                                          </p:spTgt>
                                        </p:tgtEl>
                                        <p:attrNameLst>
                                          <p:attrName>style.visibility</p:attrName>
                                        </p:attrNameLst>
                                      </p:cBhvr>
                                      <p:to>
                                        <p:strVal val="visible"/>
                                      </p:to>
                                    </p:set>
                                    <p:animEffect transition="in" filter="wipe(up)">
                                      <p:cBhvr>
                                        <p:cTn id="7" dur="500"/>
                                        <p:tgtEl>
                                          <p:spTgt spid="569348">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569348">
                                            <p:txEl>
                                              <p:pRg st="1" end="1"/>
                                            </p:txEl>
                                          </p:spTgt>
                                        </p:tgtEl>
                                        <p:attrNameLst>
                                          <p:attrName>style.visibility</p:attrName>
                                        </p:attrNameLst>
                                      </p:cBhvr>
                                      <p:to>
                                        <p:strVal val="visible"/>
                                      </p:to>
                                    </p:set>
                                    <p:animEffect transition="in" filter="wipe(up)">
                                      <p:cBhvr>
                                        <p:cTn id="11" dur="500"/>
                                        <p:tgtEl>
                                          <p:spTgt spid="56934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40" name="Rectangle 4">
            <a:extLst>
              <a:ext uri="{FF2B5EF4-FFF2-40B4-BE49-F238E27FC236}">
                <a16:creationId xmlns:a16="http://schemas.microsoft.com/office/drawing/2014/main" id="{85137FDF-1F94-490F-BD53-51867D94BC6A}"/>
              </a:ext>
            </a:extLst>
          </p:cNvPr>
          <p:cNvSpPr>
            <a:spLocks noChangeArrowheads="1"/>
          </p:cNvSpPr>
          <p:nvPr/>
        </p:nvSpPr>
        <p:spPr bwMode="auto">
          <a:xfrm>
            <a:off x="468313" y="1185863"/>
            <a:ext cx="8207375" cy="425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60000"/>
              </a:lnSpc>
            </a:pPr>
            <a:r>
              <a:rPr lang="zh-CN" altLang="en-US" b="0"/>
              <a:t>          </a:t>
            </a:r>
            <a:r>
              <a:rPr lang="zh-CN" altLang="en-US"/>
              <a:t>设计不同用户看到的数据库局部逻辑结构，也即用户子模式（用户视图）。</a:t>
            </a:r>
          </a:p>
        </p:txBody>
      </p:sp>
      <p:sp>
        <p:nvSpPr>
          <p:cNvPr id="679942" name="Rectangle 6">
            <a:extLst>
              <a:ext uri="{FF2B5EF4-FFF2-40B4-BE49-F238E27FC236}">
                <a16:creationId xmlns:a16="http://schemas.microsoft.com/office/drawing/2014/main" id="{41D3C6E3-241A-4D47-841C-30C74CC12B49}"/>
              </a:ext>
            </a:extLst>
          </p:cNvPr>
          <p:cNvSpPr>
            <a:spLocks noChangeArrowheads="1"/>
          </p:cNvSpPr>
          <p:nvPr/>
        </p:nvSpPr>
        <p:spPr bwMode="auto">
          <a:xfrm>
            <a:off x="900113" y="188913"/>
            <a:ext cx="770413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  二、 数据库子模式设计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79940">
                                            <p:txEl>
                                              <p:pRg st="0" end="0"/>
                                            </p:txEl>
                                          </p:spTgt>
                                        </p:tgtEl>
                                        <p:attrNameLst>
                                          <p:attrName>style.visibility</p:attrName>
                                        </p:attrNameLst>
                                      </p:cBhvr>
                                      <p:to>
                                        <p:strVal val="visible"/>
                                      </p:to>
                                    </p:set>
                                    <p:animEffect transition="in" filter="wipe(up)">
                                      <p:cBhvr>
                                        <p:cTn id="7" dur="500"/>
                                        <p:tgtEl>
                                          <p:spTgt spid="6799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2" name="Rectangle 4">
            <a:extLst>
              <a:ext uri="{FF2B5EF4-FFF2-40B4-BE49-F238E27FC236}">
                <a16:creationId xmlns:a16="http://schemas.microsoft.com/office/drawing/2014/main" id="{F2D5C44B-F533-45E8-95F1-2A26421118D6}"/>
              </a:ext>
            </a:extLst>
          </p:cNvPr>
          <p:cNvSpPr>
            <a:spLocks noChangeArrowheads="1"/>
          </p:cNvSpPr>
          <p:nvPr/>
        </p:nvSpPr>
        <p:spPr bwMode="auto">
          <a:xfrm>
            <a:off x="468313" y="1185863"/>
            <a:ext cx="8207375" cy="425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60000"/>
              </a:lnSpc>
            </a:pPr>
            <a:r>
              <a:rPr lang="zh-CN" altLang="en-US" b="0"/>
              <a:t>          </a:t>
            </a:r>
            <a:r>
              <a:rPr lang="zh-CN" altLang="en-US">
                <a:latin typeface="楷体_GB2312" pitchFamily="49" charset="-122"/>
              </a:rPr>
              <a:t>在给数据库录入和加载实验验证数据的基础上，利用所选支持</a:t>
            </a:r>
            <a:r>
              <a:rPr lang="en-US" altLang="zh-CN">
                <a:latin typeface="楷体_GB2312" pitchFamily="49" charset="-122"/>
              </a:rPr>
              <a:t>RDBMS</a:t>
            </a:r>
            <a:r>
              <a:rPr lang="zh-CN" altLang="en-US">
                <a:latin typeface="楷体_GB2312" pitchFamily="49" charset="-122"/>
              </a:rPr>
              <a:t>的主语言，编程设计实现该用户组织中各种用户对数据库进行管理和操作的功能模块和行为特性，也即进行应用程序的设计、调试和实现。</a:t>
            </a:r>
            <a:r>
              <a:rPr lang="zh-CN" altLang="en-US" b="0"/>
              <a:t>        </a:t>
            </a:r>
            <a:endParaRPr lang="zh-CN" altLang="en-US" sz="2500">
              <a:solidFill>
                <a:srgbClr val="003366"/>
              </a:solidFill>
            </a:endParaRPr>
          </a:p>
        </p:txBody>
      </p:sp>
      <p:sp>
        <p:nvSpPr>
          <p:cNvPr id="667655" name="Rectangle 7">
            <a:extLst>
              <a:ext uri="{FF2B5EF4-FFF2-40B4-BE49-F238E27FC236}">
                <a16:creationId xmlns:a16="http://schemas.microsoft.com/office/drawing/2014/main" id="{2ECE21F4-030C-4C4A-B96E-4CB0A4EE136C}"/>
              </a:ext>
            </a:extLst>
          </p:cNvPr>
          <p:cNvSpPr>
            <a:spLocks noChangeArrowheads="1"/>
          </p:cNvSpPr>
          <p:nvPr/>
        </p:nvSpPr>
        <p:spPr bwMode="auto">
          <a:xfrm>
            <a:off x="900113" y="188913"/>
            <a:ext cx="770413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  三、 数据库应用行为设计与实现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67652">
                                            <p:txEl>
                                              <p:pRg st="0" end="0"/>
                                            </p:txEl>
                                          </p:spTgt>
                                        </p:tgtEl>
                                        <p:attrNameLst>
                                          <p:attrName>style.visibility</p:attrName>
                                        </p:attrNameLst>
                                      </p:cBhvr>
                                      <p:to>
                                        <p:strVal val="visible"/>
                                      </p:to>
                                    </p:set>
                                    <p:animEffect transition="in" filter="wipe(up)">
                                      <p:cBhvr>
                                        <p:cTn id="7" dur="2000"/>
                                        <p:tgtEl>
                                          <p:spTgt spid="66765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700" name="Rectangle 4">
            <a:extLst>
              <a:ext uri="{FF2B5EF4-FFF2-40B4-BE49-F238E27FC236}">
                <a16:creationId xmlns:a16="http://schemas.microsoft.com/office/drawing/2014/main" id="{A4431BEA-C1ED-4B13-A552-70A6B43A7F49}"/>
              </a:ext>
            </a:extLst>
          </p:cNvPr>
          <p:cNvSpPr>
            <a:spLocks noChangeArrowheads="1"/>
          </p:cNvSpPr>
          <p:nvPr/>
        </p:nvSpPr>
        <p:spPr bwMode="auto">
          <a:xfrm>
            <a:off x="468313" y="1185863"/>
            <a:ext cx="8207375" cy="483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30000"/>
              </a:lnSpc>
            </a:pPr>
            <a:r>
              <a:rPr lang="zh-CN" altLang="en-US">
                <a:solidFill>
                  <a:srgbClr val="006666"/>
                </a:solidFill>
                <a:ea typeface="华文新魏" panose="02010800040101010101" pitchFamily="2" charset="-122"/>
              </a:rPr>
              <a:t>具体工作涉及到：</a:t>
            </a:r>
          </a:p>
          <a:p>
            <a:pPr>
              <a:lnSpc>
                <a:spcPct val="130000"/>
              </a:lnSpc>
              <a:buFont typeface="Wingdings" panose="05000000000000000000" pitchFamily="2" charset="2"/>
              <a:buChar char="n"/>
            </a:pPr>
            <a:r>
              <a:rPr lang="zh-CN" altLang="en-US"/>
              <a:t>实验数据的录入与加载；</a:t>
            </a:r>
          </a:p>
          <a:p>
            <a:pPr>
              <a:lnSpc>
                <a:spcPct val="130000"/>
              </a:lnSpc>
              <a:buFont typeface="Wingdings" panose="05000000000000000000" pitchFamily="2" charset="2"/>
              <a:buChar char="n"/>
            </a:pPr>
            <a:r>
              <a:rPr lang="zh-CN" altLang="en-US"/>
              <a:t>利用</a:t>
            </a:r>
            <a:r>
              <a:rPr lang="en-US" altLang="zh-CN"/>
              <a:t>RDBMS</a:t>
            </a:r>
            <a:r>
              <a:rPr lang="zh-CN" altLang="en-US"/>
              <a:t>提供的主语言进行应用程序的设计与调试；</a:t>
            </a:r>
          </a:p>
          <a:p>
            <a:pPr>
              <a:lnSpc>
                <a:spcPct val="130000"/>
              </a:lnSpc>
              <a:buFont typeface="Wingdings" panose="05000000000000000000" pitchFamily="2" charset="2"/>
              <a:buChar char="n"/>
            </a:pPr>
            <a:r>
              <a:rPr lang="zh-CN" altLang="en-US"/>
              <a:t>部分实际数据的录入加载和系统的试运行；</a:t>
            </a:r>
          </a:p>
          <a:p>
            <a:pPr>
              <a:lnSpc>
                <a:spcPct val="130000"/>
              </a:lnSpc>
              <a:buFont typeface="Wingdings" panose="05000000000000000000" pitchFamily="2" charset="2"/>
              <a:buChar char="n"/>
            </a:pPr>
            <a:r>
              <a:rPr lang="zh-CN" altLang="en-US"/>
              <a:t>对数据库性能进行必要测试、评价和改进。</a:t>
            </a:r>
          </a:p>
          <a:p>
            <a:pPr>
              <a:lnSpc>
                <a:spcPct val="130000"/>
              </a:lnSpc>
            </a:pPr>
            <a:r>
              <a:rPr lang="zh-CN" altLang="en-US"/>
              <a:t>   </a:t>
            </a:r>
            <a:r>
              <a:rPr lang="zh-CN" altLang="en-US" b="0">
                <a:solidFill>
                  <a:srgbClr val="660066"/>
                </a:solidFill>
                <a:effectLst/>
                <a:ea typeface="黑体" panose="02010609060101010101" pitchFamily="49" charset="-122"/>
              </a:rPr>
              <a:t>核心是：</a:t>
            </a:r>
            <a:r>
              <a:rPr lang="zh-CN" altLang="en-US"/>
              <a:t>应用程序的设计、编写和调试。</a:t>
            </a:r>
          </a:p>
        </p:txBody>
      </p:sp>
      <p:sp>
        <p:nvSpPr>
          <p:cNvPr id="669702" name="Rectangle 6">
            <a:extLst>
              <a:ext uri="{FF2B5EF4-FFF2-40B4-BE49-F238E27FC236}">
                <a16:creationId xmlns:a16="http://schemas.microsoft.com/office/drawing/2014/main" id="{89323255-1B46-42BC-A55B-1A340C349CDC}"/>
              </a:ext>
            </a:extLst>
          </p:cNvPr>
          <p:cNvSpPr>
            <a:spLocks noChangeArrowheads="1"/>
          </p:cNvSpPr>
          <p:nvPr/>
        </p:nvSpPr>
        <p:spPr bwMode="auto">
          <a:xfrm>
            <a:off x="900113" y="188913"/>
            <a:ext cx="770413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  三、 数据库应用行为设计与实现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69700">
                                            <p:txEl>
                                              <p:pRg st="0" end="0"/>
                                            </p:txEl>
                                          </p:spTgt>
                                        </p:tgtEl>
                                        <p:attrNameLst>
                                          <p:attrName>style.visibility</p:attrName>
                                        </p:attrNameLst>
                                      </p:cBhvr>
                                      <p:to>
                                        <p:strVal val="visible"/>
                                      </p:to>
                                    </p:set>
                                    <p:animEffect transition="in" filter="wipe(up)">
                                      <p:cBhvr>
                                        <p:cTn id="7" dur="1000"/>
                                        <p:tgtEl>
                                          <p:spTgt spid="669700">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669700">
                                            <p:txEl>
                                              <p:pRg st="1" end="1"/>
                                            </p:txEl>
                                          </p:spTgt>
                                        </p:tgtEl>
                                        <p:attrNameLst>
                                          <p:attrName>style.visibility</p:attrName>
                                        </p:attrNameLst>
                                      </p:cBhvr>
                                      <p:to>
                                        <p:strVal val="visible"/>
                                      </p:to>
                                    </p:set>
                                    <p:animEffect transition="in" filter="wipe(up)">
                                      <p:cBhvr>
                                        <p:cTn id="11" dur="1000"/>
                                        <p:tgtEl>
                                          <p:spTgt spid="669700">
                                            <p:txEl>
                                              <p:pRg st="1" end="1"/>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669700">
                                            <p:txEl>
                                              <p:pRg st="2" end="2"/>
                                            </p:txEl>
                                          </p:spTgt>
                                        </p:tgtEl>
                                        <p:attrNameLst>
                                          <p:attrName>style.visibility</p:attrName>
                                        </p:attrNameLst>
                                      </p:cBhvr>
                                      <p:to>
                                        <p:strVal val="visible"/>
                                      </p:to>
                                    </p:set>
                                    <p:animEffect transition="in" filter="wipe(up)">
                                      <p:cBhvr>
                                        <p:cTn id="15" dur="1000"/>
                                        <p:tgtEl>
                                          <p:spTgt spid="669700">
                                            <p:txEl>
                                              <p:pRg st="2" end="2"/>
                                            </p:txEl>
                                          </p:spTgt>
                                        </p:tgtEl>
                                      </p:cBhvr>
                                    </p:animEffect>
                                  </p:childTnLst>
                                </p:cTn>
                              </p:par>
                            </p:childTnLst>
                          </p:cTn>
                        </p:par>
                        <p:par>
                          <p:cTn id="16" fill="hold" nodeType="afterGroup">
                            <p:stCondLst>
                              <p:cond delay="3000"/>
                            </p:stCondLst>
                            <p:childTnLst>
                              <p:par>
                                <p:cTn id="17" presetID="22" presetClass="entr" presetSubtype="1" fill="hold" nodeType="afterEffect">
                                  <p:stCondLst>
                                    <p:cond delay="0"/>
                                  </p:stCondLst>
                                  <p:childTnLst>
                                    <p:set>
                                      <p:cBhvr>
                                        <p:cTn id="18" dur="1" fill="hold">
                                          <p:stCondLst>
                                            <p:cond delay="0"/>
                                          </p:stCondLst>
                                        </p:cTn>
                                        <p:tgtEl>
                                          <p:spTgt spid="669700">
                                            <p:txEl>
                                              <p:pRg st="3" end="3"/>
                                            </p:txEl>
                                          </p:spTgt>
                                        </p:tgtEl>
                                        <p:attrNameLst>
                                          <p:attrName>style.visibility</p:attrName>
                                        </p:attrNameLst>
                                      </p:cBhvr>
                                      <p:to>
                                        <p:strVal val="visible"/>
                                      </p:to>
                                    </p:set>
                                    <p:animEffect transition="in" filter="wipe(up)">
                                      <p:cBhvr>
                                        <p:cTn id="19" dur="1000"/>
                                        <p:tgtEl>
                                          <p:spTgt spid="669700">
                                            <p:txEl>
                                              <p:pRg st="3" end="3"/>
                                            </p:txEl>
                                          </p:spTgt>
                                        </p:tgtEl>
                                      </p:cBhvr>
                                    </p:animEffect>
                                  </p:childTnLst>
                                </p:cTn>
                              </p:par>
                            </p:childTnLst>
                          </p:cTn>
                        </p:par>
                        <p:par>
                          <p:cTn id="20" fill="hold" nodeType="afterGroup">
                            <p:stCondLst>
                              <p:cond delay="4000"/>
                            </p:stCondLst>
                            <p:childTnLst>
                              <p:par>
                                <p:cTn id="21" presetID="22" presetClass="entr" presetSubtype="1" fill="hold" nodeType="afterEffect">
                                  <p:stCondLst>
                                    <p:cond delay="0"/>
                                  </p:stCondLst>
                                  <p:childTnLst>
                                    <p:set>
                                      <p:cBhvr>
                                        <p:cTn id="22" dur="1" fill="hold">
                                          <p:stCondLst>
                                            <p:cond delay="0"/>
                                          </p:stCondLst>
                                        </p:cTn>
                                        <p:tgtEl>
                                          <p:spTgt spid="669700">
                                            <p:txEl>
                                              <p:pRg st="4" end="4"/>
                                            </p:txEl>
                                          </p:spTgt>
                                        </p:tgtEl>
                                        <p:attrNameLst>
                                          <p:attrName>style.visibility</p:attrName>
                                        </p:attrNameLst>
                                      </p:cBhvr>
                                      <p:to>
                                        <p:strVal val="visible"/>
                                      </p:to>
                                    </p:set>
                                    <p:animEffect transition="in" filter="wipe(up)">
                                      <p:cBhvr>
                                        <p:cTn id="23" dur="1000"/>
                                        <p:tgtEl>
                                          <p:spTgt spid="669700">
                                            <p:txEl>
                                              <p:pRg st="4" end="4"/>
                                            </p:txEl>
                                          </p:spTgt>
                                        </p:tgtEl>
                                      </p:cBhvr>
                                    </p:animEffect>
                                  </p:childTnLst>
                                </p:cTn>
                              </p:par>
                            </p:childTnLst>
                          </p:cTn>
                        </p:par>
                        <p:par>
                          <p:cTn id="24" fill="hold" nodeType="afterGroup">
                            <p:stCondLst>
                              <p:cond delay="5000"/>
                            </p:stCondLst>
                            <p:childTnLst>
                              <p:par>
                                <p:cTn id="25" presetID="22" presetClass="entr" presetSubtype="1" fill="hold" nodeType="afterEffect">
                                  <p:stCondLst>
                                    <p:cond delay="0"/>
                                  </p:stCondLst>
                                  <p:childTnLst>
                                    <p:set>
                                      <p:cBhvr>
                                        <p:cTn id="26" dur="1" fill="hold">
                                          <p:stCondLst>
                                            <p:cond delay="0"/>
                                          </p:stCondLst>
                                        </p:cTn>
                                        <p:tgtEl>
                                          <p:spTgt spid="669700">
                                            <p:txEl>
                                              <p:pRg st="5" end="5"/>
                                            </p:txEl>
                                          </p:spTgt>
                                        </p:tgtEl>
                                        <p:attrNameLst>
                                          <p:attrName>style.visibility</p:attrName>
                                        </p:attrNameLst>
                                      </p:cBhvr>
                                      <p:to>
                                        <p:strVal val="visible"/>
                                      </p:to>
                                    </p:set>
                                    <p:animEffect transition="in" filter="wipe(up)">
                                      <p:cBhvr>
                                        <p:cTn id="27" dur="1000"/>
                                        <p:tgtEl>
                                          <p:spTgt spid="66970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6" name="Rectangle 4">
            <a:extLst>
              <a:ext uri="{FF2B5EF4-FFF2-40B4-BE49-F238E27FC236}">
                <a16:creationId xmlns:a16="http://schemas.microsoft.com/office/drawing/2014/main" id="{B003A42D-06FF-47B7-A346-3282D6681E5D}"/>
              </a:ext>
            </a:extLst>
          </p:cNvPr>
          <p:cNvSpPr>
            <a:spLocks noChangeArrowheads="1"/>
          </p:cNvSpPr>
          <p:nvPr/>
        </p:nvSpPr>
        <p:spPr bwMode="auto">
          <a:xfrm>
            <a:off x="468313" y="1185863"/>
            <a:ext cx="8207375" cy="425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60000"/>
              </a:lnSpc>
            </a:pPr>
            <a:r>
              <a:rPr lang="en-US" altLang="zh-CN"/>
              <a:t>           </a:t>
            </a:r>
            <a:r>
              <a:rPr lang="zh-CN" altLang="en-US"/>
              <a:t>试运行过程中会进一步发现一些设计或编程上的问题，需要进一步对程序进行修改和调试。 </a:t>
            </a:r>
          </a:p>
          <a:p>
            <a:pPr>
              <a:lnSpc>
                <a:spcPct val="160000"/>
              </a:lnSpc>
            </a:pPr>
            <a:r>
              <a:rPr lang="zh-CN" altLang="en-US"/>
              <a:t>                                                                      </a:t>
            </a:r>
            <a:r>
              <a:rPr lang="en-US" altLang="zh-CN">
                <a:solidFill>
                  <a:srgbClr val="808080"/>
                </a:solidFill>
              </a:rPr>
              <a:t>#</a:t>
            </a:r>
            <a:endParaRPr lang="zh-CN" altLang="en-US" sz="2500">
              <a:solidFill>
                <a:srgbClr val="003366"/>
              </a:solidFill>
            </a:endParaRPr>
          </a:p>
        </p:txBody>
      </p:sp>
      <p:sp>
        <p:nvSpPr>
          <p:cNvPr id="668678" name="Rectangle 6">
            <a:extLst>
              <a:ext uri="{FF2B5EF4-FFF2-40B4-BE49-F238E27FC236}">
                <a16:creationId xmlns:a16="http://schemas.microsoft.com/office/drawing/2014/main" id="{089DBEF4-6533-4C47-A35C-EDEDDD552F7C}"/>
              </a:ext>
            </a:extLst>
          </p:cNvPr>
          <p:cNvSpPr>
            <a:spLocks noChangeArrowheads="1"/>
          </p:cNvSpPr>
          <p:nvPr/>
        </p:nvSpPr>
        <p:spPr bwMode="auto">
          <a:xfrm>
            <a:off x="900113" y="188913"/>
            <a:ext cx="770413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  四、装入实际数据进行系统试运行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68676">
                                            <p:txEl>
                                              <p:pRg st="0" end="0"/>
                                            </p:txEl>
                                          </p:spTgt>
                                        </p:tgtEl>
                                        <p:attrNameLst>
                                          <p:attrName>style.visibility</p:attrName>
                                        </p:attrNameLst>
                                      </p:cBhvr>
                                      <p:to>
                                        <p:strVal val="visible"/>
                                      </p:to>
                                    </p:set>
                                    <p:animEffect transition="in" filter="wipe(left)">
                                      <p:cBhvr>
                                        <p:cTn id="7" dur="1000"/>
                                        <p:tgtEl>
                                          <p:spTgt spid="668676">
                                            <p:txEl>
                                              <p:pRg st="0" end="0"/>
                                            </p:txEl>
                                          </p:spTgt>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668676">
                                            <p:txEl>
                                              <p:pRg st="1" end="1"/>
                                            </p:txEl>
                                          </p:spTgt>
                                        </p:tgtEl>
                                        <p:attrNameLst>
                                          <p:attrName>style.visibility</p:attrName>
                                        </p:attrNameLst>
                                      </p:cBhvr>
                                      <p:to>
                                        <p:strVal val="visible"/>
                                      </p:to>
                                    </p:set>
                                    <p:animEffect transition="in" filter="wipe(left)">
                                      <p:cBhvr>
                                        <p:cTn id="11" dur="1000"/>
                                        <p:tgtEl>
                                          <p:spTgt spid="66867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1" name="Rectangle 3">
            <a:extLst>
              <a:ext uri="{FF2B5EF4-FFF2-40B4-BE49-F238E27FC236}">
                <a16:creationId xmlns:a16="http://schemas.microsoft.com/office/drawing/2014/main" id="{68D0A7D6-0D47-49A7-B1AD-723533D9BDB5}"/>
              </a:ext>
            </a:extLst>
          </p:cNvPr>
          <p:cNvSpPr>
            <a:spLocks noChangeArrowheads="1"/>
          </p:cNvSpPr>
          <p:nvPr>
            <p:ph type="ctrTitle"/>
          </p:nvPr>
        </p:nvSpPr>
        <p:spPr>
          <a:xfrm>
            <a:off x="827088" y="1125538"/>
            <a:ext cx="8137525" cy="1462087"/>
          </a:xfrm>
          <a:noFill/>
          <a:ln/>
        </p:spPr>
        <p:txBody>
          <a:bodyPr/>
          <a:lstStyle/>
          <a:p>
            <a:r>
              <a:rPr lang="en-US" altLang="zh-CN" sz="3800"/>
              <a:t>3.7</a:t>
            </a:r>
            <a:r>
              <a:rPr lang="zh-CN" altLang="en-US" sz="3800"/>
              <a:t>  数据库应用系统运行与维护</a:t>
            </a:r>
          </a:p>
        </p:txBody>
      </p:sp>
      <p:sp>
        <p:nvSpPr>
          <p:cNvPr id="488452" name="Rectangle 4">
            <a:extLst>
              <a:ext uri="{FF2B5EF4-FFF2-40B4-BE49-F238E27FC236}">
                <a16:creationId xmlns:a16="http://schemas.microsoft.com/office/drawing/2014/main" id="{B9318830-1866-4084-9C48-066275B06ACE}"/>
              </a:ext>
            </a:extLst>
          </p:cNvPr>
          <p:cNvSpPr>
            <a:spLocks noChangeArrowheads="1"/>
          </p:cNvSpPr>
          <p:nvPr/>
        </p:nvSpPr>
        <p:spPr bwMode="auto">
          <a:xfrm>
            <a:off x="71438" y="95250"/>
            <a:ext cx="4932362" cy="544513"/>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r>
              <a:rPr lang="zh-CN" altLang="en-US" sz="2600" b="1">
                <a:solidFill>
                  <a:srgbClr val="993300"/>
                </a:solidFill>
                <a:effectLst>
                  <a:outerShdw blurRad="38100" dist="38100" dir="2700000" algn="tl">
                    <a:srgbClr val="000000"/>
                  </a:outerShdw>
                </a:effectLst>
                <a:ea typeface="隶书" panose="02010509060101010101" pitchFamily="49" charset="-122"/>
              </a:rPr>
              <a:t>第</a:t>
            </a:r>
            <a:r>
              <a:rPr lang="en-US" altLang="zh-CN" sz="2600" b="1">
                <a:solidFill>
                  <a:srgbClr val="993300"/>
                </a:solidFill>
                <a:effectLst>
                  <a:outerShdw blurRad="38100" dist="38100" dir="2700000" algn="tl">
                    <a:srgbClr val="000000"/>
                  </a:outerShdw>
                </a:effectLst>
                <a:ea typeface="隶书" panose="02010509060101010101" pitchFamily="49" charset="-122"/>
              </a:rPr>
              <a:t>3</a:t>
            </a:r>
            <a:r>
              <a:rPr lang="zh-CN" altLang="en-US" sz="2600" b="1">
                <a:solidFill>
                  <a:srgbClr val="993300"/>
                </a:solidFill>
                <a:effectLst>
                  <a:outerShdw blurRad="38100" dist="38100" dir="2700000" algn="tl">
                    <a:srgbClr val="000000"/>
                  </a:outerShdw>
                </a:effectLst>
                <a:ea typeface="隶书" panose="02010509060101010101" pitchFamily="49" charset="-122"/>
              </a:rPr>
              <a:t>章  数据库应用系统设计方法</a:t>
            </a: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4" name="Rectangle 6">
            <a:extLst>
              <a:ext uri="{FF2B5EF4-FFF2-40B4-BE49-F238E27FC236}">
                <a16:creationId xmlns:a16="http://schemas.microsoft.com/office/drawing/2014/main" id="{CA6BEDF6-5DEA-4BE7-9422-9CF0B86C144D}"/>
              </a:ext>
            </a:extLst>
          </p:cNvPr>
          <p:cNvSpPr>
            <a:spLocks noChangeArrowheads="1"/>
          </p:cNvSpPr>
          <p:nvPr/>
        </p:nvSpPr>
        <p:spPr bwMode="auto">
          <a:xfrm>
            <a:off x="1044575" y="188913"/>
            <a:ext cx="792003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一、软件维护</a:t>
            </a:r>
            <a:endParaRPr lang="en-US" altLang="zh-CN"/>
          </a:p>
        </p:txBody>
      </p:sp>
      <p:sp>
        <p:nvSpPr>
          <p:cNvPr id="524295" name="Rectangle 7">
            <a:extLst>
              <a:ext uri="{FF2B5EF4-FFF2-40B4-BE49-F238E27FC236}">
                <a16:creationId xmlns:a16="http://schemas.microsoft.com/office/drawing/2014/main" id="{3AC0934E-62F5-48BB-8390-D6E5A5CE87CC}"/>
              </a:ext>
            </a:extLst>
          </p:cNvPr>
          <p:cNvSpPr>
            <a:spLocks noChangeArrowheads="1"/>
          </p:cNvSpPr>
          <p:nvPr/>
        </p:nvSpPr>
        <p:spPr bwMode="auto">
          <a:xfrm>
            <a:off x="468313" y="1152525"/>
            <a:ext cx="8207375" cy="4259263"/>
          </a:xfrm>
          <a:prstGeom prst="rect">
            <a:avLst/>
          </a:prstGeom>
          <a:noFill/>
          <a:ln w="9525">
            <a:solidFill>
              <a:srgbClr val="00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a:t>           </a:t>
            </a:r>
            <a:endParaRPr lang="zh-CN" altLang="en-US" sz="3000">
              <a:solidFill>
                <a:srgbClr val="660033"/>
              </a:solidFill>
              <a:ea typeface="华文新魏" panose="02010800040101010101" pitchFamily="2" charset="-122"/>
            </a:endParaRPr>
          </a:p>
          <a:p>
            <a:pPr>
              <a:lnSpc>
                <a:spcPct val="150000"/>
              </a:lnSpc>
              <a:spcBef>
                <a:spcPct val="10000"/>
              </a:spcBef>
            </a:pPr>
            <a:r>
              <a:rPr lang="zh-CN" altLang="en-US" b="0"/>
              <a:t>          软件维护是指在一个软件交付使用之后，为了改正错误或满足新的需求而维护软件的过程。常用的软件维护包括改正性维护、适应性维护和完善性维护。</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24295"/>
                                        </p:tgtEl>
                                        <p:attrNameLst>
                                          <p:attrName>style.visibility</p:attrName>
                                        </p:attrNameLst>
                                      </p:cBhvr>
                                      <p:to>
                                        <p:strVal val="visible"/>
                                      </p:to>
                                    </p:set>
                                    <p:animEffect transition="in" filter="box(in)">
                                      <p:cBhvr>
                                        <p:cTn id="7" dur="1000"/>
                                        <p:tgtEl>
                                          <p:spTgt spid="524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295"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87" name="Rectangle 11">
            <a:extLst>
              <a:ext uri="{FF2B5EF4-FFF2-40B4-BE49-F238E27FC236}">
                <a16:creationId xmlns:a16="http://schemas.microsoft.com/office/drawing/2014/main" id="{EDD81798-6DBD-4C4D-8B76-D4C49C446B75}"/>
              </a:ext>
            </a:extLst>
          </p:cNvPr>
          <p:cNvSpPr>
            <a:spLocks noChangeArrowheads="1"/>
          </p:cNvSpPr>
          <p:nvPr/>
        </p:nvSpPr>
        <p:spPr bwMode="auto">
          <a:xfrm>
            <a:off x="1044575" y="188913"/>
            <a:ext cx="792003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一、软件维护</a:t>
            </a:r>
            <a:endParaRPr lang="en-US" altLang="zh-CN"/>
          </a:p>
        </p:txBody>
      </p:sp>
      <p:sp>
        <p:nvSpPr>
          <p:cNvPr id="306189" name="Rectangle 13">
            <a:extLst>
              <a:ext uri="{FF2B5EF4-FFF2-40B4-BE49-F238E27FC236}">
                <a16:creationId xmlns:a16="http://schemas.microsoft.com/office/drawing/2014/main" id="{D4D3A36A-E38D-45D2-ADB8-0B299FF3556D}"/>
              </a:ext>
            </a:extLst>
          </p:cNvPr>
          <p:cNvSpPr>
            <a:spLocks noChangeArrowheads="1"/>
          </p:cNvSpPr>
          <p:nvPr/>
        </p:nvSpPr>
        <p:spPr bwMode="auto">
          <a:xfrm>
            <a:off x="468313" y="1185863"/>
            <a:ext cx="8207375" cy="425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en-US" altLang="zh-CN"/>
              <a:t>           </a:t>
            </a:r>
            <a:r>
              <a:rPr lang="en-US" altLang="zh-CN" sz="3000">
                <a:solidFill>
                  <a:srgbClr val="660033"/>
                </a:solidFill>
                <a:ea typeface="华文新魏" panose="02010800040101010101" pitchFamily="2" charset="-122"/>
              </a:rPr>
              <a:t>1. </a:t>
            </a:r>
            <a:r>
              <a:rPr lang="zh-CN" altLang="en-US" sz="3000">
                <a:solidFill>
                  <a:srgbClr val="660033"/>
                </a:solidFill>
                <a:ea typeface="华文新魏" panose="02010800040101010101" pitchFamily="2" charset="-122"/>
              </a:rPr>
              <a:t>改正性维护</a:t>
            </a:r>
          </a:p>
          <a:p>
            <a:pPr>
              <a:lnSpc>
                <a:spcPct val="160000"/>
              </a:lnSpc>
            </a:pPr>
            <a:r>
              <a:rPr lang="zh-CN" altLang="en-US" b="0"/>
              <a:t>          软件投入运行后，对发现的某些软件错误的进一步诊断和改正过程</a:t>
            </a:r>
            <a:r>
              <a:rPr lang="zh-CN" altLang="en-US"/>
              <a:t> </a:t>
            </a:r>
            <a:r>
              <a:rPr lang="zh-CN" altLang="en-US" b="0"/>
              <a:t>。</a:t>
            </a:r>
            <a:r>
              <a:rPr lang="zh-CN" altLang="en-US"/>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06189">
                                            <p:txEl>
                                              <p:pRg st="0" end="0"/>
                                            </p:txEl>
                                          </p:spTgt>
                                        </p:tgtEl>
                                        <p:attrNameLst>
                                          <p:attrName>style.visibility</p:attrName>
                                        </p:attrNameLst>
                                      </p:cBhvr>
                                      <p:to>
                                        <p:strVal val="visible"/>
                                      </p:to>
                                    </p:set>
                                    <p:animEffect transition="in" filter="wipe(up)">
                                      <p:cBhvr>
                                        <p:cTn id="7" dur="500"/>
                                        <p:tgtEl>
                                          <p:spTgt spid="306189">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500"/>
                                  </p:stCondLst>
                                  <p:childTnLst>
                                    <p:set>
                                      <p:cBhvr>
                                        <p:cTn id="10" dur="1" fill="hold">
                                          <p:stCondLst>
                                            <p:cond delay="0"/>
                                          </p:stCondLst>
                                        </p:cTn>
                                        <p:tgtEl>
                                          <p:spTgt spid="306189">
                                            <p:txEl>
                                              <p:pRg st="1" end="1"/>
                                            </p:txEl>
                                          </p:spTgt>
                                        </p:tgtEl>
                                        <p:attrNameLst>
                                          <p:attrName>style.visibility</p:attrName>
                                        </p:attrNameLst>
                                      </p:cBhvr>
                                      <p:to>
                                        <p:strVal val="visible"/>
                                      </p:to>
                                    </p:set>
                                    <p:animEffect transition="in" filter="wipe(left)">
                                      <p:cBhvr>
                                        <p:cTn id="11" dur="1000"/>
                                        <p:tgtEl>
                                          <p:spTgt spid="30618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4" name="Rectangle 4">
            <a:extLst>
              <a:ext uri="{FF2B5EF4-FFF2-40B4-BE49-F238E27FC236}">
                <a16:creationId xmlns:a16="http://schemas.microsoft.com/office/drawing/2014/main" id="{66BE58C0-20BE-4CD6-996B-ED896F9A88B3}"/>
              </a:ext>
            </a:extLst>
          </p:cNvPr>
          <p:cNvSpPr>
            <a:spLocks noChangeArrowheads="1"/>
          </p:cNvSpPr>
          <p:nvPr/>
        </p:nvSpPr>
        <p:spPr bwMode="auto">
          <a:xfrm>
            <a:off x="1044575" y="188913"/>
            <a:ext cx="792003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一、软件维护</a:t>
            </a:r>
            <a:endParaRPr lang="en-US" altLang="zh-CN"/>
          </a:p>
        </p:txBody>
      </p:sp>
      <p:sp>
        <p:nvSpPr>
          <p:cNvPr id="680965" name="Rectangle 5">
            <a:extLst>
              <a:ext uri="{FF2B5EF4-FFF2-40B4-BE49-F238E27FC236}">
                <a16:creationId xmlns:a16="http://schemas.microsoft.com/office/drawing/2014/main" id="{B35D9C39-1328-47EB-87B8-71DFEBE2C051}"/>
              </a:ext>
            </a:extLst>
          </p:cNvPr>
          <p:cNvSpPr>
            <a:spLocks noChangeArrowheads="1"/>
          </p:cNvSpPr>
          <p:nvPr/>
        </p:nvSpPr>
        <p:spPr bwMode="auto">
          <a:xfrm>
            <a:off x="468313" y="1185863"/>
            <a:ext cx="8207375" cy="425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60000"/>
              </a:lnSpc>
            </a:pPr>
            <a:r>
              <a:rPr lang="en-US" altLang="zh-CN"/>
              <a:t>           </a:t>
            </a:r>
            <a:r>
              <a:rPr lang="en-US" altLang="zh-CN" sz="3000">
                <a:solidFill>
                  <a:srgbClr val="660033"/>
                </a:solidFill>
                <a:ea typeface="华文新魏" panose="02010800040101010101" pitchFamily="2" charset="-122"/>
              </a:rPr>
              <a:t>2. </a:t>
            </a:r>
            <a:r>
              <a:rPr lang="zh-CN" altLang="en-US" sz="3000">
                <a:solidFill>
                  <a:srgbClr val="660033"/>
                </a:solidFill>
                <a:ea typeface="华文新魏" panose="02010800040101010101" pitchFamily="2" charset="-122"/>
              </a:rPr>
              <a:t>适应性维护</a:t>
            </a:r>
          </a:p>
          <a:p>
            <a:pPr>
              <a:lnSpc>
                <a:spcPct val="160000"/>
              </a:lnSpc>
            </a:pPr>
            <a:r>
              <a:rPr lang="zh-CN" altLang="en-US" b="0"/>
              <a:t>          为了适应变化了的软件和硬件环境而进行的修改软件的活动，称为适应性维护。</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80965">
                                            <p:txEl>
                                              <p:pRg st="0" end="0"/>
                                            </p:txEl>
                                          </p:spTgt>
                                        </p:tgtEl>
                                        <p:attrNameLst>
                                          <p:attrName>style.visibility</p:attrName>
                                        </p:attrNameLst>
                                      </p:cBhvr>
                                      <p:to>
                                        <p:strVal val="visible"/>
                                      </p:to>
                                    </p:set>
                                    <p:animEffect transition="in" filter="wipe(up)">
                                      <p:cBhvr>
                                        <p:cTn id="7" dur="500"/>
                                        <p:tgtEl>
                                          <p:spTgt spid="680965">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500"/>
                                  </p:stCondLst>
                                  <p:childTnLst>
                                    <p:set>
                                      <p:cBhvr>
                                        <p:cTn id="10" dur="1" fill="hold">
                                          <p:stCondLst>
                                            <p:cond delay="0"/>
                                          </p:stCondLst>
                                        </p:cTn>
                                        <p:tgtEl>
                                          <p:spTgt spid="680965">
                                            <p:txEl>
                                              <p:pRg st="1" end="1"/>
                                            </p:txEl>
                                          </p:spTgt>
                                        </p:tgtEl>
                                        <p:attrNameLst>
                                          <p:attrName>style.visibility</p:attrName>
                                        </p:attrNameLst>
                                      </p:cBhvr>
                                      <p:to>
                                        <p:strVal val="visible"/>
                                      </p:to>
                                    </p:set>
                                    <p:animEffect transition="in" filter="wipe(left)">
                                      <p:cBhvr>
                                        <p:cTn id="11" dur="1000"/>
                                        <p:tgtEl>
                                          <p:spTgt spid="68096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4" name="Rectangle 4">
            <a:extLst>
              <a:ext uri="{FF2B5EF4-FFF2-40B4-BE49-F238E27FC236}">
                <a16:creationId xmlns:a16="http://schemas.microsoft.com/office/drawing/2014/main" id="{5496CA9B-BFE1-453C-B5FA-37E5345AF120}"/>
              </a:ext>
            </a:extLst>
          </p:cNvPr>
          <p:cNvSpPr>
            <a:spLocks noChangeArrowheads="1"/>
          </p:cNvSpPr>
          <p:nvPr/>
        </p:nvSpPr>
        <p:spPr bwMode="auto">
          <a:xfrm>
            <a:off x="1044575" y="188913"/>
            <a:ext cx="792003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一、软件维护</a:t>
            </a:r>
            <a:endParaRPr lang="en-US" altLang="zh-CN"/>
          </a:p>
        </p:txBody>
      </p:sp>
      <p:sp>
        <p:nvSpPr>
          <p:cNvPr id="670725" name="Rectangle 5">
            <a:extLst>
              <a:ext uri="{FF2B5EF4-FFF2-40B4-BE49-F238E27FC236}">
                <a16:creationId xmlns:a16="http://schemas.microsoft.com/office/drawing/2014/main" id="{CEC03867-B07E-45AB-9134-133C551100B7}"/>
              </a:ext>
            </a:extLst>
          </p:cNvPr>
          <p:cNvSpPr>
            <a:spLocks noChangeArrowheads="1"/>
          </p:cNvSpPr>
          <p:nvPr/>
        </p:nvSpPr>
        <p:spPr bwMode="auto">
          <a:xfrm>
            <a:off x="468313" y="1185863"/>
            <a:ext cx="8207375" cy="425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60000"/>
              </a:lnSpc>
            </a:pPr>
            <a:r>
              <a:rPr lang="en-US" altLang="zh-CN"/>
              <a:t>           </a:t>
            </a:r>
            <a:r>
              <a:rPr lang="en-US" altLang="zh-CN" sz="3000">
                <a:solidFill>
                  <a:srgbClr val="660033"/>
                </a:solidFill>
                <a:ea typeface="华文新魏" panose="02010800040101010101" pitchFamily="2" charset="-122"/>
              </a:rPr>
              <a:t>3. </a:t>
            </a:r>
            <a:r>
              <a:rPr lang="zh-CN" altLang="en-US" sz="3000">
                <a:solidFill>
                  <a:srgbClr val="660033"/>
                </a:solidFill>
                <a:ea typeface="华文新魏" panose="02010800040101010101" pitchFamily="2" charset="-122"/>
              </a:rPr>
              <a:t>完善性维护</a:t>
            </a:r>
          </a:p>
          <a:p>
            <a:pPr>
              <a:lnSpc>
                <a:spcPct val="160000"/>
              </a:lnSpc>
            </a:pPr>
            <a:r>
              <a:rPr lang="zh-CN" altLang="en-US" b="0"/>
              <a:t>          针对用户对投入运行后的软件提出的增加新功能或修改已有功能的建议，而进行的修改和维护软件的活动，称为完善性维护。</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70725">
                                            <p:txEl>
                                              <p:pRg st="0" end="0"/>
                                            </p:txEl>
                                          </p:spTgt>
                                        </p:tgtEl>
                                        <p:attrNameLst>
                                          <p:attrName>style.visibility</p:attrName>
                                        </p:attrNameLst>
                                      </p:cBhvr>
                                      <p:to>
                                        <p:strVal val="visible"/>
                                      </p:to>
                                    </p:set>
                                    <p:animEffect transition="in" filter="wipe(up)">
                                      <p:cBhvr>
                                        <p:cTn id="7" dur="500"/>
                                        <p:tgtEl>
                                          <p:spTgt spid="670725">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500"/>
                                  </p:stCondLst>
                                  <p:childTnLst>
                                    <p:set>
                                      <p:cBhvr>
                                        <p:cTn id="10" dur="1" fill="hold">
                                          <p:stCondLst>
                                            <p:cond delay="0"/>
                                          </p:stCondLst>
                                        </p:cTn>
                                        <p:tgtEl>
                                          <p:spTgt spid="670725">
                                            <p:txEl>
                                              <p:pRg st="1" end="1"/>
                                            </p:txEl>
                                          </p:spTgt>
                                        </p:tgtEl>
                                        <p:attrNameLst>
                                          <p:attrName>style.visibility</p:attrName>
                                        </p:attrNameLst>
                                      </p:cBhvr>
                                      <p:to>
                                        <p:strVal val="visible"/>
                                      </p:to>
                                    </p:set>
                                    <p:animEffect transition="in" filter="wipe(up)">
                                      <p:cBhvr>
                                        <p:cTn id="11" dur="500"/>
                                        <p:tgtEl>
                                          <p:spTgt spid="6707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8" name="Rectangle 4">
            <a:extLst>
              <a:ext uri="{FF2B5EF4-FFF2-40B4-BE49-F238E27FC236}">
                <a16:creationId xmlns:a16="http://schemas.microsoft.com/office/drawing/2014/main" id="{3FA4A896-F89E-4777-80F9-86AEEA62D56E}"/>
              </a:ext>
            </a:extLst>
          </p:cNvPr>
          <p:cNvSpPr>
            <a:spLocks noChangeArrowheads="1"/>
          </p:cNvSpPr>
          <p:nvPr/>
        </p:nvSpPr>
        <p:spPr bwMode="auto">
          <a:xfrm>
            <a:off x="1044575" y="188913"/>
            <a:ext cx="792003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r>
              <a:rPr lang="zh-CN" altLang="en-US"/>
              <a:t>二、软件运行与维护时期的工作</a:t>
            </a:r>
          </a:p>
        </p:txBody>
      </p:sp>
      <p:sp>
        <p:nvSpPr>
          <p:cNvPr id="671749" name="Rectangle 5">
            <a:extLst>
              <a:ext uri="{FF2B5EF4-FFF2-40B4-BE49-F238E27FC236}">
                <a16:creationId xmlns:a16="http://schemas.microsoft.com/office/drawing/2014/main" id="{C35ABED0-4162-412F-974D-0B2A66FB9CB4}"/>
              </a:ext>
            </a:extLst>
          </p:cNvPr>
          <p:cNvSpPr>
            <a:spLocks noChangeArrowheads="1"/>
          </p:cNvSpPr>
          <p:nvPr/>
        </p:nvSpPr>
        <p:spPr bwMode="auto">
          <a:xfrm>
            <a:off x="468313" y="1185863"/>
            <a:ext cx="8207375" cy="4906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pPr>
              <a:lnSpc>
                <a:spcPct val="150000"/>
              </a:lnSpc>
            </a:pPr>
            <a:r>
              <a:rPr lang="en-US" altLang="zh-CN"/>
              <a:t>           </a:t>
            </a:r>
            <a:r>
              <a:rPr lang="en-US" altLang="zh-CN" sz="3000">
                <a:solidFill>
                  <a:srgbClr val="660033"/>
                </a:solidFill>
                <a:ea typeface="华文新魏" panose="02010800040101010101" pitchFamily="2" charset="-122"/>
              </a:rPr>
              <a:t>1. </a:t>
            </a:r>
            <a:r>
              <a:rPr lang="zh-CN" altLang="en-US" sz="3000">
                <a:solidFill>
                  <a:srgbClr val="660033"/>
                </a:solidFill>
                <a:ea typeface="华文新魏" panose="02010800040101010101" pitchFamily="2" charset="-122"/>
              </a:rPr>
              <a:t>必要的改正性维护、适应性维护、完善性维护</a:t>
            </a:r>
          </a:p>
          <a:p>
            <a:pPr>
              <a:lnSpc>
                <a:spcPct val="150000"/>
              </a:lnSpc>
            </a:pPr>
            <a:r>
              <a:rPr lang="en-US" altLang="zh-CN" sz="3000">
                <a:solidFill>
                  <a:srgbClr val="660033"/>
                </a:solidFill>
                <a:ea typeface="华文新魏" panose="02010800040101010101" pitchFamily="2" charset="-122"/>
              </a:rPr>
              <a:t>          2. </a:t>
            </a:r>
            <a:r>
              <a:rPr lang="zh-CN" altLang="en-US" sz="3000">
                <a:solidFill>
                  <a:srgbClr val="660033"/>
                </a:solidFill>
                <a:ea typeface="华文新魏" panose="02010800040101010101" pitchFamily="2" charset="-122"/>
              </a:rPr>
              <a:t>数据库备份与恢复及故障处理</a:t>
            </a:r>
          </a:p>
          <a:p>
            <a:pPr>
              <a:lnSpc>
                <a:spcPct val="150000"/>
              </a:lnSpc>
            </a:pPr>
            <a:r>
              <a:rPr lang="en-US" altLang="zh-CN" sz="3000">
                <a:solidFill>
                  <a:srgbClr val="660033"/>
                </a:solidFill>
                <a:ea typeface="华文新魏" panose="02010800040101010101" pitchFamily="2" charset="-122"/>
              </a:rPr>
              <a:t>          3. </a:t>
            </a:r>
            <a:r>
              <a:rPr lang="zh-CN" altLang="en-US" sz="3000">
                <a:solidFill>
                  <a:srgbClr val="660033"/>
                </a:solidFill>
                <a:ea typeface="华文新魏" panose="02010800040101010101" pitchFamily="2" charset="-122"/>
              </a:rPr>
              <a:t>数据库运行性能的检测与改善</a:t>
            </a:r>
          </a:p>
          <a:p>
            <a:r>
              <a:rPr lang="zh-CN" altLang="en-US" sz="3000">
                <a:solidFill>
                  <a:srgbClr val="660033"/>
                </a:solidFill>
                <a:ea typeface="华文新魏" panose="02010800040101010101" pitchFamily="2" charset="-122"/>
              </a:rPr>
              <a:t>     </a:t>
            </a:r>
          </a:p>
          <a:p>
            <a:r>
              <a:rPr lang="zh-CN" altLang="en-US" sz="3000">
                <a:solidFill>
                  <a:srgbClr val="660033"/>
                </a:solidFill>
                <a:ea typeface="华文新魏" panose="02010800040101010101" pitchFamily="2" charset="-122"/>
              </a:rPr>
              <a:t>                                                                 </a:t>
            </a:r>
            <a:r>
              <a:rPr lang="en-US" altLang="zh-CN" sz="3000">
                <a:solidFill>
                  <a:srgbClr val="969696"/>
                </a:solidFill>
                <a:ea typeface="华文新魏" panose="020108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71749">
                                            <p:txEl>
                                              <p:pRg st="0" end="0"/>
                                            </p:txEl>
                                          </p:spTgt>
                                        </p:tgtEl>
                                        <p:attrNameLst>
                                          <p:attrName>style.visibility</p:attrName>
                                        </p:attrNameLst>
                                      </p:cBhvr>
                                      <p:to>
                                        <p:strVal val="visible"/>
                                      </p:to>
                                    </p:set>
                                    <p:animEffect transition="in" filter="wipe(up)">
                                      <p:cBhvr>
                                        <p:cTn id="7" dur="1000"/>
                                        <p:tgtEl>
                                          <p:spTgt spid="67174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1749">
                                            <p:txEl>
                                              <p:pRg st="1" end="1"/>
                                            </p:txEl>
                                          </p:spTgt>
                                        </p:tgtEl>
                                        <p:attrNameLst>
                                          <p:attrName>style.visibility</p:attrName>
                                        </p:attrNameLst>
                                      </p:cBhvr>
                                      <p:to>
                                        <p:strVal val="visible"/>
                                      </p:to>
                                    </p:set>
                                    <p:animEffect transition="in" filter="wipe(left)">
                                      <p:cBhvr>
                                        <p:cTn id="12" dur="1000"/>
                                        <p:tgtEl>
                                          <p:spTgt spid="67174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71749">
                                            <p:txEl>
                                              <p:pRg st="2" end="2"/>
                                            </p:txEl>
                                          </p:spTgt>
                                        </p:tgtEl>
                                        <p:attrNameLst>
                                          <p:attrName>style.visibility</p:attrName>
                                        </p:attrNameLst>
                                      </p:cBhvr>
                                      <p:to>
                                        <p:strVal val="visible"/>
                                      </p:to>
                                    </p:set>
                                    <p:animEffect transition="in" filter="wipe(left)">
                                      <p:cBhvr>
                                        <p:cTn id="17" dur="1000"/>
                                        <p:tgtEl>
                                          <p:spTgt spid="671749">
                                            <p:txEl>
                                              <p:pRg st="2" end="2"/>
                                            </p:txEl>
                                          </p:spTgt>
                                        </p:tgtEl>
                                      </p:cBhvr>
                                    </p:animEffect>
                                  </p:childTnLst>
                                </p:cTn>
                              </p:par>
                            </p:childTnLst>
                          </p:cTn>
                        </p:par>
                        <p:par>
                          <p:cTn id="18" fill="hold" nodeType="afterGroup">
                            <p:stCondLst>
                              <p:cond delay="1000"/>
                            </p:stCondLst>
                            <p:childTnLst>
                              <p:par>
                                <p:cTn id="19" presetID="4" presetClass="entr" presetSubtype="16" fill="hold" nodeType="afterEffect">
                                  <p:stCondLst>
                                    <p:cond delay="0"/>
                                  </p:stCondLst>
                                  <p:childTnLst>
                                    <p:set>
                                      <p:cBhvr>
                                        <p:cTn id="20" dur="1" fill="hold">
                                          <p:stCondLst>
                                            <p:cond delay="0"/>
                                          </p:stCondLst>
                                        </p:cTn>
                                        <p:tgtEl>
                                          <p:spTgt spid="671749">
                                            <p:txEl>
                                              <p:pRg st="4" end="4"/>
                                            </p:txEl>
                                          </p:spTgt>
                                        </p:tgtEl>
                                        <p:attrNameLst>
                                          <p:attrName>style.visibility</p:attrName>
                                        </p:attrNameLst>
                                      </p:cBhvr>
                                      <p:to>
                                        <p:strVal val="visible"/>
                                      </p:to>
                                    </p:set>
                                    <p:animEffect transition="in" filter="box(in)">
                                      <p:cBhvr>
                                        <p:cTn id="21" dur="1000"/>
                                        <p:tgtEl>
                                          <p:spTgt spid="67174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8" name="Rectangle 4">
            <a:extLst>
              <a:ext uri="{FF2B5EF4-FFF2-40B4-BE49-F238E27FC236}">
                <a16:creationId xmlns:a16="http://schemas.microsoft.com/office/drawing/2014/main" id="{ACF92351-1B53-4F71-A739-5C0B40FA0666}"/>
              </a:ext>
            </a:extLst>
          </p:cNvPr>
          <p:cNvSpPr>
            <a:spLocks noChangeArrowheads="1"/>
          </p:cNvSpPr>
          <p:nvPr/>
        </p:nvSpPr>
        <p:spPr bwMode="gray">
          <a:xfrm>
            <a:off x="755650" y="285750"/>
            <a:ext cx="7793038" cy="622300"/>
          </a:xfrm>
          <a:prstGeom prst="rect">
            <a:avLst/>
          </a:prstGeom>
          <a:noFill/>
          <a:ln>
            <a:noFill/>
          </a:ln>
          <a:effectLst>
            <a:outerShdw dist="17961" dir="2700000" algn="ctr" rotWithShape="0">
              <a:schemeClr val="tx1">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Lst>
        </p:spPr>
        <p:txBody>
          <a:bodyPr anchor="ctr"/>
          <a:lstStyle>
            <a:lvl1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1pPr>
            <a:lvl2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2pPr>
            <a:lvl3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3pPr>
            <a:lvl4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4pPr>
            <a:lvl5pPr>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幼圆" panose="02010509060101010101" pitchFamily="49" charset="-122"/>
              </a:defRPr>
            </a:lvl9pPr>
          </a:lstStyle>
          <a:p>
            <a:pPr algn="ctr"/>
            <a:r>
              <a:rPr lang="zh-CN" altLang="en-US" sz="4000">
                <a:latin typeface="华文隶书" panose="02010800040101010101" pitchFamily="2" charset="-122"/>
                <a:ea typeface="华文隶书" panose="02010800040101010101" pitchFamily="2" charset="-122"/>
              </a:rPr>
              <a:t>本次课复习要点</a:t>
            </a:r>
          </a:p>
        </p:txBody>
      </p:sp>
      <p:sp>
        <p:nvSpPr>
          <p:cNvPr id="681989" name="Rectangle 5">
            <a:extLst>
              <a:ext uri="{FF2B5EF4-FFF2-40B4-BE49-F238E27FC236}">
                <a16:creationId xmlns:a16="http://schemas.microsoft.com/office/drawing/2014/main" id="{15290ECD-1C69-49C0-A098-3DF4F13A1F89}"/>
              </a:ext>
            </a:extLst>
          </p:cNvPr>
          <p:cNvSpPr>
            <a:spLocks noChangeArrowheads="1"/>
          </p:cNvSpPr>
          <p:nvPr/>
        </p:nvSpPr>
        <p:spPr bwMode="auto">
          <a:xfrm>
            <a:off x="466725" y="1258888"/>
            <a:ext cx="8208963" cy="533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endParaRPr lang="zh-CN" altLang="en-US" sz="1000">
              <a:solidFill>
                <a:srgbClr val="990033"/>
              </a:solidFill>
              <a:effectLst/>
              <a:ea typeface="黑体" panose="02010609060101010101" pitchFamily="49" charset="-122"/>
            </a:endParaRPr>
          </a:p>
          <a:p>
            <a:pPr>
              <a:lnSpc>
                <a:spcPct val="130000"/>
              </a:lnSpc>
              <a:spcBef>
                <a:spcPct val="0"/>
              </a:spcBef>
            </a:pPr>
            <a:r>
              <a:rPr lang="zh-CN" altLang="en-US">
                <a:effectLst/>
              </a:rPr>
              <a:t>          </a:t>
            </a:r>
            <a:r>
              <a:rPr lang="zh-CN" altLang="en-US">
                <a:solidFill>
                  <a:srgbClr val="006666"/>
                </a:solidFill>
                <a:effectLst/>
              </a:rPr>
              <a:t>数据库物理结构设计</a:t>
            </a:r>
            <a:r>
              <a:rPr lang="zh-CN" altLang="en-US">
                <a:solidFill>
                  <a:srgbClr val="003366"/>
                </a:solidFill>
              </a:rPr>
              <a:t> </a:t>
            </a:r>
            <a:endParaRPr lang="en-US" altLang="zh-CN" sz="3200">
              <a:solidFill>
                <a:srgbClr val="003366"/>
              </a:solidFill>
              <a:effectLst/>
              <a:latin typeface="华文新魏" panose="02010800040101010101" pitchFamily="2" charset="-122"/>
              <a:ea typeface="华文新魏" panose="02010800040101010101" pitchFamily="2" charset="-122"/>
            </a:endParaRPr>
          </a:p>
          <a:p>
            <a:pPr>
              <a:lnSpc>
                <a:spcPct val="130000"/>
              </a:lnSpc>
              <a:spcBef>
                <a:spcPct val="0"/>
              </a:spcBef>
            </a:pPr>
            <a:r>
              <a:rPr lang="zh-CN" altLang="en-US" sz="3200">
                <a:solidFill>
                  <a:srgbClr val="003366"/>
                </a:solidFill>
                <a:effectLst/>
                <a:latin typeface="华文新魏" panose="02010800040101010101" pitchFamily="2" charset="-122"/>
                <a:ea typeface="华文新魏" panose="02010800040101010101" pitchFamily="2" charset="-122"/>
              </a:rPr>
              <a:t>          </a:t>
            </a:r>
            <a:r>
              <a:rPr lang="zh-CN" altLang="en-US">
                <a:solidFill>
                  <a:srgbClr val="003366"/>
                </a:solidFill>
                <a:effectLst/>
              </a:rPr>
              <a:t>数据库数据文件</a:t>
            </a:r>
            <a:r>
              <a:rPr lang="zh-CN" altLang="en-US" sz="3200">
                <a:solidFill>
                  <a:srgbClr val="003366"/>
                </a:solidFill>
                <a:effectLst/>
                <a:latin typeface="黑体" panose="02010609060101010101" pitchFamily="49" charset="-122"/>
                <a:ea typeface="黑体" panose="02010609060101010101" pitchFamily="49" charset="-122"/>
              </a:rPr>
              <a:t> </a:t>
            </a:r>
          </a:p>
          <a:p>
            <a:pPr>
              <a:lnSpc>
                <a:spcPct val="130000"/>
              </a:lnSpc>
              <a:spcBef>
                <a:spcPct val="0"/>
              </a:spcBef>
            </a:pPr>
            <a:r>
              <a:rPr lang="zh-CN" altLang="en-US" sz="3200">
                <a:solidFill>
                  <a:srgbClr val="003366"/>
                </a:solidFill>
                <a:effectLst/>
                <a:latin typeface="华文新魏" panose="02010800040101010101" pitchFamily="2" charset="-122"/>
                <a:ea typeface="华文新魏" panose="02010800040101010101" pitchFamily="2" charset="-122"/>
              </a:rPr>
              <a:t>          </a:t>
            </a:r>
            <a:r>
              <a:rPr lang="zh-CN" altLang="en-US">
                <a:effectLst/>
              </a:rPr>
              <a:t>日志文件</a:t>
            </a:r>
            <a:r>
              <a:rPr lang="zh-CN" altLang="en-US"/>
              <a:t> </a:t>
            </a:r>
            <a:endParaRPr lang="en-US" altLang="zh-CN" sz="3200">
              <a:effectLst/>
              <a:latin typeface="华文新魏" panose="02010800040101010101" pitchFamily="2" charset="-122"/>
              <a:ea typeface="华文新魏" panose="02010800040101010101" pitchFamily="2" charset="-122"/>
            </a:endParaRPr>
          </a:p>
          <a:p>
            <a:pPr>
              <a:lnSpc>
                <a:spcPct val="130000"/>
              </a:lnSpc>
              <a:spcBef>
                <a:spcPct val="0"/>
              </a:spcBef>
            </a:pPr>
            <a:r>
              <a:rPr lang="zh-CN" altLang="en-US" sz="3200">
                <a:solidFill>
                  <a:srgbClr val="003366"/>
                </a:solidFill>
                <a:effectLst/>
                <a:latin typeface="华文新魏" panose="02010800040101010101" pitchFamily="2" charset="-122"/>
                <a:ea typeface="华文新魏" panose="02010800040101010101" pitchFamily="2" charset="-122"/>
              </a:rPr>
              <a:t>          </a:t>
            </a:r>
            <a:r>
              <a:rPr lang="zh-CN" altLang="en-US">
                <a:solidFill>
                  <a:srgbClr val="006666"/>
                </a:solidFill>
                <a:effectLst/>
              </a:rPr>
              <a:t>线性索引：稠密索引与稀疏索引的概念及区别    </a:t>
            </a:r>
          </a:p>
          <a:p>
            <a:pPr>
              <a:lnSpc>
                <a:spcPct val="130000"/>
              </a:lnSpc>
              <a:spcBef>
                <a:spcPct val="0"/>
              </a:spcBef>
            </a:pPr>
            <a:r>
              <a:rPr lang="zh-CN" altLang="en-US">
                <a:solidFill>
                  <a:srgbClr val="003366"/>
                </a:solidFill>
                <a:effectLst/>
              </a:rPr>
              <a:t>          树形索引：</a:t>
            </a:r>
            <a:r>
              <a:rPr lang="en-US" altLang="zh-CN">
                <a:solidFill>
                  <a:srgbClr val="003366"/>
                </a:solidFill>
                <a:effectLst/>
              </a:rPr>
              <a:t>B-</a:t>
            </a:r>
            <a:r>
              <a:rPr lang="zh-CN" altLang="en-US">
                <a:solidFill>
                  <a:srgbClr val="003366"/>
                </a:solidFill>
                <a:effectLst/>
              </a:rPr>
              <a:t>树</a:t>
            </a:r>
            <a:r>
              <a:rPr lang="zh-CN" altLang="en-US">
                <a:solidFill>
                  <a:srgbClr val="003366"/>
                </a:solidFill>
              </a:rPr>
              <a:t> 与</a:t>
            </a:r>
            <a:r>
              <a:rPr lang="en-US" altLang="zh-CN">
                <a:solidFill>
                  <a:srgbClr val="003366"/>
                </a:solidFill>
              </a:rPr>
              <a:t>B</a:t>
            </a:r>
            <a:r>
              <a:rPr lang="en-US" altLang="zh-CN" baseline="30000">
                <a:solidFill>
                  <a:srgbClr val="003366"/>
                </a:solidFill>
              </a:rPr>
              <a:t>+</a:t>
            </a:r>
            <a:r>
              <a:rPr lang="zh-CN" altLang="en-US">
                <a:solidFill>
                  <a:srgbClr val="003366"/>
                </a:solidFill>
              </a:rPr>
              <a:t>树的区别</a:t>
            </a:r>
          </a:p>
          <a:p>
            <a:pPr>
              <a:lnSpc>
                <a:spcPct val="130000"/>
              </a:lnSpc>
              <a:spcBef>
                <a:spcPct val="0"/>
              </a:spcBef>
            </a:pPr>
            <a:r>
              <a:rPr lang="zh-CN" altLang="en-US">
                <a:solidFill>
                  <a:srgbClr val="003366"/>
                </a:solidFill>
              </a:rPr>
              <a:t>          </a:t>
            </a:r>
            <a:r>
              <a:rPr lang="zh-CN" altLang="en-US"/>
              <a:t>软件维护：改正性维护 、适应性维护 、完善性维护</a:t>
            </a:r>
            <a:r>
              <a:rPr lang="zh-CN" altLang="en-US">
                <a:solidFill>
                  <a:srgbClr val="003366"/>
                </a:solidFill>
              </a:rPr>
              <a:t> </a:t>
            </a:r>
            <a:r>
              <a:rPr lang="en-US" altLang="zh-CN">
                <a:solidFill>
                  <a:srgbClr val="003366"/>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81989">
                                            <p:txEl>
                                              <p:pRg st="1" end="1"/>
                                            </p:txEl>
                                          </p:spTgt>
                                        </p:tgtEl>
                                        <p:attrNameLst>
                                          <p:attrName>style.visibility</p:attrName>
                                        </p:attrNameLst>
                                      </p:cBhvr>
                                      <p:to>
                                        <p:strVal val="visible"/>
                                      </p:to>
                                    </p:set>
                                    <p:animEffect transition="in" filter="wipe(left)">
                                      <p:cBhvr>
                                        <p:cTn id="7" dur="500"/>
                                        <p:tgtEl>
                                          <p:spTgt spid="681989">
                                            <p:txEl>
                                              <p:pRg st="1" end="1"/>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81989">
                                            <p:txEl>
                                              <p:pRg st="2" end="2"/>
                                            </p:txEl>
                                          </p:spTgt>
                                        </p:tgtEl>
                                        <p:attrNameLst>
                                          <p:attrName>style.visibility</p:attrName>
                                        </p:attrNameLst>
                                      </p:cBhvr>
                                      <p:to>
                                        <p:strVal val="visible"/>
                                      </p:to>
                                    </p:set>
                                    <p:animEffect transition="in" filter="wipe(left)">
                                      <p:cBhvr>
                                        <p:cTn id="11" dur="500"/>
                                        <p:tgtEl>
                                          <p:spTgt spid="681989">
                                            <p:txEl>
                                              <p:pRg st="2" end="2"/>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81989">
                                            <p:txEl>
                                              <p:pRg st="3" end="3"/>
                                            </p:txEl>
                                          </p:spTgt>
                                        </p:tgtEl>
                                        <p:attrNameLst>
                                          <p:attrName>style.visibility</p:attrName>
                                        </p:attrNameLst>
                                      </p:cBhvr>
                                      <p:to>
                                        <p:strVal val="visible"/>
                                      </p:to>
                                    </p:set>
                                    <p:animEffect transition="in" filter="wipe(left)">
                                      <p:cBhvr>
                                        <p:cTn id="15" dur="500"/>
                                        <p:tgtEl>
                                          <p:spTgt spid="681989">
                                            <p:txEl>
                                              <p:pRg st="3" end="3"/>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81989">
                                            <p:txEl>
                                              <p:pRg st="4" end="4"/>
                                            </p:txEl>
                                          </p:spTgt>
                                        </p:tgtEl>
                                        <p:attrNameLst>
                                          <p:attrName>style.visibility</p:attrName>
                                        </p:attrNameLst>
                                      </p:cBhvr>
                                      <p:to>
                                        <p:strVal val="visible"/>
                                      </p:to>
                                    </p:set>
                                    <p:animEffect transition="in" filter="wipe(left)">
                                      <p:cBhvr>
                                        <p:cTn id="19" dur="500"/>
                                        <p:tgtEl>
                                          <p:spTgt spid="681989">
                                            <p:txEl>
                                              <p:pRg st="4" end="4"/>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81989">
                                            <p:txEl>
                                              <p:pRg st="5" end="5"/>
                                            </p:txEl>
                                          </p:spTgt>
                                        </p:tgtEl>
                                        <p:attrNameLst>
                                          <p:attrName>style.visibility</p:attrName>
                                        </p:attrNameLst>
                                      </p:cBhvr>
                                      <p:to>
                                        <p:strVal val="visible"/>
                                      </p:to>
                                    </p:set>
                                    <p:animEffect transition="in" filter="wipe(left)">
                                      <p:cBhvr>
                                        <p:cTn id="23" dur="500"/>
                                        <p:tgtEl>
                                          <p:spTgt spid="681989">
                                            <p:txEl>
                                              <p:pRg st="5" end="5"/>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681989">
                                            <p:txEl>
                                              <p:pRg st="6" end="6"/>
                                            </p:txEl>
                                          </p:spTgt>
                                        </p:tgtEl>
                                        <p:attrNameLst>
                                          <p:attrName>style.visibility</p:attrName>
                                        </p:attrNameLst>
                                      </p:cBhvr>
                                      <p:to>
                                        <p:strVal val="visible"/>
                                      </p:to>
                                    </p:set>
                                    <p:animEffect transition="in" filter="wipe(left)">
                                      <p:cBhvr>
                                        <p:cTn id="27" dur="500"/>
                                        <p:tgtEl>
                                          <p:spTgt spid="68198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989"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2" name="Rectangle 4">
            <a:extLst>
              <a:ext uri="{FF2B5EF4-FFF2-40B4-BE49-F238E27FC236}">
                <a16:creationId xmlns:a16="http://schemas.microsoft.com/office/drawing/2014/main" id="{8253AF9A-CCB1-4611-877B-D64FC01F53D5}"/>
              </a:ext>
            </a:extLst>
          </p:cNvPr>
          <p:cNvSpPr>
            <a:spLocks noChangeArrowheads="1"/>
          </p:cNvSpPr>
          <p:nvPr/>
        </p:nvSpPr>
        <p:spPr bwMode="auto">
          <a:xfrm>
            <a:off x="611188" y="1196975"/>
            <a:ext cx="7993062" cy="533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00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anose="05000000000000000000" pitchFamily="2" charset="2"/>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1pPr>
            <a:lvl2pPr marL="742950" indent="-285750">
              <a:lnSpc>
                <a:spcPct val="120000"/>
              </a:lnSpc>
              <a:spcBef>
                <a:spcPct val="20000"/>
              </a:spcBef>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4pPr>
            <a:lvl5pPr marL="2057400" indent="-228600">
              <a:lnSpc>
                <a:spcPct val="120000"/>
              </a:lnSpc>
              <a:spcBef>
                <a:spcPct val="20000"/>
              </a:spcBef>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楷体_GB2312" pitchFamily="49" charset="-122"/>
              </a:defRPr>
            </a:lvl9pPr>
          </a:lstStyle>
          <a:p>
            <a:r>
              <a:rPr lang="zh-CN" altLang="en-US">
                <a:solidFill>
                  <a:srgbClr val="003366"/>
                </a:solidFill>
                <a:ea typeface="黑体" panose="02010609060101010101" pitchFamily="49" charset="-122"/>
              </a:rPr>
              <a:t>作业：</a:t>
            </a:r>
            <a:endParaRPr lang="zh-CN" altLang="en-US" sz="3000">
              <a:solidFill>
                <a:srgbClr val="003366"/>
              </a:solidFill>
              <a:ea typeface="黑体" panose="02010609060101010101" pitchFamily="49" charset="-122"/>
            </a:endParaRPr>
          </a:p>
          <a:p>
            <a:pPr>
              <a:spcBef>
                <a:spcPct val="40000"/>
              </a:spcBef>
            </a:pPr>
            <a:r>
              <a:rPr lang="zh-CN" altLang="en-US"/>
              <a:t>         </a:t>
            </a:r>
            <a:r>
              <a:rPr lang="en-US" altLang="zh-CN"/>
              <a:t>3-4</a:t>
            </a:r>
            <a:endParaRPr lang="en-US" altLang="zh-CN">
              <a:solidFill>
                <a:srgbClr val="006666"/>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6" name="Rectangle 4">
            <a:extLst>
              <a:ext uri="{FF2B5EF4-FFF2-40B4-BE49-F238E27FC236}">
                <a16:creationId xmlns:a16="http://schemas.microsoft.com/office/drawing/2014/main" id="{C1EE836A-6E22-4FC6-9748-0D9C7A38E51E}"/>
              </a:ext>
            </a:extLst>
          </p:cNvPr>
          <p:cNvSpPr>
            <a:spLocks noChangeArrowheads="1"/>
          </p:cNvSpPr>
          <p:nvPr/>
        </p:nvSpPr>
        <p:spPr bwMode="auto">
          <a:xfrm>
            <a:off x="1458913" y="2590800"/>
            <a:ext cx="623728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kumimoji="0" lang="zh-CN" altLang="en-US" sz="6000" b="1">
                <a:solidFill>
                  <a:srgbClr val="FF6600"/>
                </a:solidFill>
                <a:effectLst>
                  <a:outerShdw blurRad="38100" dist="38100" dir="2700000" algn="tl">
                    <a:srgbClr val="C0C0C0"/>
                  </a:outerShdw>
                </a:effectLst>
                <a:latin typeface="Arial" panose="020B0604020202020204" pitchFamily="34" charset="0"/>
                <a:ea typeface="华文新魏" panose="02010800040101010101" pitchFamily="2" charset="-122"/>
              </a:rPr>
              <a:t>谢谢大家！</a:t>
            </a:r>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幼圆"/>
        <a:cs typeface=""/>
      </a:majorFont>
      <a:minorFont>
        <a:latin typeface="Tahoma"/>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b"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10556</TotalTime>
  <Words>6291</Words>
  <Application>Microsoft Office PowerPoint</Application>
  <PresentationFormat>全屏显示(4:3)</PresentationFormat>
  <Paragraphs>707</Paragraphs>
  <Slides>87</Slides>
  <Notes>4</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87</vt:i4>
      </vt:variant>
    </vt:vector>
  </HeadingPairs>
  <TitlesOfParts>
    <vt:vector size="103" baseType="lpstr">
      <vt:lpstr>Times New Roman</vt:lpstr>
      <vt:lpstr>宋体</vt:lpstr>
      <vt:lpstr>Tahoma</vt:lpstr>
      <vt:lpstr>幼圆</vt:lpstr>
      <vt:lpstr>Arial</vt:lpstr>
      <vt:lpstr>楷体_GB2312</vt:lpstr>
      <vt:lpstr>Wingdings</vt:lpstr>
      <vt:lpstr>隶书</vt:lpstr>
      <vt:lpstr>华文新魏</vt:lpstr>
      <vt:lpstr>华文隶书</vt:lpstr>
      <vt:lpstr>黑体</vt:lpstr>
      <vt:lpstr>华文中宋</vt:lpstr>
      <vt:lpstr>Arial Unicode MS</vt:lpstr>
      <vt:lpstr>Verdana</vt:lpstr>
      <vt:lpstr>Blends</vt:lpstr>
      <vt:lpstr>Microsoft 公式 3.0</vt:lpstr>
      <vt:lpstr>第3章 数据库应用系统设计方法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3.6  数据库实现技术简介</vt:lpstr>
      <vt:lpstr>PowerPoint 演示文稿</vt:lpstr>
      <vt:lpstr>PowerPoint 演示文稿</vt:lpstr>
      <vt:lpstr>PowerPoint 演示文稿</vt:lpstr>
      <vt:lpstr>PowerPoint 演示文稿</vt:lpstr>
      <vt:lpstr>PowerPoint 演示文稿</vt:lpstr>
      <vt:lpstr>PowerPoint 演示文稿</vt:lpstr>
      <vt:lpstr>3.7  数据库应用系统运行与维护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乔 淋漓的冷汗</cp:lastModifiedBy>
  <cp:revision>681</cp:revision>
  <cp:lastPrinted>2000-08-23T09:10:16Z</cp:lastPrinted>
  <dcterms:created xsi:type="dcterms:W3CDTF">1601-01-01T00:00:00Z</dcterms:created>
  <dcterms:modified xsi:type="dcterms:W3CDTF">2020-04-04T09:37:09Z</dcterms:modified>
</cp:coreProperties>
</file>