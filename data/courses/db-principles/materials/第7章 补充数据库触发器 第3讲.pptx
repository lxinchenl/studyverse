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heme/theme3.xml" ContentType="application/vnd.openxmlformats-officedocument.theme+xml"/>
  <Override PartName="/ppt/tags/tag281.xml" ContentType="application/vnd.openxmlformats-officedocument.presentationml.tags+xml"/>
  <Override PartName="/ppt/tags/tag28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39"/>
  </p:notesMasterIdLst>
  <p:sldIdLst>
    <p:sldId id="401" r:id="rId3"/>
    <p:sldId id="388" r:id="rId4"/>
    <p:sldId id="362" r:id="rId5"/>
    <p:sldId id="397" r:id="rId6"/>
    <p:sldId id="398" r:id="rId7"/>
    <p:sldId id="383" r:id="rId8"/>
    <p:sldId id="364" r:id="rId9"/>
    <p:sldId id="365" r:id="rId10"/>
    <p:sldId id="366" r:id="rId11"/>
    <p:sldId id="384" r:id="rId12"/>
    <p:sldId id="393" r:id="rId13"/>
    <p:sldId id="367" r:id="rId14"/>
    <p:sldId id="368" r:id="rId15"/>
    <p:sldId id="399" r:id="rId16"/>
    <p:sldId id="369" r:id="rId17"/>
    <p:sldId id="370" r:id="rId18"/>
    <p:sldId id="394" r:id="rId19"/>
    <p:sldId id="292" r:id="rId20"/>
    <p:sldId id="387" r:id="rId21"/>
    <p:sldId id="371" r:id="rId22"/>
    <p:sldId id="294" r:id="rId23"/>
    <p:sldId id="372" r:id="rId24"/>
    <p:sldId id="296" r:id="rId25"/>
    <p:sldId id="389" r:id="rId26"/>
    <p:sldId id="373" r:id="rId27"/>
    <p:sldId id="299" r:id="rId28"/>
    <p:sldId id="374" r:id="rId29"/>
    <p:sldId id="375" r:id="rId30"/>
    <p:sldId id="400" r:id="rId31"/>
    <p:sldId id="395" r:id="rId32"/>
    <p:sldId id="377" r:id="rId33"/>
    <p:sldId id="376" r:id="rId34"/>
    <p:sldId id="304" r:id="rId35"/>
    <p:sldId id="390" r:id="rId36"/>
    <p:sldId id="391" r:id="rId37"/>
    <p:sldId id="396" r:id="rId38"/>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0" d="100"/>
          <a:sy n="120" d="100"/>
        </p:scale>
        <p:origin x="13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4A41CF-74FF-44E8-9F9E-8B489DE04622}"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3313B56-6826-4AB0-A038-E6BD8A741BE8}">
      <dgm:prSet/>
      <dgm:spPr/>
      <dgm:t>
        <a:bodyPr/>
        <a:lstStyle/>
        <a:p>
          <a:r>
            <a:rPr lang="zh-CN"/>
            <a:t>触发器定义在特定的表上，与表相关</a:t>
          </a:r>
          <a:endParaRPr lang="en-US"/>
        </a:p>
      </dgm:t>
    </dgm:pt>
    <dgm:pt modelId="{AB60F85E-43C4-4DC8-A423-692E0CBCB478}" type="parTrans" cxnId="{25DC28EE-4AE4-4258-B80C-4ADC5B7C348D}">
      <dgm:prSet/>
      <dgm:spPr/>
      <dgm:t>
        <a:bodyPr/>
        <a:lstStyle/>
        <a:p>
          <a:endParaRPr lang="en-US"/>
        </a:p>
      </dgm:t>
    </dgm:pt>
    <dgm:pt modelId="{44F794B4-C981-47EC-94A1-60E265425A2F}" type="sibTrans" cxnId="{25DC28EE-4AE4-4258-B80C-4ADC5B7C348D}">
      <dgm:prSet/>
      <dgm:spPr/>
      <dgm:t>
        <a:bodyPr/>
        <a:lstStyle/>
        <a:p>
          <a:endParaRPr lang="en-US"/>
        </a:p>
      </dgm:t>
    </dgm:pt>
    <dgm:pt modelId="{FBA0CE26-CB69-4F0D-ABA4-033CDC3EAD63}">
      <dgm:prSet/>
      <dgm:spPr/>
      <dgm:t>
        <a:bodyPr/>
        <a:lstStyle/>
        <a:p>
          <a:r>
            <a:rPr lang="zh-CN"/>
            <a:t>自动触发执行</a:t>
          </a:r>
          <a:endParaRPr lang="en-US"/>
        </a:p>
      </dgm:t>
    </dgm:pt>
    <dgm:pt modelId="{01C71B48-B15D-423D-8840-B241678DCEC3}" type="parTrans" cxnId="{36EBE8AC-27C7-424F-8F7D-13AF36F25CFE}">
      <dgm:prSet/>
      <dgm:spPr/>
      <dgm:t>
        <a:bodyPr/>
        <a:lstStyle/>
        <a:p>
          <a:endParaRPr lang="en-US"/>
        </a:p>
      </dgm:t>
    </dgm:pt>
    <dgm:pt modelId="{01D4B7F3-200E-4908-87AB-EE8169C3AEA4}" type="sibTrans" cxnId="{36EBE8AC-27C7-424F-8F7D-13AF36F25CFE}">
      <dgm:prSet/>
      <dgm:spPr/>
      <dgm:t>
        <a:bodyPr/>
        <a:lstStyle/>
        <a:p>
          <a:endParaRPr lang="en-US"/>
        </a:p>
      </dgm:t>
    </dgm:pt>
    <dgm:pt modelId="{8B2A6743-70EB-4A4E-9E8C-83B20E6968E1}">
      <dgm:prSet/>
      <dgm:spPr/>
      <dgm:t>
        <a:bodyPr/>
        <a:lstStyle/>
        <a:p>
          <a:r>
            <a:rPr lang="zh-CN"/>
            <a:t>不能直接调用</a:t>
          </a:r>
          <a:endParaRPr lang="en-US"/>
        </a:p>
      </dgm:t>
    </dgm:pt>
    <dgm:pt modelId="{5F34EEDF-D9D7-49CF-BFE3-28D6B49A42A4}" type="parTrans" cxnId="{1484D226-D5D0-469F-B19E-A7D95BA7E29B}">
      <dgm:prSet/>
      <dgm:spPr/>
      <dgm:t>
        <a:bodyPr/>
        <a:lstStyle/>
        <a:p>
          <a:endParaRPr lang="en-US"/>
        </a:p>
      </dgm:t>
    </dgm:pt>
    <dgm:pt modelId="{77D7157F-A368-405A-A892-9A57B6D9D124}" type="sibTrans" cxnId="{1484D226-D5D0-469F-B19E-A7D95BA7E29B}">
      <dgm:prSet/>
      <dgm:spPr/>
      <dgm:t>
        <a:bodyPr/>
        <a:lstStyle/>
        <a:p>
          <a:endParaRPr lang="en-US"/>
        </a:p>
      </dgm:t>
    </dgm:pt>
    <dgm:pt modelId="{4352999D-32A8-4A23-A2DF-E88242886DD5}">
      <dgm:prSet/>
      <dgm:spPr/>
      <dgm:t>
        <a:bodyPr/>
        <a:lstStyle/>
        <a:p>
          <a:r>
            <a:rPr lang="zh-CN"/>
            <a:t>是一个事务（可回滚）</a:t>
          </a:r>
          <a:endParaRPr lang="en-US"/>
        </a:p>
      </dgm:t>
    </dgm:pt>
    <dgm:pt modelId="{38986476-85E4-46A6-8611-9D89F4B24DD2}" type="parTrans" cxnId="{E4C5B0C8-902C-4850-BB9C-6628C600D457}">
      <dgm:prSet/>
      <dgm:spPr/>
      <dgm:t>
        <a:bodyPr/>
        <a:lstStyle/>
        <a:p>
          <a:endParaRPr lang="en-US"/>
        </a:p>
      </dgm:t>
    </dgm:pt>
    <dgm:pt modelId="{215344F7-3A61-4396-89C3-62317E6A1B9B}" type="sibTrans" cxnId="{E4C5B0C8-902C-4850-BB9C-6628C600D457}">
      <dgm:prSet/>
      <dgm:spPr/>
      <dgm:t>
        <a:bodyPr/>
        <a:lstStyle/>
        <a:p>
          <a:endParaRPr lang="en-US"/>
        </a:p>
      </dgm:t>
    </dgm:pt>
    <dgm:pt modelId="{15D810BC-CAC4-42C4-AF4A-5DDCE0E0ACA7}" type="pres">
      <dgm:prSet presAssocID="{5D4A41CF-74FF-44E8-9F9E-8B489DE04622}" presName="root" presStyleCnt="0">
        <dgm:presLayoutVars>
          <dgm:dir/>
          <dgm:resizeHandles val="exact"/>
        </dgm:presLayoutVars>
      </dgm:prSet>
      <dgm:spPr/>
    </dgm:pt>
    <dgm:pt modelId="{1AA96BDA-817A-49EF-99E5-1E8CEE2A2336}" type="pres">
      <dgm:prSet presAssocID="{5D4A41CF-74FF-44E8-9F9E-8B489DE04622}" presName="container" presStyleCnt="0">
        <dgm:presLayoutVars>
          <dgm:dir/>
          <dgm:resizeHandles val="exact"/>
        </dgm:presLayoutVars>
      </dgm:prSet>
      <dgm:spPr/>
    </dgm:pt>
    <dgm:pt modelId="{52998704-A09B-41B7-A5DE-9A14E78528C6}" type="pres">
      <dgm:prSet presAssocID="{13313B56-6826-4AB0-A038-E6BD8A741BE8}" presName="compNode" presStyleCnt="0"/>
      <dgm:spPr/>
    </dgm:pt>
    <dgm:pt modelId="{6C3211F7-0663-4C32-8E43-262A6FE1618B}" type="pres">
      <dgm:prSet presAssocID="{13313B56-6826-4AB0-A038-E6BD8A741BE8}" presName="iconBgRect" presStyleLbl="bgShp" presStyleIdx="0" presStyleCnt="4"/>
      <dgm:spPr/>
    </dgm:pt>
    <dgm:pt modelId="{A21FB94F-E540-4EF4-8107-0479D38530C7}" type="pres">
      <dgm:prSet presAssocID="{13313B56-6826-4AB0-A038-E6BD8A741BE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keleton"/>
        </a:ext>
      </dgm:extLst>
    </dgm:pt>
    <dgm:pt modelId="{6AB23DED-A81D-4717-92AE-7C216E9F7A94}" type="pres">
      <dgm:prSet presAssocID="{13313B56-6826-4AB0-A038-E6BD8A741BE8}" presName="spaceRect" presStyleCnt="0"/>
      <dgm:spPr/>
    </dgm:pt>
    <dgm:pt modelId="{2BA94F91-A364-4403-82E6-9BC77BCB58A6}" type="pres">
      <dgm:prSet presAssocID="{13313B56-6826-4AB0-A038-E6BD8A741BE8}" presName="textRect" presStyleLbl="revTx" presStyleIdx="0" presStyleCnt="4">
        <dgm:presLayoutVars>
          <dgm:chMax val="1"/>
          <dgm:chPref val="1"/>
        </dgm:presLayoutVars>
      </dgm:prSet>
      <dgm:spPr/>
    </dgm:pt>
    <dgm:pt modelId="{324996D7-2AFD-40CF-B500-0E7060319C5F}" type="pres">
      <dgm:prSet presAssocID="{44F794B4-C981-47EC-94A1-60E265425A2F}" presName="sibTrans" presStyleLbl="sibTrans2D1" presStyleIdx="0" presStyleCnt="0"/>
      <dgm:spPr/>
    </dgm:pt>
    <dgm:pt modelId="{013C33AC-10AD-4A0D-A180-26468E3028A3}" type="pres">
      <dgm:prSet presAssocID="{FBA0CE26-CB69-4F0D-ABA4-033CDC3EAD63}" presName="compNode" presStyleCnt="0"/>
      <dgm:spPr/>
    </dgm:pt>
    <dgm:pt modelId="{DF0D62BA-D809-4AA9-8882-6A213FF6647D}" type="pres">
      <dgm:prSet presAssocID="{FBA0CE26-CB69-4F0D-ABA4-033CDC3EAD63}" presName="iconBgRect" presStyleLbl="bgShp" presStyleIdx="1" presStyleCnt="4"/>
      <dgm:spPr/>
    </dgm:pt>
    <dgm:pt modelId="{DFB42B74-32ED-4FF2-BFEC-2CF0A65C4D7D}" type="pres">
      <dgm:prSet presAssocID="{FBA0CE26-CB69-4F0D-ABA4-033CDC3EAD6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lue"/>
        </a:ext>
      </dgm:extLst>
    </dgm:pt>
    <dgm:pt modelId="{64A1252C-206B-4756-8422-7B5714449614}" type="pres">
      <dgm:prSet presAssocID="{FBA0CE26-CB69-4F0D-ABA4-033CDC3EAD63}" presName="spaceRect" presStyleCnt="0"/>
      <dgm:spPr/>
    </dgm:pt>
    <dgm:pt modelId="{4206FF1F-490B-4322-BC5F-9E62D3515A39}" type="pres">
      <dgm:prSet presAssocID="{FBA0CE26-CB69-4F0D-ABA4-033CDC3EAD63}" presName="textRect" presStyleLbl="revTx" presStyleIdx="1" presStyleCnt="4">
        <dgm:presLayoutVars>
          <dgm:chMax val="1"/>
          <dgm:chPref val="1"/>
        </dgm:presLayoutVars>
      </dgm:prSet>
      <dgm:spPr/>
    </dgm:pt>
    <dgm:pt modelId="{8D251756-B4BB-4712-91AC-56DB2515A3BA}" type="pres">
      <dgm:prSet presAssocID="{01D4B7F3-200E-4908-87AB-EE8169C3AEA4}" presName="sibTrans" presStyleLbl="sibTrans2D1" presStyleIdx="0" presStyleCnt="0"/>
      <dgm:spPr/>
    </dgm:pt>
    <dgm:pt modelId="{81ED5EC0-E647-4B74-AB2D-6E0B130482D9}" type="pres">
      <dgm:prSet presAssocID="{8B2A6743-70EB-4A4E-9E8C-83B20E6968E1}" presName="compNode" presStyleCnt="0"/>
      <dgm:spPr/>
    </dgm:pt>
    <dgm:pt modelId="{D3BB0617-86E7-40A0-A6A1-30F7F65FC4F9}" type="pres">
      <dgm:prSet presAssocID="{8B2A6743-70EB-4A4E-9E8C-83B20E6968E1}" presName="iconBgRect" presStyleLbl="bgShp" presStyleIdx="2" presStyleCnt="4"/>
      <dgm:spPr/>
    </dgm:pt>
    <dgm:pt modelId="{A4289F6A-DCA5-49CB-8FCF-3954EC3AD84C}" type="pres">
      <dgm:prSet presAssocID="{8B2A6743-70EB-4A4E-9E8C-83B20E6968E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ngue"/>
        </a:ext>
      </dgm:extLst>
    </dgm:pt>
    <dgm:pt modelId="{50F646F2-2884-45A8-90CF-CA82739F4E2B}" type="pres">
      <dgm:prSet presAssocID="{8B2A6743-70EB-4A4E-9E8C-83B20E6968E1}" presName="spaceRect" presStyleCnt="0"/>
      <dgm:spPr/>
    </dgm:pt>
    <dgm:pt modelId="{A135E43B-C9D9-4E40-8E40-C86462A25C6C}" type="pres">
      <dgm:prSet presAssocID="{8B2A6743-70EB-4A4E-9E8C-83B20E6968E1}" presName="textRect" presStyleLbl="revTx" presStyleIdx="2" presStyleCnt="4">
        <dgm:presLayoutVars>
          <dgm:chMax val="1"/>
          <dgm:chPref val="1"/>
        </dgm:presLayoutVars>
      </dgm:prSet>
      <dgm:spPr/>
    </dgm:pt>
    <dgm:pt modelId="{B9FC631B-8D1D-4577-B0F6-105F4F30B3BC}" type="pres">
      <dgm:prSet presAssocID="{77D7157F-A368-405A-A892-9A57B6D9D124}" presName="sibTrans" presStyleLbl="sibTrans2D1" presStyleIdx="0" presStyleCnt="0"/>
      <dgm:spPr/>
    </dgm:pt>
    <dgm:pt modelId="{24134BFE-8D53-438F-B5D8-7E88DFEE7523}" type="pres">
      <dgm:prSet presAssocID="{4352999D-32A8-4A23-A2DF-E88242886DD5}" presName="compNode" presStyleCnt="0"/>
      <dgm:spPr/>
    </dgm:pt>
    <dgm:pt modelId="{D2AC044A-FD8D-41E3-9160-5FD4FE18BD43}" type="pres">
      <dgm:prSet presAssocID="{4352999D-32A8-4A23-A2DF-E88242886DD5}" presName="iconBgRect" presStyleLbl="bgShp" presStyleIdx="3" presStyleCnt="4"/>
      <dgm:spPr/>
    </dgm:pt>
    <dgm:pt modelId="{DBF34797-B6EF-4AB2-8AA1-F76921D934A8}" type="pres">
      <dgm:prSet presAssocID="{4352999D-32A8-4A23-A2DF-E88242886DD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s"/>
        </a:ext>
      </dgm:extLst>
    </dgm:pt>
    <dgm:pt modelId="{EE8F6A47-5F11-4C40-98F3-22FEE97C61F1}" type="pres">
      <dgm:prSet presAssocID="{4352999D-32A8-4A23-A2DF-E88242886DD5}" presName="spaceRect" presStyleCnt="0"/>
      <dgm:spPr/>
    </dgm:pt>
    <dgm:pt modelId="{4B650F69-4375-4FB0-9B71-3FFF0B0CDEDB}" type="pres">
      <dgm:prSet presAssocID="{4352999D-32A8-4A23-A2DF-E88242886DD5}" presName="textRect" presStyleLbl="revTx" presStyleIdx="3" presStyleCnt="4">
        <dgm:presLayoutVars>
          <dgm:chMax val="1"/>
          <dgm:chPref val="1"/>
        </dgm:presLayoutVars>
      </dgm:prSet>
      <dgm:spPr/>
    </dgm:pt>
  </dgm:ptLst>
  <dgm:cxnLst>
    <dgm:cxn modelId="{EA08A901-3D32-4A34-B78A-24DA79A07CC2}" type="presOf" srcId="{4352999D-32A8-4A23-A2DF-E88242886DD5}" destId="{4B650F69-4375-4FB0-9B71-3FFF0B0CDEDB}" srcOrd="0" destOrd="0" presId="urn:microsoft.com/office/officeart/2018/2/layout/IconCircleList"/>
    <dgm:cxn modelId="{88213F0E-4FA7-406B-A2D0-534F77B6542D}" type="presOf" srcId="{44F794B4-C981-47EC-94A1-60E265425A2F}" destId="{324996D7-2AFD-40CF-B500-0E7060319C5F}" srcOrd="0" destOrd="0" presId="urn:microsoft.com/office/officeart/2018/2/layout/IconCircleList"/>
    <dgm:cxn modelId="{B3417C16-29E5-4319-BC27-0B303EA74B66}" type="presOf" srcId="{FBA0CE26-CB69-4F0D-ABA4-033CDC3EAD63}" destId="{4206FF1F-490B-4322-BC5F-9E62D3515A39}" srcOrd="0" destOrd="0" presId="urn:microsoft.com/office/officeart/2018/2/layout/IconCircleList"/>
    <dgm:cxn modelId="{0C8A4F1B-C367-447B-B27D-7F3AAB956A44}" type="presOf" srcId="{13313B56-6826-4AB0-A038-E6BD8A741BE8}" destId="{2BA94F91-A364-4403-82E6-9BC77BCB58A6}" srcOrd="0" destOrd="0" presId="urn:microsoft.com/office/officeart/2018/2/layout/IconCircleList"/>
    <dgm:cxn modelId="{1484D226-D5D0-469F-B19E-A7D95BA7E29B}" srcId="{5D4A41CF-74FF-44E8-9F9E-8B489DE04622}" destId="{8B2A6743-70EB-4A4E-9E8C-83B20E6968E1}" srcOrd="2" destOrd="0" parTransId="{5F34EEDF-D9D7-49CF-BFE3-28D6B49A42A4}" sibTransId="{77D7157F-A368-405A-A892-9A57B6D9D124}"/>
    <dgm:cxn modelId="{A0318446-C9CD-41C7-B47C-EF2EB8F4DDD6}" type="presOf" srcId="{5D4A41CF-74FF-44E8-9F9E-8B489DE04622}" destId="{15D810BC-CAC4-42C4-AF4A-5DDCE0E0ACA7}" srcOrd="0" destOrd="0" presId="urn:microsoft.com/office/officeart/2018/2/layout/IconCircleList"/>
    <dgm:cxn modelId="{310E2B9E-C51F-461F-93DA-7A31093CC773}" type="presOf" srcId="{77D7157F-A368-405A-A892-9A57B6D9D124}" destId="{B9FC631B-8D1D-4577-B0F6-105F4F30B3BC}" srcOrd="0" destOrd="0" presId="urn:microsoft.com/office/officeart/2018/2/layout/IconCircleList"/>
    <dgm:cxn modelId="{226711AB-C956-45CC-A8A6-BA761CADEBB8}" type="presOf" srcId="{8B2A6743-70EB-4A4E-9E8C-83B20E6968E1}" destId="{A135E43B-C9D9-4E40-8E40-C86462A25C6C}" srcOrd="0" destOrd="0" presId="urn:microsoft.com/office/officeart/2018/2/layout/IconCircleList"/>
    <dgm:cxn modelId="{36EBE8AC-27C7-424F-8F7D-13AF36F25CFE}" srcId="{5D4A41CF-74FF-44E8-9F9E-8B489DE04622}" destId="{FBA0CE26-CB69-4F0D-ABA4-033CDC3EAD63}" srcOrd="1" destOrd="0" parTransId="{01C71B48-B15D-423D-8840-B241678DCEC3}" sibTransId="{01D4B7F3-200E-4908-87AB-EE8169C3AEA4}"/>
    <dgm:cxn modelId="{25C642B3-057E-4336-9324-6A228D73717B}" type="presOf" srcId="{01D4B7F3-200E-4908-87AB-EE8169C3AEA4}" destId="{8D251756-B4BB-4712-91AC-56DB2515A3BA}" srcOrd="0" destOrd="0" presId="urn:microsoft.com/office/officeart/2018/2/layout/IconCircleList"/>
    <dgm:cxn modelId="{E4C5B0C8-902C-4850-BB9C-6628C600D457}" srcId="{5D4A41CF-74FF-44E8-9F9E-8B489DE04622}" destId="{4352999D-32A8-4A23-A2DF-E88242886DD5}" srcOrd="3" destOrd="0" parTransId="{38986476-85E4-46A6-8611-9D89F4B24DD2}" sibTransId="{215344F7-3A61-4396-89C3-62317E6A1B9B}"/>
    <dgm:cxn modelId="{25DC28EE-4AE4-4258-B80C-4ADC5B7C348D}" srcId="{5D4A41CF-74FF-44E8-9F9E-8B489DE04622}" destId="{13313B56-6826-4AB0-A038-E6BD8A741BE8}" srcOrd="0" destOrd="0" parTransId="{AB60F85E-43C4-4DC8-A423-692E0CBCB478}" sibTransId="{44F794B4-C981-47EC-94A1-60E265425A2F}"/>
    <dgm:cxn modelId="{7398B511-E82C-4834-A9A5-AC6B8F1D4EA5}" type="presParOf" srcId="{15D810BC-CAC4-42C4-AF4A-5DDCE0E0ACA7}" destId="{1AA96BDA-817A-49EF-99E5-1E8CEE2A2336}" srcOrd="0" destOrd="0" presId="urn:microsoft.com/office/officeart/2018/2/layout/IconCircleList"/>
    <dgm:cxn modelId="{0B74D0B7-578E-4B7A-AF27-A123A28C2121}" type="presParOf" srcId="{1AA96BDA-817A-49EF-99E5-1E8CEE2A2336}" destId="{52998704-A09B-41B7-A5DE-9A14E78528C6}" srcOrd="0" destOrd="0" presId="urn:microsoft.com/office/officeart/2018/2/layout/IconCircleList"/>
    <dgm:cxn modelId="{CC43E050-0DFF-4026-B48A-2C16A4E08E63}" type="presParOf" srcId="{52998704-A09B-41B7-A5DE-9A14E78528C6}" destId="{6C3211F7-0663-4C32-8E43-262A6FE1618B}" srcOrd="0" destOrd="0" presId="urn:microsoft.com/office/officeart/2018/2/layout/IconCircleList"/>
    <dgm:cxn modelId="{96786E0F-5A74-4C42-B97C-5C8AAEC497F0}" type="presParOf" srcId="{52998704-A09B-41B7-A5DE-9A14E78528C6}" destId="{A21FB94F-E540-4EF4-8107-0479D38530C7}" srcOrd="1" destOrd="0" presId="urn:microsoft.com/office/officeart/2018/2/layout/IconCircleList"/>
    <dgm:cxn modelId="{7C353B71-7570-4C0F-9EDB-E1A1B2055711}" type="presParOf" srcId="{52998704-A09B-41B7-A5DE-9A14E78528C6}" destId="{6AB23DED-A81D-4717-92AE-7C216E9F7A94}" srcOrd="2" destOrd="0" presId="urn:microsoft.com/office/officeart/2018/2/layout/IconCircleList"/>
    <dgm:cxn modelId="{442EDEB6-2E8A-482D-92DF-0AFCD9733A07}" type="presParOf" srcId="{52998704-A09B-41B7-A5DE-9A14E78528C6}" destId="{2BA94F91-A364-4403-82E6-9BC77BCB58A6}" srcOrd="3" destOrd="0" presId="urn:microsoft.com/office/officeart/2018/2/layout/IconCircleList"/>
    <dgm:cxn modelId="{501C427D-641B-4B7C-A33E-828BE7E0BC24}" type="presParOf" srcId="{1AA96BDA-817A-49EF-99E5-1E8CEE2A2336}" destId="{324996D7-2AFD-40CF-B500-0E7060319C5F}" srcOrd="1" destOrd="0" presId="urn:microsoft.com/office/officeart/2018/2/layout/IconCircleList"/>
    <dgm:cxn modelId="{49E0FF18-F04D-43BD-A830-AA2BA74821CC}" type="presParOf" srcId="{1AA96BDA-817A-49EF-99E5-1E8CEE2A2336}" destId="{013C33AC-10AD-4A0D-A180-26468E3028A3}" srcOrd="2" destOrd="0" presId="urn:microsoft.com/office/officeart/2018/2/layout/IconCircleList"/>
    <dgm:cxn modelId="{AB6D12E2-617E-4358-94A0-573713F02D0F}" type="presParOf" srcId="{013C33AC-10AD-4A0D-A180-26468E3028A3}" destId="{DF0D62BA-D809-4AA9-8882-6A213FF6647D}" srcOrd="0" destOrd="0" presId="urn:microsoft.com/office/officeart/2018/2/layout/IconCircleList"/>
    <dgm:cxn modelId="{EADD8F4F-1FCD-4FB3-8F07-03F21BFD02C3}" type="presParOf" srcId="{013C33AC-10AD-4A0D-A180-26468E3028A3}" destId="{DFB42B74-32ED-4FF2-BFEC-2CF0A65C4D7D}" srcOrd="1" destOrd="0" presId="urn:microsoft.com/office/officeart/2018/2/layout/IconCircleList"/>
    <dgm:cxn modelId="{E94E3547-8B71-4F49-938A-BFF6499CA20C}" type="presParOf" srcId="{013C33AC-10AD-4A0D-A180-26468E3028A3}" destId="{64A1252C-206B-4756-8422-7B5714449614}" srcOrd="2" destOrd="0" presId="urn:microsoft.com/office/officeart/2018/2/layout/IconCircleList"/>
    <dgm:cxn modelId="{5E0ACB6F-94E6-4923-A622-90B766D33275}" type="presParOf" srcId="{013C33AC-10AD-4A0D-A180-26468E3028A3}" destId="{4206FF1F-490B-4322-BC5F-9E62D3515A39}" srcOrd="3" destOrd="0" presId="urn:microsoft.com/office/officeart/2018/2/layout/IconCircleList"/>
    <dgm:cxn modelId="{A8073F44-0252-4354-9C0C-86B9C23DBB75}" type="presParOf" srcId="{1AA96BDA-817A-49EF-99E5-1E8CEE2A2336}" destId="{8D251756-B4BB-4712-91AC-56DB2515A3BA}" srcOrd="3" destOrd="0" presId="urn:microsoft.com/office/officeart/2018/2/layout/IconCircleList"/>
    <dgm:cxn modelId="{8862E175-140F-4C5D-9032-23B0C819A69E}" type="presParOf" srcId="{1AA96BDA-817A-49EF-99E5-1E8CEE2A2336}" destId="{81ED5EC0-E647-4B74-AB2D-6E0B130482D9}" srcOrd="4" destOrd="0" presId="urn:microsoft.com/office/officeart/2018/2/layout/IconCircleList"/>
    <dgm:cxn modelId="{D17B187F-9133-42D5-8F7B-C5C746AAAA4D}" type="presParOf" srcId="{81ED5EC0-E647-4B74-AB2D-6E0B130482D9}" destId="{D3BB0617-86E7-40A0-A6A1-30F7F65FC4F9}" srcOrd="0" destOrd="0" presId="urn:microsoft.com/office/officeart/2018/2/layout/IconCircleList"/>
    <dgm:cxn modelId="{F70642A8-3DB7-453E-94A6-96F914E67E36}" type="presParOf" srcId="{81ED5EC0-E647-4B74-AB2D-6E0B130482D9}" destId="{A4289F6A-DCA5-49CB-8FCF-3954EC3AD84C}" srcOrd="1" destOrd="0" presId="urn:microsoft.com/office/officeart/2018/2/layout/IconCircleList"/>
    <dgm:cxn modelId="{32111D71-471D-44F8-8751-E436DE313BF7}" type="presParOf" srcId="{81ED5EC0-E647-4B74-AB2D-6E0B130482D9}" destId="{50F646F2-2884-45A8-90CF-CA82739F4E2B}" srcOrd="2" destOrd="0" presId="urn:microsoft.com/office/officeart/2018/2/layout/IconCircleList"/>
    <dgm:cxn modelId="{221E50C5-F3B1-4C96-93AA-E374C019546F}" type="presParOf" srcId="{81ED5EC0-E647-4B74-AB2D-6E0B130482D9}" destId="{A135E43B-C9D9-4E40-8E40-C86462A25C6C}" srcOrd="3" destOrd="0" presId="urn:microsoft.com/office/officeart/2018/2/layout/IconCircleList"/>
    <dgm:cxn modelId="{60820B02-2B7C-4D95-B933-D11F9726BF9C}" type="presParOf" srcId="{1AA96BDA-817A-49EF-99E5-1E8CEE2A2336}" destId="{B9FC631B-8D1D-4577-B0F6-105F4F30B3BC}" srcOrd="5" destOrd="0" presId="urn:microsoft.com/office/officeart/2018/2/layout/IconCircleList"/>
    <dgm:cxn modelId="{3BECFFEE-6339-4978-BFB1-70669A8AEFA2}" type="presParOf" srcId="{1AA96BDA-817A-49EF-99E5-1E8CEE2A2336}" destId="{24134BFE-8D53-438F-B5D8-7E88DFEE7523}" srcOrd="6" destOrd="0" presId="urn:microsoft.com/office/officeart/2018/2/layout/IconCircleList"/>
    <dgm:cxn modelId="{4FAD7D56-BBF6-4FA2-BA26-9F02E068EC07}" type="presParOf" srcId="{24134BFE-8D53-438F-B5D8-7E88DFEE7523}" destId="{D2AC044A-FD8D-41E3-9160-5FD4FE18BD43}" srcOrd="0" destOrd="0" presId="urn:microsoft.com/office/officeart/2018/2/layout/IconCircleList"/>
    <dgm:cxn modelId="{6000309E-23A9-4902-AA43-0F9AD9692613}" type="presParOf" srcId="{24134BFE-8D53-438F-B5D8-7E88DFEE7523}" destId="{DBF34797-B6EF-4AB2-8AA1-F76921D934A8}" srcOrd="1" destOrd="0" presId="urn:microsoft.com/office/officeart/2018/2/layout/IconCircleList"/>
    <dgm:cxn modelId="{F85B695B-3F79-45BA-900F-AC02AC1A3793}" type="presParOf" srcId="{24134BFE-8D53-438F-B5D8-7E88DFEE7523}" destId="{EE8F6A47-5F11-4C40-98F3-22FEE97C61F1}" srcOrd="2" destOrd="0" presId="urn:microsoft.com/office/officeart/2018/2/layout/IconCircleList"/>
    <dgm:cxn modelId="{585825C0-D225-4314-B135-EC7B83853F9A}" type="presParOf" srcId="{24134BFE-8D53-438F-B5D8-7E88DFEE7523}" destId="{4B650F69-4375-4FB0-9B71-3FFF0B0CDED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211F7-0663-4C32-8E43-262A6FE1618B}">
      <dsp:nvSpPr>
        <dsp:cNvPr id="0" name=""/>
        <dsp:cNvSpPr/>
      </dsp:nvSpPr>
      <dsp:spPr>
        <a:xfrm>
          <a:off x="145153" y="800136"/>
          <a:ext cx="1005669" cy="100566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1FB94F-E540-4EF4-8107-0479D38530C7}">
      <dsp:nvSpPr>
        <dsp:cNvPr id="0" name=""/>
        <dsp:cNvSpPr/>
      </dsp:nvSpPr>
      <dsp:spPr>
        <a:xfrm>
          <a:off x="356344" y="1011326"/>
          <a:ext cx="583288" cy="583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A94F91-A364-4403-82E6-9BC77BCB58A6}">
      <dsp:nvSpPr>
        <dsp:cNvPr id="0" name=""/>
        <dsp:cNvSpPr/>
      </dsp:nvSpPr>
      <dsp:spPr>
        <a:xfrm>
          <a:off x="1366323"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zh-CN" sz="2300" kern="1200"/>
            <a:t>触发器定义在特定的表上，与表相关</a:t>
          </a:r>
          <a:endParaRPr lang="en-US" sz="2300" kern="1200"/>
        </a:p>
      </dsp:txBody>
      <dsp:txXfrm>
        <a:off x="1366323" y="800136"/>
        <a:ext cx="2370505" cy="1005669"/>
      </dsp:txXfrm>
    </dsp:sp>
    <dsp:sp modelId="{DF0D62BA-D809-4AA9-8882-6A213FF6647D}">
      <dsp:nvSpPr>
        <dsp:cNvPr id="0" name=""/>
        <dsp:cNvSpPr/>
      </dsp:nvSpPr>
      <dsp:spPr>
        <a:xfrm>
          <a:off x="4149871" y="800136"/>
          <a:ext cx="1005669" cy="100566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B42B74-32ED-4FF2-BFEC-2CF0A65C4D7D}">
      <dsp:nvSpPr>
        <dsp:cNvPr id="0" name=""/>
        <dsp:cNvSpPr/>
      </dsp:nvSpPr>
      <dsp:spPr>
        <a:xfrm>
          <a:off x="4361061" y="1011326"/>
          <a:ext cx="583288" cy="5832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06FF1F-490B-4322-BC5F-9E62D3515A39}">
      <dsp:nvSpPr>
        <dsp:cNvPr id="0" name=""/>
        <dsp:cNvSpPr/>
      </dsp:nvSpPr>
      <dsp:spPr>
        <a:xfrm>
          <a:off x="5371040"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zh-CN" sz="2300" kern="1200"/>
            <a:t>自动触发执行</a:t>
          </a:r>
          <a:endParaRPr lang="en-US" sz="2300" kern="1200"/>
        </a:p>
      </dsp:txBody>
      <dsp:txXfrm>
        <a:off x="5371040" y="800136"/>
        <a:ext cx="2370505" cy="1005669"/>
      </dsp:txXfrm>
    </dsp:sp>
    <dsp:sp modelId="{D3BB0617-86E7-40A0-A6A1-30F7F65FC4F9}">
      <dsp:nvSpPr>
        <dsp:cNvPr id="0" name=""/>
        <dsp:cNvSpPr/>
      </dsp:nvSpPr>
      <dsp:spPr>
        <a:xfrm>
          <a:off x="145153" y="2545532"/>
          <a:ext cx="1005669" cy="100566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289F6A-DCA5-49CB-8FCF-3954EC3AD84C}">
      <dsp:nvSpPr>
        <dsp:cNvPr id="0" name=""/>
        <dsp:cNvSpPr/>
      </dsp:nvSpPr>
      <dsp:spPr>
        <a:xfrm>
          <a:off x="356344" y="2756723"/>
          <a:ext cx="583288" cy="5832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35E43B-C9D9-4E40-8E40-C86462A25C6C}">
      <dsp:nvSpPr>
        <dsp:cNvPr id="0" name=""/>
        <dsp:cNvSpPr/>
      </dsp:nvSpPr>
      <dsp:spPr>
        <a:xfrm>
          <a:off x="1366323"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zh-CN" sz="2300" kern="1200"/>
            <a:t>不能直接调用</a:t>
          </a:r>
          <a:endParaRPr lang="en-US" sz="2300" kern="1200"/>
        </a:p>
      </dsp:txBody>
      <dsp:txXfrm>
        <a:off x="1366323" y="2545532"/>
        <a:ext cx="2370505" cy="1005669"/>
      </dsp:txXfrm>
    </dsp:sp>
    <dsp:sp modelId="{D2AC044A-FD8D-41E3-9160-5FD4FE18BD43}">
      <dsp:nvSpPr>
        <dsp:cNvPr id="0" name=""/>
        <dsp:cNvSpPr/>
      </dsp:nvSpPr>
      <dsp:spPr>
        <a:xfrm>
          <a:off x="4149871" y="2545532"/>
          <a:ext cx="1005669" cy="100566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F34797-B6EF-4AB2-8AA1-F76921D934A8}">
      <dsp:nvSpPr>
        <dsp:cNvPr id="0" name=""/>
        <dsp:cNvSpPr/>
      </dsp:nvSpPr>
      <dsp:spPr>
        <a:xfrm>
          <a:off x="4361061" y="2756723"/>
          <a:ext cx="583288" cy="5832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650F69-4375-4FB0-9B71-3FFF0B0CDEDB}">
      <dsp:nvSpPr>
        <dsp:cNvPr id="0" name=""/>
        <dsp:cNvSpPr/>
      </dsp:nvSpPr>
      <dsp:spPr>
        <a:xfrm>
          <a:off x="5371040"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zh-CN" sz="2300" kern="1200"/>
            <a:t>是一个事务（可回滚）</a:t>
          </a:r>
          <a:endParaRPr lang="en-US" sz="2300" kern="1200"/>
        </a:p>
      </dsp:txBody>
      <dsp:txXfrm>
        <a:off x="5371040" y="2545532"/>
        <a:ext cx="2370505" cy="100566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2021-4-20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9.xml"/><Relationship Id="rId7"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file:///F:\400px_tools/pic_temp/pic_sup.png" TargetMode="Externa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file:///F:\400px_tools/pic_temp/1_pic_quater_right_up.png" TargetMode="Externa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3.png"/><Relationship Id="rId5" Type="http://schemas.openxmlformats.org/officeDocument/2006/relationships/tags" Target="../tags/tag17.xml"/><Relationship Id="rId10" Type="http://schemas.openxmlformats.org/officeDocument/2006/relationships/image" Target="file:///F:\400px_tools/pic_temp/0_pic_quater_left_up.png" TargetMode="External"/><Relationship Id="rId4" Type="http://schemas.openxmlformats.org/officeDocument/2006/relationships/tags" Target="../tags/tag16.xml"/><Relationship Id="rId9"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image" Target="file:///F:\400px_tools/pic_temp/pic_half_right.png" TargetMode="Externa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5.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image" Target="file:///F:\400px_tools/pic_temp/pic_half_left.png" TargetMode="External"/><Relationship Id="rId5" Type="http://schemas.openxmlformats.org/officeDocument/2006/relationships/tags" Target="../tags/tag24.xml"/><Relationship Id="rId10" Type="http://schemas.openxmlformats.org/officeDocument/2006/relationships/image" Target="../media/image4.png"/><Relationship Id="rId4" Type="http://schemas.openxmlformats.org/officeDocument/2006/relationships/tags" Target="../tags/tag23.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image" Target="file:///F:\400px_tools/pic_temp/1_pic_quater_right_up.png" TargetMode="Externa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3.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file:///F:\400px_tools/pic_temp/0_pic_quater_left_up.png" TargetMode="External"/><Relationship Id="rId5" Type="http://schemas.openxmlformats.org/officeDocument/2006/relationships/tags" Target="../tags/tag32.xml"/><Relationship Id="rId10" Type="http://schemas.openxmlformats.org/officeDocument/2006/relationships/image" Target="../media/image2.png"/><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image" Target="file:///F:\400px_tools/pic_temp/0_pic_quater_left_up.png" TargetMode="Externa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2.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Master" Target="../slideMasters/slideMaster1.xml"/><Relationship Id="rId5" Type="http://schemas.openxmlformats.org/officeDocument/2006/relationships/tags" Target="../tags/tag40.xml"/><Relationship Id="rId15" Type="http://schemas.openxmlformats.org/officeDocument/2006/relationships/image" Target="file:///F:\400px_tools/pic_temp/1_pic_quater_right_up.png" TargetMode="Externa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image" Target="file:///C:\Users\admin\Desktop\123\sup\12\subject.pn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file:///F:\400px_tools/pic_temp/1_pic_quater_right_up.png" TargetMode="Externa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3.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file:///F:\400px_tools/pic_temp/0_pic_quater_left_up.png" TargetMode="External"/><Relationship Id="rId5" Type="http://schemas.openxmlformats.org/officeDocument/2006/relationships/tags" Target="../tags/tag59.xml"/><Relationship Id="rId10" Type="http://schemas.openxmlformats.org/officeDocument/2006/relationships/image" Target="../media/image2.png"/><Relationship Id="rId4" Type="http://schemas.openxmlformats.org/officeDocument/2006/relationships/tags" Target="../tags/tag58.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file:///F:\400px_tools/pic_temp/1_pic_quater_right_up.png" TargetMode="Externa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image" Target="../media/image3.png"/><Relationship Id="rId5" Type="http://schemas.openxmlformats.org/officeDocument/2006/relationships/tags" Target="../tags/tag67.xml"/><Relationship Id="rId10" Type="http://schemas.openxmlformats.org/officeDocument/2006/relationships/image" Target="file:///F:\400px_tools/pic_temp/0_pic_quater_left_up.png" TargetMode="External"/><Relationship Id="rId4" Type="http://schemas.openxmlformats.org/officeDocument/2006/relationships/tags" Target="../tags/tag66.xml"/><Relationship Id="rId9"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2.xml"/><Relationship Id="rId7"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file:///F:\400px_tools/pic_temp/1_pic_quater_right_up.png" TargetMode="External"/><Relationship Id="rId5" Type="http://schemas.openxmlformats.org/officeDocument/2006/relationships/tags" Target="../tags/tag74.xml"/><Relationship Id="rId10" Type="http://schemas.openxmlformats.org/officeDocument/2006/relationships/image" Target="../media/image3.png"/><Relationship Id="rId4" Type="http://schemas.openxmlformats.org/officeDocument/2006/relationships/tags" Target="../tags/tag73.xml"/><Relationship Id="rId9" Type="http://schemas.openxmlformats.org/officeDocument/2006/relationships/image" Target="file:///F:\400px_tools/pic_temp/0_pic_quater_left_up.png" TargetMode="Externa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78.xml"/><Relationship Id="rId7"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9" Type="http://schemas.openxmlformats.org/officeDocument/2006/relationships/image" Target="file:///F:\400px_tools/pic_temp/pic_sup.png" TargetMode="Externa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4.xml"/><Relationship Id="rId7" Type="http://schemas.openxmlformats.org/officeDocument/2006/relationships/slideMaster" Target="../slideMasters/slideMaster1.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file:///F:\400px_tools/pic_temp/1_pic_quater_right_up.png" TargetMode="External"/><Relationship Id="rId5" Type="http://schemas.openxmlformats.org/officeDocument/2006/relationships/tags" Target="../tags/tag86.xml"/><Relationship Id="rId10" Type="http://schemas.openxmlformats.org/officeDocument/2006/relationships/image" Target="../media/image3.png"/><Relationship Id="rId4" Type="http://schemas.openxmlformats.org/officeDocument/2006/relationships/tags" Target="../tags/tag85.xml"/><Relationship Id="rId9" Type="http://schemas.openxmlformats.org/officeDocument/2006/relationships/image" Target="file:///F:\400px_tools/pic_temp/0_pic_quater_left_up.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file:///F:\400px_tools/pic_temp/1_pic_quater_right_up.png" TargetMode="Externa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3.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file:///F:\400px_tools/pic_temp/0_pic_quater_left_up.png" TargetMode="External"/><Relationship Id="rId5" Type="http://schemas.openxmlformats.org/officeDocument/2006/relationships/tags" Target="../tags/tag92.xml"/><Relationship Id="rId10" Type="http://schemas.openxmlformats.org/officeDocument/2006/relationships/image" Target="../media/image2.png"/><Relationship Id="rId4" Type="http://schemas.openxmlformats.org/officeDocument/2006/relationships/tags" Target="../tags/tag91.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file:///F:\400px_tools/pic_temp/0_pic_quater_left_up.png" TargetMode="External"/><Relationship Id="rId5" Type="http://schemas.openxmlformats.org/officeDocument/2006/relationships/tags" Target="../tags/tag100.xml"/><Relationship Id="rId10" Type="http://schemas.openxmlformats.org/officeDocument/2006/relationships/image" Target="../media/image2.png"/><Relationship Id="rId4" Type="http://schemas.openxmlformats.org/officeDocument/2006/relationships/tags" Target="../tags/tag99.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image" Target="../media/image3.png"/><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image" Target="file:///F:\400px_tools/pic_temp/0_pic_quater_left_up.png" TargetMode="Externa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2.png"/><Relationship Id="rId5" Type="http://schemas.openxmlformats.org/officeDocument/2006/relationships/tags" Target="../tags/tag108.xml"/><Relationship Id="rId10" Type="http://schemas.openxmlformats.org/officeDocument/2006/relationships/slideMaster" Target="../slideMasters/slideMaster1.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image" Target="file:///F:\400px_tools/pic_temp/1_pic_quater_right_up.png"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image" Target="../media/image3.png"/><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file:///F:\400px_tools/pic_temp/0_pic_quater_left_up.png" TargetMode="Externa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image" Target="../media/image2.png"/><Relationship Id="rId5" Type="http://schemas.openxmlformats.org/officeDocument/2006/relationships/tags" Target="../tags/tag117.xml"/><Relationship Id="rId10" Type="http://schemas.openxmlformats.org/officeDocument/2006/relationships/slideMaster" Target="../slideMasters/slideMaster1.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image" Target="file:///F:\400px_tools/pic_temp/1_pic_quater_right_up.png" TargetMode="Externa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image" Target="../media/image2.png"/><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slideMaster" Target="../slideMasters/slideMaster1.xml"/><Relationship Id="rId2" Type="http://schemas.openxmlformats.org/officeDocument/2006/relationships/tags" Target="../tags/tag123.xml"/><Relationship Id="rId16" Type="http://schemas.openxmlformats.org/officeDocument/2006/relationships/image" Target="file:///F:\400px_tools/pic_temp/1_pic_quater_right_up.png" TargetMode="Externa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image" Target="../media/image3.png"/><Relationship Id="rId10" Type="http://schemas.openxmlformats.org/officeDocument/2006/relationships/tags" Target="../tags/tag131.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image" Target="file:///F:\400px_tools/pic_temp/0_pic_quater_left_up.png" TargetMode="Externa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image" Target="file:///F:\400px_tools/pic_temp/1_pic_quater_right_up.png" TargetMode="Externa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image" Target="../media/image8.png"/><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image" Target="file:///F:\400px_tools/pic_temp/0_pic_quater_left_up.png" TargetMode="External"/><Relationship Id="rId5" Type="http://schemas.openxmlformats.org/officeDocument/2006/relationships/tags" Target="../tags/tag137.xml"/><Relationship Id="rId10" Type="http://schemas.openxmlformats.org/officeDocument/2006/relationships/image" Target="../media/image7.png"/><Relationship Id="rId4" Type="http://schemas.openxmlformats.org/officeDocument/2006/relationships/tags" Target="../tags/tag136.xml"/><Relationship Id="rId9"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49.xml"/><Relationship Id="rId7" Type="http://schemas.openxmlformats.org/officeDocument/2006/relationships/slideMaster" Target="../slideMasters/slideMaster2.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9" Type="http://schemas.openxmlformats.org/officeDocument/2006/relationships/image" Target="file:///F:\400px_tools/pic_temp/pic_sup.png" TargetMode="Externa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5.xml"/><Relationship Id="rId7" Type="http://schemas.openxmlformats.org/officeDocument/2006/relationships/tags" Target="../tags/tag159.xml"/><Relationship Id="rId12" Type="http://schemas.openxmlformats.org/officeDocument/2006/relationships/image" Target="file:///F:\400px_tools/pic_temp/1_pic_quater_right_up.png" TargetMode="Externa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image" Target="../media/image3.png"/><Relationship Id="rId5" Type="http://schemas.openxmlformats.org/officeDocument/2006/relationships/tags" Target="../tags/tag157.xml"/><Relationship Id="rId10" Type="http://schemas.openxmlformats.org/officeDocument/2006/relationships/image" Target="file:///F:\400px_tools/pic_temp/0_pic_quater_left_up.png" TargetMode="External"/><Relationship Id="rId4" Type="http://schemas.openxmlformats.org/officeDocument/2006/relationships/tags" Target="../tags/tag156.xml"/><Relationship Id="rId9"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image" Target="file:///F:\400px_tools/pic_temp/pic_half_right.png" TargetMode="External"/><Relationship Id="rId3" Type="http://schemas.openxmlformats.org/officeDocument/2006/relationships/tags" Target="../tags/tag162.xml"/><Relationship Id="rId7" Type="http://schemas.openxmlformats.org/officeDocument/2006/relationships/tags" Target="../tags/tag166.xml"/><Relationship Id="rId12" Type="http://schemas.openxmlformats.org/officeDocument/2006/relationships/image" Target="../media/image5.png"/><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image" Target="file:///F:\400px_tools/pic_temp/pic_half_left.png" TargetMode="External"/><Relationship Id="rId5" Type="http://schemas.openxmlformats.org/officeDocument/2006/relationships/tags" Target="../tags/tag164.xml"/><Relationship Id="rId10" Type="http://schemas.openxmlformats.org/officeDocument/2006/relationships/image" Target="../media/image4.png"/><Relationship Id="rId4" Type="http://schemas.openxmlformats.org/officeDocument/2006/relationships/tags" Target="../tags/tag163.xml"/><Relationship Id="rId9"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image" Target="file:///F:\400px_tools/pic_temp/1_pic_quater_right_up.png" TargetMode="External"/><Relationship Id="rId3" Type="http://schemas.openxmlformats.org/officeDocument/2006/relationships/tags" Target="../tags/tag170.xml"/><Relationship Id="rId7" Type="http://schemas.openxmlformats.org/officeDocument/2006/relationships/tags" Target="../tags/tag174.xml"/><Relationship Id="rId12" Type="http://schemas.openxmlformats.org/officeDocument/2006/relationships/image" Target="../media/image3.png"/><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image" Target="file:///F:\400px_tools/pic_temp/0_pic_quater_left_up.png" TargetMode="External"/><Relationship Id="rId5" Type="http://schemas.openxmlformats.org/officeDocument/2006/relationships/tags" Target="../tags/tag172.xml"/><Relationship Id="rId10" Type="http://schemas.openxmlformats.org/officeDocument/2006/relationships/image" Target="../media/image2.png"/><Relationship Id="rId4" Type="http://schemas.openxmlformats.org/officeDocument/2006/relationships/tags" Target="../tags/tag171.xml"/><Relationship Id="rId9"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83.xml"/><Relationship Id="rId13" Type="http://schemas.openxmlformats.org/officeDocument/2006/relationships/image" Target="file:///F:\400px_tools/pic_temp/0_pic_quater_left_up.png" TargetMode="Externa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image" Target="../media/image2.png"/><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slideMaster" Target="../slideMasters/slideMaster2.xml"/><Relationship Id="rId5" Type="http://schemas.openxmlformats.org/officeDocument/2006/relationships/tags" Target="../tags/tag180.xml"/><Relationship Id="rId15" Type="http://schemas.openxmlformats.org/officeDocument/2006/relationships/image" Target="file:///F:\400px_tools/pic_temp/1_pic_quater_right_up.png" TargetMode="Externa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88.xml"/><Relationship Id="rId7" Type="http://schemas.openxmlformats.org/officeDocument/2006/relationships/slideMaster" Target="../slideMasters/slideMaster2.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9" Type="http://schemas.openxmlformats.org/officeDocument/2006/relationships/image" Target="file:///C:\Users\admin\Desktop\123\sup\12\subject.png" TargetMode="Externa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02.xml"/><Relationship Id="rId13" Type="http://schemas.openxmlformats.org/officeDocument/2006/relationships/image" Target="file:///F:\400px_tools/pic_temp/1_pic_quater_right_up.png" TargetMode="External"/><Relationship Id="rId3" Type="http://schemas.openxmlformats.org/officeDocument/2006/relationships/tags" Target="../tags/tag197.xml"/><Relationship Id="rId7" Type="http://schemas.openxmlformats.org/officeDocument/2006/relationships/tags" Target="../tags/tag201.xml"/><Relationship Id="rId12" Type="http://schemas.openxmlformats.org/officeDocument/2006/relationships/image" Target="../media/image3.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image" Target="file:///F:\400px_tools/pic_temp/0_pic_quater_left_up.png" TargetMode="External"/><Relationship Id="rId5" Type="http://schemas.openxmlformats.org/officeDocument/2006/relationships/tags" Target="../tags/tag199.xml"/><Relationship Id="rId10" Type="http://schemas.openxmlformats.org/officeDocument/2006/relationships/image" Target="../media/image2.png"/><Relationship Id="rId4" Type="http://schemas.openxmlformats.org/officeDocument/2006/relationships/tags" Target="../tags/tag198.xml"/><Relationship Id="rId9"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file:///F:\400px_tools/pic_temp/1_pic_quater_right_up.png" TargetMode="Externa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image" Target="../media/image3.png"/><Relationship Id="rId5" Type="http://schemas.openxmlformats.org/officeDocument/2006/relationships/tags" Target="../tags/tag207.xml"/><Relationship Id="rId10" Type="http://schemas.openxmlformats.org/officeDocument/2006/relationships/image" Target="file:///F:\400px_tools/pic_temp/0_pic_quater_left_up.png" TargetMode="External"/><Relationship Id="rId4" Type="http://schemas.openxmlformats.org/officeDocument/2006/relationships/tags" Target="../tags/tag206.xml"/><Relationship Id="rId9"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12.xml"/><Relationship Id="rId7" Type="http://schemas.openxmlformats.org/officeDocument/2006/relationships/slideMaster" Target="../slideMasters/slideMaster2.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image" Target="file:///F:\400px_tools/pic_temp/1_pic_quater_right_up.png" TargetMode="External"/><Relationship Id="rId5" Type="http://schemas.openxmlformats.org/officeDocument/2006/relationships/tags" Target="../tags/tag214.xml"/><Relationship Id="rId10" Type="http://schemas.openxmlformats.org/officeDocument/2006/relationships/image" Target="../media/image3.png"/><Relationship Id="rId4" Type="http://schemas.openxmlformats.org/officeDocument/2006/relationships/tags" Target="../tags/tag213.xml"/><Relationship Id="rId9" Type="http://schemas.openxmlformats.org/officeDocument/2006/relationships/image" Target="file:///F:\400px_tools/pic_temp/0_pic_quater_left_up.png" TargetMode="Externa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18.xml"/><Relationship Id="rId7" Type="http://schemas.openxmlformats.org/officeDocument/2006/relationships/slideMaster" Target="../slideMasters/slideMaster2.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9" Type="http://schemas.openxmlformats.org/officeDocument/2006/relationships/image" Target="file:///F:\400px_tools/pic_temp/pic_sup.png" TargetMode="Externa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24.xml"/><Relationship Id="rId7" Type="http://schemas.openxmlformats.org/officeDocument/2006/relationships/slideMaster" Target="../slideMasters/slideMaster2.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image" Target="file:///F:\400px_tools/pic_temp/1_pic_quater_right_up.png" TargetMode="External"/><Relationship Id="rId5" Type="http://schemas.openxmlformats.org/officeDocument/2006/relationships/tags" Target="../tags/tag226.xml"/><Relationship Id="rId10" Type="http://schemas.openxmlformats.org/officeDocument/2006/relationships/image" Target="../media/image3.png"/><Relationship Id="rId4" Type="http://schemas.openxmlformats.org/officeDocument/2006/relationships/tags" Target="../tags/tag225.xml"/><Relationship Id="rId9" Type="http://schemas.openxmlformats.org/officeDocument/2006/relationships/image" Target="file:///F:\400px_tools/pic_temp/0_pic_quater_left_up.png" TargetMode="Externa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235.xml"/><Relationship Id="rId13" Type="http://schemas.openxmlformats.org/officeDocument/2006/relationships/image" Target="file:///F:\400px_tools/pic_temp/1_pic_quater_right_up.png" TargetMode="External"/><Relationship Id="rId3" Type="http://schemas.openxmlformats.org/officeDocument/2006/relationships/tags" Target="../tags/tag230.xml"/><Relationship Id="rId7" Type="http://schemas.openxmlformats.org/officeDocument/2006/relationships/tags" Target="../tags/tag234.xml"/><Relationship Id="rId12" Type="http://schemas.openxmlformats.org/officeDocument/2006/relationships/image" Target="../media/image3.png"/><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image" Target="file:///F:\400px_tools/pic_temp/0_pic_quater_left_up.png" TargetMode="External"/><Relationship Id="rId5" Type="http://schemas.openxmlformats.org/officeDocument/2006/relationships/tags" Target="../tags/tag232.xml"/><Relationship Id="rId10" Type="http://schemas.openxmlformats.org/officeDocument/2006/relationships/image" Target="../media/image2.png"/><Relationship Id="rId4" Type="http://schemas.openxmlformats.org/officeDocument/2006/relationships/tags" Target="../tags/tag231.xml"/><Relationship Id="rId9"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43.xml"/><Relationship Id="rId3" Type="http://schemas.openxmlformats.org/officeDocument/2006/relationships/tags" Target="../tags/tag238.xml"/><Relationship Id="rId7" Type="http://schemas.openxmlformats.org/officeDocument/2006/relationships/tags" Target="../tags/tag242.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tags" Target="../tags/tag241.xml"/><Relationship Id="rId11" Type="http://schemas.openxmlformats.org/officeDocument/2006/relationships/image" Target="file:///F:\400px_tools/pic_temp/0_pic_quater_left_up.png" TargetMode="External"/><Relationship Id="rId5" Type="http://schemas.openxmlformats.org/officeDocument/2006/relationships/tags" Target="../tags/tag240.xml"/><Relationship Id="rId10" Type="http://schemas.openxmlformats.org/officeDocument/2006/relationships/image" Target="../media/image2.png"/><Relationship Id="rId4" Type="http://schemas.openxmlformats.org/officeDocument/2006/relationships/tags" Target="../tags/tag239.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51.xml"/><Relationship Id="rId13" Type="http://schemas.openxmlformats.org/officeDocument/2006/relationships/image" Target="../media/image3.png"/><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image" Target="file:///F:\400px_tools/pic_temp/0_pic_quater_left_up.png" TargetMode="Externa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image" Target="../media/image2.png"/><Relationship Id="rId5" Type="http://schemas.openxmlformats.org/officeDocument/2006/relationships/tags" Target="../tags/tag248.xml"/><Relationship Id="rId10" Type="http://schemas.openxmlformats.org/officeDocument/2006/relationships/slideMaster" Target="../slideMasters/slideMaster2.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image" Target="file:///F:\400px_tools/pic_temp/1_pic_quater_right_up.png" TargetMode="Externa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60.xml"/><Relationship Id="rId13" Type="http://schemas.openxmlformats.org/officeDocument/2006/relationships/image" Target="../media/image3.png"/><Relationship Id="rId3" Type="http://schemas.openxmlformats.org/officeDocument/2006/relationships/tags" Target="../tags/tag255.xml"/><Relationship Id="rId7" Type="http://schemas.openxmlformats.org/officeDocument/2006/relationships/tags" Target="../tags/tag259.xml"/><Relationship Id="rId12" Type="http://schemas.openxmlformats.org/officeDocument/2006/relationships/image" Target="file:///F:\400px_tools/pic_temp/0_pic_quater_left_up.png" TargetMode="Externa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11" Type="http://schemas.openxmlformats.org/officeDocument/2006/relationships/image" Target="../media/image2.png"/><Relationship Id="rId5" Type="http://schemas.openxmlformats.org/officeDocument/2006/relationships/tags" Target="../tags/tag257.xml"/><Relationship Id="rId10" Type="http://schemas.openxmlformats.org/officeDocument/2006/relationships/slideMaster" Target="../slideMasters/slideMaster2.xml"/><Relationship Id="rId4" Type="http://schemas.openxmlformats.org/officeDocument/2006/relationships/tags" Target="../tags/tag256.xml"/><Relationship Id="rId9" Type="http://schemas.openxmlformats.org/officeDocument/2006/relationships/tags" Target="../tags/tag261.xml"/><Relationship Id="rId14" Type="http://schemas.openxmlformats.org/officeDocument/2006/relationships/image" Target="file:///F:\400px_tools/pic_temp/1_pic_quater_right_up.png" TargetMode="Externa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69.xml"/><Relationship Id="rId13" Type="http://schemas.openxmlformats.org/officeDocument/2006/relationships/image" Target="../media/image2.png"/><Relationship Id="rId3" Type="http://schemas.openxmlformats.org/officeDocument/2006/relationships/tags" Target="../tags/tag264.xml"/><Relationship Id="rId7" Type="http://schemas.openxmlformats.org/officeDocument/2006/relationships/tags" Target="../tags/tag268.xml"/><Relationship Id="rId12" Type="http://schemas.openxmlformats.org/officeDocument/2006/relationships/slideMaster" Target="../slideMasters/slideMaster2.xml"/><Relationship Id="rId2" Type="http://schemas.openxmlformats.org/officeDocument/2006/relationships/tags" Target="../tags/tag263.xml"/><Relationship Id="rId16" Type="http://schemas.openxmlformats.org/officeDocument/2006/relationships/image" Target="file:///F:\400px_tools/pic_temp/1_pic_quater_right_up.png" TargetMode="External"/><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5" Type="http://schemas.openxmlformats.org/officeDocument/2006/relationships/tags" Target="../tags/tag266.xml"/><Relationship Id="rId15" Type="http://schemas.openxmlformats.org/officeDocument/2006/relationships/image" Target="../media/image3.png"/><Relationship Id="rId10" Type="http://schemas.openxmlformats.org/officeDocument/2006/relationships/tags" Target="../tags/tag271.xml"/><Relationship Id="rId4" Type="http://schemas.openxmlformats.org/officeDocument/2006/relationships/tags" Target="../tags/tag265.xml"/><Relationship Id="rId9" Type="http://schemas.openxmlformats.org/officeDocument/2006/relationships/tags" Target="../tags/tag270.xml"/><Relationship Id="rId14" Type="http://schemas.openxmlformats.org/officeDocument/2006/relationships/image" Target="file:///F:\400px_tools/pic_temp/0_pic_quater_left_up.png" TargetMode="Externa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280.xml"/><Relationship Id="rId13" Type="http://schemas.openxmlformats.org/officeDocument/2006/relationships/image" Target="file:///F:\400px_tools/pic_temp/1_pic_quater_right_up.png" TargetMode="External"/><Relationship Id="rId3" Type="http://schemas.openxmlformats.org/officeDocument/2006/relationships/tags" Target="../tags/tag275.xml"/><Relationship Id="rId7" Type="http://schemas.openxmlformats.org/officeDocument/2006/relationships/tags" Target="../tags/tag279.xml"/><Relationship Id="rId12" Type="http://schemas.openxmlformats.org/officeDocument/2006/relationships/image" Target="../media/image8.png"/><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tags" Target="../tags/tag278.xml"/><Relationship Id="rId11" Type="http://schemas.openxmlformats.org/officeDocument/2006/relationships/image" Target="file:///F:\400px_tools/pic_temp/0_pic_quater_left_up.png" TargetMode="External"/><Relationship Id="rId5" Type="http://schemas.openxmlformats.org/officeDocument/2006/relationships/tags" Target="../tags/tag277.xml"/><Relationship Id="rId10" Type="http://schemas.openxmlformats.org/officeDocument/2006/relationships/image" Target="../media/image7.png"/><Relationship Id="rId4" Type="http://schemas.openxmlformats.org/officeDocument/2006/relationships/tags" Target="../tags/tag276.xml"/><Relationship Id="rId9"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p:custDataLst>
              <p:tags r:id="rId1"/>
            </p:custDataLst>
          </p:nvPr>
        </p:nvPicPr>
        <p:blipFill>
          <a:blip r:embed="rId8" r:link="rId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日期占位符 15"/>
          <p:cNvSpPr>
            <a:spLocks noGrp="1"/>
          </p:cNvSpPr>
          <p:nvPr>
            <p:ph type="dt" sz="half" idx="10"/>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17" name="页脚占位符 16"/>
          <p:cNvSpPr>
            <a:spLocks noGrp="1"/>
          </p:cNvSpPr>
          <p:nvPr>
            <p:ph type="ftr" sz="quarter" idx="11"/>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3" name="标题 2"/>
          <p:cNvSpPr>
            <a:spLocks noGrp="1"/>
          </p:cNvSpPr>
          <p:nvPr>
            <p:ph type="ctrTitle" idx="14" hasCustomPrompt="1"/>
            <p:custDataLst>
              <p:tags r:id="rId5"/>
            </p:custDataLst>
          </p:nvPr>
        </p:nvSpPr>
        <p:spPr>
          <a:xfrm>
            <a:off x="571976" y="2343150"/>
            <a:ext cx="3810000" cy="1085850"/>
          </a:xfrm>
        </p:spPr>
        <p:txBody>
          <a:bodyPr vert="horz" wrap="square" lIns="90170" tIns="46990" rIns="90170" bIns="0" anchor="b"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4500" b="0" spc="600">
                <a:solidFill>
                  <a:schemeClr val="tx1">
                    <a:lumMod val="85000"/>
                    <a:lumOff val="15000"/>
                  </a:schemeClr>
                </a:solidFill>
                <a:latin typeface="Arial" panose="020B0604020202020204" pitchFamily="34" charset="0"/>
                <a:ea typeface="汉仪乐喵体W" panose="00020600040101010101" pitchFamily="18" charset="-122"/>
              </a:defRPr>
            </a:lvl1pPr>
          </a:lstStyle>
          <a:p>
            <a:r>
              <a:rPr lang="zh-CN" altLang="en-US" dirty="0"/>
              <a:t>编辑标题</a:t>
            </a:r>
          </a:p>
        </p:txBody>
      </p:sp>
      <p:sp>
        <p:nvSpPr>
          <p:cNvPr id="2" name="副标题 1"/>
          <p:cNvSpPr>
            <a:spLocks noGrp="1"/>
          </p:cNvSpPr>
          <p:nvPr>
            <p:ph type="subTitle" idx="13" hasCustomPrompt="1"/>
            <p:custDataLst>
              <p:tags r:id="rId6"/>
            </p:custDataLst>
          </p:nvPr>
        </p:nvSpPr>
        <p:spPr>
          <a:xfrm>
            <a:off x="571976" y="3527425"/>
            <a:ext cx="3810000" cy="532765"/>
          </a:xfrm>
        </p:spPr>
        <p:txBody>
          <a:bodyPr vert="horz" wrap="square" lIns="90170" tIns="0" rIns="90170" bIns="46990" anchor="t" anchorCtr="0">
            <a:normAutofit/>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500" b="0" spc="200">
                <a:solidFill>
                  <a:schemeClr val="tx1">
                    <a:lumMod val="85000"/>
                    <a:lumOff val="15000"/>
                  </a:schemeClr>
                </a:solidFill>
                <a:latin typeface="Arial" panose="020B0604020202020204" pitchFamily="34" charset="0"/>
                <a:ea typeface="幼圆" panose="02010509060101010101" pitchFamily="49"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a:t>单击此处编辑副标题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7" name="图片 6"/>
          <p:cNvPicPr/>
          <p:nvPr>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12" y="443234"/>
            <a:ext cx="8139178"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412" y="952508"/>
            <a:ext cx="8139178"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9" name="图片 8"/>
          <p:cNvPicPr/>
          <p:nvPr>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1397000"/>
            <a:ext cx="1522157" cy="4064000"/>
          </a:xfrm>
          <a:prstGeom prst="rect">
            <a:avLst/>
          </a:prstGeom>
        </p:spPr>
      </p:pic>
      <p:pic>
        <p:nvPicPr>
          <p:cNvPr id="8" name="图片 7"/>
          <p:cNvPicPr/>
          <p:nvPr>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7621843" y="1397000"/>
            <a:ext cx="1522157" cy="4064000"/>
          </a:xfrm>
          <a:prstGeom prst="rect">
            <a:avLst/>
          </a:prstGeom>
        </p:spPr>
      </p:pic>
      <p:sp>
        <p:nvSpPr>
          <p:cNvPr id="7" name="矩形 6"/>
          <p:cNvSpPr/>
          <p:nvPr>
            <p:custDataLst>
              <p:tags r:id="rId3"/>
            </p:custDataLst>
          </p:nvPr>
        </p:nvSpPr>
        <p:spPr>
          <a:xfrm>
            <a:off x="219056" y="303809"/>
            <a:ext cx="8705888"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0">
              <a:solidFill>
                <a:schemeClr val="lt1"/>
              </a:solidFill>
            </a:endParaRPr>
          </a:p>
        </p:txBody>
      </p:sp>
      <p:sp>
        <p:nvSpPr>
          <p:cNvPr id="4" name="日期占位符 3"/>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
        <p:nvSpPr>
          <p:cNvPr id="3" name="标题 2"/>
          <p:cNvSpPr>
            <a:spLocks noGrp="1"/>
          </p:cNvSpPr>
          <p:nvPr>
            <p:ph type="ctrTitle" idx="14" hasCustomPrompt="1"/>
            <p:custDataLst>
              <p:tags r:id="rId7"/>
            </p:custDataLst>
          </p:nvPr>
        </p:nvSpPr>
        <p:spPr>
          <a:xfrm>
            <a:off x="2357675" y="2707006"/>
            <a:ext cx="4420553" cy="714375"/>
          </a:xfrm>
        </p:spPr>
        <p:txBody>
          <a:bodyPr vert="horz" wrap="square" lIns="90170" tIns="46990" rIns="90170" bIns="0" anchor="b" anchorCtr="0">
            <a:normAutofit/>
          </a:bodyPr>
          <a:lstStyle>
            <a:lvl1pPr marL="0" marR="0" indent="0" algn="l" defTabSz="914400" rtl="0" eaLnBrk="1" fontAlgn="auto" latinLnBrk="0" hangingPunct="1">
              <a:lnSpc>
                <a:spcPct val="120000"/>
              </a:lnSpc>
              <a:spcBef>
                <a:spcPct val="0"/>
              </a:spcBef>
              <a:spcAft>
                <a:spcPts val="0"/>
              </a:spcAft>
              <a:buClrTx/>
              <a:buSzPts val="3200"/>
              <a:buNone/>
              <a:defRPr sz="2700" b="0" spc="300">
                <a:solidFill>
                  <a:schemeClr val="tx1">
                    <a:lumMod val="85000"/>
                    <a:lumOff val="15000"/>
                  </a:schemeClr>
                </a:solidFill>
                <a:latin typeface="Arial" panose="020B0604020202020204" pitchFamily="34" charset="0"/>
                <a:ea typeface="汉仪乐喵体W" panose="00020600040101010101" pitchFamily="18" charset="-122"/>
              </a:defRPr>
            </a:lvl1pPr>
          </a:lstStyle>
          <a:p>
            <a:r>
              <a:rPr lang="zh-CN" altLang="en-US"/>
              <a:t>编辑标题</a:t>
            </a:r>
          </a:p>
        </p:txBody>
      </p:sp>
      <p:sp>
        <p:nvSpPr>
          <p:cNvPr id="2" name="副标题 1"/>
          <p:cNvSpPr>
            <a:spLocks noGrp="1"/>
          </p:cNvSpPr>
          <p:nvPr>
            <p:ph type="subTitle" idx="13" hasCustomPrompt="1"/>
            <p:custDataLst>
              <p:tags r:id="rId8"/>
            </p:custDataLst>
          </p:nvPr>
        </p:nvSpPr>
        <p:spPr>
          <a:xfrm>
            <a:off x="2357438" y="3488690"/>
            <a:ext cx="4420553" cy="818515"/>
          </a:xfrm>
        </p:spPr>
        <p:txBody>
          <a:bodyPr vert="horz" wrap="square" lIns="90170" tIns="0" rIns="90170" bIns="4699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200" b="0" spc="200">
                <a:solidFill>
                  <a:schemeClr val="tx1">
                    <a:lumMod val="85000"/>
                    <a:lumOff val="15000"/>
                  </a:schemeClr>
                </a:solidFill>
                <a:latin typeface="Arial" panose="020B0604020202020204" pitchFamily="34" charset="0"/>
                <a:ea typeface="幼圆" panose="02010509060101010101" pitchFamily="49"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a:t>单击此处编辑副标题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502448"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4679158" y="952508"/>
            <a:ext cx="3962432" cy="5388907"/>
          </a:xfrm>
        </p:spPr>
        <p:txBody>
          <a:bodyPr wrap="square" lIns="90170" tIns="46990" rIns="90170" bIns="46990">
            <a:normAutofit/>
          </a:bodyPr>
          <a:lstStyle>
            <a:lvl1pPr eaLnBrk="1" fontAlgn="auto" latinLnBrk="0" hangingPunct="1">
              <a:defRPr sz="1200">
                <a:solidFill>
                  <a:schemeClr val="tx1"/>
                </a:solidFill>
                <a:latin typeface="Arial" panose="020B0604020202020204" pitchFamily="34" charset="0"/>
                <a:ea typeface="幼圆" panose="02010509060101010101" pitchFamily="49" charset="-122"/>
              </a:defRPr>
            </a:lvl1pPr>
            <a:lvl2pPr eaLnBrk="1" fontAlgn="auto" latinLnBrk="0" hangingPunct="1">
              <a:defRPr sz="1200">
                <a:solidFill>
                  <a:schemeClr val="tx1"/>
                </a:solidFill>
                <a:latin typeface="Arial" panose="020B0604020202020204" pitchFamily="34" charset="0"/>
                <a:ea typeface="幼圆" panose="02010509060101010101" pitchFamily="49" charset="-122"/>
              </a:defRPr>
            </a:lvl2pPr>
            <a:lvl3pPr eaLnBrk="1" fontAlgn="auto" latinLnBrk="0" hangingPunct="1">
              <a:defRPr sz="1200">
                <a:solidFill>
                  <a:schemeClr val="tx1"/>
                </a:solidFill>
                <a:latin typeface="Arial" panose="020B0604020202020204" pitchFamily="34" charset="0"/>
                <a:ea typeface="幼圆" panose="02010509060101010101" pitchFamily="49" charset="-122"/>
              </a:defRPr>
            </a:lvl3pPr>
            <a:lvl4pPr eaLnBrk="1" fontAlgn="auto" latinLnBrk="0" hangingPunct="1">
              <a:defRPr sz="1200">
                <a:solidFill>
                  <a:schemeClr val="tx1"/>
                </a:solidFill>
                <a:latin typeface="Arial" panose="020B0604020202020204" pitchFamily="34" charset="0"/>
                <a:ea typeface="幼圆" panose="02010509060101010101" pitchFamily="49" charset="-122"/>
              </a:defRPr>
            </a:lvl4pPr>
            <a:lvl5pPr eaLnBrk="1" fontAlgn="auto" latinLnBrk="0" hangingPunct="1">
              <a:defRPr sz="120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6" name="页脚占位符 5"/>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p:custDataLst>
              <p:tags r:id="rId1"/>
            </p:custDataLst>
          </p:nvPr>
        </p:nvPicPr>
        <p:blipFill>
          <a:blip r:embed="rId12" r:link="rId13"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10" name="图片 9"/>
          <p:cNvPicPr/>
          <p:nvPr>
            <p:custDataLst>
              <p:tags r:id="rId2"/>
            </p:custDataLst>
          </p:nvPr>
        </p:nvPicPr>
        <p:blipFill>
          <a:blip r:embed="rId14" r:link="rId15"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502448" y="952508"/>
            <a:ext cx="396243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幼圆" panose="02010509060101010101" pitchFamily="49"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502444" y="1406525"/>
            <a:ext cx="3962400"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4676813" y="952508"/>
            <a:ext cx="396243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4676813" y="1406525"/>
            <a:ext cx="3962432"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8" name="页脚占位符 7"/>
          <p:cNvSpPr>
            <a:spLocks noGrp="1"/>
          </p:cNvSpPr>
          <p:nvPr>
            <p:ph type="ftr" sz="quarter" idx="11"/>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9" name="灯片编号占位符 8"/>
          <p:cNvSpPr>
            <a:spLocks noGrp="1"/>
          </p:cNvSpPr>
          <p:nvPr>
            <p:ph type="sldNum" sz="quarter" idx="12"/>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1"/>
            </p:custDataLst>
          </p:nvPr>
        </p:nvPicPr>
        <p:blipFill>
          <a:blip r:embed="rId8" r:link="rId9">
            <a:extLst>
              <a:ext uri="{28A0092B-C50C-407E-A947-70E740481C1C}">
                <a14:useLocalDpi xmlns:a14="http://schemas.microsoft.com/office/drawing/2010/main" val="0"/>
              </a:ext>
            </a:extLst>
          </a:blip>
          <a:stretch>
            <a:fillRect/>
          </a:stretch>
        </p:blipFill>
        <p:spPr>
          <a:xfrm>
            <a:off x="228600" y="1234440"/>
            <a:ext cx="3291840" cy="4389120"/>
          </a:xfrm>
          <a:prstGeom prst="rect">
            <a:avLst/>
          </a:prstGeom>
        </p:spPr>
      </p:pic>
      <p:sp>
        <p:nvSpPr>
          <p:cNvPr id="6" name="任意多边形 6"/>
          <p:cNvSpPr/>
          <p:nvPr>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a:solidFill>
                  <a:schemeClr val="accent1">
                    <a:shade val="5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lt1"/>
              </a:solidFill>
            </a:endParaRPr>
          </a:p>
        </p:txBody>
      </p:sp>
      <p:sp>
        <p:nvSpPr>
          <p:cNvPr id="2" name="标题 1"/>
          <p:cNvSpPr>
            <a:spLocks noGrp="1"/>
          </p:cNvSpPr>
          <p:nvPr>
            <p:ph type="title"/>
            <p:custDataLst>
              <p:tags r:id="rId3"/>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3" name="页脚占位符 2"/>
          <p:cNvSpPr>
            <a:spLocks noGrp="1"/>
          </p:cNvSpPr>
          <p:nvPr>
            <p:ph type="ftr" sz="quarter" idx="11"/>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48"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502448" y="952508"/>
            <a:ext cx="396243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4679194" y="952508"/>
            <a:ext cx="396243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9EFD9D74-47D9-4702-A33C-335B63B48DBF}" type="datetimeFigureOut">
              <a:rPr lang="zh-CN" altLang="en-US" smtClean="0"/>
              <a:t>2021-4-20</a:t>
            </a:fld>
            <a:endParaRPr lang="zh-CN" altLang="en-US" dirty="0"/>
          </a:p>
        </p:txBody>
      </p:sp>
      <p:sp>
        <p:nvSpPr>
          <p:cNvPr id="6" name="页脚占位符 5"/>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7" name="灯片编号占位符 6"/>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7" name="图片 6"/>
          <p:cNvPicPr/>
          <p:nvPr>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竖排标题 1"/>
          <p:cNvSpPr>
            <a:spLocks noGrp="1"/>
          </p:cNvSpPr>
          <p:nvPr>
            <p:ph type="title" orient="vert"/>
            <p:custDataLst>
              <p:tags r:id="rId3"/>
            </p:custDataLst>
          </p:nvPr>
        </p:nvSpPr>
        <p:spPr>
          <a:xfrm>
            <a:off x="7928351" y="952508"/>
            <a:ext cx="713238"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952500"/>
            <a:ext cx="7371076"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幼圆" panose="02010509060101010101" pitchFamily="49" charset="-122"/>
              </a:defRPr>
            </a:lvl1pPr>
            <a:lvl2pPr indent="0" eaLnBrk="1" fontAlgn="auto" latinLnBrk="0" hangingPunct="1">
              <a:defRPr>
                <a:solidFill>
                  <a:schemeClr val="tx1"/>
                </a:solidFill>
                <a:latin typeface="Arial" panose="020B0604020202020204" pitchFamily="34" charset="0"/>
                <a:ea typeface="幼圆" panose="02010509060101010101" pitchFamily="49" charset="-122"/>
              </a:defRPr>
            </a:lvl2pPr>
            <a:lvl3pPr indent="0" eaLnBrk="1" fontAlgn="auto" latinLnBrk="0" hangingPunct="1">
              <a:defRPr>
                <a:solidFill>
                  <a:schemeClr val="tx1"/>
                </a:solidFill>
                <a:latin typeface="Arial" panose="020B0604020202020204" pitchFamily="34" charset="0"/>
                <a:ea typeface="幼圆" panose="02010509060101010101" pitchFamily="49" charset="-122"/>
              </a:defRPr>
            </a:lvl3pPr>
            <a:lvl4pPr indent="0" eaLnBrk="1" fontAlgn="auto" latinLnBrk="0" hangingPunct="1">
              <a:defRPr>
                <a:solidFill>
                  <a:schemeClr val="tx1"/>
                </a:solidFill>
                <a:latin typeface="Arial" panose="020B0604020202020204" pitchFamily="34" charset="0"/>
                <a:ea typeface="幼圆" panose="02010509060101010101" pitchFamily="49" charset="-122"/>
              </a:defRPr>
            </a:lvl4pPr>
            <a:lvl5pPr indent="0" eaLnBrk="1" fontAlgn="auto" latinLnBrk="0" hangingPunct="1">
              <a:defRPr>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6" name="图片 5"/>
          <p:cNvPicPr/>
          <p:nvPr>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3" name="日期占位符 2"/>
          <p:cNvSpPr>
            <a:spLocks noGrp="1"/>
          </p:cNvSpPr>
          <p:nvPr>
            <p:ph type="dt" sz="half" idx="10"/>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8" y="952508"/>
            <a:ext cx="8139178" cy="5388907"/>
          </a:xfrm>
        </p:spPr>
        <p:txBody>
          <a:bodyPr wrap="square">
            <a:normAutofit/>
          </a:bodyPr>
          <a:lstStyle>
            <a:lvl1pPr>
              <a:defRPr>
                <a:solidFill>
                  <a:schemeClr val="tx1"/>
                </a:solidFill>
                <a:latin typeface="Arial" panose="020B0604020202020204" pitchFamily="34" charset="0"/>
                <a:ea typeface="幼圆" panose="02010509060101010101" pitchFamily="49" charset="-122"/>
              </a:defRPr>
            </a:lvl1pPr>
            <a:lvl2pPr>
              <a:defRPr>
                <a:solidFill>
                  <a:schemeClr val="tx1"/>
                </a:solidFill>
                <a:latin typeface="Arial" panose="020B0604020202020204" pitchFamily="34" charset="0"/>
                <a:ea typeface="幼圆" panose="02010509060101010101" pitchFamily="49" charset="-122"/>
              </a:defRPr>
            </a:lvl2pPr>
            <a:lvl3pPr>
              <a:defRPr>
                <a:solidFill>
                  <a:schemeClr val="tx1"/>
                </a:solidFill>
                <a:latin typeface="Arial" panose="020B0604020202020204" pitchFamily="34" charset="0"/>
                <a:ea typeface="幼圆" panose="02010509060101010101" pitchFamily="49" charset="-122"/>
              </a:defRPr>
            </a:lvl3pPr>
            <a:lvl4pPr>
              <a:defRPr>
                <a:solidFill>
                  <a:schemeClr val="tx1"/>
                </a:solidFill>
                <a:latin typeface="Arial" panose="020B0604020202020204" pitchFamily="34" charset="0"/>
                <a:ea typeface="幼圆" panose="02010509060101010101" pitchFamily="49" charset="-122"/>
              </a:defRPr>
            </a:lvl4pPr>
            <a:lvl5pPr>
              <a:defRPr>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p:custDataLst>
              <p:tags r:id="rId1"/>
            </p:custDataLst>
          </p:nvPr>
        </p:nvPicPr>
        <p:blipFill>
          <a:blip r:embed="rId8" r:link="rId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日期占位符 2"/>
          <p:cNvSpPr>
            <a:spLocks noGrp="1"/>
          </p:cNvSpPr>
          <p:nvPr>
            <p:ph type="dt" sz="half" idx="10"/>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4" hasCustomPrompt="1"/>
            <p:custDataLst>
              <p:tags r:id="rId5"/>
            </p:custDataLst>
          </p:nvPr>
        </p:nvSpPr>
        <p:spPr>
          <a:xfrm>
            <a:off x="571500" y="3564483"/>
            <a:ext cx="3619500" cy="1111250"/>
          </a:xfrm>
        </p:spPr>
        <p:txBody>
          <a:bodyPr vert="horz" wrap="square" lIns="90170" tIns="0" rIns="90170" bIns="46990" anchor="t" anchorCtr="0">
            <a:normAutofit/>
          </a:bodyPr>
          <a:lstStyle>
            <a:lvl1pPr marL="0" marR="0" indent="0" algn="l" rtl="0" eaLnBrk="1" fontAlgn="auto">
              <a:lnSpc>
                <a:spcPct val="120000"/>
              </a:lnSpc>
              <a:spcBef>
                <a:spcPts val="0"/>
              </a:spcBef>
              <a:spcAft>
                <a:spcPts val="0"/>
              </a:spcAft>
              <a:buClrTx/>
              <a:buSzPts val="1800"/>
              <a:buFont typeface="Arial" panose="020B0604020202020204" pitchFamily="34" charset="0"/>
              <a:buNone/>
              <a:defRPr sz="1500" b="0" spc="200">
                <a:solidFill>
                  <a:schemeClr val="tx1">
                    <a:lumMod val="85000"/>
                    <a:lumOff val="15000"/>
                  </a:schemeClr>
                </a:solidFill>
                <a:latin typeface="Arial" panose="020B0604020202020204" pitchFamily="34" charset="0"/>
                <a:ea typeface="幼圆" panose="02010509060101010101" pitchFamily="49" charset="-122"/>
              </a:defRPr>
            </a:lvl1pPr>
          </a:lstStyle>
          <a:p>
            <a:pPr marL="228600" lvl="0" indent="-228600" algn="l" defTabSz="914400" rtl="0" eaLnBrk="1" fontAlgn="auto" latinLnBrk="0" hangingPunct="1">
              <a:lnSpc>
                <a:spcPct val="130000"/>
              </a:lnSpc>
              <a:spcBef>
                <a:spcPts val="0"/>
              </a:spcBef>
              <a:spcAft>
                <a:spcPts val="1000"/>
              </a:spcAft>
              <a:buClr>
                <a:schemeClr val="tx1">
                  <a:lumMod val="65000"/>
                  <a:lumOff val="35000"/>
                </a:schemeClr>
              </a:buClr>
              <a:buSzPts val="1800"/>
              <a:buFont typeface="Arial" panose="020B0604020202020204" pitchFamily="34" charset="0"/>
              <a:buNone/>
            </a:pPr>
            <a:r>
              <a:rPr lang="zh-CN" altLang="en-US"/>
              <a:t>单击此处编辑副标题</a:t>
            </a:r>
          </a:p>
        </p:txBody>
      </p:sp>
      <p:sp>
        <p:nvSpPr>
          <p:cNvPr id="2" name="标题 1"/>
          <p:cNvSpPr>
            <a:spLocks noGrp="1"/>
          </p:cNvSpPr>
          <p:nvPr>
            <p:ph type="title" idx="13" hasCustomPrompt="1"/>
            <p:custDataLst>
              <p:tags r:id="rId6"/>
            </p:custDataLst>
          </p:nvPr>
        </p:nvSpPr>
        <p:spPr>
          <a:xfrm>
            <a:off x="571500" y="2095183"/>
            <a:ext cx="3619024" cy="1351915"/>
          </a:xfrm>
        </p:spPr>
        <p:txBody>
          <a:bodyPr vert="horz" wrap="square" lIns="90170" tIns="46990" rIns="90170" bIns="0" anchor="b"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4950" b="0" spc="700">
                <a:solidFill>
                  <a:schemeClr val="tx1">
                    <a:lumMod val="85000"/>
                    <a:lumOff val="15000"/>
                  </a:schemeClr>
                </a:solidFill>
                <a:latin typeface="Arial" panose="020B0604020202020204" pitchFamily="34" charset="0"/>
                <a:ea typeface="汉仪乐喵体W" panose="00020600040101010101" pitchFamily="18" charset="-122"/>
              </a:defRPr>
            </a:lvl1pPr>
          </a:lstStyle>
          <a:p>
            <a:r>
              <a:rPr lang="zh-CN" altLang="en-US"/>
              <a:t>编辑标题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6" name="图片 5"/>
          <p:cNvPicPr/>
          <p:nvPr>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219056" y="303809"/>
            <a:ext cx="8705888" cy="6250382"/>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0">
              <a:solidFill>
                <a:schemeClr val="lt1"/>
              </a:solidFill>
            </a:endParaRPr>
          </a:p>
        </p:txBody>
      </p:sp>
      <p:pic>
        <p:nvPicPr>
          <p:cNvPr id="9" name="图片 8"/>
          <p:cNvPicPr/>
          <p:nvPr>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p:custDataLst>
              <p:tags r:id="rId3"/>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hasCustomPrompt="1"/>
            <p:custDataLst>
              <p:tags r:id="rId4"/>
            </p:custDataLst>
          </p:nvPr>
        </p:nvSpPr>
        <p:spPr>
          <a:xfrm>
            <a:off x="961200" y="1249200"/>
            <a:ext cx="7219800" cy="723600"/>
          </a:xfrm>
        </p:spPr>
        <p:txBody>
          <a:bodyPr wrap="square" anchor="ctr">
            <a:normAutofit/>
          </a:bodyPr>
          <a:lstStyle>
            <a:lvl1pPr>
              <a:defRPr sz="2400"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960835" y="2163600"/>
            <a:ext cx="7219950" cy="3445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0"/>
            <a:ext cx="3618452"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0">
              <a:solidFill>
                <a:schemeClr val="lt1"/>
              </a:solidFill>
            </a:endParaRPr>
          </a:p>
        </p:txBody>
      </p:sp>
      <p:pic>
        <p:nvPicPr>
          <p:cNvPr id="8" name="图片 7"/>
          <p:cNvPicPr/>
          <p:nvPr>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hasCustomPrompt="1"/>
            <p:custDataLst>
              <p:tags r:id="rId3"/>
            </p:custDataLst>
          </p:nvPr>
        </p:nvSpPr>
        <p:spPr>
          <a:xfrm>
            <a:off x="437400" y="770400"/>
            <a:ext cx="2970000" cy="882000"/>
          </a:xfrm>
        </p:spPr>
        <p:txBody>
          <a:bodyPr wrap="square" anchor="ctr" anchorCtr="0">
            <a:normAutofit/>
          </a:bodyPr>
          <a:lstStyle>
            <a:lvl1pPr>
              <a:defRPr sz="2700" baseline="0">
                <a:solidFill>
                  <a:schemeClr val="tx1"/>
                </a:solidFill>
                <a:latin typeface="Arial" panose="020B0604020202020204" pitchFamily="34" charset="0"/>
                <a:ea typeface="幼圆" panose="02010509060101010101" pitchFamily="49"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1764000"/>
            <a:ext cx="2967300" cy="4093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769938"/>
            <a:ext cx="4860000" cy="5087937"/>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1"/>
            </p:custDataLst>
          </p:nvPr>
        </p:nvSpPr>
        <p:spPr>
          <a:xfrm>
            <a:off x="0" y="0"/>
            <a:ext cx="9144000"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0">
              <a:solidFill>
                <a:schemeClr val="lt1"/>
              </a:solidFill>
            </a:endParaRPr>
          </a:p>
        </p:txBody>
      </p:sp>
      <p:pic>
        <p:nvPicPr>
          <p:cNvPr id="10" name="图片 9"/>
          <p:cNvPicPr/>
          <p:nvPr>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4"/>
            </p:custDataLst>
          </p:nvPr>
        </p:nvSpPr>
        <p:spPr>
          <a:xfrm>
            <a:off x="459000" y="781200"/>
            <a:ext cx="8232300" cy="626400"/>
          </a:xfrm>
        </p:spPr>
        <p:txBody>
          <a:bodyPr wrap="square" anchor="ctr">
            <a:normAutofit/>
          </a:bodyPr>
          <a:lstStyle>
            <a:lvl1pPr algn="ctr">
              <a:defRPr sz="2700" baseline="0">
                <a:solidFill>
                  <a:schemeClr val="tx1"/>
                </a:solidFill>
                <a:latin typeface="Arial" panose="020B0604020202020204" pitchFamily="34" charset="0"/>
                <a:ea typeface="幼圆" panose="02010509060101010101" pitchFamily="49"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659600"/>
            <a:ext cx="8231981" cy="828000"/>
          </a:xfrm>
        </p:spPr>
        <p:txBody>
          <a:bodyPr wrap="square">
            <a:normAutofit/>
          </a:bodyPr>
          <a:lstStyle>
            <a:lvl1pPr algn="ct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2808000"/>
            <a:ext cx="8224200" cy="34308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p:custDataLst>
              <p:tags r:id="rId1"/>
            </p:custDataLst>
          </p:nvPr>
        </p:nvSpPr>
        <p:spPr>
          <a:xfrm>
            <a:off x="0" y="5028971"/>
            <a:ext cx="9144000"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0">
              <a:solidFill>
                <a:schemeClr val="lt1"/>
              </a:solidFill>
            </a:endParaRPr>
          </a:p>
        </p:txBody>
      </p:sp>
      <p:pic>
        <p:nvPicPr>
          <p:cNvPr id="10" name="图片 9"/>
          <p:cNvPicPr/>
          <p:nvPr>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4"/>
            </p:custDataLst>
          </p:nvPr>
        </p:nvSpPr>
        <p:spPr>
          <a:xfrm>
            <a:off x="453600" y="669600"/>
            <a:ext cx="8232300" cy="565200"/>
          </a:xfrm>
        </p:spPr>
        <p:txBody>
          <a:bodyPr wrap="square" anchor="ctr" anchorCtr="0">
            <a:normAutofit/>
          </a:bodyPr>
          <a:lstStyle>
            <a:lvl1pPr algn="ctr">
              <a:defRPr sz="2400"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53628" y="1681200"/>
            <a:ext cx="8243100" cy="3211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445500" y="5180400"/>
            <a:ext cx="8251200" cy="10116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p:custDataLst>
              <p:tags r:id="rId1"/>
            </p:custDataLst>
          </p:nvPr>
        </p:nvSpPr>
        <p:spPr>
          <a:xfrm>
            <a:off x="0" y="0"/>
            <a:ext cx="9144000"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0">
              <a:solidFill>
                <a:schemeClr val="lt1"/>
              </a:solidFill>
            </a:endParaRPr>
          </a:p>
        </p:txBody>
      </p:sp>
      <p:pic>
        <p:nvPicPr>
          <p:cNvPr id="12" name="图片 11"/>
          <p:cNvPicPr/>
          <p:nvPr>
            <p:custDataLst>
              <p:tags r:id="rId2"/>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6137910"/>
            <a:ext cx="540068" cy="720090"/>
          </a:xfrm>
          <a:prstGeom prst="rect">
            <a:avLst/>
          </a:prstGeom>
        </p:spPr>
      </p:pic>
      <p:pic>
        <p:nvPicPr>
          <p:cNvPr id="10" name="图片 9"/>
          <p:cNvPicPr/>
          <p:nvPr>
            <p:custDataLst>
              <p:tags r:id="rId3"/>
            </p:custDataLst>
          </p:nvPr>
        </p:nvPicPr>
        <p:blipFill>
          <a:blip r:embed="rId15" r:link="rId16" cstate="print">
            <a:extLst>
              <a:ext uri="{28A0092B-C50C-407E-A947-70E740481C1C}">
                <a14:useLocalDpi xmlns:a14="http://schemas.microsoft.com/office/drawing/2010/main" val="0"/>
              </a:ext>
            </a:extLst>
          </a:blip>
          <a:stretch>
            <a:fillRect/>
          </a:stretch>
        </p:blipFill>
        <p:spPr>
          <a:xfrm>
            <a:off x="0" y="6137910"/>
            <a:ext cx="540068" cy="720090"/>
          </a:xfrm>
          <a:prstGeom prst="rect">
            <a:avLst/>
          </a:prstGeom>
        </p:spPr>
      </p:pic>
      <p:sp>
        <p:nvSpPr>
          <p:cNvPr id="2" name="标题 1"/>
          <p:cNvSpPr>
            <a:spLocks noGrp="1"/>
          </p:cNvSpPr>
          <p:nvPr>
            <p:ph type="title"/>
            <p:custDataLst>
              <p:tags r:id="rId4"/>
            </p:custDataLst>
          </p:nvPr>
        </p:nvSpPr>
        <p:spPr>
          <a:xfrm>
            <a:off x="434700" y="237600"/>
            <a:ext cx="8278200" cy="441964"/>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700" y="1663200"/>
            <a:ext cx="4006800" cy="28944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00" y="1663200"/>
            <a:ext cx="4025700" cy="28944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816800"/>
            <a:ext cx="4006800" cy="781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813200"/>
            <a:ext cx="4025700" cy="781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3691"/>
            <a:ext cx="9144000" cy="4950618"/>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0">
              <a:solidFill>
                <a:schemeClr val="lt1"/>
              </a:solidFill>
            </a:endParaRPr>
          </a:p>
        </p:txBody>
      </p:sp>
      <p:pic>
        <p:nvPicPr>
          <p:cNvPr id="9" name="图片 8"/>
          <p:cNvPicPr/>
          <p:nvPr>
            <p:custDataLst>
              <p:tags r:id="rId2"/>
            </p:custDataLst>
          </p:nvPr>
        </p:nvPicPr>
        <p:blipFill>
          <a:blip r:embed="rId10" r:link="rId11">
            <a:extLst>
              <a:ext uri="{28A0092B-C50C-407E-A947-70E740481C1C}">
                <a14:useLocalDpi xmlns:a14="http://schemas.microsoft.com/office/drawing/2010/main" val="0"/>
              </a:ext>
            </a:extLst>
          </a:blip>
          <a:stretch>
            <a:fillRect/>
          </a:stretch>
        </p:blipFill>
        <p:spPr>
          <a:xfrm>
            <a:off x="7928848" y="5237797"/>
            <a:ext cx="1215152" cy="1620202"/>
          </a:xfrm>
          <a:prstGeom prst="rect">
            <a:avLst/>
          </a:prstGeom>
        </p:spPr>
      </p:pic>
      <p:pic>
        <p:nvPicPr>
          <p:cNvPr id="8" name="图片 7"/>
          <p:cNvPicPr/>
          <p:nvPr>
            <p:custDataLst>
              <p:tags r:id="rId3"/>
            </p:custDataLst>
          </p:nvPr>
        </p:nvPicPr>
        <p:blipFill>
          <a:blip r:embed="rId12" r:link="rId13">
            <a:extLst>
              <a:ext uri="{28A0092B-C50C-407E-A947-70E740481C1C}">
                <a14:useLocalDpi xmlns:a14="http://schemas.microsoft.com/office/drawing/2010/main" val="0"/>
              </a:ext>
            </a:extLst>
          </a:blip>
          <a:stretch>
            <a:fillRect/>
          </a:stretch>
        </p:blipFill>
        <p:spPr>
          <a:xfrm>
            <a:off x="0" y="5237797"/>
            <a:ext cx="1215152" cy="1620202"/>
          </a:xfrm>
          <a:prstGeom prst="rect">
            <a:avLst/>
          </a:prstGeom>
        </p:spPr>
      </p:pic>
      <p:sp>
        <p:nvSpPr>
          <p:cNvPr id="2" name="标题 1"/>
          <p:cNvSpPr>
            <a:spLocks noGrp="1"/>
          </p:cNvSpPr>
          <p:nvPr>
            <p:ph type="title" hasCustomPrompt="1"/>
            <p:custDataLst>
              <p:tags r:id="rId4"/>
            </p:custDataLst>
          </p:nvPr>
        </p:nvSpPr>
        <p:spPr>
          <a:xfrm>
            <a:off x="1142100" y="1339200"/>
            <a:ext cx="6858000" cy="2386800"/>
          </a:xfrm>
        </p:spPr>
        <p:txBody>
          <a:bodyPr wrap="square" anchor="b">
            <a:normAutofit/>
          </a:bodyPr>
          <a:lstStyle>
            <a:lvl1pPr algn="ctr">
              <a:defRPr sz="4500"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3862800"/>
            <a:ext cx="6858000" cy="1656000"/>
          </a:xfrm>
        </p:spPr>
        <p:txBody>
          <a:bodyPr wrap="square">
            <a:normAutofit/>
          </a:bodyPr>
          <a:lstStyle>
            <a:lvl1pPr algn="ct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userDrawn="1">
            <p:custDataLst>
              <p:tags r:id="rId1"/>
            </p:custDataLst>
          </p:nvPr>
        </p:nvPicPr>
        <p:blipFill>
          <a:blip r:embed="rId8" r:link="rId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日期占位符 15"/>
          <p:cNvSpPr>
            <a:spLocks noGrp="1"/>
          </p:cNvSpPr>
          <p:nvPr>
            <p:ph type="dt" sz="half" idx="10"/>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17" name="页脚占位符 16"/>
          <p:cNvSpPr>
            <a:spLocks noGrp="1"/>
          </p:cNvSpPr>
          <p:nvPr>
            <p:ph type="ftr" sz="quarter" idx="11"/>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3" name="标题 2"/>
          <p:cNvSpPr>
            <a:spLocks noGrp="1"/>
          </p:cNvSpPr>
          <p:nvPr>
            <p:ph type="ctrTitle" idx="14" hasCustomPrompt="1"/>
            <p:custDataLst>
              <p:tags r:id="rId5"/>
            </p:custDataLst>
          </p:nvPr>
        </p:nvSpPr>
        <p:spPr>
          <a:xfrm>
            <a:off x="571976" y="2343150"/>
            <a:ext cx="3810000" cy="1085850"/>
          </a:xfrm>
        </p:spPr>
        <p:txBody>
          <a:bodyPr vert="horz" wrap="square" lIns="90170" tIns="46990" rIns="90170" bIns="0" anchor="b"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6000" b="0" spc="600">
                <a:solidFill>
                  <a:schemeClr val="tx1">
                    <a:lumMod val="85000"/>
                    <a:lumOff val="15000"/>
                  </a:schemeClr>
                </a:solidFill>
                <a:latin typeface="Arial" panose="020B0604020202020204" pitchFamily="34" charset="0"/>
                <a:ea typeface="汉仪乐喵体W" panose="00020600040101010101" pitchFamily="18" charset="-122"/>
              </a:defRPr>
            </a:lvl1pPr>
          </a:lstStyle>
          <a:p>
            <a:r>
              <a:rPr lang="zh-CN" altLang="en-US" dirty="0"/>
              <a:t>编辑标题</a:t>
            </a:r>
          </a:p>
        </p:txBody>
      </p:sp>
      <p:sp>
        <p:nvSpPr>
          <p:cNvPr id="2" name="副标题 1"/>
          <p:cNvSpPr>
            <a:spLocks noGrp="1"/>
          </p:cNvSpPr>
          <p:nvPr>
            <p:ph type="subTitle" idx="13" hasCustomPrompt="1"/>
            <p:custDataLst>
              <p:tags r:id="rId6"/>
            </p:custDataLst>
          </p:nvPr>
        </p:nvSpPr>
        <p:spPr>
          <a:xfrm>
            <a:off x="571976" y="3527425"/>
            <a:ext cx="3810000" cy="532765"/>
          </a:xfrm>
        </p:spPr>
        <p:txBody>
          <a:bodyPr vert="horz" wrap="square" lIns="90170" tIns="0" rIns="90170" bIns="46990" anchor="t" anchorCtr="0">
            <a:normAutofit/>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2000" b="0" spc="200">
                <a:solidFill>
                  <a:schemeClr val="tx1">
                    <a:lumMod val="85000"/>
                    <a:lumOff val="15000"/>
                  </a:schemeClr>
                </a:solidFill>
                <a:latin typeface="Arial" panose="020B0604020202020204" pitchFamily="34" charset="0"/>
                <a:ea typeface="幼圆"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12" y="443234"/>
            <a:ext cx="8139178"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502412" y="952508"/>
            <a:ext cx="8139178"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a:extLst>
              <a:ext uri="{28A0092B-C50C-407E-A947-70E740481C1C}">
                <a14:useLocalDpi xmlns:a14="http://schemas.microsoft.com/office/drawing/2010/main" val="0"/>
              </a:ext>
            </a:extLst>
          </a:blip>
          <a:stretch>
            <a:fillRect/>
          </a:stretch>
        </p:blipFill>
        <p:spPr>
          <a:xfrm>
            <a:off x="0" y="1397000"/>
            <a:ext cx="1522157" cy="4064000"/>
          </a:xfrm>
          <a:prstGeom prst="rect">
            <a:avLst/>
          </a:prstGeom>
        </p:spPr>
      </p:pic>
      <p:pic>
        <p:nvPicPr>
          <p:cNvPr id="8" name="图片 7"/>
          <p:cNvPicPr/>
          <p:nvPr userDrawn="1">
            <p:custDataLst>
              <p:tags r:id="rId2"/>
            </p:custDataLst>
          </p:nvPr>
        </p:nvPicPr>
        <p:blipFill>
          <a:blip r:embed="rId12" r:link="rId13">
            <a:extLst>
              <a:ext uri="{28A0092B-C50C-407E-A947-70E740481C1C}">
                <a14:useLocalDpi xmlns:a14="http://schemas.microsoft.com/office/drawing/2010/main" val="0"/>
              </a:ext>
            </a:extLst>
          </a:blip>
          <a:stretch>
            <a:fillRect/>
          </a:stretch>
        </p:blipFill>
        <p:spPr>
          <a:xfrm>
            <a:off x="7621843" y="1397000"/>
            <a:ext cx="1522157" cy="4064000"/>
          </a:xfrm>
          <a:prstGeom prst="rect">
            <a:avLst/>
          </a:prstGeom>
        </p:spPr>
      </p:pic>
      <p:sp>
        <p:nvSpPr>
          <p:cNvPr id="7" name="矩形 6"/>
          <p:cNvSpPr/>
          <p:nvPr userDrawn="1">
            <p:custDataLst>
              <p:tags r:id="rId3"/>
            </p:custDataLst>
          </p:nvPr>
        </p:nvSpPr>
        <p:spPr>
          <a:xfrm>
            <a:off x="219056" y="303809"/>
            <a:ext cx="8705888"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solidFill>
                <a:schemeClr val="lt1"/>
              </a:solidFill>
            </a:endParaRPr>
          </a:p>
        </p:txBody>
      </p:sp>
      <p:sp>
        <p:nvSpPr>
          <p:cNvPr id="4" name="日期占位符 3"/>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
        <p:nvSpPr>
          <p:cNvPr id="3" name="标题 2"/>
          <p:cNvSpPr>
            <a:spLocks noGrp="1"/>
          </p:cNvSpPr>
          <p:nvPr>
            <p:ph type="ctrTitle" idx="14" hasCustomPrompt="1"/>
            <p:custDataLst>
              <p:tags r:id="rId7"/>
            </p:custDataLst>
          </p:nvPr>
        </p:nvSpPr>
        <p:spPr>
          <a:xfrm>
            <a:off x="2357675" y="2707006"/>
            <a:ext cx="4420553" cy="714375"/>
          </a:xfrm>
        </p:spPr>
        <p:txBody>
          <a:bodyPr vert="horz" wrap="square" lIns="90170" tIns="46990" rIns="90170" bIns="0" anchor="b" anchorCtr="0">
            <a:normAutofit/>
          </a:bodyPr>
          <a:lstStyle>
            <a:lvl1pPr marL="0" marR="0" indent="0" algn="l" defTabSz="914400" rtl="0" eaLnBrk="1" fontAlgn="auto" latinLnBrk="0" hangingPunct="1">
              <a:lnSpc>
                <a:spcPct val="120000"/>
              </a:lnSpc>
              <a:spcBef>
                <a:spcPct val="0"/>
              </a:spcBef>
              <a:spcAft>
                <a:spcPts val="0"/>
              </a:spcAft>
              <a:buClrTx/>
              <a:buSzPts val="3200"/>
              <a:buNone/>
              <a:defRPr sz="3600" b="0" spc="300">
                <a:solidFill>
                  <a:schemeClr val="tx1">
                    <a:lumMod val="85000"/>
                    <a:lumOff val="15000"/>
                  </a:schemeClr>
                </a:solidFill>
                <a:latin typeface="Arial" panose="020B0604020202020204" pitchFamily="34" charset="0"/>
                <a:ea typeface="汉仪乐喵体W" panose="00020600040101010101" pitchFamily="18" charset="-122"/>
              </a:defRPr>
            </a:lvl1pPr>
          </a:lstStyle>
          <a:p>
            <a:r>
              <a:rPr lang="zh-CN" altLang="en-US"/>
              <a:t>编辑标题</a:t>
            </a:r>
          </a:p>
        </p:txBody>
      </p:sp>
      <p:sp>
        <p:nvSpPr>
          <p:cNvPr id="2" name="副标题 1"/>
          <p:cNvSpPr>
            <a:spLocks noGrp="1"/>
          </p:cNvSpPr>
          <p:nvPr>
            <p:ph type="subTitle" idx="13" hasCustomPrompt="1"/>
            <p:custDataLst>
              <p:tags r:id="rId8"/>
            </p:custDataLst>
          </p:nvPr>
        </p:nvSpPr>
        <p:spPr>
          <a:xfrm>
            <a:off x="2357438" y="3488690"/>
            <a:ext cx="4420553" cy="818515"/>
          </a:xfrm>
        </p:spPr>
        <p:txBody>
          <a:bodyPr vert="horz" wrap="square" lIns="90170" tIns="0" rIns="90170" bIns="4699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600" b="0" spc="200">
                <a:solidFill>
                  <a:schemeClr val="tx1">
                    <a:lumMod val="85000"/>
                    <a:lumOff val="15000"/>
                  </a:schemeClr>
                </a:solidFill>
                <a:latin typeface="Arial" panose="020B0604020202020204" pitchFamily="34" charset="0"/>
                <a:ea typeface="幼圆"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502448" y="952508"/>
            <a:ext cx="396243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4679158" y="952508"/>
            <a:ext cx="396243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幼圆" panose="02010509060101010101" pitchFamily="49" charset="-122"/>
              </a:defRPr>
            </a:lvl1pPr>
            <a:lvl2pPr eaLnBrk="1" fontAlgn="auto" latinLnBrk="0" hangingPunct="1">
              <a:defRPr sz="1600">
                <a:solidFill>
                  <a:schemeClr val="tx1"/>
                </a:solidFill>
                <a:latin typeface="Arial" panose="020B0604020202020204" pitchFamily="34" charset="0"/>
                <a:ea typeface="幼圆" panose="02010509060101010101" pitchFamily="49" charset="-122"/>
              </a:defRPr>
            </a:lvl2pPr>
            <a:lvl3pPr eaLnBrk="1" fontAlgn="auto" latinLnBrk="0" hangingPunct="1">
              <a:defRPr sz="1600">
                <a:solidFill>
                  <a:schemeClr val="tx1"/>
                </a:solidFill>
                <a:latin typeface="Arial" panose="020B0604020202020204" pitchFamily="34" charset="0"/>
                <a:ea typeface="幼圆" panose="02010509060101010101" pitchFamily="49" charset="-122"/>
              </a:defRPr>
            </a:lvl3pPr>
            <a:lvl4pPr eaLnBrk="1" fontAlgn="auto" latinLnBrk="0" hangingPunct="1">
              <a:defRPr sz="1600">
                <a:solidFill>
                  <a:schemeClr val="tx1"/>
                </a:solidFill>
                <a:latin typeface="Arial" panose="020B0604020202020204" pitchFamily="34" charset="0"/>
                <a:ea typeface="幼圆" panose="02010509060101010101" pitchFamily="49" charset="-122"/>
              </a:defRPr>
            </a:lvl4pPr>
            <a:lvl5pPr eaLnBrk="1" fontAlgn="auto" latinLnBrk="0" hangingPunct="1">
              <a:defRPr sz="160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6" name="页脚占位符 5"/>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10" name="图片 9"/>
          <p:cNvPicPr/>
          <p:nvPr userDrawn="1">
            <p:custDataLst>
              <p:tags r:id="rId2"/>
            </p:custDataLst>
          </p:nvPr>
        </p:nvPicPr>
        <p:blipFill>
          <a:blip r:embed="rId14" r:link="rId15"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12"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502448" y="952508"/>
            <a:ext cx="396243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幼圆" panose="020105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502444" y="1406525"/>
            <a:ext cx="39624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4676813" y="952508"/>
            <a:ext cx="396243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4676813" y="1406525"/>
            <a:ext cx="396243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8" name="页脚占位符 7"/>
          <p:cNvSpPr>
            <a:spLocks noGrp="1"/>
          </p:cNvSpPr>
          <p:nvPr>
            <p:ph type="ftr" sz="quarter" idx="11"/>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9" name="灯片编号占位符 8"/>
          <p:cNvSpPr>
            <a:spLocks noGrp="1"/>
          </p:cNvSpPr>
          <p:nvPr>
            <p:ph type="sldNum" sz="quarter" idx="12"/>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a:extLst>
              <a:ext uri="{28A0092B-C50C-407E-A947-70E740481C1C}">
                <a14:useLocalDpi xmlns:a14="http://schemas.microsoft.com/office/drawing/2010/main" val="0"/>
              </a:ext>
            </a:extLst>
          </a:blip>
          <a:stretch>
            <a:fillRect/>
          </a:stretch>
        </p:blipFill>
        <p:spPr>
          <a:xfrm>
            <a:off x="228600" y="1234440"/>
            <a:ext cx="3291840" cy="4389120"/>
          </a:xfrm>
          <a:prstGeom prst="rect">
            <a:avLst/>
          </a:prstGeom>
        </p:spPr>
      </p:pic>
      <p:sp>
        <p:nvSpPr>
          <p:cNvPr id="6" name="任意多边形 6"/>
          <p:cNvSpPr/>
          <p:nvPr userDrawn="1">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a:solidFill>
                  <a:schemeClr val="accent1">
                    <a:shade val="5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lt1"/>
              </a:solidFill>
            </a:endParaRPr>
          </a:p>
        </p:txBody>
      </p:sp>
      <p:sp>
        <p:nvSpPr>
          <p:cNvPr id="2" name="标题 1"/>
          <p:cNvSpPr>
            <a:spLocks noGrp="1"/>
          </p:cNvSpPr>
          <p:nvPr>
            <p:ph type="title"/>
            <p:custDataLst>
              <p:tags r:id="rId3"/>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3" name="页脚占位符 2"/>
          <p:cNvSpPr>
            <a:spLocks noGrp="1"/>
          </p:cNvSpPr>
          <p:nvPr>
            <p:ph type="ftr" sz="quarter" idx="11"/>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a:xfrm>
            <a:off x="502448" y="443234"/>
            <a:ext cx="8139178"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502448" y="952508"/>
            <a:ext cx="396243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4679194" y="952508"/>
            <a:ext cx="396243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幼圆" panose="02010509060101010101" pitchFamily="49"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9EFD9D74-47D9-4702-A33C-335B63B48DBF}" type="datetimeFigureOut">
              <a:rPr lang="zh-CN" altLang="en-US" smtClean="0"/>
              <a:t>2021-4-20</a:t>
            </a:fld>
            <a:endParaRPr lang="zh-CN" altLang="en-US" dirty="0"/>
          </a:p>
        </p:txBody>
      </p:sp>
      <p:sp>
        <p:nvSpPr>
          <p:cNvPr id="6" name="页脚占位符 5"/>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7" name="灯片编号占位符 6"/>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竖排标题 1"/>
          <p:cNvSpPr>
            <a:spLocks noGrp="1"/>
          </p:cNvSpPr>
          <p:nvPr>
            <p:ph type="title" orient="vert"/>
            <p:custDataLst>
              <p:tags r:id="rId3"/>
            </p:custDataLst>
          </p:nvPr>
        </p:nvSpPr>
        <p:spPr>
          <a:xfrm>
            <a:off x="7928351" y="952508"/>
            <a:ext cx="713238"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幼圆" panose="02010509060101010101" pitchFamily="49"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502444" y="952500"/>
            <a:ext cx="7371076"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幼圆" panose="02010509060101010101" pitchFamily="49" charset="-122"/>
              </a:defRPr>
            </a:lvl1pPr>
            <a:lvl2pPr indent="0" eaLnBrk="1" fontAlgn="auto" latinLnBrk="0" hangingPunct="1">
              <a:defRPr>
                <a:solidFill>
                  <a:schemeClr val="tx1"/>
                </a:solidFill>
                <a:latin typeface="Arial" panose="020B0604020202020204" pitchFamily="34" charset="0"/>
                <a:ea typeface="幼圆" panose="02010509060101010101" pitchFamily="49" charset="-122"/>
              </a:defRPr>
            </a:lvl2pPr>
            <a:lvl3pPr indent="0" eaLnBrk="1" fontAlgn="auto" latinLnBrk="0" hangingPunct="1">
              <a:defRPr>
                <a:solidFill>
                  <a:schemeClr val="tx1"/>
                </a:solidFill>
                <a:latin typeface="Arial" panose="020B0604020202020204" pitchFamily="34" charset="0"/>
                <a:ea typeface="幼圆" panose="02010509060101010101" pitchFamily="49" charset="-122"/>
              </a:defRPr>
            </a:lvl3pPr>
            <a:lvl4pPr indent="0" eaLnBrk="1" fontAlgn="auto" latinLnBrk="0" hangingPunct="1">
              <a:defRPr>
                <a:solidFill>
                  <a:schemeClr val="tx1"/>
                </a:solidFill>
                <a:latin typeface="Arial" panose="020B0604020202020204" pitchFamily="34" charset="0"/>
                <a:ea typeface="幼圆" panose="02010509060101010101" pitchFamily="49" charset="-122"/>
              </a:defRPr>
            </a:lvl4pPr>
            <a:lvl5pPr indent="0" eaLnBrk="1" fontAlgn="auto" latinLnBrk="0" hangingPunct="1">
              <a:defRPr>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3" name="日期占位符 2"/>
          <p:cNvSpPr>
            <a:spLocks noGrp="1"/>
          </p:cNvSpPr>
          <p:nvPr>
            <p:ph type="dt" sz="half" idx="10"/>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502448" y="952508"/>
            <a:ext cx="8139178" cy="5388907"/>
          </a:xfrm>
        </p:spPr>
        <p:txBody>
          <a:bodyPr wrap="square">
            <a:normAutofit/>
          </a:bodyPr>
          <a:lstStyle>
            <a:lvl1pPr>
              <a:defRPr>
                <a:solidFill>
                  <a:schemeClr val="tx1"/>
                </a:solidFill>
                <a:latin typeface="Arial" panose="020B0604020202020204" pitchFamily="34" charset="0"/>
                <a:ea typeface="幼圆" panose="02010509060101010101" pitchFamily="49" charset="-122"/>
              </a:defRPr>
            </a:lvl1pPr>
            <a:lvl2pPr>
              <a:defRPr>
                <a:solidFill>
                  <a:schemeClr val="tx1"/>
                </a:solidFill>
                <a:latin typeface="Arial" panose="020B0604020202020204" pitchFamily="34" charset="0"/>
                <a:ea typeface="幼圆" panose="02010509060101010101" pitchFamily="49" charset="-122"/>
              </a:defRPr>
            </a:lvl2pPr>
            <a:lvl3pPr>
              <a:defRPr>
                <a:solidFill>
                  <a:schemeClr val="tx1"/>
                </a:solidFill>
                <a:latin typeface="Arial" panose="020B0604020202020204" pitchFamily="34" charset="0"/>
                <a:ea typeface="幼圆" panose="02010509060101010101" pitchFamily="49" charset="-122"/>
              </a:defRPr>
            </a:lvl3pPr>
            <a:lvl4pPr>
              <a:defRPr>
                <a:solidFill>
                  <a:schemeClr val="tx1"/>
                </a:solidFill>
                <a:latin typeface="Arial" panose="020B0604020202020204" pitchFamily="34" charset="0"/>
                <a:ea typeface="幼圆" panose="02010509060101010101" pitchFamily="49" charset="-122"/>
              </a:defRPr>
            </a:lvl4pPr>
            <a:lvl5pPr>
              <a:defRPr>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日期占位符 2"/>
          <p:cNvSpPr>
            <a:spLocks noGrp="1"/>
          </p:cNvSpPr>
          <p:nvPr>
            <p:ph type="dt" sz="half" idx="10"/>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4" hasCustomPrompt="1"/>
            <p:custDataLst>
              <p:tags r:id="rId5"/>
            </p:custDataLst>
          </p:nvPr>
        </p:nvSpPr>
        <p:spPr>
          <a:xfrm>
            <a:off x="571500" y="3564483"/>
            <a:ext cx="3619500" cy="1111250"/>
          </a:xfrm>
        </p:spPr>
        <p:txBody>
          <a:bodyPr vert="horz" wrap="square" lIns="90170" tIns="0" rIns="90170" bIns="46990" anchor="t" anchorCtr="0">
            <a:normAutofit/>
          </a:bodyPr>
          <a:lstStyle>
            <a:lvl1pPr marL="0" marR="0" indent="0" algn="l" rtl="0" eaLnBrk="1" fontAlgn="auto">
              <a:lnSpc>
                <a:spcPct val="120000"/>
              </a:lnSpc>
              <a:spcBef>
                <a:spcPts val="0"/>
              </a:spcBef>
              <a:spcAft>
                <a:spcPts val="0"/>
              </a:spcAft>
              <a:buClrTx/>
              <a:buSzPts val="1800"/>
              <a:buFont typeface="Arial" panose="020B0604020202020204" pitchFamily="34" charset="0"/>
              <a:buNone/>
              <a:defRPr sz="2000" b="0" spc="200">
                <a:solidFill>
                  <a:schemeClr val="tx1">
                    <a:lumMod val="85000"/>
                    <a:lumOff val="15000"/>
                  </a:schemeClr>
                </a:solidFill>
                <a:latin typeface="Arial" panose="020B0604020202020204" pitchFamily="34" charset="0"/>
                <a:ea typeface="幼圆" panose="02010509060101010101" pitchFamily="49" charset="-122"/>
              </a:defRPr>
            </a:lvl1pPr>
          </a:lstStyle>
          <a:p>
            <a:pPr marL="228600" lvl="0" indent="-228600" algn="l" defTabSz="914400" rtl="0" eaLnBrk="1" fontAlgn="auto" latinLnBrk="0" hangingPunct="1">
              <a:lnSpc>
                <a:spcPct val="130000"/>
              </a:lnSpc>
              <a:spcBef>
                <a:spcPts val="0"/>
              </a:spcBef>
              <a:spcAft>
                <a:spcPts val="1000"/>
              </a:spcAft>
              <a:buClr>
                <a:schemeClr val="tx1">
                  <a:lumMod val="65000"/>
                  <a:lumOff val="35000"/>
                </a:schemeClr>
              </a:buClr>
              <a:buSzPts val="1800"/>
              <a:buFont typeface="Arial" panose="020B0604020202020204" pitchFamily="34" charset="0"/>
              <a:buNone/>
            </a:pPr>
            <a:r>
              <a:rPr lang="zh-CN" altLang="en-US"/>
              <a:t>单击此处编辑副标题</a:t>
            </a:r>
          </a:p>
        </p:txBody>
      </p:sp>
      <p:sp>
        <p:nvSpPr>
          <p:cNvPr id="2" name="标题 1"/>
          <p:cNvSpPr>
            <a:spLocks noGrp="1"/>
          </p:cNvSpPr>
          <p:nvPr>
            <p:ph type="title" idx="13" hasCustomPrompt="1"/>
            <p:custDataLst>
              <p:tags r:id="rId6"/>
            </p:custDataLst>
          </p:nvPr>
        </p:nvSpPr>
        <p:spPr>
          <a:xfrm>
            <a:off x="571500" y="2095183"/>
            <a:ext cx="3619024" cy="1351915"/>
          </a:xfrm>
        </p:spPr>
        <p:txBody>
          <a:bodyPr vert="horz" wrap="square" lIns="90170" tIns="46990" rIns="90170" bIns="0" anchor="b"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tx1">
                    <a:lumMod val="85000"/>
                    <a:lumOff val="15000"/>
                  </a:schemeClr>
                </a:solidFill>
                <a:latin typeface="Arial" panose="020B0604020202020204" pitchFamily="34" charset="0"/>
                <a:ea typeface="汉仪乐喵体W" panose="00020600040101010101" pitchFamily="18" charset="-122"/>
              </a:defRPr>
            </a:lvl1pPr>
          </a:lstStyle>
          <a:p>
            <a:r>
              <a:rPr lang="zh-CN" altLang="en-US"/>
              <a:t>编辑标题</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3"/>
            </p:custDataLst>
          </p:nvPr>
        </p:nvSpPr>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19056" y="303809"/>
            <a:ext cx="8705888" cy="6250382"/>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solidFill>
                <a:schemeClr val="lt1"/>
              </a:solidFill>
            </a:endParaRPr>
          </a:p>
        </p:txBody>
      </p:sp>
      <p:pic>
        <p:nvPicPr>
          <p:cNvPr id="9" name="图片 8"/>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userDrawn="1">
            <p:custDataLst>
              <p:tags r:id="rId3"/>
            </p:custDataLst>
          </p:nvPr>
        </p:nvPicPr>
        <p:blipFill>
          <a:blip r:embed="rId12" r:link="rId13"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hasCustomPrompt="1"/>
            <p:custDataLst>
              <p:tags r:id="rId4"/>
            </p:custDataLst>
          </p:nvPr>
        </p:nvSpPr>
        <p:spPr>
          <a:xfrm>
            <a:off x="961200" y="1249200"/>
            <a:ext cx="7219800" cy="723600"/>
          </a:xfrm>
        </p:spPr>
        <p:txBody>
          <a:bodyPr wrap="square" anchor="ctr">
            <a:normAutofit/>
          </a:bodyPr>
          <a:lstStyle>
            <a:lvl1pPr>
              <a:defRPr sz="3200"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960835" y="2163600"/>
            <a:ext cx="7219950" cy="3445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3618452"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solidFill>
                <a:schemeClr val="lt1"/>
              </a:solidFill>
            </a:endParaRPr>
          </a:p>
        </p:txBody>
      </p:sp>
      <p:pic>
        <p:nvPicPr>
          <p:cNvPr id="8" name="图片 7"/>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hasCustomPrompt="1"/>
            <p:custDataLst>
              <p:tags r:id="rId3"/>
            </p:custDataLst>
          </p:nvPr>
        </p:nvSpPr>
        <p:spPr>
          <a:xfrm>
            <a:off x="437400" y="770400"/>
            <a:ext cx="2970000" cy="882000"/>
          </a:xfrm>
        </p:spPr>
        <p:txBody>
          <a:bodyPr wrap="square" anchor="ctr" anchorCtr="0">
            <a:normAutofit/>
          </a:bodyPr>
          <a:lstStyle>
            <a:lvl1pPr>
              <a:defRPr sz="3600" baseline="0">
                <a:solidFill>
                  <a:schemeClr val="tx1"/>
                </a:solidFill>
                <a:latin typeface="Arial" panose="020B0604020202020204" pitchFamily="34" charset="0"/>
                <a:ea typeface="幼圆" panose="02010509060101010101" pitchFamily="49"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1764000"/>
            <a:ext cx="2967300" cy="4093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769938"/>
            <a:ext cx="4860000" cy="5087937"/>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000"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solidFill>
                <a:schemeClr val="lt1"/>
              </a:solidFill>
            </a:endParaRPr>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4"/>
            </p:custDataLst>
          </p:nvPr>
        </p:nvSpPr>
        <p:spPr>
          <a:xfrm>
            <a:off x="459000" y="781200"/>
            <a:ext cx="8232300" cy="626400"/>
          </a:xfrm>
        </p:spPr>
        <p:txBody>
          <a:bodyPr wrap="square" anchor="ctr">
            <a:normAutofit/>
          </a:bodyPr>
          <a:lstStyle>
            <a:lvl1pPr algn="ctr">
              <a:defRPr sz="3600" baseline="0">
                <a:solidFill>
                  <a:schemeClr val="tx1"/>
                </a:solidFill>
                <a:latin typeface="Arial" panose="020B0604020202020204" pitchFamily="34" charset="0"/>
                <a:ea typeface="幼圆" panose="02010509060101010101" pitchFamily="49"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659600"/>
            <a:ext cx="8231981" cy="828000"/>
          </a:xfrm>
        </p:spPr>
        <p:txBody>
          <a:bodyPr wrap="square">
            <a:normAutofit/>
          </a:bodyPr>
          <a:lstStyle>
            <a:lvl1pPr algn="ct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2808000"/>
            <a:ext cx="8224200" cy="34308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5028971"/>
            <a:ext cx="9144000"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solidFill>
                <a:schemeClr val="lt1"/>
              </a:solidFill>
            </a:endParaRPr>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540068" cy="720090"/>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0"/>
            <a:ext cx="540068" cy="720090"/>
          </a:xfrm>
          <a:prstGeom prst="rect">
            <a:avLst/>
          </a:prstGeom>
        </p:spPr>
      </p:pic>
      <p:sp>
        <p:nvSpPr>
          <p:cNvPr id="2" name="标题 1"/>
          <p:cNvSpPr>
            <a:spLocks noGrp="1"/>
          </p:cNvSpPr>
          <p:nvPr>
            <p:ph type="title"/>
            <p:custDataLst>
              <p:tags r:id="rId4"/>
            </p:custDataLst>
          </p:nvPr>
        </p:nvSpPr>
        <p:spPr>
          <a:xfrm>
            <a:off x="453600" y="669600"/>
            <a:ext cx="8232300" cy="565200"/>
          </a:xfrm>
        </p:spPr>
        <p:txBody>
          <a:bodyPr wrap="square" anchor="ctr" anchorCtr="0">
            <a:normAutofit/>
          </a:bodyPr>
          <a:lstStyle>
            <a:lvl1pPr algn="ctr">
              <a:defRPr sz="3200"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53628" y="1681200"/>
            <a:ext cx="8243100" cy="3211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445500" y="5180400"/>
            <a:ext cx="8251200" cy="10116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0"/>
            <a:ext cx="9144000"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solidFill>
                <a:schemeClr val="lt1"/>
              </a:solidFill>
            </a:endParaRPr>
          </a:p>
        </p:txBody>
      </p:sp>
      <p:pic>
        <p:nvPicPr>
          <p:cNvPr id="12" name="图片 11"/>
          <p:cNvPicPr/>
          <p:nvPr userDrawn="1">
            <p:custDataLst>
              <p:tags r:id="rId2"/>
            </p:custDataLst>
          </p:nvPr>
        </p:nvPicPr>
        <p:blipFill>
          <a:blip r:embed="rId13" r:link="rId14" cstate="print">
            <a:extLst>
              <a:ext uri="{28A0092B-C50C-407E-A947-70E740481C1C}">
                <a14:useLocalDpi xmlns:a14="http://schemas.microsoft.com/office/drawing/2010/main" val="0"/>
              </a:ext>
            </a:extLst>
          </a:blip>
          <a:stretch>
            <a:fillRect/>
          </a:stretch>
        </p:blipFill>
        <p:spPr>
          <a:xfrm>
            <a:off x="8603933" y="6137910"/>
            <a:ext cx="540068" cy="720090"/>
          </a:xfrm>
          <a:prstGeom prst="rect">
            <a:avLst/>
          </a:prstGeom>
        </p:spPr>
      </p:pic>
      <p:pic>
        <p:nvPicPr>
          <p:cNvPr id="10" name="图片 9"/>
          <p:cNvPicPr/>
          <p:nvPr userDrawn="1">
            <p:custDataLst>
              <p:tags r:id="rId3"/>
            </p:custDataLst>
          </p:nvPr>
        </p:nvPicPr>
        <p:blipFill>
          <a:blip r:embed="rId15" r:link="rId16" cstate="print">
            <a:extLst>
              <a:ext uri="{28A0092B-C50C-407E-A947-70E740481C1C}">
                <a14:useLocalDpi xmlns:a14="http://schemas.microsoft.com/office/drawing/2010/main" val="0"/>
              </a:ext>
            </a:extLst>
          </a:blip>
          <a:stretch>
            <a:fillRect/>
          </a:stretch>
        </p:blipFill>
        <p:spPr>
          <a:xfrm>
            <a:off x="0" y="6137910"/>
            <a:ext cx="540068" cy="720090"/>
          </a:xfrm>
          <a:prstGeom prst="rect">
            <a:avLst/>
          </a:prstGeom>
        </p:spPr>
      </p:pic>
      <p:sp>
        <p:nvSpPr>
          <p:cNvPr id="2" name="标题 1"/>
          <p:cNvSpPr>
            <a:spLocks noGrp="1"/>
          </p:cNvSpPr>
          <p:nvPr>
            <p:ph type="title"/>
            <p:custDataLst>
              <p:tags r:id="rId4"/>
            </p:custDataLst>
          </p:nvPr>
        </p:nvSpPr>
        <p:spPr>
          <a:xfrm>
            <a:off x="434700" y="237600"/>
            <a:ext cx="8278200" cy="441964"/>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434700" y="1663200"/>
            <a:ext cx="4006800" cy="28944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4681800" y="1663200"/>
            <a:ext cx="4025700" cy="28944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vl2pPr>
              <a:defRPr baseline="0">
                <a:solidFill>
                  <a:schemeClr val="tx1"/>
                </a:solidFill>
                <a:latin typeface="Arial" panose="020B0604020202020204" pitchFamily="34" charset="0"/>
                <a:ea typeface="幼圆" panose="02010509060101010101" pitchFamily="49" charset="-122"/>
              </a:defRPr>
            </a:lvl2pPr>
            <a:lvl3pPr>
              <a:defRPr baseline="0">
                <a:solidFill>
                  <a:schemeClr val="tx1"/>
                </a:solidFill>
                <a:latin typeface="Arial" panose="020B0604020202020204" pitchFamily="34" charset="0"/>
                <a:ea typeface="幼圆" panose="02010509060101010101" pitchFamily="49" charset="-122"/>
              </a:defRPr>
            </a:lvl3pPr>
            <a:lvl4pPr>
              <a:defRPr baseline="0">
                <a:solidFill>
                  <a:schemeClr val="tx1"/>
                </a:solidFill>
                <a:latin typeface="Arial" panose="020B0604020202020204" pitchFamily="34" charset="0"/>
                <a:ea typeface="幼圆" panose="02010509060101010101" pitchFamily="49" charset="-122"/>
              </a:defRPr>
            </a:lvl4pPr>
            <a:lvl5pPr>
              <a:defRPr baseline="0">
                <a:solidFill>
                  <a:schemeClr val="tx1"/>
                </a:solidFill>
                <a:latin typeface="Arial" panose="020B0604020202020204" pitchFamily="34" charset="0"/>
                <a:ea typeface="幼圆" panose="020105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429300" y="4816800"/>
            <a:ext cx="4006800" cy="781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4689900" y="4813200"/>
            <a:ext cx="4025700" cy="781200"/>
          </a:xfrm>
        </p:spPr>
        <p:txBody>
          <a:bodyPr wrap="square">
            <a:normAutofit/>
          </a:bodyPr>
          <a:lstStyle>
            <a:lvl1pP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3691"/>
            <a:ext cx="9144000" cy="4950618"/>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solidFill>
                <a:schemeClr val="lt1"/>
              </a:solidFill>
            </a:endParaRPr>
          </a:p>
        </p:txBody>
      </p:sp>
      <p:pic>
        <p:nvPicPr>
          <p:cNvPr id="9" name="图片 8"/>
          <p:cNvPicPr/>
          <p:nvPr userDrawn="1">
            <p:custDataLst>
              <p:tags r:id="rId2"/>
            </p:custDataLst>
          </p:nvPr>
        </p:nvPicPr>
        <p:blipFill>
          <a:blip r:embed="rId10" r:link="rId11">
            <a:extLst>
              <a:ext uri="{28A0092B-C50C-407E-A947-70E740481C1C}">
                <a14:useLocalDpi xmlns:a14="http://schemas.microsoft.com/office/drawing/2010/main" val="0"/>
              </a:ext>
            </a:extLst>
          </a:blip>
          <a:stretch>
            <a:fillRect/>
          </a:stretch>
        </p:blipFill>
        <p:spPr>
          <a:xfrm>
            <a:off x="7928848" y="5237797"/>
            <a:ext cx="1215152" cy="1620202"/>
          </a:xfrm>
          <a:prstGeom prst="rect">
            <a:avLst/>
          </a:prstGeom>
        </p:spPr>
      </p:pic>
      <p:pic>
        <p:nvPicPr>
          <p:cNvPr id="8" name="图片 7"/>
          <p:cNvPicPr/>
          <p:nvPr userDrawn="1">
            <p:custDataLst>
              <p:tags r:id="rId3"/>
            </p:custDataLst>
          </p:nvPr>
        </p:nvPicPr>
        <p:blipFill>
          <a:blip r:embed="rId12" r:link="rId13">
            <a:extLst>
              <a:ext uri="{28A0092B-C50C-407E-A947-70E740481C1C}">
                <a14:useLocalDpi xmlns:a14="http://schemas.microsoft.com/office/drawing/2010/main" val="0"/>
              </a:ext>
            </a:extLst>
          </a:blip>
          <a:stretch>
            <a:fillRect/>
          </a:stretch>
        </p:blipFill>
        <p:spPr>
          <a:xfrm>
            <a:off x="0" y="5237797"/>
            <a:ext cx="1215152" cy="1620202"/>
          </a:xfrm>
          <a:prstGeom prst="rect">
            <a:avLst/>
          </a:prstGeom>
        </p:spPr>
      </p:pic>
      <p:sp>
        <p:nvSpPr>
          <p:cNvPr id="2" name="标题 1"/>
          <p:cNvSpPr>
            <a:spLocks noGrp="1"/>
          </p:cNvSpPr>
          <p:nvPr>
            <p:ph type="title" hasCustomPrompt="1"/>
            <p:custDataLst>
              <p:tags r:id="rId4"/>
            </p:custDataLst>
          </p:nvPr>
        </p:nvSpPr>
        <p:spPr>
          <a:xfrm>
            <a:off x="1142100" y="1339200"/>
            <a:ext cx="6858000" cy="2386800"/>
          </a:xfrm>
        </p:spPr>
        <p:txBody>
          <a:bodyPr wrap="square" anchor="b">
            <a:normAutofit/>
          </a:bodyPr>
          <a:lstStyle>
            <a:lvl1pPr algn="ctr">
              <a:defRPr sz="6000" baseline="0">
                <a:solidFill>
                  <a:schemeClr val="tx1"/>
                </a:solidFill>
                <a:latin typeface="Arial" panose="020B0604020202020204" pitchFamily="34" charset="0"/>
                <a:ea typeface="幼圆" panose="02010509060101010101" pitchFamily="49"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141810" y="3862800"/>
            <a:ext cx="6858000" cy="1656000"/>
          </a:xfrm>
        </p:spPr>
        <p:txBody>
          <a:bodyPr wrap="square">
            <a:normAutofit/>
          </a:bodyPr>
          <a:lstStyle>
            <a:lvl1pPr algn="ctr">
              <a:defRPr baseline="0">
                <a:solidFill>
                  <a:schemeClr val="tx1"/>
                </a:solidFill>
                <a:latin typeface="Arial" panose="020B0604020202020204" pitchFamily="34" charset="0"/>
                <a:ea typeface="幼圆" panose="02010509060101010101" pitchFamily="49"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tags" Target="../tags/tag142.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tags" Target="../tags/tag146.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ags" Target="../tags/tag141.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tags" Target="../tags/tag145.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ags" Target="../tags/tag144.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tags" Target="../tags/tag1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443230"/>
            <a:ext cx="8139178"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961398"/>
            <a:ext cx="8139178"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6349833"/>
            <a:ext cx="2025000" cy="316800"/>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3"/>
            <p:custDataLst>
              <p:tags r:id="rId23"/>
            </p:custDataLst>
          </p:nvPr>
        </p:nvSpPr>
        <p:spPr>
          <a:xfrm>
            <a:off x="3087000" y="6349833"/>
            <a:ext cx="2970000" cy="3168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6349833"/>
            <a:ext cx="2025000" cy="3168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685800" rtl="0" eaLnBrk="1" fontAlgn="auto" latinLnBrk="0" hangingPunct="1">
        <a:lnSpc>
          <a:spcPct val="100000"/>
        </a:lnSpc>
        <a:spcBef>
          <a:spcPct val="0"/>
        </a:spcBef>
        <a:buNone/>
        <a:defRPr sz="1800" b="1" u="none" strike="noStrike" kern="1200" cap="none" spc="200" normalizeH="0">
          <a:solidFill>
            <a:schemeClr val="tx1"/>
          </a:solidFill>
          <a:uFillTx/>
          <a:latin typeface="Arial" panose="020B0604020202020204" pitchFamily="34" charset="0"/>
          <a:ea typeface="幼圆" panose="02010509060101010101" pitchFamily="49"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443230"/>
            <a:ext cx="8139178"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961398"/>
            <a:ext cx="8139178"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6349833"/>
            <a:ext cx="2025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幼圆" panose="02010509060101010101" pitchFamily="49" charset="-122"/>
              </a:defRPr>
            </a:lvl1pPr>
          </a:lstStyle>
          <a:p>
            <a:fld id="{760FBDFE-C587-4B4C-A407-44438C67B59E}" type="datetimeFigureOut">
              <a:rPr lang="zh-CN" altLang="en-US" smtClean="0"/>
              <a:t>2021-4-20</a:t>
            </a:fld>
            <a:endParaRPr lang="zh-CN" altLang="en-US"/>
          </a:p>
        </p:txBody>
      </p:sp>
      <p:sp>
        <p:nvSpPr>
          <p:cNvPr id="5" name="页脚占位符 4"/>
          <p:cNvSpPr>
            <a:spLocks noGrp="1"/>
          </p:cNvSpPr>
          <p:nvPr>
            <p:ph type="ftr" sz="quarter" idx="3"/>
            <p:custDataLst>
              <p:tags r:id="rId23"/>
            </p:custDataLst>
          </p:nvPr>
        </p:nvSpPr>
        <p:spPr>
          <a:xfrm>
            <a:off x="3087000" y="6349833"/>
            <a:ext cx="297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幼圆" panose="02010509060101010101" pitchFamily="49"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6349833"/>
            <a:ext cx="2025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幼圆" panose="02010509060101010101" pitchFamily="49"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幼圆" panose="020105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0.xml"/><Relationship Id="rId1" Type="http://schemas.openxmlformats.org/officeDocument/2006/relationships/tags" Target="../tags/tag28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82.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8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8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8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0.xml"/><Relationship Id="rId1" Type="http://schemas.openxmlformats.org/officeDocument/2006/relationships/tags" Target="../tags/tag28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8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8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89.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0.xml"/><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90.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0.xml"/><Relationship Id="rId1" Type="http://schemas.openxmlformats.org/officeDocument/2006/relationships/tags" Target="../tags/tag291.xml"/><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6.xml"/><Relationship Id="rId1" Type="http://schemas.openxmlformats.org/officeDocument/2006/relationships/tags" Target="../tags/tag29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9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9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6.xml"/><Relationship Id="rId1" Type="http://schemas.openxmlformats.org/officeDocument/2006/relationships/tags" Target="../tags/tag29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9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6.xml"/><Relationship Id="rId1" Type="http://schemas.openxmlformats.org/officeDocument/2006/relationships/tags" Target="../tags/tag29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0.xml"/><Relationship Id="rId1" Type="http://schemas.openxmlformats.org/officeDocument/2006/relationships/tags" Target="../tags/tag29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99.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6.xml"/><Relationship Id="rId1" Type="http://schemas.openxmlformats.org/officeDocument/2006/relationships/tags" Target="../tags/tag30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0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02.xml"/></Relationships>
</file>

<file path=ppt/slides/_rels/slide2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0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04.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30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7.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D6B8EA2-A15D-43C9-BF87-8E3CA16FBE22}"/>
              </a:ext>
            </a:extLst>
          </p:cNvPr>
          <p:cNvSpPr>
            <a:spLocks noGrp="1"/>
          </p:cNvSpPr>
          <p:nvPr>
            <p:ph type="title"/>
          </p:nvPr>
        </p:nvSpPr>
        <p:spPr>
          <a:xfrm>
            <a:off x="1143000" y="1293338"/>
            <a:ext cx="6858000" cy="3274592"/>
          </a:xfrm>
        </p:spPr>
        <p:txBody>
          <a:bodyPr vert="horz" lIns="91440" tIns="45720" rIns="91440" bIns="45720" rtlCol="0" anchor="ctr">
            <a:normAutofit/>
          </a:bodyPr>
          <a:lstStyle/>
          <a:p>
            <a:pPr algn="ctr">
              <a:lnSpc>
                <a:spcPct val="90000"/>
              </a:lnSpc>
            </a:pPr>
            <a:r>
              <a:rPr lang="zh-CN" altLang="en-US" sz="6300" kern="1200" dirty="0">
                <a:solidFill>
                  <a:schemeClr val="tx2">
                    <a:lumMod val="25000"/>
                  </a:schemeClr>
                </a:solidFill>
                <a:latin typeface="+mj-lt"/>
                <a:ea typeface="+mj-ea"/>
                <a:cs typeface="+mj-cs"/>
              </a:rPr>
              <a:t>触发器</a:t>
            </a:r>
          </a:p>
        </p:txBody>
      </p:sp>
      <p:cxnSp>
        <p:nvCxnSpPr>
          <p:cNvPr id="21"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812435"/>
      </p:ext>
    </p:extLst>
  </p:cSld>
  <p:clrMapOvr>
    <a:masterClrMapping/>
  </p:clrMapOvr>
  <mc:AlternateContent xmlns:mc="http://schemas.openxmlformats.org/markup-compatibility/2006" xmlns:p14="http://schemas.microsoft.com/office/powerpoint/2010/main">
    <mc:Choice Requires="p14">
      <p:transition spd="slow" p14:dur="2000" advTm="2108"/>
    </mc:Choice>
    <mc:Fallback xmlns="">
      <p:transition spd="slow" advTm="21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1C9CC24-B375-4226-BF2B-61FADBBA6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70A28E-4FD8-4474-A206-E15B5EBB3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1084747"/>
            <a:ext cx="9141714" cy="3294207"/>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39647E21-5366-4638-AC97-D8CD4111EB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l="8235" r="8214" b="45501"/>
          <a:stretch>
            <a:fillRect/>
          </a:stretch>
        </p:blipFill>
        <p:spPr>
          <a:xfrm flipV="1">
            <a:off x="0" y="0"/>
            <a:ext cx="9143999" cy="447336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标题 1"/>
          <p:cNvSpPr>
            <a:spLocks noGrp="1"/>
          </p:cNvSpPr>
          <p:nvPr>
            <p:ph type="title"/>
          </p:nvPr>
        </p:nvSpPr>
        <p:spPr>
          <a:xfrm>
            <a:off x="565443" y="2076450"/>
            <a:ext cx="8013114" cy="1345134"/>
          </a:xfrm>
        </p:spPr>
        <p:txBody>
          <a:bodyPr vert="horz" lIns="91440" tIns="45720" rIns="91440" bIns="45720" rtlCol="0" anchor="ctr">
            <a:normAutofit/>
          </a:bodyPr>
          <a:lstStyle/>
          <a:p>
            <a:pPr algn="ctr">
              <a:lnSpc>
                <a:spcPct val="90000"/>
              </a:lnSpc>
            </a:pPr>
            <a:r>
              <a:rPr lang="en-US" sz="4500" kern="1200">
                <a:solidFill>
                  <a:srgbClr val="FFFFFF"/>
                </a:solidFill>
                <a:latin typeface="+mj-lt"/>
                <a:ea typeface="+mj-ea"/>
                <a:cs typeface="+mj-cs"/>
                <a:sym typeface="+mn-ea"/>
              </a:rPr>
              <a:t>一、触发器及其作用</a:t>
            </a:r>
            <a:br>
              <a:rPr lang="en-US" sz="4500" kern="1200">
                <a:solidFill>
                  <a:srgbClr val="FFFFFF"/>
                </a:solidFill>
                <a:latin typeface="+mj-lt"/>
                <a:ea typeface="+mj-ea"/>
                <a:cs typeface="+mj-cs"/>
                <a:sym typeface="+mn-ea"/>
              </a:rPr>
            </a:br>
            <a:endParaRPr lang="en-US" altLang="zh-CN" sz="4500" kern="1200">
              <a:solidFill>
                <a:srgbClr val="FFFFFF"/>
              </a:solidFill>
              <a:latin typeface="+mj-lt"/>
              <a:ea typeface="+mj-ea"/>
              <a:cs typeface="+mj-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19"/>
    </mc:Choice>
    <mc:Fallback xmlns="">
      <p:transition spd="slow" advTm="211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en-US" altLang="zh-CN" sz="3500">
                <a:solidFill>
                  <a:srgbClr val="FFFFFF"/>
                </a:solidFill>
                <a:sym typeface="+mn-ea"/>
              </a:rPr>
              <a:t>1</a:t>
            </a:r>
            <a:r>
              <a:rPr lang="zh-CN" altLang="en-US" sz="3500">
                <a:solidFill>
                  <a:srgbClr val="FFFFFF"/>
                </a:solidFill>
                <a:sym typeface="+mn-ea"/>
              </a:rPr>
              <a:t>．触发器</a:t>
            </a:r>
            <a:endParaRPr lang="zh-CN" altLang="en-US" sz="350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lnSpcReduction="10000"/>
          </a:bodyPr>
          <a:lstStyle/>
          <a:p>
            <a:pPr>
              <a:buFont typeface="Arial" panose="020B0604020202020204" pitchFamily="34" charset="0"/>
              <a:buChar char="•"/>
            </a:pPr>
            <a:r>
              <a:rPr lang="zh-CN" altLang="en-US" sz="2100" dirty="0">
                <a:latin typeface="+mn-ea"/>
                <a:ea typeface="+mn-ea"/>
                <a:sym typeface="+mn-ea"/>
              </a:rPr>
              <a:t>触发器属于一种特殊的存储过程，可以在其中包含复杂的</a:t>
            </a:r>
            <a:r>
              <a:rPr lang="en-US" altLang="zh-CN" sz="2100" dirty="0">
                <a:latin typeface="+mn-ea"/>
                <a:ea typeface="+mn-ea"/>
                <a:sym typeface="+mn-ea"/>
              </a:rPr>
              <a:t>SQL</a:t>
            </a:r>
            <a:r>
              <a:rPr lang="zh-CN" altLang="en-US" sz="2100" dirty="0">
                <a:latin typeface="+mn-ea"/>
                <a:ea typeface="+mn-ea"/>
                <a:sym typeface="+mn-ea"/>
              </a:rPr>
              <a:t>语句。触发器与存储过程的区别在于，触发器能够自动执行并且不含有参数。</a:t>
            </a:r>
            <a:endParaRPr lang="en-US" altLang="zh-CN" sz="2100" dirty="0">
              <a:latin typeface="+mn-ea"/>
              <a:ea typeface="+mn-ea"/>
              <a:sym typeface="+mn-ea"/>
            </a:endParaRPr>
          </a:p>
          <a:p>
            <a:pPr>
              <a:buFont typeface="Arial" panose="020B0604020202020204" pitchFamily="34" charset="0"/>
              <a:buChar char="•"/>
            </a:pPr>
            <a:r>
              <a:rPr lang="zh-CN" altLang="en-US" sz="2100" dirty="0">
                <a:latin typeface="+mn-ea"/>
                <a:ea typeface="+mn-ea"/>
                <a:sym typeface="+mn-ea"/>
              </a:rPr>
              <a:t>通常可以在触发器内编写一段自动执行的程序，用于保证数据操作的完整性，从而扩展了对默认值、约束和规则的完整性检查。</a:t>
            </a:r>
            <a:endParaRPr lang="en-US" altLang="zh-CN" sz="2100" dirty="0">
              <a:latin typeface="+mn-ea"/>
              <a:ea typeface="+mn-ea"/>
              <a:sym typeface="+mn-ea"/>
            </a:endParaRPr>
          </a:p>
          <a:p>
            <a:pPr>
              <a:buFont typeface="Arial" panose="020B0604020202020204" pitchFamily="34" charset="0"/>
              <a:buChar char="•"/>
            </a:pPr>
            <a:r>
              <a:rPr lang="zh-CN" altLang="en-US" sz="2100" dirty="0">
                <a:latin typeface="+mn-ea"/>
                <a:ea typeface="+mn-ea"/>
                <a:sym typeface="+mn-ea"/>
              </a:rPr>
              <a:t>对表进行包括添加数据、删除数据、更新数据中的一种或多种操作时，触发器就会自动执行。</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756"/>
    </mc:Choice>
    <mc:Fallback xmlns="">
      <p:transition spd="slow" advTm="5275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2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26">
            <a:extLst>
              <a:ext uri="{FF2B5EF4-FFF2-40B4-BE49-F238E27FC236}">
                <a16:creationId xmlns:a16="http://schemas.microsoft.com/office/drawing/2014/main" id="{FA366754-A2F4-475B-8217-AB06F5F15F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14467" y="1"/>
            <a:ext cx="729532" cy="1935307"/>
            <a:chOff x="10918968" y="713127"/>
            <a:chExt cx="1273032" cy="2532832"/>
          </a:xfrm>
        </p:grpSpPr>
        <p:sp>
          <p:nvSpPr>
            <p:cNvPr id="36" name="Rectangle 27">
              <a:extLst>
                <a:ext uri="{FF2B5EF4-FFF2-40B4-BE49-F238E27FC236}">
                  <a16:creationId xmlns:a16="http://schemas.microsoft.com/office/drawing/2014/main" id="{322BF2F0-5264-48F8-8780-73D64DE84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28">
              <a:extLst>
                <a:ext uri="{FF2B5EF4-FFF2-40B4-BE49-F238E27FC236}">
                  <a16:creationId xmlns:a16="http://schemas.microsoft.com/office/drawing/2014/main" id="{7DC5FF32-A8FD-4F1B-B8D3-3D226716C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标题 1">
            <a:extLst>
              <a:ext uri="{FF2B5EF4-FFF2-40B4-BE49-F238E27FC236}">
                <a16:creationId xmlns:a16="http://schemas.microsoft.com/office/drawing/2014/main" id="{7F0EAEF6-EB7B-4309-813D-E8A000A46764}"/>
              </a:ext>
            </a:extLst>
          </p:cNvPr>
          <p:cNvSpPr>
            <a:spLocks noGrp="1"/>
          </p:cNvSpPr>
          <p:nvPr>
            <p:ph type="title"/>
          </p:nvPr>
        </p:nvSpPr>
        <p:spPr>
          <a:xfrm>
            <a:off x="482600" y="321734"/>
            <a:ext cx="8178799" cy="1135737"/>
          </a:xfrm>
        </p:spPr>
        <p:txBody>
          <a:bodyPr>
            <a:normAutofit/>
          </a:bodyPr>
          <a:lstStyle/>
          <a:p>
            <a:r>
              <a:rPr lang="zh-CN" altLang="en-US" sz="3100"/>
              <a:t>触发器</a:t>
            </a:r>
          </a:p>
        </p:txBody>
      </p:sp>
      <p:sp>
        <p:nvSpPr>
          <p:cNvPr id="3" name="内容占位符 2">
            <a:extLst>
              <a:ext uri="{FF2B5EF4-FFF2-40B4-BE49-F238E27FC236}">
                <a16:creationId xmlns:a16="http://schemas.microsoft.com/office/drawing/2014/main" id="{7FAA9C95-08DC-4EC9-A9EE-2DCCFB12F32D}"/>
              </a:ext>
            </a:extLst>
          </p:cNvPr>
          <p:cNvSpPr>
            <a:spLocks noGrp="1"/>
          </p:cNvSpPr>
          <p:nvPr>
            <p:ph idx="1"/>
          </p:nvPr>
        </p:nvSpPr>
        <p:spPr>
          <a:xfrm>
            <a:off x="482601" y="1782981"/>
            <a:ext cx="5132201" cy="4393982"/>
          </a:xfrm>
        </p:spPr>
        <p:txBody>
          <a:bodyPr>
            <a:normAutofit/>
          </a:bodyPr>
          <a:lstStyle/>
          <a:p>
            <a:pPr>
              <a:buClr>
                <a:srgbClr val="6600CC"/>
              </a:buClr>
            </a:pPr>
            <a:r>
              <a:rPr lang="zh-CN" altLang="en-US" sz="1700">
                <a:latin typeface="+mn-ea"/>
                <a:ea typeface="+mn-ea"/>
              </a:rPr>
              <a:t>触发器是在对表进行插入、更新或删除操作时自动执行的存储过程</a:t>
            </a:r>
          </a:p>
          <a:p>
            <a:pPr>
              <a:buClr>
                <a:srgbClr val="6600CC"/>
              </a:buClr>
            </a:pPr>
            <a:r>
              <a:rPr lang="zh-CN" altLang="en-US" sz="1700">
                <a:latin typeface="+mn-ea"/>
                <a:ea typeface="+mn-ea"/>
              </a:rPr>
              <a:t>触发器通常用于强制业务规则</a:t>
            </a:r>
          </a:p>
          <a:p>
            <a:pPr>
              <a:buClr>
                <a:srgbClr val="6600CC"/>
              </a:buClr>
            </a:pPr>
            <a:r>
              <a:rPr lang="zh-CN" altLang="en-US" sz="1700">
                <a:latin typeface="+mn-ea"/>
                <a:ea typeface="+mn-ea"/>
              </a:rPr>
              <a:t>触发器是一种高级约束，可以定义比用</a:t>
            </a:r>
            <a:r>
              <a:rPr lang="en-US" altLang="zh-CN" sz="1700">
                <a:latin typeface="+mn-ea"/>
                <a:ea typeface="+mn-ea"/>
              </a:rPr>
              <a:t>CHECK </a:t>
            </a:r>
            <a:r>
              <a:rPr lang="zh-CN" altLang="en-US" sz="1700">
                <a:latin typeface="+mn-ea"/>
                <a:ea typeface="+mn-ea"/>
              </a:rPr>
              <a:t>约束更为复杂的约束 </a:t>
            </a:r>
          </a:p>
          <a:p>
            <a:pPr marL="685800" lvl="2">
              <a:buClr>
                <a:srgbClr val="6600CC"/>
              </a:buClr>
            </a:pPr>
            <a:r>
              <a:rPr lang="zh-CN" altLang="en-US" sz="1700">
                <a:latin typeface="+mn-ea"/>
                <a:ea typeface="+mn-ea"/>
              </a:rPr>
              <a:t>可执行复杂的</a:t>
            </a:r>
            <a:r>
              <a:rPr lang="en-US" altLang="zh-CN" sz="1700">
                <a:latin typeface="+mn-ea"/>
                <a:ea typeface="+mn-ea"/>
              </a:rPr>
              <a:t>SQL</a:t>
            </a:r>
            <a:r>
              <a:rPr lang="zh-CN" altLang="en-US" sz="1700">
                <a:latin typeface="+mn-ea"/>
                <a:ea typeface="+mn-ea"/>
              </a:rPr>
              <a:t>语句（</a:t>
            </a:r>
            <a:r>
              <a:rPr lang="en-US" altLang="zh-CN" sz="1700">
                <a:latin typeface="+mn-ea"/>
                <a:ea typeface="+mn-ea"/>
              </a:rPr>
              <a:t>if/while/case</a:t>
            </a:r>
            <a:r>
              <a:rPr lang="zh-CN" altLang="en-US" sz="1700">
                <a:latin typeface="+mn-ea"/>
                <a:ea typeface="+mn-ea"/>
              </a:rPr>
              <a:t>）</a:t>
            </a:r>
          </a:p>
          <a:p>
            <a:pPr marL="685800" lvl="2">
              <a:buClr>
                <a:srgbClr val="6600CC"/>
              </a:buClr>
            </a:pPr>
            <a:r>
              <a:rPr lang="zh-CN" altLang="en-US" sz="1700">
                <a:latin typeface="+mn-ea"/>
                <a:ea typeface="+mn-ea"/>
              </a:rPr>
              <a:t>可引用其它表中的列 </a:t>
            </a:r>
          </a:p>
          <a:p>
            <a:endParaRPr lang="zh-CN" altLang="en-US" sz="1700"/>
          </a:p>
        </p:txBody>
      </p:sp>
      <p:grpSp>
        <p:nvGrpSpPr>
          <p:cNvPr id="38" name="Group 30">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760545" cy="2017580"/>
            <a:chOff x="0" y="4601497"/>
            <a:chExt cx="1014060" cy="2017580"/>
          </a:xfrm>
        </p:grpSpPr>
        <p:sp>
          <p:nvSpPr>
            <p:cNvPr id="39" name="Isosceles Triangle 3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0" name="Graphic 21">
            <a:extLst>
              <a:ext uri="{FF2B5EF4-FFF2-40B4-BE49-F238E27FC236}">
                <a16:creationId xmlns:a16="http://schemas.microsoft.com/office/drawing/2014/main" id="{7D012C47-A5D9-4562-B1A5-0858FF3921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9238" y="1782981"/>
            <a:ext cx="2562161" cy="2562161"/>
          </a:xfrm>
          <a:prstGeom prst="rect">
            <a:avLst/>
          </a:prstGeom>
        </p:spPr>
      </p:pic>
    </p:spTree>
    <p:extLst>
      <p:ext uri="{BB962C8B-B14F-4D97-AF65-F5344CB8AC3E}">
        <p14:creationId xmlns:p14="http://schemas.microsoft.com/office/powerpoint/2010/main" val="1001524096"/>
      </p:ext>
    </p:extLst>
  </p:cSld>
  <p:clrMapOvr>
    <a:masterClrMapping/>
  </p:clrMapOvr>
  <mc:AlternateContent xmlns:mc="http://schemas.openxmlformats.org/markup-compatibility/2006" xmlns:p14="http://schemas.microsoft.com/office/powerpoint/2010/main">
    <mc:Choice Requires="p14">
      <p:transition spd="slow" p14:dur="2000" advTm="36630"/>
    </mc:Choice>
    <mc:Fallback xmlns="">
      <p:transition spd="slow" advTm="3663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F582715C-124A-43BA-BF5D-CD1C185B4EF1}"/>
              </a:ext>
            </a:extLst>
          </p:cNvPr>
          <p:cNvSpPr>
            <a:spLocks noGrp="1"/>
          </p:cNvSpPr>
          <p:nvPr>
            <p:ph type="title"/>
          </p:nvPr>
        </p:nvSpPr>
        <p:spPr>
          <a:xfrm>
            <a:off x="482600" y="321734"/>
            <a:ext cx="8178799" cy="1135737"/>
          </a:xfrm>
        </p:spPr>
        <p:txBody>
          <a:bodyPr>
            <a:normAutofit/>
          </a:bodyPr>
          <a:lstStyle/>
          <a:p>
            <a:r>
              <a:rPr lang="zh-CN" altLang="en-US" sz="3100" dirty="0"/>
              <a:t>触发器特点</a:t>
            </a:r>
          </a:p>
        </p:txBody>
      </p:sp>
      <p:sp>
        <p:nvSpPr>
          <p:cNvPr id="21" name="Rectangle 11">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08801" y="2200695"/>
            <a:ext cx="645368" cy="48402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13">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00197" y="1502156"/>
            <a:ext cx="2532832" cy="954774"/>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1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8518" y="5230015"/>
            <a:ext cx="2017580" cy="760545"/>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7">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60240" y="5789405"/>
            <a:ext cx="485578" cy="364184"/>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内容占位符 2">
            <a:extLst>
              <a:ext uri="{FF2B5EF4-FFF2-40B4-BE49-F238E27FC236}">
                <a16:creationId xmlns:a16="http://schemas.microsoft.com/office/drawing/2014/main" id="{980346D1-5900-4CA0-A69D-AFD884AAFA40}"/>
              </a:ext>
            </a:extLst>
          </p:cNvPr>
          <p:cNvGraphicFramePr>
            <a:graphicFrameLocks noGrp="1"/>
          </p:cNvGraphicFramePr>
          <p:nvPr>
            <p:ph idx="1"/>
            <p:extLst>
              <p:ext uri="{D42A27DB-BD31-4B8C-83A1-F6EECF244321}">
                <p14:modId xmlns:p14="http://schemas.microsoft.com/office/powerpoint/2010/main" val="281297442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4044948"/>
      </p:ext>
    </p:extLst>
  </p:cSld>
  <p:clrMapOvr>
    <a:masterClrMapping/>
  </p:clrMapOvr>
  <mc:AlternateContent xmlns:mc="http://schemas.openxmlformats.org/markup-compatibility/2006" xmlns:p14="http://schemas.microsoft.com/office/powerpoint/2010/main">
    <mc:Choice Requires="p14">
      <p:transition spd="slow" p14:dur="2000" advTm="23925"/>
    </mc:Choice>
    <mc:Fallback xmlns="">
      <p:transition spd="slow" advTm="2392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2F4CBFA-B385-4B16-B63B-29D40EBF7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F698CE04-5039-4B4D-B676-5DDF9467EA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5037" y="563918"/>
            <a:ext cx="3122981" cy="5978614"/>
            <a:chOff x="7513372" y="803186"/>
            <a:chExt cx="4163968" cy="5978614"/>
          </a:xfrm>
        </p:grpSpPr>
        <p:sp>
          <p:nvSpPr>
            <p:cNvPr id="26" name="Freeform 6">
              <a:extLst>
                <a:ext uri="{FF2B5EF4-FFF2-40B4-BE49-F238E27FC236}">
                  <a16:creationId xmlns:a16="http://schemas.microsoft.com/office/drawing/2014/main" id="{A5B7FFC8-6FAA-4120-AC51-F1C9C825A0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FF5B224B-4446-4B75-8B12-7FAFA8ED83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Rectangle 8">
              <a:extLst>
                <a:ext uri="{FF2B5EF4-FFF2-40B4-BE49-F238E27FC236}">
                  <a16:creationId xmlns:a16="http://schemas.microsoft.com/office/drawing/2014/main" id="{C807611F-497E-428E-9B8B-0192C78970C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标题 1"/>
          <p:cNvSpPr>
            <a:spLocks noGrp="1"/>
          </p:cNvSpPr>
          <p:nvPr>
            <p:ph type="title"/>
          </p:nvPr>
        </p:nvSpPr>
        <p:spPr>
          <a:xfrm>
            <a:off x="5876329" y="1132517"/>
            <a:ext cx="2434882" cy="4367531"/>
          </a:xfrm>
        </p:spPr>
        <p:txBody>
          <a:bodyPr>
            <a:normAutofit/>
          </a:bodyPr>
          <a:lstStyle/>
          <a:p>
            <a:r>
              <a:rPr lang="en-US" altLang="zh-CN">
                <a:solidFill>
                  <a:srgbClr val="FFFFFF"/>
                </a:solidFill>
              </a:rPr>
              <a:t>2.</a:t>
            </a:r>
            <a:r>
              <a:rPr lang="zh-CN" altLang="en-US">
                <a:solidFill>
                  <a:srgbClr val="FFFFFF"/>
                </a:solidFill>
                <a:sym typeface="+mn-ea"/>
              </a:rPr>
              <a:t>触发器类别</a:t>
            </a:r>
            <a:endParaRPr lang="zh-CN" altLang="en-US">
              <a:solidFill>
                <a:srgbClr val="FFFFFF"/>
              </a:solidFill>
            </a:endParaRPr>
          </a:p>
        </p:txBody>
      </p:sp>
      <p:sp>
        <p:nvSpPr>
          <p:cNvPr id="3" name="内容占位符 2"/>
          <p:cNvSpPr>
            <a:spLocks noGrp="1"/>
          </p:cNvSpPr>
          <p:nvPr>
            <p:ph idx="1"/>
          </p:nvPr>
        </p:nvSpPr>
        <p:spPr>
          <a:xfrm>
            <a:off x="628650" y="1132519"/>
            <a:ext cx="4725731" cy="4367530"/>
          </a:xfrm>
        </p:spPr>
        <p:txBody>
          <a:bodyPr anchor="ctr">
            <a:normAutofit/>
          </a:bodyPr>
          <a:lstStyle/>
          <a:p>
            <a:pPr>
              <a:buFont typeface="Arial" panose="020B0604020202020204" pitchFamily="34" charset="0"/>
              <a:buChar char="•"/>
            </a:pPr>
            <a:r>
              <a:rPr lang="zh-CN" altLang="en-US" sz="2100" dirty="0">
                <a:latin typeface="+mn-ea"/>
                <a:ea typeface="+mn-ea"/>
              </a:rPr>
              <a:t>触发器分为三种类别</a:t>
            </a:r>
            <a:endParaRPr lang="en-US" altLang="zh-CN" sz="2100" dirty="0">
              <a:latin typeface="+mn-ea"/>
              <a:ea typeface="+mn-ea"/>
            </a:endParaRPr>
          </a:p>
          <a:p>
            <a:pPr>
              <a:buFont typeface="Arial" panose="020B0604020202020204" pitchFamily="34" charset="0"/>
              <a:buChar char="•"/>
            </a:pPr>
            <a:r>
              <a:rPr lang="en-US" altLang="zh-CN" sz="2100" dirty="0">
                <a:latin typeface="+mn-ea"/>
                <a:ea typeface="+mn-ea"/>
              </a:rPr>
              <a:t>INSERT</a:t>
            </a:r>
            <a:r>
              <a:rPr lang="zh-CN" altLang="en-US" sz="2100" dirty="0">
                <a:latin typeface="+mn-ea"/>
                <a:ea typeface="+mn-ea"/>
              </a:rPr>
              <a:t>触发器、</a:t>
            </a:r>
            <a:r>
              <a:rPr lang="en-US" altLang="zh-CN" sz="2100" dirty="0">
                <a:latin typeface="+mn-ea"/>
                <a:ea typeface="+mn-ea"/>
              </a:rPr>
              <a:t>DELETE</a:t>
            </a:r>
            <a:r>
              <a:rPr lang="zh-CN" altLang="en-US" sz="2100" dirty="0">
                <a:latin typeface="+mn-ea"/>
                <a:ea typeface="+mn-ea"/>
              </a:rPr>
              <a:t>触发器、</a:t>
            </a:r>
            <a:r>
              <a:rPr lang="en-US" altLang="zh-CN" sz="2100" dirty="0">
                <a:latin typeface="+mn-ea"/>
                <a:ea typeface="+mn-ea"/>
              </a:rPr>
              <a:t>UPDATE</a:t>
            </a:r>
            <a:r>
              <a:rPr lang="zh-CN" altLang="en-US" sz="2100" dirty="0">
                <a:latin typeface="+mn-ea"/>
                <a:ea typeface="+mn-ea"/>
              </a:rPr>
              <a:t>触发器。这三种触发器分别在发生数据的添加、删除、修改行为时自动执行。</a:t>
            </a:r>
            <a:br>
              <a:rPr lang="zh-CN" altLang="en-US" sz="2100" b="1" dirty="0">
                <a:sym typeface="+mn-ea"/>
              </a:rPr>
            </a:br>
            <a:endParaRPr lang="zh-CN" altLang="en-US" sz="21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615"/>
    </mc:Choice>
    <mc:Fallback xmlns="">
      <p:transition spd="slow" advTm="1461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en-US" altLang="zh-CN" sz="3500">
                <a:solidFill>
                  <a:srgbClr val="FFFFFF"/>
                </a:solidFill>
                <a:sym typeface="+mn-ea"/>
              </a:rPr>
              <a:t>3</a:t>
            </a:r>
            <a:r>
              <a:rPr lang="zh-CN" altLang="en-US" sz="3500">
                <a:solidFill>
                  <a:srgbClr val="FFFFFF"/>
                </a:solidFill>
                <a:sym typeface="+mn-ea"/>
              </a:rPr>
              <a:t>．触发器的优点</a:t>
            </a:r>
            <a:endParaRPr lang="zh-CN" altLang="en-US" sz="350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fontScale="85000" lnSpcReduction="20000"/>
          </a:bodyPr>
          <a:lstStyle/>
          <a:p>
            <a:r>
              <a:rPr lang="zh-CN" altLang="en-US" sz="2100" dirty="0">
                <a:latin typeface="+mn-ea"/>
                <a:ea typeface="+mn-ea"/>
              </a:rPr>
              <a:t>触发器有助于在添加、更新或删除表中的记录时，保留表之间已定义的关系。</a:t>
            </a:r>
          </a:p>
          <a:p>
            <a:r>
              <a:rPr lang="zh-CN" altLang="en-US" sz="2100" dirty="0">
                <a:latin typeface="+mn-ea"/>
                <a:ea typeface="+mn-ea"/>
              </a:rPr>
              <a:t>触发器可以自动调用，当发生了对数据所作的任何修改时，与之相关的触发器就会立刻被激活。</a:t>
            </a:r>
          </a:p>
          <a:p>
            <a:r>
              <a:rPr lang="zh-CN" altLang="en-US" sz="2100" dirty="0">
                <a:latin typeface="+mn-ea"/>
                <a:ea typeface="+mn-ea"/>
              </a:rPr>
              <a:t>可以完成数据库中相关表之间的级联修改。级联修改是指为了保证数据之间的逻辑性以及依赖关系，在对一张表进行修改的同时，其他表中需要进行的修改能够自动实现。</a:t>
            </a:r>
          </a:p>
          <a:p>
            <a:r>
              <a:rPr lang="zh-CN" altLang="en-US" sz="2100" dirty="0">
                <a:latin typeface="+mn-ea"/>
                <a:ea typeface="+mn-ea"/>
              </a:rPr>
              <a:t>触发器可以对需要存储的数据加以限制，并且能够实现比</a:t>
            </a:r>
            <a:r>
              <a:rPr lang="en-US" altLang="zh-CN" sz="2100" dirty="0">
                <a:latin typeface="+mn-ea"/>
                <a:ea typeface="+mn-ea"/>
              </a:rPr>
              <a:t>CHECK</a:t>
            </a:r>
            <a:r>
              <a:rPr lang="zh-CN" altLang="en-US" sz="2100" dirty="0">
                <a:latin typeface="+mn-ea"/>
                <a:ea typeface="+mn-ea"/>
              </a:rPr>
              <a:t>约束更为复杂的功能。在</a:t>
            </a:r>
            <a:r>
              <a:rPr lang="en-US" altLang="zh-CN" sz="2100" dirty="0">
                <a:latin typeface="+mn-ea"/>
                <a:ea typeface="+mn-ea"/>
              </a:rPr>
              <a:t>CHECK</a:t>
            </a:r>
            <a:r>
              <a:rPr lang="zh-CN" altLang="en-US" sz="2100" dirty="0">
                <a:latin typeface="+mn-ea"/>
                <a:ea typeface="+mn-ea"/>
              </a:rPr>
              <a:t>约束中不允许引用其他表中的列，而触发器可以引用。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2387"/>
    </mc:Choice>
    <mc:Fallback xmlns="">
      <p:transition spd="slow" advTm="6238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2F4CBFA-B385-4B16-B63B-29D40EBF7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4">
            <a:extLst>
              <a:ext uri="{FF2B5EF4-FFF2-40B4-BE49-F238E27FC236}">
                <a16:creationId xmlns:a16="http://schemas.microsoft.com/office/drawing/2014/main" id="{F698CE04-5039-4B4D-B676-5DDF9467EA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5037" y="563918"/>
            <a:ext cx="3122981" cy="5978614"/>
            <a:chOff x="7513372" y="803186"/>
            <a:chExt cx="4163968" cy="5978614"/>
          </a:xfrm>
        </p:grpSpPr>
        <p:sp>
          <p:nvSpPr>
            <p:cNvPr id="26" name="Freeform 6">
              <a:extLst>
                <a:ext uri="{FF2B5EF4-FFF2-40B4-BE49-F238E27FC236}">
                  <a16:creationId xmlns:a16="http://schemas.microsoft.com/office/drawing/2014/main" id="{A5B7FFC8-6FAA-4120-AC51-F1C9C825A0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FF5B224B-4446-4B75-8B12-7FAFA8ED83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Rectangle 8">
              <a:extLst>
                <a:ext uri="{FF2B5EF4-FFF2-40B4-BE49-F238E27FC236}">
                  <a16:creationId xmlns:a16="http://schemas.microsoft.com/office/drawing/2014/main" id="{C807611F-497E-428E-9B8B-0192C78970C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标题 1"/>
          <p:cNvSpPr>
            <a:spLocks noGrp="1"/>
          </p:cNvSpPr>
          <p:nvPr>
            <p:ph type="title"/>
          </p:nvPr>
        </p:nvSpPr>
        <p:spPr>
          <a:xfrm>
            <a:off x="5876329" y="1132517"/>
            <a:ext cx="2434882" cy="4367531"/>
          </a:xfrm>
        </p:spPr>
        <p:txBody>
          <a:bodyPr>
            <a:normAutofit/>
          </a:bodyPr>
          <a:lstStyle/>
          <a:p>
            <a:pPr>
              <a:buClrTx/>
              <a:buSzTx/>
              <a:buFontTx/>
            </a:pPr>
            <a:r>
              <a:rPr lang="en-US" altLang="zh-CN">
                <a:solidFill>
                  <a:srgbClr val="FFFFFF"/>
                </a:solidFill>
                <a:sym typeface="+mn-ea"/>
              </a:rPr>
              <a:t>4</a:t>
            </a:r>
            <a:r>
              <a:rPr lang="zh-CN" altLang="en-US">
                <a:solidFill>
                  <a:srgbClr val="FFFFFF"/>
                </a:solidFill>
                <a:sym typeface="+mn-ea"/>
              </a:rPr>
              <a:t>．触发方式</a:t>
            </a:r>
            <a:endParaRPr lang="zh-CN" altLang="en-US">
              <a:solidFill>
                <a:srgbClr val="FFFFFF"/>
              </a:solidFill>
            </a:endParaRPr>
          </a:p>
        </p:txBody>
      </p:sp>
      <p:sp>
        <p:nvSpPr>
          <p:cNvPr id="30" name="内容占位符 2"/>
          <p:cNvSpPr>
            <a:spLocks noGrp="1"/>
          </p:cNvSpPr>
          <p:nvPr>
            <p:ph idx="1"/>
          </p:nvPr>
        </p:nvSpPr>
        <p:spPr>
          <a:xfrm>
            <a:off x="628650" y="1132519"/>
            <a:ext cx="4725731" cy="4367530"/>
          </a:xfrm>
        </p:spPr>
        <p:txBody>
          <a:bodyPr anchor="ctr">
            <a:normAutofit lnSpcReduction="10000"/>
          </a:bodyPr>
          <a:lstStyle/>
          <a:p>
            <a:r>
              <a:rPr lang="zh-CN" altLang="en-US" sz="2100" dirty="0">
                <a:latin typeface="+mn-ea"/>
                <a:ea typeface="+mn-ea"/>
              </a:rPr>
              <a:t>触发器的触发方式，分为后触发和替代触发两种方式。</a:t>
            </a:r>
            <a:endParaRPr lang="en-US" altLang="zh-CN" sz="2100" dirty="0">
              <a:latin typeface="+mn-ea"/>
              <a:ea typeface="+mn-ea"/>
            </a:endParaRPr>
          </a:p>
          <a:p>
            <a:r>
              <a:rPr lang="zh-CN" altLang="en-US" sz="2100" dirty="0">
                <a:latin typeface="+mn-ea"/>
                <a:ea typeface="+mn-ea"/>
              </a:rPr>
              <a:t>后触发：指能够引发触发器的修改操作，在完成之后才执行触发器的行为方式。创建该类触发器，需要使用</a:t>
            </a:r>
            <a:r>
              <a:rPr lang="en-US" altLang="zh-CN" sz="2100" dirty="0">
                <a:latin typeface="+mn-ea"/>
                <a:ea typeface="+mn-ea"/>
              </a:rPr>
              <a:t>AFTER</a:t>
            </a:r>
            <a:r>
              <a:rPr lang="zh-CN" altLang="en-US" sz="2100" dirty="0">
                <a:latin typeface="+mn-ea"/>
                <a:ea typeface="+mn-ea"/>
              </a:rPr>
              <a:t>关键字或者</a:t>
            </a:r>
            <a:r>
              <a:rPr lang="en-US" altLang="zh-CN" sz="2100" dirty="0">
                <a:latin typeface="+mn-ea"/>
                <a:ea typeface="+mn-ea"/>
              </a:rPr>
              <a:t>FOR</a:t>
            </a:r>
            <a:r>
              <a:rPr lang="zh-CN" altLang="en-US" sz="2100" dirty="0">
                <a:latin typeface="+mn-ea"/>
                <a:ea typeface="+mn-ea"/>
              </a:rPr>
              <a:t>关键字。</a:t>
            </a:r>
          </a:p>
          <a:p>
            <a:r>
              <a:rPr lang="zh-CN" altLang="en-US" sz="2100" dirty="0">
                <a:latin typeface="+mn-ea"/>
                <a:ea typeface="+mn-ea"/>
              </a:rPr>
              <a:t>替代触发：指定执行一个触发器，而不是执行</a:t>
            </a:r>
            <a:r>
              <a:rPr lang="en-US" altLang="zh-CN" sz="2100" dirty="0">
                <a:latin typeface="+mn-ea"/>
                <a:ea typeface="+mn-ea"/>
              </a:rPr>
              <a:t>SQL</a:t>
            </a:r>
            <a:r>
              <a:rPr lang="zh-CN" altLang="en-US" sz="2100" dirty="0">
                <a:latin typeface="+mn-ea"/>
                <a:ea typeface="+mn-ea"/>
              </a:rPr>
              <a:t>语句，这种替代触发语句的方式称为替代触发方式。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167"/>
    </mc:Choice>
    <mc:Fallback xmlns="">
      <p:transition spd="slow" advTm="3216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1C9CC24-B375-4226-BF2B-61FADBBA6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70A28E-4FD8-4474-A206-E15B5EBB3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1084747"/>
            <a:ext cx="9141714" cy="3294207"/>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39647E21-5366-4638-AC97-D8CD4111EB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l="8235" r="8214" b="45501"/>
          <a:stretch>
            <a:fillRect/>
          </a:stretch>
        </p:blipFill>
        <p:spPr>
          <a:xfrm flipV="1">
            <a:off x="0" y="0"/>
            <a:ext cx="9143999" cy="447336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标题 1"/>
          <p:cNvSpPr>
            <a:spLocks noGrp="1"/>
          </p:cNvSpPr>
          <p:nvPr>
            <p:ph type="title"/>
          </p:nvPr>
        </p:nvSpPr>
        <p:spPr>
          <a:xfrm>
            <a:off x="565443" y="2076450"/>
            <a:ext cx="8013114" cy="1345134"/>
          </a:xfrm>
        </p:spPr>
        <p:txBody>
          <a:bodyPr vert="horz" lIns="91440" tIns="45720" rIns="91440" bIns="45720" rtlCol="0" anchor="ctr">
            <a:normAutofit/>
          </a:bodyPr>
          <a:lstStyle/>
          <a:p>
            <a:pPr algn="ctr">
              <a:lnSpc>
                <a:spcPct val="90000"/>
              </a:lnSpc>
              <a:buClrTx/>
              <a:buSzTx/>
            </a:pPr>
            <a:r>
              <a:rPr lang="zh-CN" altLang="en-US" sz="4900" kern="1200">
                <a:solidFill>
                  <a:srgbClr val="FFFFFF"/>
                </a:solidFill>
                <a:latin typeface="+mj-lt"/>
                <a:ea typeface="+mj-ea"/>
                <a:cs typeface="+mj-cs"/>
                <a:sym typeface="+mn-ea"/>
              </a:rPr>
              <a:t>二、创建触发器</a:t>
            </a:r>
            <a:endParaRPr lang="en-US" altLang="zh-CN" sz="4900" kern="1200">
              <a:solidFill>
                <a:srgbClr val="FFFFFF"/>
              </a:solidFill>
              <a:latin typeface="+mj-lt"/>
              <a:ea typeface="+mj-ea"/>
              <a:cs typeface="+mj-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89"/>
    </mc:Choice>
    <mc:Fallback xmlns="">
      <p:transition spd="slow" advTm="588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en-US" altLang="zh-CN" sz="3500">
                <a:solidFill>
                  <a:srgbClr val="FFFFFF"/>
                </a:solidFill>
                <a:sym typeface="+mn-ea"/>
              </a:rPr>
              <a:t>1</a:t>
            </a:r>
            <a:r>
              <a:rPr lang="zh-CN" altLang="en-US" sz="3500">
                <a:solidFill>
                  <a:srgbClr val="FFFFFF"/>
                </a:solidFill>
                <a:sym typeface="+mn-ea"/>
              </a:rPr>
              <a:t>．使用企业管理器创建触发器</a:t>
            </a:r>
            <a:endParaRPr lang="zh-CN" altLang="en-US" sz="350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fontScale="77500" lnSpcReduction="20000"/>
          </a:bodyPr>
          <a:lstStyle/>
          <a:p>
            <a:r>
              <a:rPr lang="zh-CN" altLang="en-US" sz="2100" dirty="0">
                <a:latin typeface="+mn-ea"/>
                <a:ea typeface="+mn-ea"/>
              </a:rPr>
              <a:t>①打开企业管理器，在控制台根目录下依次展开服务器组、服务器节点、数据库节点。</a:t>
            </a:r>
            <a:endParaRPr lang="en-US" altLang="zh-CN" sz="2100" dirty="0">
              <a:latin typeface="+mn-ea"/>
              <a:ea typeface="+mn-ea"/>
            </a:endParaRPr>
          </a:p>
          <a:p>
            <a:r>
              <a:rPr lang="zh-CN" altLang="en-US" sz="2100" dirty="0">
                <a:latin typeface="+mn-ea"/>
                <a:ea typeface="+mn-ea"/>
              </a:rPr>
              <a:t>②选择某一个数据库，并双击</a:t>
            </a:r>
            <a:r>
              <a:rPr lang="en-US" altLang="zh-CN" sz="2100" dirty="0">
                <a:latin typeface="+mn-ea"/>
                <a:ea typeface="+mn-ea"/>
              </a:rPr>
              <a:t>【</a:t>
            </a:r>
            <a:r>
              <a:rPr lang="zh-CN" altLang="en-US" sz="2100" dirty="0">
                <a:latin typeface="+mn-ea"/>
                <a:ea typeface="+mn-ea"/>
              </a:rPr>
              <a:t>表</a:t>
            </a:r>
            <a:r>
              <a:rPr lang="en-US" altLang="zh-CN" sz="2100" dirty="0">
                <a:latin typeface="+mn-ea"/>
                <a:ea typeface="+mn-ea"/>
              </a:rPr>
              <a:t>】</a:t>
            </a:r>
            <a:r>
              <a:rPr lang="zh-CN" altLang="en-US" sz="2100" dirty="0">
                <a:latin typeface="+mn-ea"/>
                <a:ea typeface="+mn-ea"/>
              </a:rPr>
              <a:t>节点，在右侧窗口的列表中选择其中的一张表。</a:t>
            </a:r>
            <a:endParaRPr lang="en-US" altLang="zh-CN" sz="2100" dirty="0">
              <a:latin typeface="+mn-ea"/>
              <a:ea typeface="+mn-ea"/>
            </a:endParaRPr>
          </a:p>
          <a:p>
            <a:r>
              <a:rPr lang="zh-CN" altLang="en-US" sz="2100" dirty="0">
                <a:latin typeface="+mn-ea"/>
                <a:ea typeface="+mn-ea"/>
              </a:rPr>
              <a:t>③右击所选中的表，在弹出的下拉菜单中选择</a:t>
            </a:r>
            <a:r>
              <a:rPr lang="en-US" altLang="zh-CN" sz="2100" dirty="0">
                <a:latin typeface="+mn-ea"/>
                <a:ea typeface="+mn-ea"/>
              </a:rPr>
              <a:t>【</a:t>
            </a:r>
            <a:r>
              <a:rPr lang="zh-CN" altLang="en-US" sz="2100" dirty="0">
                <a:latin typeface="+mn-ea"/>
                <a:ea typeface="+mn-ea"/>
              </a:rPr>
              <a:t>所有任务</a:t>
            </a:r>
            <a:r>
              <a:rPr lang="en-US" altLang="zh-CN" sz="2100" dirty="0">
                <a:latin typeface="+mn-ea"/>
                <a:ea typeface="+mn-ea"/>
              </a:rPr>
              <a:t>】</a:t>
            </a:r>
            <a:r>
              <a:rPr lang="zh-CN" altLang="en-US" sz="2100" dirty="0">
                <a:latin typeface="+mn-ea"/>
                <a:ea typeface="+mn-ea"/>
              </a:rPr>
              <a:t>，并继续选择级联菜单中的</a:t>
            </a:r>
            <a:r>
              <a:rPr lang="en-US" altLang="zh-CN" sz="2100" dirty="0">
                <a:latin typeface="+mn-ea"/>
                <a:ea typeface="+mn-ea"/>
              </a:rPr>
              <a:t>【</a:t>
            </a:r>
            <a:r>
              <a:rPr lang="zh-CN" altLang="en-US" sz="2100" dirty="0">
                <a:latin typeface="+mn-ea"/>
                <a:ea typeface="+mn-ea"/>
              </a:rPr>
              <a:t>管理触发器</a:t>
            </a:r>
            <a:r>
              <a:rPr lang="en-US" altLang="zh-CN" sz="2100" dirty="0">
                <a:latin typeface="+mn-ea"/>
                <a:ea typeface="+mn-ea"/>
              </a:rPr>
              <a:t>】</a:t>
            </a:r>
            <a:r>
              <a:rPr lang="zh-CN" altLang="en-US" sz="2100" dirty="0">
                <a:latin typeface="+mn-ea"/>
                <a:ea typeface="+mn-ea"/>
              </a:rPr>
              <a:t>命令，将打开</a:t>
            </a:r>
            <a:r>
              <a:rPr lang="en-US" altLang="zh-CN" sz="2100" dirty="0">
                <a:latin typeface="+mn-ea"/>
                <a:ea typeface="+mn-ea"/>
              </a:rPr>
              <a:t>【</a:t>
            </a:r>
            <a:r>
              <a:rPr lang="zh-CN" altLang="en-US" sz="2100" dirty="0">
                <a:latin typeface="+mn-ea"/>
                <a:ea typeface="+mn-ea"/>
              </a:rPr>
              <a:t>触发器属性</a:t>
            </a:r>
            <a:r>
              <a:rPr lang="en-US" altLang="zh-CN" sz="2100" dirty="0">
                <a:latin typeface="+mn-ea"/>
                <a:ea typeface="+mn-ea"/>
              </a:rPr>
              <a:t>】</a:t>
            </a:r>
            <a:r>
              <a:rPr lang="zh-CN" altLang="en-US" sz="2100" dirty="0">
                <a:latin typeface="+mn-ea"/>
                <a:ea typeface="+mn-ea"/>
              </a:rPr>
              <a:t>对话框。</a:t>
            </a:r>
          </a:p>
          <a:p>
            <a:r>
              <a:rPr lang="zh-CN" altLang="en-US" sz="2100" dirty="0">
                <a:latin typeface="+mn-ea"/>
                <a:ea typeface="+mn-ea"/>
              </a:rPr>
              <a:t>④在</a:t>
            </a:r>
            <a:r>
              <a:rPr lang="en-US" altLang="zh-CN" sz="2100" dirty="0">
                <a:latin typeface="+mn-ea"/>
                <a:ea typeface="+mn-ea"/>
              </a:rPr>
              <a:t>【</a:t>
            </a:r>
            <a:r>
              <a:rPr lang="zh-CN" altLang="en-US" sz="2100" dirty="0">
                <a:latin typeface="+mn-ea"/>
                <a:ea typeface="+mn-ea"/>
              </a:rPr>
              <a:t>触发器属性</a:t>
            </a:r>
            <a:r>
              <a:rPr lang="en-US" altLang="zh-CN" sz="2100" dirty="0">
                <a:latin typeface="+mn-ea"/>
                <a:ea typeface="+mn-ea"/>
              </a:rPr>
              <a:t>】</a:t>
            </a:r>
            <a:r>
              <a:rPr lang="zh-CN" altLang="en-US" sz="2100" dirty="0">
                <a:latin typeface="+mn-ea"/>
                <a:ea typeface="+mn-ea"/>
              </a:rPr>
              <a:t>对话框的文本框中，将</a:t>
            </a:r>
            <a:r>
              <a:rPr lang="en-US" altLang="zh-CN" sz="2100" dirty="0">
                <a:latin typeface="+mn-ea"/>
                <a:ea typeface="+mn-ea"/>
              </a:rPr>
              <a:t>[TRIGGER NAME]</a:t>
            </a:r>
            <a:r>
              <a:rPr lang="zh-CN" altLang="en-US" sz="2100" dirty="0">
                <a:latin typeface="+mn-ea"/>
                <a:ea typeface="+mn-ea"/>
              </a:rPr>
              <a:t>修改为新建触发器的名称，并输入触发器所包含的</a:t>
            </a:r>
            <a:r>
              <a:rPr lang="en-US" altLang="zh-CN" sz="2100" dirty="0">
                <a:latin typeface="+mn-ea"/>
                <a:ea typeface="+mn-ea"/>
              </a:rPr>
              <a:t>SQL</a:t>
            </a:r>
            <a:r>
              <a:rPr lang="zh-CN" altLang="en-US" sz="2100" dirty="0">
                <a:latin typeface="+mn-ea"/>
                <a:ea typeface="+mn-ea"/>
              </a:rPr>
              <a:t>语句。</a:t>
            </a:r>
            <a:endParaRPr lang="en-US" altLang="zh-CN" sz="2100" dirty="0">
              <a:latin typeface="+mn-ea"/>
              <a:ea typeface="+mn-ea"/>
            </a:endParaRPr>
          </a:p>
          <a:p>
            <a:r>
              <a:rPr lang="zh-CN" altLang="en-US" sz="2100" dirty="0">
                <a:latin typeface="+mn-ea"/>
                <a:ea typeface="+mn-ea"/>
              </a:rPr>
              <a:t>⑤通过点击</a:t>
            </a:r>
            <a:r>
              <a:rPr lang="en-US" altLang="zh-CN" sz="2100" dirty="0">
                <a:latin typeface="+mn-ea"/>
                <a:ea typeface="+mn-ea"/>
              </a:rPr>
              <a:t>【</a:t>
            </a:r>
            <a:r>
              <a:rPr lang="zh-CN" altLang="en-US" sz="2100" dirty="0">
                <a:latin typeface="+mn-ea"/>
                <a:ea typeface="+mn-ea"/>
              </a:rPr>
              <a:t>检查语法</a:t>
            </a:r>
            <a:r>
              <a:rPr lang="en-US" altLang="zh-CN" sz="2100" dirty="0">
                <a:latin typeface="+mn-ea"/>
                <a:ea typeface="+mn-ea"/>
              </a:rPr>
              <a:t>】</a:t>
            </a:r>
            <a:r>
              <a:rPr lang="zh-CN" altLang="en-US" sz="2100" dirty="0">
                <a:latin typeface="+mn-ea"/>
                <a:ea typeface="+mn-ea"/>
              </a:rPr>
              <a:t>按钮来判断触发器的语法是否正确，最后，点击</a:t>
            </a:r>
            <a:r>
              <a:rPr lang="en-US" altLang="zh-CN" sz="2100" dirty="0">
                <a:latin typeface="+mn-ea"/>
                <a:ea typeface="+mn-ea"/>
              </a:rPr>
              <a:t>【</a:t>
            </a:r>
            <a:r>
              <a:rPr lang="zh-CN" altLang="en-US" sz="2100" dirty="0">
                <a:latin typeface="+mn-ea"/>
                <a:ea typeface="+mn-ea"/>
              </a:rPr>
              <a:t>确定</a:t>
            </a:r>
            <a:r>
              <a:rPr lang="en-US" altLang="zh-CN" sz="2100" dirty="0">
                <a:latin typeface="+mn-ea"/>
                <a:ea typeface="+mn-ea"/>
              </a:rPr>
              <a:t>】</a:t>
            </a:r>
            <a:r>
              <a:rPr lang="zh-CN" altLang="en-US" sz="2100" dirty="0">
                <a:latin typeface="+mn-ea"/>
                <a:ea typeface="+mn-ea"/>
              </a:rPr>
              <a:t>按钮保存新建的触发器。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9824"/>
    </mc:Choice>
    <mc:Fallback xmlns="">
      <p:transition spd="slow" advTm="7982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4614" y="2355786"/>
            <a:ext cx="373931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a:extLst>
              <a:ext uri="{FF2B5EF4-FFF2-40B4-BE49-F238E27FC236}">
                <a16:creationId xmlns:a16="http://schemas.microsoft.com/office/drawing/2014/main" id="{8610A4B6-59F8-47B7-BEA8-21490215E6D9}"/>
              </a:ext>
            </a:extLst>
          </p:cNvPr>
          <p:cNvSpPr>
            <a:spLocks noGrp="1"/>
          </p:cNvSpPr>
          <p:nvPr>
            <p:ph type="title"/>
          </p:nvPr>
        </p:nvSpPr>
        <p:spPr>
          <a:xfrm>
            <a:off x="5669859" y="2723322"/>
            <a:ext cx="2632766" cy="2236738"/>
          </a:xfrm>
        </p:spPr>
        <p:txBody>
          <a:bodyPr vert="horz" lIns="91440" tIns="45720" rIns="91440" bIns="45720" rtlCol="0" anchor="b">
            <a:normAutofit/>
          </a:bodyPr>
          <a:lstStyle/>
          <a:p>
            <a:pPr algn="ctr">
              <a:lnSpc>
                <a:spcPct val="90000"/>
              </a:lnSpc>
            </a:pPr>
            <a:r>
              <a:rPr lang="en-US" altLang="zh-CN" sz="2800" dirty="0">
                <a:solidFill>
                  <a:srgbClr val="FFFFFF"/>
                </a:solidFill>
                <a:latin typeface="+mj-lt"/>
                <a:ea typeface="+mj-ea"/>
              </a:rPr>
              <a:t>【</a:t>
            </a:r>
            <a:r>
              <a:rPr lang="zh-CN" altLang="en-US" sz="2800" dirty="0">
                <a:solidFill>
                  <a:srgbClr val="FFFFFF"/>
                </a:solidFill>
                <a:latin typeface="+mj-lt"/>
                <a:ea typeface="+mj-ea"/>
              </a:rPr>
              <a:t>触发器属性</a:t>
            </a:r>
            <a:r>
              <a:rPr lang="en-US" altLang="zh-CN" sz="2800" dirty="0">
                <a:solidFill>
                  <a:srgbClr val="FFFFFF"/>
                </a:solidFill>
                <a:latin typeface="+mj-lt"/>
                <a:ea typeface="+mj-ea"/>
              </a:rPr>
              <a:t>】</a:t>
            </a:r>
            <a:r>
              <a:rPr lang="zh-CN" altLang="en-US" sz="2800" dirty="0">
                <a:solidFill>
                  <a:srgbClr val="FFFFFF"/>
                </a:solidFill>
                <a:latin typeface="+mj-lt"/>
                <a:ea typeface="+mj-ea"/>
              </a:rPr>
              <a:t>对话框</a:t>
            </a:r>
          </a:p>
        </p:txBody>
      </p:sp>
      <p:sp>
        <p:nvSpPr>
          <p:cNvPr id="22"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9" name="Picture 5">
            <a:extLst>
              <a:ext uri="{FF2B5EF4-FFF2-40B4-BE49-F238E27FC236}">
                <a16:creationId xmlns:a16="http://schemas.microsoft.com/office/drawing/2014/main" id="{136EBCE8-8437-415C-9E22-4CCDB81DEDA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4405" b="1"/>
          <a:stretch/>
        </p:blipFill>
        <p:spPr>
          <a:xfrm>
            <a:off x="944144" y="1120046"/>
            <a:ext cx="4226864" cy="3509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98576812"/>
      </p:ext>
    </p:extLst>
  </p:cSld>
  <p:clrMapOvr>
    <a:masterClrMapping/>
  </p:clrMapOvr>
  <mc:AlternateContent xmlns:mc="http://schemas.openxmlformats.org/markup-compatibility/2006" xmlns:p14="http://schemas.microsoft.com/office/powerpoint/2010/main">
    <mc:Choice Requires="p14">
      <p:transition spd="slow" p14:dur="2000" advTm="47459"/>
    </mc:Choice>
    <mc:Fallback xmlns="">
      <p:transition spd="slow" advTm="4745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en-US" altLang="zh-CN" sz="3500">
                <a:solidFill>
                  <a:srgbClr val="FFFFFF"/>
                </a:solidFill>
                <a:sym typeface="+mn-ea"/>
              </a:rPr>
              <a:t>2</a:t>
            </a:r>
            <a:r>
              <a:rPr lang="zh-CN" altLang="en-US" sz="3500">
                <a:solidFill>
                  <a:srgbClr val="FFFFFF"/>
                </a:solidFill>
                <a:sym typeface="+mn-ea"/>
              </a:rPr>
              <a:t>．使用</a:t>
            </a:r>
            <a:r>
              <a:rPr lang="en-US" altLang="zh-CN" sz="3500">
                <a:solidFill>
                  <a:srgbClr val="FFFFFF"/>
                </a:solidFill>
                <a:sym typeface="+mn-ea"/>
              </a:rPr>
              <a:t>CREATE TRIGGER</a:t>
            </a:r>
            <a:r>
              <a:rPr lang="zh-CN" altLang="en-US" sz="3500">
                <a:solidFill>
                  <a:srgbClr val="FFFFFF"/>
                </a:solidFill>
                <a:sym typeface="+mn-ea"/>
              </a:rPr>
              <a:t>语句创建触发器</a:t>
            </a:r>
            <a:endParaRPr lang="zh-CN" altLang="en-US" sz="350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a:bodyPr>
          <a:lstStyle/>
          <a:p>
            <a:pPr>
              <a:lnSpc>
                <a:spcPct val="110000"/>
              </a:lnSpc>
            </a:pPr>
            <a:r>
              <a:rPr lang="en-US" altLang="zh-CN" dirty="0">
                <a:latin typeface="+mn-ea"/>
                <a:ea typeface="+mn-ea"/>
              </a:rPr>
              <a:t>CREATE TRIGGER</a:t>
            </a:r>
            <a:r>
              <a:rPr lang="zh-CN" altLang="en-US" dirty="0">
                <a:latin typeface="+mn-ea"/>
                <a:ea typeface="+mn-ea"/>
              </a:rPr>
              <a:t>语句的部分语法格式：</a:t>
            </a:r>
            <a:endParaRPr lang="en-US" altLang="zh-CN" dirty="0">
              <a:latin typeface="+mn-ea"/>
              <a:ea typeface="+mn-ea"/>
            </a:endParaRPr>
          </a:p>
          <a:p>
            <a:pPr>
              <a:lnSpc>
                <a:spcPct val="110000"/>
              </a:lnSpc>
            </a:pPr>
            <a:r>
              <a:rPr lang="en-US" altLang="zh-CN" dirty="0">
                <a:latin typeface="+mn-ea"/>
                <a:ea typeface="+mn-ea"/>
              </a:rPr>
              <a:t>CREATE TRIGGER </a:t>
            </a:r>
            <a:r>
              <a:rPr lang="zh-CN" altLang="en-US" dirty="0">
                <a:latin typeface="+mn-ea"/>
                <a:ea typeface="+mn-ea"/>
              </a:rPr>
              <a:t>触发器名称 </a:t>
            </a:r>
            <a:endParaRPr lang="en-US" altLang="zh-CN" dirty="0">
              <a:latin typeface="+mn-ea"/>
              <a:ea typeface="+mn-ea"/>
            </a:endParaRPr>
          </a:p>
          <a:p>
            <a:pPr>
              <a:lnSpc>
                <a:spcPct val="110000"/>
              </a:lnSpc>
            </a:pPr>
            <a:r>
              <a:rPr lang="en-US" altLang="zh-CN" dirty="0">
                <a:latin typeface="+mn-ea"/>
                <a:ea typeface="+mn-ea"/>
              </a:rPr>
              <a:t>ON { </a:t>
            </a:r>
            <a:r>
              <a:rPr lang="zh-CN" altLang="en-US" dirty="0">
                <a:latin typeface="+mn-ea"/>
                <a:ea typeface="+mn-ea"/>
              </a:rPr>
              <a:t>表名 </a:t>
            </a:r>
            <a:r>
              <a:rPr lang="en-US" altLang="zh-CN" dirty="0">
                <a:latin typeface="+mn-ea"/>
                <a:ea typeface="+mn-ea"/>
              </a:rPr>
              <a:t>| </a:t>
            </a:r>
            <a:r>
              <a:rPr lang="zh-CN" altLang="en-US" dirty="0">
                <a:latin typeface="+mn-ea"/>
                <a:ea typeface="+mn-ea"/>
              </a:rPr>
              <a:t>视图名 </a:t>
            </a:r>
            <a:r>
              <a:rPr lang="en-US" altLang="zh-CN" dirty="0">
                <a:latin typeface="+mn-ea"/>
                <a:ea typeface="+mn-ea"/>
              </a:rPr>
              <a:t>} </a:t>
            </a:r>
          </a:p>
          <a:p>
            <a:pPr>
              <a:lnSpc>
                <a:spcPct val="110000"/>
              </a:lnSpc>
            </a:pPr>
            <a:r>
              <a:rPr lang="en-US" altLang="zh-CN" dirty="0">
                <a:latin typeface="+mn-ea"/>
                <a:ea typeface="+mn-ea"/>
              </a:rPr>
              <a:t>[ WITH ENCRYPTION ] </a:t>
            </a:r>
          </a:p>
          <a:p>
            <a:pPr>
              <a:lnSpc>
                <a:spcPct val="110000"/>
              </a:lnSpc>
            </a:pPr>
            <a:r>
              <a:rPr lang="en-US" altLang="zh-CN" dirty="0">
                <a:latin typeface="+mn-ea"/>
                <a:ea typeface="+mn-ea"/>
              </a:rPr>
              <a:t>   FOR | AFTER | INSTEAD OF [DELETE] [,] [INSERT] [,] [UPDATE]</a:t>
            </a:r>
          </a:p>
          <a:p>
            <a:pPr>
              <a:lnSpc>
                <a:spcPct val="110000"/>
              </a:lnSpc>
            </a:pPr>
            <a:r>
              <a:rPr lang="en-US" altLang="zh-CN" dirty="0">
                <a:latin typeface="+mn-ea"/>
                <a:ea typeface="+mn-ea"/>
              </a:rPr>
              <a:t>AS</a:t>
            </a:r>
          </a:p>
          <a:p>
            <a:pPr>
              <a:lnSpc>
                <a:spcPct val="110000"/>
              </a:lnSpc>
            </a:pPr>
            <a:r>
              <a:rPr lang="en-US" altLang="zh-CN" dirty="0">
                <a:latin typeface="+mn-ea"/>
                <a:ea typeface="+mn-ea"/>
              </a:rPr>
              <a:t>   SQL</a:t>
            </a:r>
            <a:r>
              <a:rPr lang="zh-CN" altLang="en-US" dirty="0">
                <a:latin typeface="+mn-ea"/>
                <a:ea typeface="+mn-ea"/>
              </a:rPr>
              <a:t>语句</a:t>
            </a:r>
            <a:r>
              <a:rPr lang="en-US" altLang="zh-CN" dirty="0">
                <a:latin typeface="+mn-ea"/>
                <a:ea typeface="+mn-ea"/>
              </a:rPr>
              <a:t>[</a:t>
            </a:r>
            <a:r>
              <a:rPr lang="zh-CN" altLang="en-US" dirty="0">
                <a:latin typeface="+mn-ea"/>
                <a:ea typeface="+mn-ea"/>
              </a:rPr>
              <a:t> </a:t>
            </a:r>
            <a:r>
              <a:rPr lang="en-US" altLang="zh-CN" dirty="0">
                <a:latin typeface="+mn-ea"/>
                <a:ea typeface="+mn-ea"/>
              </a:rPr>
              <a:t>...n ]</a:t>
            </a:r>
          </a:p>
          <a:p>
            <a:endParaRPr lang="en-US" altLang="zh-CN" sz="21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2219"/>
    </mc:Choice>
    <mc:Fallback xmlns="">
      <p:transition spd="slow" advTm="7221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5911E3A-C35B-4EF7-A355-B84E9A14A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E21ADB3D-AD65-44B4-847D-5E90E90A5D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134" y="0"/>
            <a:ext cx="9438087" cy="6853238"/>
            <a:chOff x="-417513" y="0"/>
            <a:chExt cx="12584114" cy="6853238"/>
          </a:xfrm>
        </p:grpSpPr>
        <p:sp>
          <p:nvSpPr>
            <p:cNvPr id="36" name="Freeform 5">
              <a:extLst>
                <a:ext uri="{FF2B5EF4-FFF2-40B4-BE49-F238E27FC236}">
                  <a16:creationId xmlns:a16="http://schemas.microsoft.com/office/drawing/2014/main" id="{CF580C70-814C-4845-B645-919BFFBD1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6">
              <a:extLst>
                <a:ext uri="{FF2B5EF4-FFF2-40B4-BE49-F238E27FC236}">
                  <a16:creationId xmlns:a16="http://schemas.microsoft.com/office/drawing/2014/main" id="{34D7BF57-4CAA-45B2-9EF0-0AA1FCF70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7">
              <a:extLst>
                <a:ext uri="{FF2B5EF4-FFF2-40B4-BE49-F238E27FC236}">
                  <a16:creationId xmlns:a16="http://schemas.microsoft.com/office/drawing/2014/main" id="{7886F306-C03A-40C6-8FD5-DCE3D4595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8">
              <a:extLst>
                <a:ext uri="{FF2B5EF4-FFF2-40B4-BE49-F238E27FC236}">
                  <a16:creationId xmlns:a16="http://schemas.microsoft.com/office/drawing/2014/main" id="{2FDC9A36-C7C3-47D7-A64E-ED25C47EC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0" name="Freeform 9">
              <a:extLst>
                <a:ext uri="{FF2B5EF4-FFF2-40B4-BE49-F238E27FC236}">
                  <a16:creationId xmlns:a16="http://schemas.microsoft.com/office/drawing/2014/main" id="{BB19BC37-158A-43DC-9A9E-E45CC7195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1" name="Freeform 10">
              <a:extLst>
                <a:ext uri="{FF2B5EF4-FFF2-40B4-BE49-F238E27FC236}">
                  <a16:creationId xmlns:a16="http://schemas.microsoft.com/office/drawing/2014/main" id="{077654CC-108F-48D5-B5E9-437F164F5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11">
              <a:extLst>
                <a:ext uri="{FF2B5EF4-FFF2-40B4-BE49-F238E27FC236}">
                  <a16:creationId xmlns:a16="http://schemas.microsoft.com/office/drawing/2014/main" id="{A3CF3A63-1C1E-4E85-A78A-FDC16431E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12">
              <a:extLst>
                <a:ext uri="{FF2B5EF4-FFF2-40B4-BE49-F238E27FC236}">
                  <a16:creationId xmlns:a16="http://schemas.microsoft.com/office/drawing/2014/main" id="{8740FC9A-72DD-4D9B-BA25-1CCED1352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13">
              <a:extLst>
                <a:ext uri="{FF2B5EF4-FFF2-40B4-BE49-F238E27FC236}">
                  <a16:creationId xmlns:a16="http://schemas.microsoft.com/office/drawing/2014/main" id="{7FBF5743-F2AE-4D0D-BCD1-01F7686D0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4">
              <a:extLst>
                <a:ext uri="{FF2B5EF4-FFF2-40B4-BE49-F238E27FC236}">
                  <a16:creationId xmlns:a16="http://schemas.microsoft.com/office/drawing/2014/main" id="{CED32316-D4F7-4795-BBE0-DEBB60E27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5">
              <a:extLst>
                <a:ext uri="{FF2B5EF4-FFF2-40B4-BE49-F238E27FC236}">
                  <a16:creationId xmlns:a16="http://schemas.microsoft.com/office/drawing/2014/main" id="{583B23C9-B9B7-4E93-9538-CBE316F83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6">
              <a:extLst>
                <a:ext uri="{FF2B5EF4-FFF2-40B4-BE49-F238E27FC236}">
                  <a16:creationId xmlns:a16="http://schemas.microsoft.com/office/drawing/2014/main" id="{5B144260-9F2C-4ADB-A37C-1CFB4B428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7">
              <a:extLst>
                <a:ext uri="{FF2B5EF4-FFF2-40B4-BE49-F238E27FC236}">
                  <a16:creationId xmlns:a16="http://schemas.microsoft.com/office/drawing/2014/main" id="{53FF918D-79D3-4F55-A68C-0DD5880DA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8">
              <a:extLst>
                <a:ext uri="{FF2B5EF4-FFF2-40B4-BE49-F238E27FC236}">
                  <a16:creationId xmlns:a16="http://schemas.microsoft.com/office/drawing/2014/main" id="{B9FC1440-933F-44FE-8D77-4827DD0F9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9">
              <a:extLst>
                <a:ext uri="{FF2B5EF4-FFF2-40B4-BE49-F238E27FC236}">
                  <a16:creationId xmlns:a16="http://schemas.microsoft.com/office/drawing/2014/main" id="{0F67F308-A67C-4D2E-B081-59BB31D8E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20">
              <a:extLst>
                <a:ext uri="{FF2B5EF4-FFF2-40B4-BE49-F238E27FC236}">
                  <a16:creationId xmlns:a16="http://schemas.microsoft.com/office/drawing/2014/main" id="{80112F01-90EB-4AEC-A39C-5C6875FFB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2" name="Freeform 21">
              <a:extLst>
                <a:ext uri="{FF2B5EF4-FFF2-40B4-BE49-F238E27FC236}">
                  <a16:creationId xmlns:a16="http://schemas.microsoft.com/office/drawing/2014/main" id="{893F6B05-90EB-4C75-A0F0-C7247553BD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3" name="Freeform 22">
              <a:extLst>
                <a:ext uri="{FF2B5EF4-FFF2-40B4-BE49-F238E27FC236}">
                  <a16:creationId xmlns:a16="http://schemas.microsoft.com/office/drawing/2014/main" id="{227B563B-E0C0-4D81-966D-B5E2DBAAE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3">
              <a:extLst>
                <a:ext uri="{FF2B5EF4-FFF2-40B4-BE49-F238E27FC236}">
                  <a16:creationId xmlns:a16="http://schemas.microsoft.com/office/drawing/2014/main" id="{130DF93D-D1FF-477A-BDCE-C8B01C3B4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4">
              <a:extLst>
                <a:ext uri="{FF2B5EF4-FFF2-40B4-BE49-F238E27FC236}">
                  <a16:creationId xmlns:a16="http://schemas.microsoft.com/office/drawing/2014/main" id="{44ED67A1-C6FE-4AC8-8473-11DAC03DC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5">
              <a:extLst>
                <a:ext uri="{FF2B5EF4-FFF2-40B4-BE49-F238E27FC236}">
                  <a16:creationId xmlns:a16="http://schemas.microsoft.com/office/drawing/2014/main" id="{213A54F3-15FA-4C8F-8ABF-CE77E7219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8" name="Group 57">
            <a:extLst>
              <a:ext uri="{FF2B5EF4-FFF2-40B4-BE49-F238E27FC236}">
                <a16:creationId xmlns:a16="http://schemas.microsoft.com/office/drawing/2014/main" id="{5F8A7F7F-DD1A-4F41-98AC-B9CE2A620C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108" y="1699589"/>
            <a:ext cx="2755857" cy="3470421"/>
            <a:chOff x="697883" y="1816768"/>
            <a:chExt cx="3674476" cy="3470421"/>
          </a:xfrm>
        </p:grpSpPr>
        <p:sp>
          <p:nvSpPr>
            <p:cNvPr id="59" name="Rectangle 58">
              <a:extLst>
                <a:ext uri="{FF2B5EF4-FFF2-40B4-BE49-F238E27FC236}">
                  <a16:creationId xmlns:a16="http://schemas.microsoft.com/office/drawing/2014/main" id="{CEF47228-EB7C-4EBA-BE01-DA6CB241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 name="Isosceles Triangle 22">
              <a:extLst>
                <a:ext uri="{FF2B5EF4-FFF2-40B4-BE49-F238E27FC236}">
                  <a16:creationId xmlns:a16="http://schemas.microsoft.com/office/drawing/2014/main" id="{3D2FD25A-EFFD-4F5C-9258-981F5907D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Rectangle 60">
              <a:extLst>
                <a:ext uri="{FF2B5EF4-FFF2-40B4-BE49-F238E27FC236}">
                  <a16:creationId xmlns:a16="http://schemas.microsoft.com/office/drawing/2014/main" id="{DCF573BC-A06F-4036-A3A8-9D07DDE62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标题 1"/>
          <p:cNvSpPr>
            <a:spLocks noGrp="1"/>
          </p:cNvSpPr>
          <p:nvPr>
            <p:ph type="title"/>
          </p:nvPr>
        </p:nvSpPr>
        <p:spPr>
          <a:xfrm>
            <a:off x="678657" y="2415322"/>
            <a:ext cx="2588798" cy="2399869"/>
          </a:xfrm>
        </p:spPr>
        <p:txBody>
          <a:bodyPr>
            <a:normAutofit/>
          </a:bodyPr>
          <a:lstStyle/>
          <a:p>
            <a:pPr algn="ctr"/>
            <a:r>
              <a:rPr lang="zh-CN" altLang="en-US" sz="2800" dirty="0">
                <a:solidFill>
                  <a:srgbClr val="FFFFFF"/>
                </a:solidFill>
              </a:rPr>
              <a:t>语句说明之一</a:t>
            </a:r>
          </a:p>
        </p:txBody>
      </p:sp>
      <p:sp>
        <p:nvSpPr>
          <p:cNvPr id="3" name="内容占位符 2"/>
          <p:cNvSpPr>
            <a:spLocks noGrp="1"/>
          </p:cNvSpPr>
          <p:nvPr>
            <p:ph idx="1"/>
          </p:nvPr>
        </p:nvSpPr>
        <p:spPr>
          <a:xfrm>
            <a:off x="3840480" y="804672"/>
            <a:ext cx="4711446" cy="5248656"/>
          </a:xfrm>
        </p:spPr>
        <p:txBody>
          <a:bodyPr anchor="ctr">
            <a:normAutofit/>
          </a:bodyPr>
          <a:lstStyle/>
          <a:p>
            <a:r>
              <a:rPr lang="zh-CN" altLang="en-US" sz="1700" dirty="0">
                <a:latin typeface="+mn-ea"/>
                <a:ea typeface="+mn-ea"/>
              </a:rPr>
              <a:t>触发器名称：必须符合标识符命名规则，并且在同一个数据库中触发器的名称不允许重复。触发器名称中可以省略所有者名称。</a:t>
            </a:r>
          </a:p>
          <a:p>
            <a:r>
              <a:rPr lang="zh-CN" altLang="en-US" sz="1700" dirty="0">
                <a:latin typeface="+mn-ea"/>
                <a:ea typeface="+mn-ea"/>
              </a:rPr>
              <a:t>表名或视图名称：是指建立触发器所依赖的对象。也可以称为触发器表或触发器视图。</a:t>
            </a:r>
          </a:p>
          <a:p>
            <a:r>
              <a:rPr lang="en-US" altLang="zh-CN" sz="1700" dirty="0">
                <a:latin typeface="+mn-ea"/>
                <a:ea typeface="+mn-ea"/>
              </a:rPr>
              <a:t>WITH ENCRYPTION</a:t>
            </a:r>
            <a:r>
              <a:rPr lang="zh-CN" altLang="en-US" sz="1700" dirty="0">
                <a:latin typeface="+mn-ea"/>
                <a:ea typeface="+mn-ea"/>
              </a:rPr>
              <a:t>：该选项的作用为对触发器中所包含的</a:t>
            </a:r>
            <a:r>
              <a:rPr lang="en-US" altLang="zh-CN" sz="1700" dirty="0">
                <a:latin typeface="+mn-ea"/>
                <a:ea typeface="+mn-ea"/>
              </a:rPr>
              <a:t>SQL</a:t>
            </a:r>
            <a:r>
              <a:rPr lang="zh-CN" altLang="en-US" sz="1700" dirty="0">
                <a:latin typeface="+mn-ea"/>
                <a:ea typeface="+mn-ea"/>
              </a:rPr>
              <a:t>语句进行加密。</a:t>
            </a:r>
          </a:p>
          <a:p>
            <a:r>
              <a:rPr lang="en-US" altLang="zh-CN" sz="1700" dirty="0">
                <a:latin typeface="+mn-ea"/>
                <a:ea typeface="+mn-ea"/>
              </a:rPr>
              <a:t>FOR</a:t>
            </a:r>
            <a:r>
              <a:rPr lang="zh-CN" altLang="en-US" sz="1700" dirty="0">
                <a:latin typeface="+mn-ea"/>
                <a:ea typeface="+mn-ea"/>
              </a:rPr>
              <a:t>或</a:t>
            </a:r>
            <a:r>
              <a:rPr lang="en-US" altLang="zh-CN" sz="1700" dirty="0">
                <a:latin typeface="+mn-ea"/>
                <a:ea typeface="+mn-ea"/>
              </a:rPr>
              <a:t>AFTER</a:t>
            </a:r>
            <a:r>
              <a:rPr lang="zh-CN" altLang="en-US" sz="1700" dirty="0">
                <a:latin typeface="+mn-ea"/>
                <a:ea typeface="+mn-ea"/>
              </a:rPr>
              <a:t>：代表后触发方式，即当满足所有的引用级联操作和约束检查后并且完成了</a:t>
            </a:r>
            <a:r>
              <a:rPr lang="en-US" altLang="zh-CN" sz="1700" dirty="0">
                <a:latin typeface="+mn-ea"/>
                <a:ea typeface="+mn-ea"/>
              </a:rPr>
              <a:t>SQL </a:t>
            </a:r>
            <a:r>
              <a:rPr lang="zh-CN" altLang="en-US" sz="1700" dirty="0">
                <a:latin typeface="+mn-ea"/>
                <a:ea typeface="+mn-ea"/>
              </a:rPr>
              <a:t>语句中指定的所有操作后，指定的触发器才会被执行。在视图上不允许采用后触发方式。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5604"/>
    </mc:Choice>
    <mc:Fallback xmlns="">
      <p:transition spd="slow" advTm="9560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2" name="标题 1">
            <a:extLst>
              <a:ext uri="{FF2B5EF4-FFF2-40B4-BE49-F238E27FC236}">
                <a16:creationId xmlns:a16="http://schemas.microsoft.com/office/drawing/2014/main" id="{02289D0C-29AE-4751-BE0D-74349A75023A}"/>
              </a:ext>
            </a:extLst>
          </p:cNvPr>
          <p:cNvSpPr>
            <a:spLocks noGrp="1"/>
          </p:cNvSpPr>
          <p:nvPr>
            <p:ph type="title"/>
          </p:nvPr>
        </p:nvSpPr>
        <p:spPr>
          <a:xfrm>
            <a:off x="4570578" y="1257300"/>
            <a:ext cx="3988849" cy="1381125"/>
          </a:xfrm>
        </p:spPr>
        <p:txBody>
          <a:bodyPr>
            <a:normAutofit/>
          </a:bodyPr>
          <a:lstStyle/>
          <a:p>
            <a:r>
              <a:rPr lang="zh-CN" altLang="en-US" dirty="0">
                <a:solidFill>
                  <a:srgbClr val="000000"/>
                </a:solidFill>
              </a:rPr>
              <a:t>语句说明之二</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7" name="Graphic 6">
            <a:extLst>
              <a:ext uri="{FF2B5EF4-FFF2-40B4-BE49-F238E27FC236}">
                <a16:creationId xmlns:a16="http://schemas.microsoft.com/office/drawing/2014/main" id="{B86EDBAF-62E3-411B-9F88-E05E27E50F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9490" y="2079067"/>
            <a:ext cx="3026740" cy="3026740"/>
          </a:xfrm>
          <a:prstGeom prst="rect">
            <a:avLst/>
          </a:prstGeom>
        </p:spPr>
      </p:pic>
      <p:sp>
        <p:nvSpPr>
          <p:cNvPr id="3" name="内容占位符 2">
            <a:extLst>
              <a:ext uri="{FF2B5EF4-FFF2-40B4-BE49-F238E27FC236}">
                <a16:creationId xmlns:a16="http://schemas.microsoft.com/office/drawing/2014/main" id="{1B7602BF-2DA3-4BBF-9039-9DDEC5A741A0}"/>
              </a:ext>
            </a:extLst>
          </p:cNvPr>
          <p:cNvSpPr>
            <a:spLocks noGrp="1"/>
          </p:cNvSpPr>
          <p:nvPr>
            <p:ph idx="1"/>
          </p:nvPr>
        </p:nvSpPr>
        <p:spPr>
          <a:xfrm>
            <a:off x="4570579" y="2947260"/>
            <a:ext cx="4003614" cy="2927188"/>
          </a:xfrm>
        </p:spPr>
        <p:txBody>
          <a:bodyPr anchor="ctr">
            <a:normAutofit lnSpcReduction="10000"/>
          </a:bodyPr>
          <a:lstStyle/>
          <a:p>
            <a:r>
              <a:rPr lang="en-US" altLang="zh-CN" sz="1700" dirty="0">
                <a:latin typeface="+mn-ea"/>
                <a:ea typeface="+mn-ea"/>
              </a:rPr>
              <a:t>INSTEAD OF</a:t>
            </a:r>
            <a:r>
              <a:rPr lang="zh-CN" altLang="en-US" sz="1700" dirty="0">
                <a:latin typeface="+mn-ea"/>
                <a:ea typeface="+mn-ea"/>
              </a:rPr>
              <a:t>：表示替代触发方式，每一个</a:t>
            </a:r>
            <a:r>
              <a:rPr lang="en-US" altLang="zh-CN" sz="1700" dirty="0">
                <a:latin typeface="+mn-ea"/>
                <a:ea typeface="+mn-ea"/>
              </a:rPr>
              <a:t>INSERT</a:t>
            </a:r>
            <a:r>
              <a:rPr lang="zh-CN" altLang="en-US" sz="1700" dirty="0">
                <a:latin typeface="+mn-ea"/>
                <a:ea typeface="+mn-ea"/>
              </a:rPr>
              <a:t>、</a:t>
            </a:r>
            <a:r>
              <a:rPr lang="en-US" altLang="zh-CN" sz="1700" dirty="0">
                <a:latin typeface="+mn-ea"/>
                <a:ea typeface="+mn-ea"/>
              </a:rPr>
              <a:t>UPDATE</a:t>
            </a:r>
            <a:r>
              <a:rPr lang="zh-CN" altLang="en-US" sz="1700" dirty="0">
                <a:latin typeface="+mn-ea"/>
                <a:ea typeface="+mn-ea"/>
              </a:rPr>
              <a:t>、</a:t>
            </a:r>
            <a:r>
              <a:rPr lang="en-US" altLang="zh-CN" sz="1700" dirty="0">
                <a:latin typeface="+mn-ea"/>
                <a:ea typeface="+mn-ea"/>
              </a:rPr>
              <a:t>DELETE </a:t>
            </a:r>
            <a:r>
              <a:rPr lang="zh-CN" altLang="en-US" sz="1700" dirty="0">
                <a:latin typeface="+mn-ea"/>
                <a:ea typeface="+mn-ea"/>
              </a:rPr>
              <a:t>语句只能定义一个 </a:t>
            </a:r>
            <a:r>
              <a:rPr lang="en-US" altLang="zh-CN" sz="1700" dirty="0">
                <a:latin typeface="+mn-ea"/>
                <a:ea typeface="+mn-ea"/>
              </a:rPr>
              <a:t>INSTEAD OF </a:t>
            </a:r>
            <a:r>
              <a:rPr lang="zh-CN" altLang="en-US" sz="1700" dirty="0">
                <a:latin typeface="+mn-ea"/>
                <a:ea typeface="+mn-ea"/>
              </a:rPr>
              <a:t>触发器。</a:t>
            </a:r>
          </a:p>
          <a:p>
            <a:r>
              <a:rPr lang="en-US" altLang="zh-CN" sz="1700" dirty="0">
                <a:latin typeface="+mn-ea"/>
                <a:ea typeface="+mn-ea"/>
              </a:rPr>
              <a:t>DELETE</a:t>
            </a:r>
            <a:r>
              <a:rPr lang="zh-CN" altLang="en-US" sz="1700" dirty="0">
                <a:latin typeface="+mn-ea"/>
                <a:ea typeface="+mn-ea"/>
              </a:rPr>
              <a:t>、</a:t>
            </a:r>
            <a:r>
              <a:rPr lang="en-US" altLang="zh-CN" sz="1700" dirty="0">
                <a:latin typeface="+mn-ea"/>
                <a:ea typeface="+mn-ea"/>
              </a:rPr>
              <a:t>INSERT</a:t>
            </a:r>
            <a:r>
              <a:rPr lang="zh-CN" altLang="en-US" sz="1700" dirty="0">
                <a:latin typeface="+mn-ea"/>
                <a:ea typeface="+mn-ea"/>
              </a:rPr>
              <a:t>、</a:t>
            </a:r>
            <a:r>
              <a:rPr lang="en-US" altLang="zh-CN" sz="1700" dirty="0">
                <a:latin typeface="+mn-ea"/>
                <a:ea typeface="+mn-ea"/>
              </a:rPr>
              <a:t>UPDATE  </a:t>
            </a:r>
            <a:r>
              <a:rPr lang="zh-CN" altLang="en-US" sz="1700" dirty="0">
                <a:latin typeface="+mn-ea"/>
                <a:ea typeface="+mn-ea"/>
              </a:rPr>
              <a:t>三个选项中应该至少选择其一，用于表示在表或视图上执行了哪一类的操作时会将触发器激活。</a:t>
            </a:r>
          </a:p>
          <a:p>
            <a:endParaRPr lang="zh-CN" altLang="en-US" sz="1500" dirty="0">
              <a:solidFill>
                <a:srgbClr val="000000"/>
              </a:solidFill>
            </a:endParaRPr>
          </a:p>
        </p:txBody>
      </p:sp>
    </p:spTree>
    <p:extLst>
      <p:ext uri="{BB962C8B-B14F-4D97-AF65-F5344CB8AC3E}">
        <p14:creationId xmlns:p14="http://schemas.microsoft.com/office/powerpoint/2010/main" val="3147918583"/>
      </p:ext>
    </p:extLst>
  </p:cSld>
  <p:clrMapOvr>
    <a:masterClrMapping/>
  </p:clrMapOvr>
  <mc:AlternateContent xmlns:mc="http://schemas.openxmlformats.org/markup-compatibility/2006" xmlns:p14="http://schemas.microsoft.com/office/powerpoint/2010/main">
    <mc:Choice Requires="p14">
      <p:transition spd="slow" p14:dur="2000" advTm="34295"/>
    </mc:Choice>
    <mc:Fallback xmlns="">
      <p:transition spd="slow" advTm="3429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5911E3A-C35B-4EF7-A355-B84E9A14A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E21ADB3D-AD65-44B4-847D-5E90E90A5D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134" y="0"/>
            <a:ext cx="9438087" cy="6853238"/>
            <a:chOff x="-417513" y="0"/>
            <a:chExt cx="12584114" cy="6853238"/>
          </a:xfrm>
        </p:grpSpPr>
        <p:sp>
          <p:nvSpPr>
            <p:cNvPr id="36" name="Freeform 5">
              <a:extLst>
                <a:ext uri="{FF2B5EF4-FFF2-40B4-BE49-F238E27FC236}">
                  <a16:creationId xmlns:a16="http://schemas.microsoft.com/office/drawing/2014/main" id="{CF580C70-814C-4845-B645-919BFFBD1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6">
              <a:extLst>
                <a:ext uri="{FF2B5EF4-FFF2-40B4-BE49-F238E27FC236}">
                  <a16:creationId xmlns:a16="http://schemas.microsoft.com/office/drawing/2014/main" id="{34D7BF57-4CAA-45B2-9EF0-0AA1FCF70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7">
              <a:extLst>
                <a:ext uri="{FF2B5EF4-FFF2-40B4-BE49-F238E27FC236}">
                  <a16:creationId xmlns:a16="http://schemas.microsoft.com/office/drawing/2014/main" id="{7886F306-C03A-40C6-8FD5-DCE3D4595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8">
              <a:extLst>
                <a:ext uri="{FF2B5EF4-FFF2-40B4-BE49-F238E27FC236}">
                  <a16:creationId xmlns:a16="http://schemas.microsoft.com/office/drawing/2014/main" id="{2FDC9A36-C7C3-47D7-A64E-ED25C47EC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0" name="Freeform 9">
              <a:extLst>
                <a:ext uri="{FF2B5EF4-FFF2-40B4-BE49-F238E27FC236}">
                  <a16:creationId xmlns:a16="http://schemas.microsoft.com/office/drawing/2014/main" id="{BB19BC37-158A-43DC-9A9E-E45CC7195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1" name="Freeform 10">
              <a:extLst>
                <a:ext uri="{FF2B5EF4-FFF2-40B4-BE49-F238E27FC236}">
                  <a16:creationId xmlns:a16="http://schemas.microsoft.com/office/drawing/2014/main" id="{077654CC-108F-48D5-B5E9-437F164F5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11">
              <a:extLst>
                <a:ext uri="{FF2B5EF4-FFF2-40B4-BE49-F238E27FC236}">
                  <a16:creationId xmlns:a16="http://schemas.microsoft.com/office/drawing/2014/main" id="{A3CF3A63-1C1E-4E85-A78A-FDC16431E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12">
              <a:extLst>
                <a:ext uri="{FF2B5EF4-FFF2-40B4-BE49-F238E27FC236}">
                  <a16:creationId xmlns:a16="http://schemas.microsoft.com/office/drawing/2014/main" id="{8740FC9A-72DD-4D9B-BA25-1CCED1352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13">
              <a:extLst>
                <a:ext uri="{FF2B5EF4-FFF2-40B4-BE49-F238E27FC236}">
                  <a16:creationId xmlns:a16="http://schemas.microsoft.com/office/drawing/2014/main" id="{7FBF5743-F2AE-4D0D-BCD1-01F7686D0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4">
              <a:extLst>
                <a:ext uri="{FF2B5EF4-FFF2-40B4-BE49-F238E27FC236}">
                  <a16:creationId xmlns:a16="http://schemas.microsoft.com/office/drawing/2014/main" id="{CED32316-D4F7-4795-BBE0-DEBB60E27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5">
              <a:extLst>
                <a:ext uri="{FF2B5EF4-FFF2-40B4-BE49-F238E27FC236}">
                  <a16:creationId xmlns:a16="http://schemas.microsoft.com/office/drawing/2014/main" id="{583B23C9-B9B7-4E93-9538-CBE316F83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6">
              <a:extLst>
                <a:ext uri="{FF2B5EF4-FFF2-40B4-BE49-F238E27FC236}">
                  <a16:creationId xmlns:a16="http://schemas.microsoft.com/office/drawing/2014/main" id="{5B144260-9F2C-4ADB-A37C-1CFB4B428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7">
              <a:extLst>
                <a:ext uri="{FF2B5EF4-FFF2-40B4-BE49-F238E27FC236}">
                  <a16:creationId xmlns:a16="http://schemas.microsoft.com/office/drawing/2014/main" id="{53FF918D-79D3-4F55-A68C-0DD5880DA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8">
              <a:extLst>
                <a:ext uri="{FF2B5EF4-FFF2-40B4-BE49-F238E27FC236}">
                  <a16:creationId xmlns:a16="http://schemas.microsoft.com/office/drawing/2014/main" id="{B9FC1440-933F-44FE-8D77-4827DD0F9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9">
              <a:extLst>
                <a:ext uri="{FF2B5EF4-FFF2-40B4-BE49-F238E27FC236}">
                  <a16:creationId xmlns:a16="http://schemas.microsoft.com/office/drawing/2014/main" id="{0F67F308-A67C-4D2E-B081-59BB31D8E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20">
              <a:extLst>
                <a:ext uri="{FF2B5EF4-FFF2-40B4-BE49-F238E27FC236}">
                  <a16:creationId xmlns:a16="http://schemas.microsoft.com/office/drawing/2014/main" id="{80112F01-90EB-4AEC-A39C-5C6875FFB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2" name="Freeform 21">
              <a:extLst>
                <a:ext uri="{FF2B5EF4-FFF2-40B4-BE49-F238E27FC236}">
                  <a16:creationId xmlns:a16="http://schemas.microsoft.com/office/drawing/2014/main" id="{893F6B05-90EB-4C75-A0F0-C7247553BD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3" name="Freeform 22">
              <a:extLst>
                <a:ext uri="{FF2B5EF4-FFF2-40B4-BE49-F238E27FC236}">
                  <a16:creationId xmlns:a16="http://schemas.microsoft.com/office/drawing/2014/main" id="{227B563B-E0C0-4D81-966D-B5E2DBAAE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3">
              <a:extLst>
                <a:ext uri="{FF2B5EF4-FFF2-40B4-BE49-F238E27FC236}">
                  <a16:creationId xmlns:a16="http://schemas.microsoft.com/office/drawing/2014/main" id="{130DF93D-D1FF-477A-BDCE-C8B01C3B4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4">
              <a:extLst>
                <a:ext uri="{FF2B5EF4-FFF2-40B4-BE49-F238E27FC236}">
                  <a16:creationId xmlns:a16="http://schemas.microsoft.com/office/drawing/2014/main" id="{44ED67A1-C6FE-4AC8-8473-11DAC03DC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5">
              <a:extLst>
                <a:ext uri="{FF2B5EF4-FFF2-40B4-BE49-F238E27FC236}">
                  <a16:creationId xmlns:a16="http://schemas.microsoft.com/office/drawing/2014/main" id="{213A54F3-15FA-4C8F-8ABF-CE77E7219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8" name="Group 57">
            <a:extLst>
              <a:ext uri="{FF2B5EF4-FFF2-40B4-BE49-F238E27FC236}">
                <a16:creationId xmlns:a16="http://schemas.microsoft.com/office/drawing/2014/main" id="{5F8A7F7F-DD1A-4F41-98AC-B9CE2A620C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108" y="1699589"/>
            <a:ext cx="2755857" cy="3470421"/>
            <a:chOff x="697883" y="1816768"/>
            <a:chExt cx="3674476" cy="3470421"/>
          </a:xfrm>
        </p:grpSpPr>
        <p:sp>
          <p:nvSpPr>
            <p:cNvPr id="59" name="Rectangle 58">
              <a:extLst>
                <a:ext uri="{FF2B5EF4-FFF2-40B4-BE49-F238E27FC236}">
                  <a16:creationId xmlns:a16="http://schemas.microsoft.com/office/drawing/2014/main" id="{CEF47228-EB7C-4EBA-BE01-DA6CB241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 name="Isosceles Triangle 22">
              <a:extLst>
                <a:ext uri="{FF2B5EF4-FFF2-40B4-BE49-F238E27FC236}">
                  <a16:creationId xmlns:a16="http://schemas.microsoft.com/office/drawing/2014/main" id="{3D2FD25A-EFFD-4F5C-9258-981F5907D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Rectangle 60">
              <a:extLst>
                <a:ext uri="{FF2B5EF4-FFF2-40B4-BE49-F238E27FC236}">
                  <a16:creationId xmlns:a16="http://schemas.microsoft.com/office/drawing/2014/main" id="{DCF573BC-A06F-4036-A3A8-9D07DDE62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标题 1"/>
          <p:cNvSpPr>
            <a:spLocks noGrp="1"/>
          </p:cNvSpPr>
          <p:nvPr>
            <p:ph type="title"/>
          </p:nvPr>
        </p:nvSpPr>
        <p:spPr>
          <a:xfrm>
            <a:off x="678657" y="2415322"/>
            <a:ext cx="2588798" cy="2399869"/>
          </a:xfrm>
        </p:spPr>
        <p:txBody>
          <a:bodyPr>
            <a:normAutofit/>
          </a:bodyPr>
          <a:lstStyle/>
          <a:p>
            <a:pPr algn="ctr"/>
            <a:r>
              <a:rPr lang="zh-CN" altLang="en-US" sz="2800" dirty="0">
                <a:solidFill>
                  <a:srgbClr val="FFFFFF"/>
                </a:solidFill>
              </a:rPr>
              <a:t>语句说明之三</a:t>
            </a:r>
          </a:p>
        </p:txBody>
      </p:sp>
      <p:sp>
        <p:nvSpPr>
          <p:cNvPr id="3" name="内容占位符 2"/>
          <p:cNvSpPr>
            <a:spLocks noGrp="1"/>
          </p:cNvSpPr>
          <p:nvPr>
            <p:ph idx="1"/>
          </p:nvPr>
        </p:nvSpPr>
        <p:spPr>
          <a:xfrm>
            <a:off x="3840480" y="804672"/>
            <a:ext cx="4711446" cy="5248656"/>
          </a:xfrm>
        </p:spPr>
        <p:txBody>
          <a:bodyPr anchor="ctr">
            <a:normAutofit/>
          </a:bodyPr>
          <a:lstStyle/>
          <a:p>
            <a:r>
              <a:rPr lang="en-US" altLang="zh-CN" sz="1700" dirty="0">
                <a:latin typeface="+mn-ea"/>
                <a:ea typeface="+mn-ea"/>
              </a:rPr>
              <a:t>SQL</a:t>
            </a:r>
            <a:r>
              <a:rPr lang="zh-CN" altLang="en-US" sz="1700" dirty="0">
                <a:latin typeface="+mn-ea"/>
                <a:ea typeface="+mn-ea"/>
              </a:rPr>
              <a:t>语句：为触发器中包含的条件以及需要执行的操作。</a:t>
            </a:r>
          </a:p>
          <a:p>
            <a:r>
              <a:rPr lang="zh-CN" altLang="en-US" sz="1700" dirty="0">
                <a:latin typeface="+mn-ea"/>
                <a:ea typeface="+mn-ea"/>
              </a:rPr>
              <a:t>在执行触发器时，系统会自动创建两张临时表</a:t>
            </a:r>
            <a:r>
              <a:rPr lang="en-US" altLang="zh-CN" sz="1700" dirty="0">
                <a:latin typeface="+mn-ea"/>
                <a:ea typeface="+mn-ea"/>
              </a:rPr>
              <a:t>INSERTED</a:t>
            </a:r>
            <a:r>
              <a:rPr lang="zh-CN" altLang="en-US" sz="1700" dirty="0">
                <a:latin typeface="+mn-ea"/>
                <a:ea typeface="+mn-ea"/>
              </a:rPr>
              <a:t>、</a:t>
            </a:r>
            <a:r>
              <a:rPr lang="en-US" altLang="zh-CN" sz="1700" dirty="0">
                <a:latin typeface="+mn-ea"/>
                <a:ea typeface="+mn-ea"/>
              </a:rPr>
              <a:t>DELETED</a:t>
            </a:r>
            <a:r>
              <a:rPr lang="zh-CN" altLang="en-US" sz="1700" dirty="0">
                <a:latin typeface="+mn-ea"/>
                <a:ea typeface="+mn-ea"/>
              </a:rPr>
              <a:t>，这两张表的结构与触发器所依赖的表类似，用于保存在用户操作过程中，被插入或被删除的数据。</a:t>
            </a:r>
          </a:p>
          <a:p>
            <a:r>
              <a:rPr lang="zh-CN" altLang="en-US" sz="1700" dirty="0">
                <a:latin typeface="+mn-ea"/>
                <a:ea typeface="+mn-ea"/>
              </a:rPr>
              <a:t>每一个触发器在执行过程中，都会产生与之相关的上述两张临时表，并且在执行结束后，两个临时表会自动被系统删除。对临时表可以进行查询操作，如</a:t>
            </a:r>
            <a:r>
              <a:rPr lang="en-US" altLang="zh-CN" sz="1700" dirty="0">
                <a:latin typeface="+mn-ea"/>
                <a:ea typeface="+mn-ea"/>
              </a:rPr>
              <a:t>SELECT * FROM DELETED</a:t>
            </a:r>
            <a:r>
              <a:rPr lang="zh-CN" altLang="en-US" sz="1700" dirty="0">
                <a:latin typeface="+mn-ea"/>
                <a:ea typeface="+mn-ea"/>
              </a:rPr>
              <a:t>，但是不能对临时表进行修改。</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862"/>
    </mc:Choice>
    <mc:Fallback xmlns="">
      <p:transition spd="slow" advTm="5286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13"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标题 1"/>
          <p:cNvSpPr>
            <a:spLocks noGrp="1"/>
          </p:cNvSpPr>
          <p:nvPr>
            <p:ph type="title"/>
          </p:nvPr>
        </p:nvSpPr>
        <p:spPr>
          <a:xfrm>
            <a:off x="785460" y="759805"/>
            <a:ext cx="7729890" cy="1325563"/>
          </a:xfrm>
        </p:spPr>
        <p:txBody>
          <a:bodyPr>
            <a:normAutofit/>
          </a:bodyPr>
          <a:lstStyle/>
          <a:p>
            <a:r>
              <a:rPr lang="zh-CN" altLang="en-US" sz="3500" dirty="0">
                <a:solidFill>
                  <a:srgbClr val="FFFFFF"/>
                </a:solidFill>
              </a:rPr>
              <a:t>触发器例题</a:t>
            </a:r>
            <a:r>
              <a:rPr lang="en-US" altLang="zh-CN" sz="3500" dirty="0">
                <a:solidFill>
                  <a:srgbClr val="FFFFFF"/>
                </a:solidFill>
              </a:rPr>
              <a:t>1</a:t>
            </a:r>
            <a:endParaRPr lang="zh-CN" altLang="en-US" sz="3500" dirty="0">
              <a:solidFill>
                <a:srgbClr val="FFFFFF"/>
              </a:solidFill>
            </a:endParaRPr>
          </a:p>
        </p:txBody>
      </p:sp>
      <p:sp>
        <p:nvSpPr>
          <p:cNvPr id="3" name="内容占位符 2"/>
          <p:cNvSpPr>
            <a:spLocks noGrp="1"/>
          </p:cNvSpPr>
          <p:nvPr>
            <p:ph idx="1"/>
          </p:nvPr>
        </p:nvSpPr>
        <p:spPr>
          <a:xfrm>
            <a:off x="1068678" y="2494450"/>
            <a:ext cx="3040158" cy="3563159"/>
          </a:xfrm>
        </p:spPr>
        <p:txBody>
          <a:bodyPr>
            <a:normAutofit fontScale="92500" lnSpcReduction="20000"/>
          </a:bodyPr>
          <a:lstStyle/>
          <a:p>
            <a:r>
              <a:rPr lang="zh-CN" altLang="en-US" sz="1700" dirty="0">
                <a:latin typeface="+mn-ea"/>
                <a:ea typeface="+mn-ea"/>
              </a:rPr>
              <a:t>在数据库</a:t>
            </a:r>
            <a:r>
              <a:rPr lang="en-US" altLang="zh-CN" sz="1700" dirty="0">
                <a:latin typeface="+mn-ea"/>
                <a:ea typeface="+mn-ea"/>
              </a:rPr>
              <a:t>XSCJ</a:t>
            </a:r>
            <a:r>
              <a:rPr lang="zh-CN" altLang="en-US" sz="1700" dirty="0">
                <a:latin typeface="+mn-ea"/>
                <a:ea typeface="+mn-ea"/>
              </a:rPr>
              <a:t>中设计一个触发器，该触发器的作用为：</a:t>
            </a:r>
            <a:endParaRPr lang="en-US" altLang="zh-CN" sz="1700" dirty="0">
              <a:latin typeface="+mn-ea"/>
              <a:ea typeface="+mn-ea"/>
            </a:endParaRPr>
          </a:p>
          <a:p>
            <a:r>
              <a:rPr lang="zh-CN" altLang="en-US" sz="1700" dirty="0">
                <a:latin typeface="+mn-ea"/>
                <a:ea typeface="+mn-ea"/>
              </a:rPr>
              <a:t>当在班级表中删除某一个班级时，在学生基本信息表中，该班级所包含的学生信息也全部被删除。</a:t>
            </a:r>
            <a:endParaRPr lang="en-US" altLang="zh-CN" sz="1700" dirty="0">
              <a:latin typeface="+mn-ea"/>
              <a:ea typeface="+mn-ea"/>
            </a:endParaRPr>
          </a:p>
          <a:p>
            <a:r>
              <a:rPr lang="zh-CN" altLang="en-US" sz="1700" dirty="0">
                <a:latin typeface="+mn-ea"/>
                <a:ea typeface="+mn-ea"/>
              </a:rPr>
              <a:t>说明：在此例中，由于涉及到了班级表的删除操作，因而需要设计一个</a:t>
            </a:r>
            <a:r>
              <a:rPr lang="en-US" altLang="zh-CN" sz="1700" dirty="0">
                <a:latin typeface="+mn-ea"/>
                <a:ea typeface="+mn-ea"/>
              </a:rPr>
              <a:t>DELETE</a:t>
            </a:r>
            <a:r>
              <a:rPr lang="zh-CN" altLang="en-US" sz="1700" dirty="0">
                <a:latin typeface="+mn-ea"/>
                <a:ea typeface="+mn-ea"/>
              </a:rPr>
              <a:t>类型的触发器。</a:t>
            </a:r>
            <a:br>
              <a:rPr lang="zh-CN" altLang="en-US" sz="1700" dirty="0">
                <a:latin typeface="+mn-ea"/>
                <a:ea typeface="+mn-ea"/>
              </a:rPr>
            </a:br>
            <a:endParaRPr lang="zh-CN" altLang="en-US" sz="1700" dirty="0">
              <a:latin typeface="+mn-ea"/>
              <a:ea typeface="+mn-ea"/>
            </a:endParaRPr>
          </a:p>
        </p:txBody>
      </p:sp>
      <p:pic>
        <p:nvPicPr>
          <p:cNvPr id="7" name="Graphic 6">
            <a:extLst>
              <a:ext uri="{FF2B5EF4-FFF2-40B4-BE49-F238E27FC236}">
                <a16:creationId xmlns:a16="http://schemas.microsoft.com/office/drawing/2014/main" id="{7F4C8B0A-91C0-4D83-AEBB-F3051E9061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93384" y="2492376"/>
            <a:ext cx="3563372" cy="356337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700"/>
    </mc:Choice>
    <mc:Fallback xmlns="">
      <p:transition spd="slow" advTm="357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427D15F9-FBA9-45B6-A1EE-7E2610907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549D845D-9A57-49AC-9523-BB0D6DA6FE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66" name="Freeform 44">
              <a:extLst>
                <a:ext uri="{FF2B5EF4-FFF2-40B4-BE49-F238E27FC236}">
                  <a16:creationId xmlns:a16="http://schemas.microsoft.com/office/drawing/2014/main" id="{3348EFE1-9D21-4DC0-8EC9-C887670613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45">
              <a:extLst>
                <a:ext uri="{FF2B5EF4-FFF2-40B4-BE49-F238E27FC236}">
                  <a16:creationId xmlns:a16="http://schemas.microsoft.com/office/drawing/2014/main" id="{D9CD0CF4-76F6-470E-A8EF-DD74FC196C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46">
              <a:extLst>
                <a:ext uri="{FF2B5EF4-FFF2-40B4-BE49-F238E27FC236}">
                  <a16:creationId xmlns:a16="http://schemas.microsoft.com/office/drawing/2014/main" id="{71645EB6-7E0C-491E-9A5B-C25E80A64A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47">
              <a:extLst>
                <a:ext uri="{FF2B5EF4-FFF2-40B4-BE49-F238E27FC236}">
                  <a16:creationId xmlns:a16="http://schemas.microsoft.com/office/drawing/2014/main" id="{D20E5CAC-62A4-48E1-9F9F-1F81766831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Rectangle 69">
              <a:extLst>
                <a:ext uri="{FF2B5EF4-FFF2-40B4-BE49-F238E27FC236}">
                  <a16:creationId xmlns:a16="http://schemas.microsoft.com/office/drawing/2014/main" id="{053A11D2-F06B-447E-96A7-27A21A8FA64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标题 1">
            <a:extLst>
              <a:ext uri="{FF2B5EF4-FFF2-40B4-BE49-F238E27FC236}">
                <a16:creationId xmlns:a16="http://schemas.microsoft.com/office/drawing/2014/main" id="{9252758B-5061-430F-B983-D0024A5FD0B3}"/>
              </a:ext>
            </a:extLst>
          </p:cNvPr>
          <p:cNvSpPr>
            <a:spLocks noGrp="1"/>
          </p:cNvSpPr>
          <p:nvPr>
            <p:ph type="title"/>
          </p:nvPr>
        </p:nvSpPr>
        <p:spPr>
          <a:xfrm>
            <a:off x="785460" y="759805"/>
            <a:ext cx="7729890" cy="1325563"/>
          </a:xfrm>
        </p:spPr>
        <p:txBody>
          <a:bodyPr>
            <a:normAutofit/>
          </a:bodyPr>
          <a:lstStyle/>
          <a:p>
            <a:r>
              <a:rPr lang="zh-CN" altLang="en-US" sz="3500" dirty="0">
                <a:solidFill>
                  <a:srgbClr val="FFFFFF"/>
                </a:solidFill>
              </a:rPr>
              <a:t>例题</a:t>
            </a:r>
            <a:r>
              <a:rPr lang="en-US" altLang="zh-CN" sz="3500" dirty="0">
                <a:solidFill>
                  <a:srgbClr val="FFFFFF"/>
                </a:solidFill>
              </a:rPr>
              <a:t>1</a:t>
            </a:r>
            <a:r>
              <a:rPr lang="zh-CN" altLang="en-US" sz="3500" dirty="0">
                <a:solidFill>
                  <a:srgbClr val="FFFFFF"/>
                </a:solidFill>
              </a:rPr>
              <a:t>代码</a:t>
            </a:r>
          </a:p>
        </p:txBody>
      </p:sp>
      <p:pic>
        <p:nvPicPr>
          <p:cNvPr id="22" name="Graphic 21">
            <a:extLst>
              <a:ext uri="{FF2B5EF4-FFF2-40B4-BE49-F238E27FC236}">
                <a16:creationId xmlns:a16="http://schemas.microsoft.com/office/drawing/2014/main" id="{AAA880E1-3234-432B-A0E1-EF00A7F360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676" y="3070395"/>
            <a:ext cx="2407334" cy="2407334"/>
          </a:xfrm>
          <a:prstGeom prst="rect">
            <a:avLst/>
          </a:prstGeom>
        </p:spPr>
      </p:pic>
      <p:sp>
        <p:nvSpPr>
          <p:cNvPr id="58" name="内容占位符 2">
            <a:extLst>
              <a:ext uri="{FF2B5EF4-FFF2-40B4-BE49-F238E27FC236}">
                <a16:creationId xmlns:a16="http://schemas.microsoft.com/office/drawing/2014/main" id="{0065FEDF-EF1A-4447-A4BC-98B172EE1A2F}"/>
              </a:ext>
            </a:extLst>
          </p:cNvPr>
          <p:cNvSpPr>
            <a:spLocks noGrp="1"/>
          </p:cNvSpPr>
          <p:nvPr>
            <p:ph idx="1"/>
          </p:nvPr>
        </p:nvSpPr>
        <p:spPr>
          <a:xfrm>
            <a:off x="3971676" y="2494450"/>
            <a:ext cx="4103647" cy="3563159"/>
          </a:xfrm>
        </p:spPr>
        <p:txBody>
          <a:bodyPr>
            <a:normAutofit fontScale="92500" lnSpcReduction="10000"/>
          </a:bodyPr>
          <a:lstStyle/>
          <a:p>
            <a:pPr>
              <a:lnSpc>
                <a:spcPct val="120000"/>
              </a:lnSpc>
            </a:pPr>
            <a:r>
              <a:rPr lang="en-US" altLang="zh-CN" dirty="0">
                <a:latin typeface="+mn-ea"/>
                <a:ea typeface="+mn-ea"/>
              </a:rPr>
              <a:t>USE XSCJ</a:t>
            </a:r>
          </a:p>
          <a:p>
            <a:pPr>
              <a:lnSpc>
                <a:spcPct val="120000"/>
              </a:lnSpc>
            </a:pPr>
            <a:r>
              <a:rPr lang="en-US" altLang="zh-CN" dirty="0">
                <a:latin typeface="+mn-ea"/>
                <a:ea typeface="+mn-ea"/>
              </a:rPr>
              <a:t>GO</a:t>
            </a:r>
          </a:p>
          <a:p>
            <a:pPr>
              <a:lnSpc>
                <a:spcPct val="120000"/>
              </a:lnSpc>
            </a:pPr>
            <a:r>
              <a:rPr lang="en-US" altLang="zh-CN" dirty="0">
                <a:latin typeface="+mn-ea"/>
                <a:ea typeface="+mn-ea"/>
              </a:rPr>
              <a:t>CREATE TRIGGER </a:t>
            </a:r>
            <a:r>
              <a:rPr lang="en-US" altLang="zh-CN" dirty="0" err="1">
                <a:latin typeface="+mn-ea"/>
                <a:ea typeface="+mn-ea"/>
              </a:rPr>
              <a:t>del_bj</a:t>
            </a:r>
            <a:r>
              <a:rPr lang="en-US" altLang="zh-CN" dirty="0">
                <a:latin typeface="+mn-ea"/>
                <a:ea typeface="+mn-ea"/>
              </a:rPr>
              <a:t> ON </a:t>
            </a:r>
            <a:r>
              <a:rPr lang="zh-CN" altLang="en-US" dirty="0">
                <a:latin typeface="+mn-ea"/>
                <a:ea typeface="+mn-ea"/>
              </a:rPr>
              <a:t>班级表</a:t>
            </a:r>
            <a:endParaRPr lang="en-US" altLang="zh-CN" dirty="0">
              <a:latin typeface="+mn-ea"/>
              <a:ea typeface="+mn-ea"/>
            </a:endParaRPr>
          </a:p>
          <a:p>
            <a:pPr>
              <a:lnSpc>
                <a:spcPct val="120000"/>
              </a:lnSpc>
            </a:pPr>
            <a:r>
              <a:rPr lang="en-US" altLang="zh-CN" dirty="0">
                <a:latin typeface="+mn-ea"/>
                <a:ea typeface="+mn-ea"/>
              </a:rPr>
              <a:t>AFTER DELETE</a:t>
            </a:r>
          </a:p>
          <a:p>
            <a:pPr>
              <a:lnSpc>
                <a:spcPct val="120000"/>
              </a:lnSpc>
            </a:pPr>
            <a:r>
              <a:rPr lang="en-US" altLang="zh-CN" dirty="0">
                <a:latin typeface="+mn-ea"/>
                <a:ea typeface="+mn-ea"/>
              </a:rPr>
              <a:t>AS</a:t>
            </a:r>
          </a:p>
          <a:p>
            <a:pPr>
              <a:lnSpc>
                <a:spcPct val="120000"/>
              </a:lnSpc>
            </a:pPr>
            <a:r>
              <a:rPr lang="en-US" altLang="zh-CN" dirty="0">
                <a:latin typeface="+mn-ea"/>
                <a:ea typeface="+mn-ea"/>
              </a:rPr>
              <a:t>   DELETE FROM </a:t>
            </a:r>
            <a:r>
              <a:rPr lang="zh-CN" altLang="en-US" dirty="0">
                <a:latin typeface="+mn-ea"/>
                <a:ea typeface="+mn-ea"/>
              </a:rPr>
              <a:t>学生基本信息表 </a:t>
            </a:r>
            <a:r>
              <a:rPr lang="en-US" altLang="zh-CN" dirty="0">
                <a:latin typeface="+mn-ea"/>
                <a:ea typeface="+mn-ea"/>
              </a:rPr>
              <a:t>WHERE </a:t>
            </a:r>
            <a:r>
              <a:rPr lang="zh-CN" altLang="en-US" dirty="0">
                <a:latin typeface="+mn-ea"/>
                <a:ea typeface="+mn-ea"/>
              </a:rPr>
              <a:t>班级编号</a:t>
            </a:r>
            <a:endParaRPr lang="en-US" altLang="zh-CN" dirty="0">
              <a:latin typeface="+mn-ea"/>
              <a:ea typeface="+mn-ea"/>
            </a:endParaRPr>
          </a:p>
          <a:p>
            <a:pPr>
              <a:lnSpc>
                <a:spcPct val="120000"/>
              </a:lnSpc>
            </a:pPr>
            <a:r>
              <a:rPr lang="zh-CN" altLang="en-US" dirty="0">
                <a:latin typeface="+mn-ea"/>
                <a:ea typeface="+mn-ea"/>
              </a:rPr>
              <a:t>   </a:t>
            </a:r>
            <a:r>
              <a:rPr lang="en-US" altLang="zh-CN" dirty="0">
                <a:latin typeface="+mn-ea"/>
                <a:ea typeface="+mn-ea"/>
              </a:rPr>
              <a:t>IN (SELECT </a:t>
            </a:r>
            <a:r>
              <a:rPr lang="zh-CN" altLang="en-US" dirty="0">
                <a:latin typeface="+mn-ea"/>
                <a:ea typeface="+mn-ea"/>
              </a:rPr>
              <a:t>班级编号 </a:t>
            </a:r>
            <a:r>
              <a:rPr lang="en-US" altLang="zh-CN" dirty="0">
                <a:latin typeface="+mn-ea"/>
                <a:ea typeface="+mn-ea"/>
              </a:rPr>
              <a:t>FROM DELETED)</a:t>
            </a:r>
          </a:p>
          <a:p>
            <a:pPr>
              <a:lnSpc>
                <a:spcPct val="120000"/>
              </a:lnSpc>
            </a:pPr>
            <a:r>
              <a:rPr lang="en-US" altLang="zh-CN" dirty="0">
                <a:latin typeface="+mn-ea"/>
                <a:ea typeface="+mn-ea"/>
              </a:rPr>
              <a:t>GO</a:t>
            </a:r>
            <a:endParaRPr lang="zh-CN" altLang="en-US" dirty="0"/>
          </a:p>
        </p:txBody>
      </p:sp>
    </p:spTree>
    <p:extLst>
      <p:ext uri="{BB962C8B-B14F-4D97-AF65-F5344CB8AC3E}">
        <p14:creationId xmlns:p14="http://schemas.microsoft.com/office/powerpoint/2010/main" val="2613176834"/>
      </p:ext>
    </p:extLst>
  </p:cSld>
  <p:clrMapOvr>
    <a:masterClrMapping/>
  </p:clrMapOvr>
  <mc:AlternateContent xmlns:mc="http://schemas.openxmlformats.org/markup-compatibility/2006" xmlns:p14="http://schemas.microsoft.com/office/powerpoint/2010/main">
    <mc:Choice Requires="p14">
      <p:transition spd="slow" p14:dur="2000" advTm="89029"/>
    </mc:Choice>
    <mc:Fallback xmlns="">
      <p:transition spd="slow" advTm="890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4614" y="2355786"/>
            <a:ext cx="373931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1686" name="Rectangle 6"/>
          <p:cNvSpPr>
            <a:spLocks noChangeArrowheads="1"/>
          </p:cNvSpPr>
          <p:nvPr/>
        </p:nvSpPr>
        <p:spPr bwMode="auto">
          <a:xfrm>
            <a:off x="5669859" y="2723322"/>
            <a:ext cx="2632766" cy="22367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b">
            <a:normAutofit/>
          </a:bodyPr>
          <a:lstStyle/>
          <a:p>
            <a:pPr>
              <a:lnSpc>
                <a:spcPct val="90000"/>
              </a:lnSpc>
              <a:spcAft>
                <a:spcPts val="600"/>
              </a:spcAft>
            </a:pPr>
            <a:r>
              <a:rPr lang="en-US" altLang="zh-CN" sz="3800" dirty="0">
                <a:solidFill>
                  <a:srgbClr val="FFFFFF"/>
                </a:solidFill>
                <a:latin typeface="+mj-lt"/>
                <a:ea typeface="+mj-ea"/>
                <a:cs typeface="+mj-cs"/>
              </a:rPr>
              <a:t>DELETE</a:t>
            </a:r>
            <a:r>
              <a:rPr lang="zh-CN" altLang="en-US" sz="3800" dirty="0">
                <a:solidFill>
                  <a:srgbClr val="FFFFFF"/>
                </a:solidFill>
                <a:latin typeface="+mj-lt"/>
                <a:ea typeface="+mj-ea"/>
                <a:cs typeface="+mj-cs"/>
              </a:rPr>
              <a:t>类型的触发器</a:t>
            </a:r>
          </a:p>
        </p:txBody>
      </p:sp>
      <p:sp>
        <p:nvSpPr>
          <p:cNvPr id="85"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71685" name="Picture 5"/>
          <p:cNvPicPr>
            <a:picLocks noGrp="1" noChangeAspect="1" noChangeArrowheads="1"/>
          </p:cNvPicPr>
          <p:nvPr>
            <p:ph type="title"/>
          </p:nvPr>
        </p:nvPicPr>
        <p:blipFill rotWithShape="1">
          <a:blip r:embed="rId3">
            <a:extLst>
              <a:ext uri="{28A0092B-C50C-407E-A947-70E740481C1C}">
                <a14:useLocalDpi xmlns:a14="http://schemas.microsoft.com/office/drawing/2010/main" val="0"/>
              </a:ext>
            </a:extLst>
          </a:blip>
          <a:srcRect l="4441" r="17831" b="1"/>
          <a:stretch/>
        </p:blipFill>
        <p:spPr>
          <a:xfrm>
            <a:off x="944144" y="1120046"/>
            <a:ext cx="4226864" cy="3509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687" name="Rectangle 7"/>
          <p:cNvSpPr>
            <a:spLocks noChangeArrowheads="1"/>
          </p:cNvSpPr>
          <p:nvPr/>
        </p:nvSpPr>
        <p:spPr bwMode="auto">
          <a:xfrm>
            <a:off x="304800" y="5257800"/>
            <a:ext cx="8458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a:solidFill>
                <a:schemeClr val="tx2"/>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656"/>
    </mc:Choice>
    <mc:Fallback xmlns="">
      <p:transition spd="slow" advTm="865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zh-CN" altLang="en-US" sz="3500" dirty="0">
                <a:solidFill>
                  <a:srgbClr val="FFFFFF"/>
                </a:solidFill>
              </a:rPr>
              <a:t>触发器例题</a:t>
            </a:r>
            <a:r>
              <a:rPr lang="en-US" altLang="zh-CN" sz="3500" dirty="0">
                <a:solidFill>
                  <a:srgbClr val="FFFFFF"/>
                </a:solidFill>
              </a:rPr>
              <a:t>2</a:t>
            </a:r>
            <a:endParaRPr lang="zh-CN" altLang="en-US" sz="3500" dirty="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a:bodyPr>
          <a:lstStyle/>
          <a:p>
            <a:r>
              <a:rPr lang="zh-CN" altLang="en-US" sz="2000" dirty="0">
                <a:latin typeface="+mn-ea"/>
                <a:ea typeface="+mn-ea"/>
              </a:rPr>
              <a:t>在数据库</a:t>
            </a:r>
            <a:r>
              <a:rPr lang="en-US" altLang="zh-CN" sz="2000" dirty="0">
                <a:latin typeface="+mn-ea"/>
                <a:ea typeface="+mn-ea"/>
              </a:rPr>
              <a:t>XSCJ</a:t>
            </a:r>
            <a:r>
              <a:rPr lang="zh-CN" altLang="en-US" sz="2000" dirty="0">
                <a:latin typeface="+mn-ea"/>
                <a:ea typeface="+mn-ea"/>
              </a:rPr>
              <a:t>中设计一个触发器，该触发器能够保证在学生基本信息表中添加新的纪录时，新学生的班级编号必须已经存在于班级表中。</a:t>
            </a:r>
          </a:p>
          <a:p>
            <a:r>
              <a:rPr lang="zh-CN" altLang="en-US" sz="2000" dirty="0">
                <a:latin typeface="+mn-ea"/>
                <a:ea typeface="+mn-ea"/>
              </a:rPr>
              <a:t>说明：设计该触发器有助于实现学生信息的完整性。在此例中由于涉及到了学生基本信息表中的添加操作，因而需要设计一个</a:t>
            </a:r>
            <a:r>
              <a:rPr lang="en-US" altLang="zh-CN" sz="2000" dirty="0">
                <a:latin typeface="+mn-ea"/>
                <a:ea typeface="+mn-ea"/>
              </a:rPr>
              <a:t>INSERT</a:t>
            </a:r>
            <a:r>
              <a:rPr lang="zh-CN" altLang="en-US" sz="2000" dirty="0">
                <a:latin typeface="+mn-ea"/>
                <a:ea typeface="+mn-ea"/>
              </a:rPr>
              <a:t>类型的触发器。</a:t>
            </a:r>
            <a:endParaRPr lang="zh-CN" altLang="en-US" sz="28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8627"/>
    </mc:Choice>
    <mc:Fallback xmlns="">
      <p:transition spd="slow" advTm="3862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zh-CN" altLang="en-US" sz="3500" dirty="0">
                <a:solidFill>
                  <a:srgbClr val="FFFFFF"/>
                </a:solidFill>
              </a:rPr>
              <a:t>例题</a:t>
            </a:r>
            <a:r>
              <a:rPr lang="en-US" altLang="zh-CN" sz="3500" dirty="0">
                <a:solidFill>
                  <a:srgbClr val="FFFFFF"/>
                </a:solidFill>
              </a:rPr>
              <a:t>2</a:t>
            </a:r>
            <a:r>
              <a:rPr lang="zh-CN" altLang="en-US" sz="3500" dirty="0">
                <a:solidFill>
                  <a:srgbClr val="FFFFFF"/>
                </a:solidFill>
              </a:rPr>
              <a:t>代码</a:t>
            </a:r>
          </a:p>
        </p:txBody>
      </p:sp>
      <p:sp>
        <p:nvSpPr>
          <p:cNvPr id="3" name="内容占位符 2"/>
          <p:cNvSpPr>
            <a:spLocks noGrp="1"/>
          </p:cNvSpPr>
          <p:nvPr>
            <p:ph idx="1"/>
          </p:nvPr>
        </p:nvSpPr>
        <p:spPr>
          <a:xfrm>
            <a:off x="1025718" y="2490436"/>
            <a:ext cx="7281746" cy="3567173"/>
          </a:xfrm>
        </p:spPr>
        <p:txBody>
          <a:bodyPr anchor="ctr">
            <a:normAutofit fontScale="92500" lnSpcReduction="20000"/>
          </a:bodyPr>
          <a:lstStyle/>
          <a:p>
            <a:pPr>
              <a:lnSpc>
                <a:spcPct val="120000"/>
              </a:lnSpc>
              <a:spcAft>
                <a:spcPts val="700"/>
              </a:spcAft>
            </a:pPr>
            <a:r>
              <a:rPr lang="en-US" altLang="zh-CN" sz="1100" dirty="0">
                <a:latin typeface="+mn-ea"/>
                <a:ea typeface="+mn-ea"/>
              </a:rPr>
              <a:t>USE XSCJ</a:t>
            </a:r>
          </a:p>
          <a:p>
            <a:pPr>
              <a:lnSpc>
                <a:spcPct val="120000"/>
              </a:lnSpc>
              <a:spcAft>
                <a:spcPts val="700"/>
              </a:spcAft>
            </a:pPr>
            <a:r>
              <a:rPr lang="en-US" altLang="zh-CN" sz="1100" dirty="0">
                <a:latin typeface="+mn-ea"/>
                <a:ea typeface="+mn-ea"/>
              </a:rPr>
              <a:t>GO</a:t>
            </a:r>
          </a:p>
          <a:p>
            <a:pPr>
              <a:lnSpc>
                <a:spcPct val="120000"/>
              </a:lnSpc>
              <a:spcAft>
                <a:spcPts val="700"/>
              </a:spcAft>
            </a:pPr>
            <a:r>
              <a:rPr lang="en-US" altLang="zh-CN" sz="1100" dirty="0">
                <a:latin typeface="+mn-ea"/>
                <a:ea typeface="+mn-ea"/>
              </a:rPr>
              <a:t>CREATE TRIGGER </a:t>
            </a:r>
            <a:r>
              <a:rPr lang="en-US" altLang="zh-CN" sz="1100" dirty="0" err="1">
                <a:latin typeface="+mn-ea"/>
                <a:ea typeface="+mn-ea"/>
              </a:rPr>
              <a:t>insert_xs</a:t>
            </a:r>
            <a:r>
              <a:rPr lang="en-US" altLang="zh-CN" sz="1100" dirty="0">
                <a:latin typeface="+mn-ea"/>
                <a:ea typeface="+mn-ea"/>
              </a:rPr>
              <a:t> ON </a:t>
            </a:r>
            <a:r>
              <a:rPr lang="zh-CN" altLang="en-US" sz="1100" dirty="0">
                <a:latin typeface="+mn-ea"/>
                <a:ea typeface="+mn-ea"/>
              </a:rPr>
              <a:t>学生基本信息表</a:t>
            </a:r>
            <a:endParaRPr lang="en-US" altLang="zh-CN" sz="1100" dirty="0">
              <a:latin typeface="+mn-ea"/>
              <a:ea typeface="+mn-ea"/>
            </a:endParaRPr>
          </a:p>
          <a:p>
            <a:pPr>
              <a:lnSpc>
                <a:spcPct val="120000"/>
              </a:lnSpc>
              <a:spcAft>
                <a:spcPts val="700"/>
              </a:spcAft>
            </a:pPr>
            <a:r>
              <a:rPr lang="en-US" altLang="zh-CN" sz="1100" dirty="0">
                <a:latin typeface="+mn-ea"/>
                <a:ea typeface="+mn-ea"/>
              </a:rPr>
              <a:t>AFTER INSERT</a:t>
            </a:r>
          </a:p>
          <a:p>
            <a:pPr>
              <a:lnSpc>
                <a:spcPct val="120000"/>
              </a:lnSpc>
              <a:spcAft>
                <a:spcPts val="700"/>
              </a:spcAft>
            </a:pPr>
            <a:r>
              <a:rPr lang="en-US" altLang="zh-CN" sz="1100" dirty="0">
                <a:latin typeface="+mn-ea"/>
                <a:ea typeface="+mn-ea"/>
              </a:rPr>
              <a:t>AS</a:t>
            </a:r>
          </a:p>
          <a:p>
            <a:pPr>
              <a:lnSpc>
                <a:spcPct val="120000"/>
              </a:lnSpc>
              <a:spcAft>
                <a:spcPts val="700"/>
              </a:spcAft>
            </a:pPr>
            <a:r>
              <a:rPr lang="en-US" altLang="zh-CN" sz="1100" dirty="0">
                <a:latin typeface="+mn-ea"/>
                <a:ea typeface="+mn-ea"/>
              </a:rPr>
              <a:t>   IF EXISTS</a:t>
            </a:r>
          </a:p>
          <a:p>
            <a:pPr>
              <a:lnSpc>
                <a:spcPct val="120000"/>
              </a:lnSpc>
              <a:spcAft>
                <a:spcPts val="700"/>
              </a:spcAft>
            </a:pPr>
            <a:r>
              <a:rPr lang="en-US" altLang="zh-CN" sz="1100" dirty="0">
                <a:latin typeface="+mn-ea"/>
                <a:ea typeface="+mn-ea"/>
              </a:rPr>
              <a:t>   (    SELECT * FROM INSERTED</a:t>
            </a:r>
          </a:p>
          <a:p>
            <a:pPr>
              <a:lnSpc>
                <a:spcPct val="120000"/>
              </a:lnSpc>
              <a:spcAft>
                <a:spcPts val="700"/>
              </a:spcAft>
            </a:pPr>
            <a:r>
              <a:rPr lang="en-US" altLang="zh-CN" sz="1100" dirty="0">
                <a:latin typeface="+mn-ea"/>
                <a:ea typeface="+mn-ea"/>
              </a:rPr>
              <a:t>    WHERE </a:t>
            </a:r>
            <a:r>
              <a:rPr lang="zh-CN" altLang="en-US" sz="1100" dirty="0">
                <a:latin typeface="+mn-ea"/>
                <a:ea typeface="+mn-ea"/>
              </a:rPr>
              <a:t>班级编号 </a:t>
            </a:r>
            <a:r>
              <a:rPr lang="en-US" altLang="zh-CN" sz="1100" dirty="0">
                <a:latin typeface="+mn-ea"/>
                <a:ea typeface="+mn-ea"/>
              </a:rPr>
              <a:t>IN (SELECT </a:t>
            </a:r>
            <a:r>
              <a:rPr lang="zh-CN" altLang="en-US" sz="1100" dirty="0">
                <a:latin typeface="+mn-ea"/>
                <a:ea typeface="+mn-ea"/>
              </a:rPr>
              <a:t>班级编号 </a:t>
            </a:r>
            <a:r>
              <a:rPr lang="en-US" altLang="zh-CN" sz="1100" dirty="0">
                <a:latin typeface="+mn-ea"/>
                <a:ea typeface="+mn-ea"/>
              </a:rPr>
              <a:t>FROM </a:t>
            </a:r>
            <a:r>
              <a:rPr lang="zh-CN" altLang="en-US" sz="1100" dirty="0">
                <a:latin typeface="+mn-ea"/>
                <a:ea typeface="+mn-ea"/>
              </a:rPr>
              <a:t>班级表</a:t>
            </a:r>
            <a:r>
              <a:rPr lang="en-US" altLang="zh-CN" sz="1100" dirty="0">
                <a:latin typeface="+mn-ea"/>
                <a:ea typeface="+mn-ea"/>
              </a:rPr>
              <a:t>)   )</a:t>
            </a:r>
          </a:p>
          <a:p>
            <a:pPr>
              <a:lnSpc>
                <a:spcPct val="120000"/>
              </a:lnSpc>
              <a:spcAft>
                <a:spcPts val="700"/>
              </a:spcAft>
            </a:pPr>
            <a:r>
              <a:rPr lang="en-US" altLang="zh-CN" sz="1100" dirty="0">
                <a:latin typeface="+mn-ea"/>
                <a:ea typeface="+mn-ea"/>
              </a:rPr>
              <a:t>       PRINT '</a:t>
            </a:r>
            <a:r>
              <a:rPr lang="zh-CN" altLang="en-US" sz="1100" dirty="0">
                <a:latin typeface="+mn-ea"/>
                <a:ea typeface="+mn-ea"/>
              </a:rPr>
              <a:t>添加成功！</a:t>
            </a:r>
            <a:r>
              <a:rPr lang="en-US" altLang="zh-CN" sz="1100" dirty="0">
                <a:latin typeface="+mn-ea"/>
                <a:ea typeface="+mn-ea"/>
              </a:rPr>
              <a:t>’</a:t>
            </a:r>
          </a:p>
          <a:p>
            <a:pPr>
              <a:lnSpc>
                <a:spcPct val="120000"/>
              </a:lnSpc>
              <a:spcAft>
                <a:spcPts val="700"/>
              </a:spcAft>
            </a:pPr>
            <a:r>
              <a:rPr lang="en-US" altLang="zh-CN" sz="1100" dirty="0">
                <a:latin typeface="+mn-ea"/>
                <a:ea typeface="+mn-ea"/>
              </a:rPr>
              <a:t>   ELSE</a:t>
            </a:r>
          </a:p>
          <a:p>
            <a:pPr>
              <a:lnSpc>
                <a:spcPct val="120000"/>
              </a:lnSpc>
              <a:spcAft>
                <a:spcPts val="700"/>
              </a:spcAft>
            </a:pPr>
            <a:r>
              <a:rPr lang="en-US" altLang="zh-CN" sz="1100" dirty="0">
                <a:latin typeface="+mn-ea"/>
                <a:ea typeface="+mn-ea"/>
              </a:rPr>
              <a:t>   BEGIN</a:t>
            </a:r>
          </a:p>
          <a:p>
            <a:pPr>
              <a:lnSpc>
                <a:spcPct val="120000"/>
              </a:lnSpc>
              <a:spcAft>
                <a:spcPts val="700"/>
              </a:spcAft>
            </a:pPr>
            <a:r>
              <a:rPr lang="en-US" altLang="zh-CN" sz="1100" dirty="0">
                <a:latin typeface="+mn-ea"/>
                <a:ea typeface="+mn-ea"/>
              </a:rPr>
              <a:t>       PRINT '</a:t>
            </a:r>
            <a:r>
              <a:rPr lang="zh-CN" altLang="en-US" sz="1100" dirty="0">
                <a:latin typeface="+mn-ea"/>
                <a:ea typeface="+mn-ea"/>
              </a:rPr>
              <a:t>班级编号与现有的班级不符！</a:t>
            </a:r>
            <a:r>
              <a:rPr lang="en-US" altLang="zh-CN" sz="1100" dirty="0">
                <a:latin typeface="+mn-ea"/>
                <a:ea typeface="+mn-ea"/>
              </a:rPr>
              <a:t>’</a:t>
            </a:r>
          </a:p>
          <a:p>
            <a:pPr>
              <a:lnSpc>
                <a:spcPct val="120000"/>
              </a:lnSpc>
              <a:spcAft>
                <a:spcPts val="700"/>
              </a:spcAft>
            </a:pPr>
            <a:r>
              <a:rPr lang="en-US" altLang="zh-CN" sz="1100" dirty="0">
                <a:latin typeface="+mn-ea"/>
                <a:ea typeface="+mn-ea"/>
              </a:rPr>
              <a:t>       ROLLBACK TRANSACTION</a:t>
            </a:r>
          </a:p>
          <a:p>
            <a:pPr>
              <a:lnSpc>
                <a:spcPct val="120000"/>
              </a:lnSpc>
              <a:spcAft>
                <a:spcPts val="700"/>
              </a:spcAft>
            </a:pPr>
            <a:r>
              <a:rPr lang="en-US" altLang="zh-CN" sz="1100" dirty="0">
                <a:latin typeface="+mn-ea"/>
                <a:ea typeface="+mn-ea"/>
              </a:rPr>
              <a:t>   END</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7709"/>
    </mc:Choice>
    <mc:Fallback xmlns="">
      <p:transition spd="slow" advTm="97709"/>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4614" y="2355786"/>
            <a:ext cx="373931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标题 2">
            <a:extLst>
              <a:ext uri="{FF2B5EF4-FFF2-40B4-BE49-F238E27FC236}">
                <a16:creationId xmlns:a16="http://schemas.microsoft.com/office/drawing/2014/main" id="{5270A4F8-5846-4E44-ACB4-2771E3250889}"/>
              </a:ext>
            </a:extLst>
          </p:cNvPr>
          <p:cNvSpPr>
            <a:spLocks noGrp="1"/>
          </p:cNvSpPr>
          <p:nvPr>
            <p:ph type="title"/>
          </p:nvPr>
        </p:nvSpPr>
        <p:spPr>
          <a:xfrm>
            <a:off x="5669859" y="2723322"/>
            <a:ext cx="2632766" cy="2236738"/>
          </a:xfrm>
        </p:spPr>
        <p:txBody>
          <a:bodyPr vert="horz" lIns="91440" tIns="45720" rIns="91440" bIns="45720" rtlCol="0" anchor="b">
            <a:normAutofit/>
          </a:bodyPr>
          <a:lstStyle/>
          <a:p>
            <a:pPr>
              <a:lnSpc>
                <a:spcPct val="90000"/>
              </a:lnSpc>
            </a:pPr>
            <a:r>
              <a:rPr lang="en-US" altLang="zh-CN" sz="3800" dirty="0">
                <a:solidFill>
                  <a:srgbClr val="FFFFFF"/>
                </a:solidFill>
                <a:latin typeface="+mj-lt"/>
                <a:ea typeface="+mj-ea"/>
              </a:rPr>
              <a:t>INSERT</a:t>
            </a:r>
            <a:r>
              <a:rPr lang="zh-CN" altLang="en-US" sz="3800" dirty="0">
                <a:solidFill>
                  <a:srgbClr val="FFFFFF"/>
                </a:solidFill>
                <a:latin typeface="+mj-lt"/>
                <a:ea typeface="+mj-ea"/>
              </a:rPr>
              <a:t>类型的触发器</a:t>
            </a:r>
          </a:p>
        </p:txBody>
      </p:sp>
      <p:sp>
        <p:nvSpPr>
          <p:cNvPr id="78"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75781"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r="4493" b="-2"/>
          <a:stretch/>
        </p:blipFill>
        <p:spPr bwMode="auto">
          <a:xfrm>
            <a:off x="944144" y="1120046"/>
            <a:ext cx="4226864" cy="3509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304"/>
    </mc:Choice>
    <mc:Fallback xmlns="">
      <p:transition spd="slow" advTm="1330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zh-CN" altLang="en-US" sz="3500" dirty="0">
                <a:solidFill>
                  <a:srgbClr val="FFFFFF"/>
                </a:solidFill>
              </a:rPr>
              <a:t>例题</a:t>
            </a:r>
            <a:r>
              <a:rPr lang="en-US" altLang="zh-CN" sz="3500" dirty="0">
                <a:solidFill>
                  <a:srgbClr val="FFFFFF"/>
                </a:solidFill>
              </a:rPr>
              <a:t>2</a:t>
            </a:r>
            <a:r>
              <a:rPr lang="zh-CN" altLang="en-US" sz="3500" dirty="0">
                <a:solidFill>
                  <a:srgbClr val="FFFFFF"/>
                </a:solidFill>
              </a:rPr>
              <a:t>应用</a:t>
            </a:r>
          </a:p>
        </p:txBody>
      </p:sp>
      <p:sp>
        <p:nvSpPr>
          <p:cNvPr id="3" name="内容占位符 2"/>
          <p:cNvSpPr>
            <a:spLocks noGrp="1"/>
          </p:cNvSpPr>
          <p:nvPr>
            <p:ph idx="1"/>
          </p:nvPr>
        </p:nvSpPr>
        <p:spPr>
          <a:xfrm>
            <a:off x="1025718" y="2490436"/>
            <a:ext cx="7281746" cy="3567173"/>
          </a:xfrm>
        </p:spPr>
        <p:txBody>
          <a:bodyPr anchor="ctr">
            <a:normAutofit lnSpcReduction="10000"/>
          </a:bodyPr>
          <a:lstStyle/>
          <a:p>
            <a:pPr>
              <a:lnSpc>
                <a:spcPct val="100000"/>
              </a:lnSpc>
              <a:spcAft>
                <a:spcPts val="700"/>
              </a:spcAft>
            </a:pPr>
            <a:r>
              <a:rPr lang="zh-CN" altLang="en-US" sz="2400" dirty="0">
                <a:latin typeface="+mn-ea"/>
                <a:ea typeface="+mn-ea"/>
              </a:rPr>
              <a:t>创建了触发器</a:t>
            </a:r>
            <a:r>
              <a:rPr lang="en-US" altLang="zh-CN" sz="2400" dirty="0" err="1">
                <a:latin typeface="+mn-ea"/>
                <a:ea typeface="+mn-ea"/>
              </a:rPr>
              <a:t>insert_xs</a:t>
            </a:r>
            <a:r>
              <a:rPr lang="zh-CN" altLang="en-US" sz="2400" dirty="0">
                <a:latin typeface="+mn-ea"/>
                <a:ea typeface="+mn-ea"/>
              </a:rPr>
              <a:t>之后，我们可以添加新的学生纪录进行测试</a:t>
            </a:r>
            <a:endParaRPr lang="en-US" altLang="zh-CN" sz="2400" dirty="0">
              <a:latin typeface="+mn-ea"/>
              <a:ea typeface="+mn-ea"/>
            </a:endParaRPr>
          </a:p>
          <a:p>
            <a:pPr>
              <a:lnSpc>
                <a:spcPct val="100000"/>
              </a:lnSpc>
              <a:spcAft>
                <a:spcPts val="700"/>
              </a:spcAft>
            </a:pPr>
            <a:r>
              <a:rPr lang="zh-CN" altLang="en-US" sz="2400" dirty="0">
                <a:latin typeface="+mn-ea"/>
                <a:ea typeface="+mn-ea"/>
              </a:rPr>
              <a:t>例如：</a:t>
            </a:r>
            <a:r>
              <a:rPr lang="en-US" altLang="zh-CN" sz="2400" dirty="0">
                <a:latin typeface="+mn-ea"/>
                <a:ea typeface="+mn-ea"/>
              </a:rPr>
              <a:t>INSERT INTO </a:t>
            </a:r>
            <a:r>
              <a:rPr lang="zh-CN" altLang="en-US" sz="2400" dirty="0">
                <a:latin typeface="+mn-ea"/>
                <a:ea typeface="+mn-ea"/>
              </a:rPr>
              <a:t>学生基本信息表 </a:t>
            </a:r>
            <a:r>
              <a:rPr lang="en-US" altLang="zh-CN" sz="2400" dirty="0">
                <a:latin typeface="+mn-ea"/>
                <a:ea typeface="+mn-ea"/>
              </a:rPr>
              <a:t>(</a:t>
            </a:r>
            <a:r>
              <a:rPr lang="zh-CN" altLang="en-US" sz="2400" dirty="0">
                <a:latin typeface="+mn-ea"/>
                <a:ea typeface="+mn-ea"/>
              </a:rPr>
              <a:t>学号</a:t>
            </a:r>
            <a:r>
              <a:rPr lang="en-US" altLang="zh-CN" sz="2400" dirty="0">
                <a:latin typeface="+mn-ea"/>
                <a:ea typeface="+mn-ea"/>
              </a:rPr>
              <a:t>,</a:t>
            </a:r>
            <a:r>
              <a:rPr lang="zh-CN" altLang="en-US" sz="2400" dirty="0">
                <a:latin typeface="+mn-ea"/>
                <a:ea typeface="+mn-ea"/>
              </a:rPr>
              <a:t>姓名</a:t>
            </a:r>
            <a:r>
              <a:rPr lang="en-US" altLang="zh-CN" sz="2400" dirty="0">
                <a:latin typeface="+mn-ea"/>
                <a:ea typeface="+mn-ea"/>
              </a:rPr>
              <a:t>,</a:t>
            </a:r>
            <a:r>
              <a:rPr lang="zh-CN" altLang="en-US" sz="2400" dirty="0">
                <a:latin typeface="+mn-ea"/>
                <a:ea typeface="+mn-ea"/>
              </a:rPr>
              <a:t>性别</a:t>
            </a:r>
            <a:r>
              <a:rPr lang="en-US" altLang="zh-CN" sz="2400" dirty="0">
                <a:latin typeface="+mn-ea"/>
                <a:ea typeface="+mn-ea"/>
              </a:rPr>
              <a:t>,</a:t>
            </a:r>
            <a:r>
              <a:rPr lang="zh-CN" altLang="en-US" sz="2400" dirty="0">
                <a:latin typeface="+mn-ea"/>
                <a:ea typeface="+mn-ea"/>
              </a:rPr>
              <a:t>族别</a:t>
            </a:r>
            <a:r>
              <a:rPr lang="en-US" altLang="zh-CN" sz="2400" dirty="0">
                <a:latin typeface="+mn-ea"/>
                <a:ea typeface="+mn-ea"/>
              </a:rPr>
              <a:t>,</a:t>
            </a:r>
            <a:r>
              <a:rPr lang="zh-CN" altLang="en-US" sz="2400" dirty="0">
                <a:latin typeface="+mn-ea"/>
                <a:ea typeface="+mn-ea"/>
              </a:rPr>
              <a:t>班级编号</a:t>
            </a:r>
            <a:r>
              <a:rPr lang="en-US" altLang="zh-CN" sz="2400" dirty="0">
                <a:latin typeface="+mn-ea"/>
                <a:ea typeface="+mn-ea"/>
              </a:rPr>
              <a:t>) VALUES('000108','</a:t>
            </a:r>
            <a:r>
              <a:rPr lang="zh-CN" altLang="en-US" sz="2400" dirty="0">
                <a:latin typeface="+mn-ea"/>
                <a:ea typeface="+mn-ea"/>
              </a:rPr>
              <a:t>王松涛</a:t>
            </a:r>
            <a:r>
              <a:rPr lang="en-US" altLang="zh-CN" sz="2400" dirty="0">
                <a:latin typeface="+mn-ea"/>
                <a:ea typeface="+mn-ea"/>
              </a:rPr>
              <a:t>','</a:t>
            </a:r>
            <a:r>
              <a:rPr lang="zh-CN" altLang="en-US" sz="2400" dirty="0">
                <a:latin typeface="+mn-ea"/>
                <a:ea typeface="+mn-ea"/>
              </a:rPr>
              <a:t>男</a:t>
            </a:r>
            <a:r>
              <a:rPr lang="en-US" altLang="zh-CN" sz="2400" dirty="0">
                <a:latin typeface="+mn-ea"/>
                <a:ea typeface="+mn-ea"/>
              </a:rPr>
              <a:t>','</a:t>
            </a:r>
            <a:r>
              <a:rPr lang="zh-CN" altLang="en-US" sz="2400" dirty="0">
                <a:latin typeface="+mn-ea"/>
                <a:ea typeface="+mn-ea"/>
              </a:rPr>
              <a:t>汉</a:t>
            </a:r>
            <a:r>
              <a:rPr lang="en-US" altLang="zh-CN" sz="2400" dirty="0">
                <a:latin typeface="+mn-ea"/>
                <a:ea typeface="+mn-ea"/>
              </a:rPr>
              <a:t>','20081001’)</a:t>
            </a:r>
          </a:p>
          <a:p>
            <a:pPr>
              <a:lnSpc>
                <a:spcPct val="100000"/>
              </a:lnSpc>
              <a:spcAft>
                <a:spcPts val="700"/>
              </a:spcAft>
            </a:pPr>
            <a:r>
              <a:rPr lang="zh-CN" altLang="en-US" sz="2400" dirty="0">
                <a:latin typeface="+mn-ea"/>
                <a:ea typeface="+mn-ea"/>
              </a:rPr>
              <a:t>由于“班级表”中不存在编号为</a:t>
            </a:r>
            <a:r>
              <a:rPr lang="en-US" altLang="zh-CN" sz="2400" dirty="0">
                <a:latin typeface="+mn-ea"/>
                <a:ea typeface="+mn-ea"/>
              </a:rPr>
              <a:t>20081001</a:t>
            </a:r>
            <a:r>
              <a:rPr lang="zh-CN" altLang="en-US" sz="2400" dirty="0">
                <a:latin typeface="+mn-ea"/>
                <a:ea typeface="+mn-ea"/>
              </a:rPr>
              <a:t>的班级，因而添加操作将会被取消。</a:t>
            </a:r>
            <a:endParaRPr lang="en-US" altLang="zh-CN" sz="2400" dirty="0">
              <a:latin typeface="+mn-ea"/>
              <a:ea typeface="+mn-ea"/>
            </a:endParaRPr>
          </a:p>
          <a:p>
            <a:pPr>
              <a:lnSpc>
                <a:spcPct val="100000"/>
              </a:lnSpc>
              <a:spcAft>
                <a:spcPts val="700"/>
              </a:spcAft>
            </a:pPr>
            <a:r>
              <a:rPr lang="en-US" altLang="zh-CN" sz="2400" dirty="0">
                <a:latin typeface="+mn-ea"/>
                <a:ea typeface="+mn-ea"/>
              </a:rPr>
              <a:t>ROLLBACK TRANSACTION</a:t>
            </a:r>
            <a:r>
              <a:rPr lang="zh-CN" altLang="en-US" sz="2400" dirty="0">
                <a:latin typeface="+mn-ea"/>
                <a:ea typeface="+mn-ea"/>
              </a:rPr>
              <a:t>用于回滚已经完成的操作。</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5427"/>
    </mc:Choice>
    <mc:Fallback xmlns="">
      <p:transition spd="slow" advTm="7542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4614" y="2355786"/>
            <a:ext cx="373931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9876" name="Rectangle 4"/>
          <p:cNvSpPr>
            <a:spLocks noGrp="1" noChangeArrowheads="1"/>
          </p:cNvSpPr>
          <p:nvPr>
            <p:ph type="title"/>
          </p:nvPr>
        </p:nvSpPr>
        <p:spPr>
          <a:xfrm>
            <a:off x="5669859" y="2723322"/>
            <a:ext cx="2632766" cy="2236738"/>
          </a:xfrm>
        </p:spPr>
        <p:txBody>
          <a:bodyPr vert="horz" lIns="91440" tIns="45720" rIns="91440" bIns="45720" rtlCol="0" anchor="b">
            <a:normAutofit/>
          </a:bodyPr>
          <a:lstStyle/>
          <a:p>
            <a:pPr>
              <a:lnSpc>
                <a:spcPct val="90000"/>
              </a:lnSpc>
            </a:pPr>
            <a:r>
              <a:rPr lang="zh-CN" altLang="en-US" sz="3800" dirty="0">
                <a:solidFill>
                  <a:srgbClr val="FFFFFF"/>
                </a:solidFill>
                <a:latin typeface="+mj-lt"/>
                <a:ea typeface="+mj-ea"/>
              </a:rPr>
              <a:t>添加操作被取消</a:t>
            </a:r>
            <a:br>
              <a:rPr lang="zh-CN" altLang="en-US" sz="3800" dirty="0">
                <a:solidFill>
                  <a:srgbClr val="FFFFFF"/>
                </a:solidFill>
                <a:latin typeface="+mj-lt"/>
                <a:ea typeface="+mj-ea"/>
              </a:rPr>
            </a:br>
            <a:endParaRPr lang="zh-CN" altLang="en-US" sz="3800" dirty="0">
              <a:solidFill>
                <a:srgbClr val="FFFFFF"/>
              </a:solidFill>
              <a:latin typeface="+mj-lt"/>
              <a:ea typeface="+mj-ea"/>
            </a:endParaRPr>
          </a:p>
        </p:txBody>
      </p:sp>
      <p:sp>
        <p:nvSpPr>
          <p:cNvPr id="78"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79877"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4135" r="2" b="9449"/>
          <a:stretch/>
        </p:blipFill>
        <p:spPr bwMode="auto">
          <a:xfrm>
            <a:off x="944144" y="1120046"/>
            <a:ext cx="4226864" cy="3509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688"/>
    </mc:Choice>
    <mc:Fallback xmlns="">
      <p:transition spd="slow" advTm="7468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C9CC24-B375-4226-BF2B-61FADBBA6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70A28E-4FD8-4474-A206-E15B5EBB3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1084747"/>
            <a:ext cx="9141714" cy="3294207"/>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9647E21-5366-4638-AC97-D8CD4111EB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l="8235" r="8214" b="45501"/>
          <a:stretch>
            <a:fillRect/>
          </a:stretch>
        </p:blipFill>
        <p:spPr>
          <a:xfrm flipV="1">
            <a:off x="0" y="0"/>
            <a:ext cx="9143999" cy="447336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标题 1"/>
          <p:cNvSpPr>
            <a:spLocks noGrp="1"/>
          </p:cNvSpPr>
          <p:nvPr>
            <p:ph type="title"/>
          </p:nvPr>
        </p:nvSpPr>
        <p:spPr>
          <a:xfrm>
            <a:off x="565443" y="2076450"/>
            <a:ext cx="8013114" cy="1345134"/>
          </a:xfrm>
        </p:spPr>
        <p:txBody>
          <a:bodyPr vert="horz" lIns="91440" tIns="45720" rIns="91440" bIns="45720" rtlCol="0" anchor="ctr">
            <a:normAutofit/>
          </a:bodyPr>
          <a:lstStyle/>
          <a:p>
            <a:pPr algn="ctr">
              <a:lnSpc>
                <a:spcPct val="90000"/>
              </a:lnSpc>
            </a:pPr>
            <a:r>
              <a:rPr lang="en-US" sz="4900" kern="1200">
                <a:solidFill>
                  <a:srgbClr val="FFFFFF"/>
                </a:solidFill>
                <a:latin typeface="+mj-lt"/>
                <a:ea typeface="+mj-ea"/>
                <a:cs typeface="+mj-cs"/>
                <a:sym typeface="+mn-ea"/>
              </a:rPr>
              <a:t>三、修改与删除触发器</a:t>
            </a:r>
            <a:endParaRPr lang="en-US" altLang="zh-CN" sz="4900" kern="1200">
              <a:solidFill>
                <a:srgbClr val="FFFFFF"/>
              </a:solidFill>
              <a:latin typeface="+mj-lt"/>
              <a:ea typeface="+mj-ea"/>
              <a:cs typeface="+mj-cs"/>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45"/>
    </mc:Choice>
    <mc:Fallback xmlns="">
      <p:transition spd="slow" advTm="334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en-US" altLang="zh-CN" sz="3500">
                <a:solidFill>
                  <a:srgbClr val="FFFFFF"/>
                </a:solidFill>
                <a:sym typeface="+mn-ea"/>
              </a:rPr>
              <a:t>1</a:t>
            </a:r>
            <a:r>
              <a:rPr lang="zh-CN" altLang="en-US" sz="3500">
                <a:solidFill>
                  <a:srgbClr val="FFFFFF"/>
                </a:solidFill>
                <a:sym typeface="+mn-ea"/>
              </a:rPr>
              <a:t>．使用企业管理器修改触发器</a:t>
            </a:r>
            <a:endParaRPr lang="zh-CN" altLang="en-US" sz="350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fontScale="92500" lnSpcReduction="10000"/>
          </a:bodyPr>
          <a:lstStyle/>
          <a:p>
            <a:pPr>
              <a:lnSpc>
                <a:spcPct val="110000"/>
              </a:lnSpc>
              <a:spcAft>
                <a:spcPts val="700"/>
              </a:spcAft>
            </a:pPr>
            <a:r>
              <a:rPr lang="zh-CN" altLang="en-US" sz="1800" dirty="0">
                <a:latin typeface="+mn-ea"/>
                <a:ea typeface="+mn-ea"/>
              </a:rPr>
              <a:t>①在控制台根目录下依次展开服务器组、服务器节点、数据库节点。</a:t>
            </a:r>
            <a:endParaRPr lang="en-US" altLang="zh-CN" sz="1800" dirty="0">
              <a:latin typeface="+mn-ea"/>
              <a:ea typeface="+mn-ea"/>
            </a:endParaRPr>
          </a:p>
          <a:p>
            <a:pPr>
              <a:lnSpc>
                <a:spcPct val="110000"/>
              </a:lnSpc>
              <a:spcAft>
                <a:spcPts val="700"/>
              </a:spcAft>
            </a:pPr>
            <a:r>
              <a:rPr lang="zh-CN" altLang="en-US" sz="1800" dirty="0">
                <a:latin typeface="+mn-ea"/>
                <a:ea typeface="+mn-ea"/>
              </a:rPr>
              <a:t>②选择某一个数据库，并双击</a:t>
            </a:r>
            <a:r>
              <a:rPr lang="en-US" altLang="zh-CN" sz="1800" dirty="0">
                <a:latin typeface="+mn-ea"/>
                <a:ea typeface="+mn-ea"/>
              </a:rPr>
              <a:t>【</a:t>
            </a:r>
            <a:r>
              <a:rPr lang="zh-CN" altLang="en-US" sz="1800" dirty="0">
                <a:latin typeface="+mn-ea"/>
                <a:ea typeface="+mn-ea"/>
              </a:rPr>
              <a:t>表</a:t>
            </a:r>
            <a:r>
              <a:rPr lang="en-US" altLang="zh-CN" sz="1800" dirty="0">
                <a:latin typeface="+mn-ea"/>
                <a:ea typeface="+mn-ea"/>
              </a:rPr>
              <a:t>】</a:t>
            </a:r>
            <a:r>
              <a:rPr lang="zh-CN" altLang="en-US" sz="1800" dirty="0">
                <a:latin typeface="+mn-ea"/>
                <a:ea typeface="+mn-ea"/>
              </a:rPr>
              <a:t>节点，在右侧窗口的列表中选择某一张需要对其所建立的触发器进行修该的表。</a:t>
            </a:r>
            <a:endParaRPr lang="en-US" altLang="zh-CN" sz="1800" dirty="0">
              <a:latin typeface="+mn-ea"/>
              <a:ea typeface="+mn-ea"/>
            </a:endParaRPr>
          </a:p>
          <a:p>
            <a:pPr>
              <a:lnSpc>
                <a:spcPct val="110000"/>
              </a:lnSpc>
              <a:spcAft>
                <a:spcPts val="700"/>
              </a:spcAft>
            </a:pPr>
            <a:r>
              <a:rPr lang="zh-CN" altLang="en-US" sz="1800" dirty="0">
                <a:latin typeface="+mn-ea"/>
                <a:ea typeface="+mn-ea"/>
              </a:rPr>
              <a:t>③右击所选中的表，在弹出的下拉菜单中选择</a:t>
            </a:r>
            <a:r>
              <a:rPr lang="en-US" altLang="zh-CN" sz="1800" dirty="0">
                <a:latin typeface="+mn-ea"/>
                <a:ea typeface="+mn-ea"/>
              </a:rPr>
              <a:t>【</a:t>
            </a:r>
            <a:r>
              <a:rPr lang="zh-CN" altLang="en-US" sz="1800" dirty="0">
                <a:latin typeface="+mn-ea"/>
                <a:ea typeface="+mn-ea"/>
              </a:rPr>
              <a:t>所有任务</a:t>
            </a:r>
            <a:r>
              <a:rPr lang="en-US" altLang="zh-CN" sz="1800" dirty="0">
                <a:latin typeface="+mn-ea"/>
                <a:ea typeface="+mn-ea"/>
              </a:rPr>
              <a:t>】</a:t>
            </a:r>
            <a:r>
              <a:rPr lang="zh-CN" altLang="en-US" sz="1800" dirty="0">
                <a:latin typeface="+mn-ea"/>
                <a:ea typeface="+mn-ea"/>
              </a:rPr>
              <a:t>，并继续选择级联菜单中的</a:t>
            </a:r>
            <a:r>
              <a:rPr lang="en-US" altLang="zh-CN" sz="1800" dirty="0">
                <a:latin typeface="+mn-ea"/>
                <a:ea typeface="+mn-ea"/>
              </a:rPr>
              <a:t>【</a:t>
            </a:r>
            <a:r>
              <a:rPr lang="zh-CN" altLang="en-US" sz="1800" dirty="0">
                <a:latin typeface="+mn-ea"/>
                <a:ea typeface="+mn-ea"/>
              </a:rPr>
              <a:t>管理触发器</a:t>
            </a:r>
            <a:r>
              <a:rPr lang="en-US" altLang="zh-CN" sz="1800" dirty="0">
                <a:latin typeface="+mn-ea"/>
                <a:ea typeface="+mn-ea"/>
              </a:rPr>
              <a:t>】</a:t>
            </a:r>
            <a:r>
              <a:rPr lang="zh-CN" altLang="en-US" sz="1800" dirty="0">
                <a:latin typeface="+mn-ea"/>
                <a:ea typeface="+mn-ea"/>
              </a:rPr>
              <a:t>命令，将打开</a:t>
            </a:r>
            <a:r>
              <a:rPr lang="en-US" altLang="zh-CN" sz="1800" dirty="0">
                <a:latin typeface="+mn-ea"/>
                <a:ea typeface="+mn-ea"/>
              </a:rPr>
              <a:t>【</a:t>
            </a:r>
            <a:r>
              <a:rPr lang="zh-CN" altLang="en-US" sz="1800" dirty="0">
                <a:latin typeface="+mn-ea"/>
                <a:ea typeface="+mn-ea"/>
              </a:rPr>
              <a:t>触发器</a:t>
            </a:r>
            <a:r>
              <a:rPr lang="en-US" altLang="zh-CN" sz="1800" dirty="0">
                <a:latin typeface="+mn-ea"/>
                <a:ea typeface="+mn-ea"/>
              </a:rPr>
              <a:t>】</a:t>
            </a:r>
            <a:r>
              <a:rPr lang="zh-CN" altLang="en-US" sz="1800" dirty="0">
                <a:latin typeface="+mn-ea"/>
                <a:ea typeface="+mn-ea"/>
              </a:rPr>
              <a:t>属性对话框。</a:t>
            </a:r>
            <a:endParaRPr lang="en-US" altLang="zh-CN" sz="1800" dirty="0">
              <a:latin typeface="+mn-ea"/>
              <a:ea typeface="+mn-ea"/>
            </a:endParaRPr>
          </a:p>
          <a:p>
            <a:pPr>
              <a:lnSpc>
                <a:spcPct val="110000"/>
              </a:lnSpc>
              <a:spcAft>
                <a:spcPts val="700"/>
              </a:spcAft>
            </a:pPr>
            <a:r>
              <a:rPr lang="zh-CN" altLang="en-US" sz="1800" dirty="0">
                <a:latin typeface="+mn-ea"/>
                <a:ea typeface="+mn-ea"/>
              </a:rPr>
              <a:t>④在</a:t>
            </a:r>
            <a:r>
              <a:rPr lang="en-US" altLang="zh-CN" sz="1800" dirty="0">
                <a:latin typeface="+mn-ea"/>
                <a:ea typeface="+mn-ea"/>
              </a:rPr>
              <a:t>【</a:t>
            </a:r>
            <a:r>
              <a:rPr lang="zh-CN" altLang="en-US" sz="1800" dirty="0">
                <a:latin typeface="+mn-ea"/>
                <a:ea typeface="+mn-ea"/>
              </a:rPr>
              <a:t>触发器属性</a:t>
            </a:r>
            <a:r>
              <a:rPr lang="en-US" altLang="zh-CN" sz="1800" dirty="0">
                <a:latin typeface="+mn-ea"/>
                <a:ea typeface="+mn-ea"/>
              </a:rPr>
              <a:t>】</a:t>
            </a:r>
            <a:r>
              <a:rPr lang="zh-CN" altLang="en-US" sz="1800" dirty="0">
                <a:latin typeface="+mn-ea"/>
                <a:ea typeface="+mn-ea"/>
              </a:rPr>
              <a:t>对话框中，在</a:t>
            </a:r>
            <a:r>
              <a:rPr lang="en-US" altLang="zh-CN" sz="1800" dirty="0">
                <a:latin typeface="+mn-ea"/>
                <a:ea typeface="+mn-ea"/>
              </a:rPr>
              <a:t>【</a:t>
            </a:r>
            <a:r>
              <a:rPr lang="zh-CN" altLang="en-US" sz="1800" dirty="0">
                <a:latin typeface="+mn-ea"/>
                <a:ea typeface="+mn-ea"/>
              </a:rPr>
              <a:t>名称</a:t>
            </a:r>
            <a:r>
              <a:rPr lang="en-US" altLang="zh-CN" sz="1800" dirty="0">
                <a:latin typeface="+mn-ea"/>
                <a:ea typeface="+mn-ea"/>
              </a:rPr>
              <a:t>】</a:t>
            </a:r>
            <a:r>
              <a:rPr lang="zh-CN" altLang="en-US" sz="1800" dirty="0">
                <a:latin typeface="+mn-ea"/>
                <a:ea typeface="+mn-ea"/>
              </a:rPr>
              <a:t>下拉列表框选择一个已有的触发器，并在</a:t>
            </a:r>
            <a:r>
              <a:rPr lang="en-US" altLang="zh-CN" sz="1800" dirty="0">
                <a:latin typeface="+mn-ea"/>
                <a:ea typeface="+mn-ea"/>
              </a:rPr>
              <a:t>【</a:t>
            </a:r>
            <a:r>
              <a:rPr lang="zh-CN" altLang="en-US" sz="1800" dirty="0">
                <a:latin typeface="+mn-ea"/>
                <a:ea typeface="+mn-ea"/>
              </a:rPr>
              <a:t>文本</a:t>
            </a:r>
            <a:r>
              <a:rPr lang="en-US" altLang="zh-CN" sz="1800" dirty="0">
                <a:latin typeface="+mn-ea"/>
                <a:ea typeface="+mn-ea"/>
              </a:rPr>
              <a:t>】</a:t>
            </a:r>
            <a:r>
              <a:rPr lang="zh-CN" altLang="en-US" sz="1800" dirty="0">
                <a:latin typeface="+mn-ea"/>
                <a:ea typeface="+mn-ea"/>
              </a:rPr>
              <a:t>编辑框中对其所包含的</a:t>
            </a:r>
            <a:r>
              <a:rPr lang="en-US" altLang="zh-CN" sz="1800" dirty="0">
                <a:latin typeface="+mn-ea"/>
                <a:ea typeface="+mn-ea"/>
              </a:rPr>
              <a:t>SQL</a:t>
            </a:r>
            <a:r>
              <a:rPr lang="zh-CN" altLang="en-US" sz="1800" dirty="0">
                <a:latin typeface="+mn-ea"/>
                <a:ea typeface="+mn-ea"/>
              </a:rPr>
              <a:t>语句进行修改。</a:t>
            </a:r>
            <a:endParaRPr lang="en-US" altLang="zh-CN" sz="1800" dirty="0">
              <a:latin typeface="+mn-ea"/>
              <a:ea typeface="+mn-ea"/>
            </a:endParaRPr>
          </a:p>
          <a:p>
            <a:pPr>
              <a:lnSpc>
                <a:spcPct val="110000"/>
              </a:lnSpc>
              <a:spcAft>
                <a:spcPts val="700"/>
              </a:spcAft>
            </a:pPr>
            <a:r>
              <a:rPr lang="en-US" altLang="zh-CN" sz="1800" dirty="0">
                <a:latin typeface="+mn-ea"/>
                <a:ea typeface="+mn-ea"/>
              </a:rPr>
              <a:t>⑤</a:t>
            </a:r>
            <a:r>
              <a:rPr lang="zh-CN" altLang="en-US" sz="1800" dirty="0">
                <a:latin typeface="+mn-ea"/>
                <a:ea typeface="+mn-ea"/>
              </a:rPr>
              <a:t>在语法检查无误的情况下，点击</a:t>
            </a:r>
            <a:r>
              <a:rPr lang="en-US" altLang="zh-CN" sz="1800" dirty="0">
                <a:latin typeface="+mn-ea"/>
                <a:ea typeface="+mn-ea"/>
              </a:rPr>
              <a:t>【</a:t>
            </a:r>
            <a:r>
              <a:rPr lang="zh-CN" altLang="en-US" sz="1800" dirty="0">
                <a:latin typeface="+mn-ea"/>
                <a:ea typeface="+mn-ea"/>
              </a:rPr>
              <a:t>确定</a:t>
            </a:r>
            <a:r>
              <a:rPr lang="en-US" altLang="zh-CN" sz="1800" dirty="0">
                <a:latin typeface="+mn-ea"/>
                <a:ea typeface="+mn-ea"/>
              </a:rPr>
              <a:t>】</a:t>
            </a:r>
            <a:r>
              <a:rPr lang="zh-CN" altLang="en-US" sz="1800" dirty="0">
                <a:latin typeface="+mn-ea"/>
                <a:ea typeface="+mn-ea"/>
              </a:rPr>
              <a:t>按钮保存修改。</a:t>
            </a:r>
            <a:endParaRPr lang="en-US" altLang="zh-CN" sz="1800" dirty="0">
              <a:latin typeface="+mn-ea"/>
              <a:ea typeface="+mn-ea"/>
            </a:endParaRPr>
          </a:p>
          <a:p>
            <a:pPr>
              <a:lnSpc>
                <a:spcPct val="110000"/>
              </a:lnSpc>
              <a:spcAft>
                <a:spcPts val="700"/>
              </a:spcAft>
            </a:pPr>
            <a:r>
              <a:rPr lang="zh-CN" altLang="en-US" sz="1800" dirty="0">
                <a:latin typeface="+mn-ea"/>
                <a:ea typeface="+mn-ea"/>
              </a:rPr>
              <a:t>⑥如果需要删除当前触发器，可以点击</a:t>
            </a:r>
            <a:r>
              <a:rPr lang="en-US" altLang="zh-CN" sz="1800" dirty="0">
                <a:latin typeface="+mn-ea"/>
                <a:ea typeface="+mn-ea"/>
              </a:rPr>
              <a:t>【</a:t>
            </a:r>
            <a:r>
              <a:rPr lang="zh-CN" altLang="en-US" sz="1800" dirty="0">
                <a:latin typeface="+mn-ea"/>
                <a:ea typeface="+mn-ea"/>
              </a:rPr>
              <a:t>删除</a:t>
            </a:r>
            <a:r>
              <a:rPr lang="en-US" altLang="zh-CN" sz="1800" dirty="0">
                <a:latin typeface="+mn-ea"/>
                <a:ea typeface="+mn-ea"/>
              </a:rPr>
              <a:t>】</a:t>
            </a:r>
            <a:r>
              <a:rPr lang="zh-CN" altLang="en-US" sz="1800" dirty="0">
                <a:latin typeface="+mn-ea"/>
                <a:ea typeface="+mn-ea"/>
              </a:rPr>
              <a:t>按钮。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9791"/>
    </mc:Choice>
    <mc:Fallback xmlns="">
      <p:transition spd="slow" advTm="7979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4614" y="2355786"/>
            <a:ext cx="373931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6022" name="Rectangle 6"/>
          <p:cNvSpPr>
            <a:spLocks noChangeArrowheads="1"/>
          </p:cNvSpPr>
          <p:nvPr/>
        </p:nvSpPr>
        <p:spPr bwMode="auto">
          <a:xfrm>
            <a:off x="5669859" y="2723322"/>
            <a:ext cx="2632766" cy="22367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b">
            <a:normAutofit/>
          </a:bodyPr>
          <a:lstStyle/>
          <a:p>
            <a:pPr>
              <a:lnSpc>
                <a:spcPct val="90000"/>
              </a:lnSpc>
              <a:spcAft>
                <a:spcPts val="600"/>
              </a:spcAft>
            </a:pPr>
            <a:r>
              <a:rPr lang="en-US" altLang="zh-CN" sz="3800" dirty="0">
                <a:solidFill>
                  <a:srgbClr val="FFFFFF"/>
                </a:solidFill>
                <a:latin typeface="+mj-lt"/>
                <a:ea typeface="+mj-ea"/>
                <a:cs typeface="+mj-cs"/>
              </a:rPr>
              <a:t>【</a:t>
            </a:r>
            <a:r>
              <a:rPr lang="zh-CN" altLang="en-US" sz="3800" dirty="0">
                <a:solidFill>
                  <a:srgbClr val="FFFFFF"/>
                </a:solidFill>
                <a:latin typeface="+mj-lt"/>
                <a:ea typeface="+mj-ea"/>
                <a:cs typeface="+mj-cs"/>
              </a:rPr>
              <a:t>触发器</a:t>
            </a:r>
            <a:r>
              <a:rPr lang="en-US" altLang="zh-CN" sz="3800" dirty="0">
                <a:solidFill>
                  <a:srgbClr val="FFFFFF"/>
                </a:solidFill>
                <a:latin typeface="+mj-lt"/>
                <a:ea typeface="+mj-ea"/>
                <a:cs typeface="+mj-cs"/>
              </a:rPr>
              <a:t>】</a:t>
            </a:r>
            <a:r>
              <a:rPr lang="zh-CN" altLang="en-US" sz="3800" dirty="0">
                <a:solidFill>
                  <a:srgbClr val="FFFFFF"/>
                </a:solidFill>
                <a:latin typeface="+mj-lt"/>
                <a:ea typeface="+mj-ea"/>
                <a:cs typeface="+mj-cs"/>
              </a:rPr>
              <a:t>属性对话框</a:t>
            </a:r>
          </a:p>
        </p:txBody>
      </p:sp>
      <p:sp>
        <p:nvSpPr>
          <p:cNvPr id="84"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86021" name="Picture 5"/>
          <p:cNvPicPr>
            <a:picLocks noGrp="1" noChangeAspect="1" noChangeArrowheads="1"/>
          </p:cNvPicPr>
          <p:nvPr>
            <p:ph type="title"/>
          </p:nvPr>
        </p:nvPicPr>
        <p:blipFill rotWithShape="1">
          <a:blip r:embed="rId3">
            <a:extLst>
              <a:ext uri="{28A0092B-C50C-407E-A947-70E740481C1C}">
                <a14:useLocalDpi xmlns:a14="http://schemas.microsoft.com/office/drawing/2010/main" val="0"/>
              </a:ext>
            </a:extLst>
          </a:blip>
          <a:srcRect r="11545" b="1"/>
          <a:stretch/>
        </p:blipFill>
        <p:spPr>
          <a:xfrm>
            <a:off x="944144" y="1120046"/>
            <a:ext cx="4226864" cy="3509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542"/>
    </mc:Choice>
    <mc:Fallback xmlns="">
      <p:transition spd="slow" advTm="21542"/>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en-US" altLang="zh-CN" sz="3500">
                <a:solidFill>
                  <a:srgbClr val="FFFFFF"/>
                </a:solidFill>
                <a:sym typeface="+mn-ea"/>
              </a:rPr>
              <a:t>2</a:t>
            </a:r>
            <a:r>
              <a:rPr lang="zh-CN" altLang="en-US" sz="3500">
                <a:solidFill>
                  <a:srgbClr val="FFFFFF"/>
                </a:solidFill>
                <a:sym typeface="+mn-ea"/>
              </a:rPr>
              <a:t>．使用</a:t>
            </a:r>
            <a:r>
              <a:rPr lang="en-US" altLang="zh-CN" sz="3500">
                <a:solidFill>
                  <a:srgbClr val="FFFFFF"/>
                </a:solidFill>
                <a:sym typeface="+mn-ea"/>
              </a:rPr>
              <a:t>ALTER TRIGGER</a:t>
            </a:r>
            <a:r>
              <a:rPr lang="zh-CN" altLang="en-US" sz="3500">
                <a:solidFill>
                  <a:srgbClr val="FFFFFF"/>
                </a:solidFill>
                <a:sym typeface="+mn-ea"/>
              </a:rPr>
              <a:t>语句修改触发器</a:t>
            </a:r>
            <a:endParaRPr lang="zh-CN" altLang="en-US" sz="350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a:bodyPr>
          <a:lstStyle/>
          <a:p>
            <a:pPr>
              <a:lnSpc>
                <a:spcPct val="100000"/>
              </a:lnSpc>
              <a:spcAft>
                <a:spcPts val="700"/>
              </a:spcAft>
            </a:pPr>
            <a:r>
              <a:rPr lang="en-US" altLang="zh-CN" sz="1700" dirty="0">
                <a:latin typeface="+mn-ea"/>
                <a:ea typeface="+mn-ea"/>
              </a:rPr>
              <a:t>ALTER TRIGGER</a:t>
            </a:r>
            <a:r>
              <a:rPr lang="zh-CN" altLang="en-US" sz="1700" dirty="0">
                <a:latin typeface="+mn-ea"/>
                <a:ea typeface="+mn-ea"/>
              </a:rPr>
              <a:t>语句与</a:t>
            </a:r>
            <a:r>
              <a:rPr lang="en-US" altLang="zh-CN" sz="1700" dirty="0">
                <a:latin typeface="+mn-ea"/>
                <a:ea typeface="+mn-ea"/>
              </a:rPr>
              <a:t>CREATE TRIGGER</a:t>
            </a:r>
            <a:r>
              <a:rPr lang="zh-CN" altLang="en-US" sz="1700" dirty="0">
                <a:latin typeface="+mn-ea"/>
                <a:ea typeface="+mn-ea"/>
              </a:rPr>
              <a:t>语句的语法格式及其参数类似，部分语法格式为：</a:t>
            </a:r>
            <a:endParaRPr lang="en-US" altLang="zh-CN" sz="1700" dirty="0">
              <a:latin typeface="+mn-ea"/>
              <a:ea typeface="+mn-ea"/>
            </a:endParaRPr>
          </a:p>
          <a:p>
            <a:pPr>
              <a:lnSpc>
                <a:spcPct val="100000"/>
              </a:lnSpc>
              <a:spcAft>
                <a:spcPts val="700"/>
              </a:spcAft>
            </a:pPr>
            <a:r>
              <a:rPr lang="en-US" altLang="zh-CN" sz="1700" dirty="0">
                <a:latin typeface="+mn-ea"/>
                <a:ea typeface="+mn-ea"/>
              </a:rPr>
              <a:t>ALTER TRIGGER </a:t>
            </a:r>
            <a:r>
              <a:rPr lang="zh-CN" altLang="en-US" sz="1700" dirty="0">
                <a:latin typeface="+mn-ea"/>
                <a:ea typeface="+mn-ea"/>
              </a:rPr>
              <a:t>触发器名称 </a:t>
            </a:r>
            <a:endParaRPr lang="en-US" altLang="zh-CN" sz="1700" dirty="0">
              <a:latin typeface="+mn-ea"/>
              <a:ea typeface="+mn-ea"/>
            </a:endParaRPr>
          </a:p>
          <a:p>
            <a:pPr>
              <a:lnSpc>
                <a:spcPct val="100000"/>
              </a:lnSpc>
              <a:spcAft>
                <a:spcPts val="700"/>
              </a:spcAft>
            </a:pPr>
            <a:r>
              <a:rPr lang="en-US" altLang="zh-CN" sz="1700" dirty="0">
                <a:latin typeface="+mn-ea"/>
                <a:ea typeface="+mn-ea"/>
              </a:rPr>
              <a:t>ON { </a:t>
            </a:r>
            <a:r>
              <a:rPr lang="zh-CN" altLang="en-US" sz="1700" dirty="0">
                <a:latin typeface="+mn-ea"/>
                <a:ea typeface="+mn-ea"/>
              </a:rPr>
              <a:t>表名 </a:t>
            </a:r>
            <a:r>
              <a:rPr lang="en-US" altLang="zh-CN" sz="1700" dirty="0">
                <a:latin typeface="+mn-ea"/>
                <a:ea typeface="+mn-ea"/>
              </a:rPr>
              <a:t>| </a:t>
            </a:r>
            <a:r>
              <a:rPr lang="zh-CN" altLang="en-US" sz="1700" dirty="0">
                <a:latin typeface="+mn-ea"/>
                <a:ea typeface="+mn-ea"/>
              </a:rPr>
              <a:t>视图名 </a:t>
            </a:r>
            <a:r>
              <a:rPr lang="en-US" altLang="zh-CN" sz="1700" dirty="0">
                <a:latin typeface="+mn-ea"/>
                <a:ea typeface="+mn-ea"/>
              </a:rPr>
              <a:t>} </a:t>
            </a:r>
          </a:p>
          <a:p>
            <a:pPr>
              <a:lnSpc>
                <a:spcPct val="100000"/>
              </a:lnSpc>
              <a:spcAft>
                <a:spcPts val="700"/>
              </a:spcAft>
            </a:pPr>
            <a:r>
              <a:rPr lang="en-US" altLang="zh-CN" sz="1700" dirty="0">
                <a:latin typeface="+mn-ea"/>
                <a:ea typeface="+mn-ea"/>
              </a:rPr>
              <a:t>[ WITH ENCRYPTION ] </a:t>
            </a:r>
          </a:p>
          <a:p>
            <a:pPr>
              <a:lnSpc>
                <a:spcPct val="100000"/>
              </a:lnSpc>
              <a:spcAft>
                <a:spcPts val="700"/>
              </a:spcAft>
            </a:pPr>
            <a:r>
              <a:rPr lang="en-US" altLang="zh-CN" sz="1700" dirty="0">
                <a:latin typeface="+mn-ea"/>
                <a:ea typeface="+mn-ea"/>
              </a:rPr>
              <a:t>   FOR | AFTER | INSTEAD OF [DELETE] [,] [INSERT] [,] [UPDATE]</a:t>
            </a:r>
          </a:p>
          <a:p>
            <a:pPr>
              <a:lnSpc>
                <a:spcPct val="100000"/>
              </a:lnSpc>
              <a:spcAft>
                <a:spcPts val="700"/>
              </a:spcAft>
            </a:pPr>
            <a:r>
              <a:rPr lang="en-US" altLang="zh-CN" sz="1700" dirty="0">
                <a:latin typeface="+mn-ea"/>
                <a:ea typeface="+mn-ea"/>
              </a:rPr>
              <a:t>AS</a:t>
            </a:r>
          </a:p>
          <a:p>
            <a:pPr>
              <a:lnSpc>
                <a:spcPct val="100000"/>
              </a:lnSpc>
              <a:spcAft>
                <a:spcPts val="700"/>
              </a:spcAft>
            </a:pPr>
            <a:r>
              <a:rPr lang="en-US" altLang="zh-CN" sz="1700" dirty="0">
                <a:latin typeface="+mn-ea"/>
                <a:ea typeface="+mn-ea"/>
              </a:rPr>
              <a:t>   SQL</a:t>
            </a:r>
            <a:r>
              <a:rPr lang="zh-CN" altLang="en-US" sz="1700" dirty="0">
                <a:latin typeface="+mn-ea"/>
                <a:ea typeface="+mn-ea"/>
              </a:rPr>
              <a:t>语句</a:t>
            </a:r>
            <a:r>
              <a:rPr lang="en-US" altLang="zh-CN" sz="1700" dirty="0">
                <a:latin typeface="+mn-ea"/>
                <a:ea typeface="+mn-ea"/>
              </a:rPr>
              <a:t>[</a:t>
            </a:r>
            <a:r>
              <a:rPr lang="zh-CN" altLang="en-US" sz="1700" dirty="0">
                <a:latin typeface="+mn-ea"/>
                <a:ea typeface="+mn-ea"/>
              </a:rPr>
              <a:t> </a:t>
            </a:r>
            <a:r>
              <a:rPr lang="en-US" altLang="zh-CN" sz="1700" dirty="0">
                <a:latin typeface="+mn-ea"/>
                <a:ea typeface="+mn-ea"/>
              </a:rPr>
              <a:t>...n ]</a:t>
            </a:r>
          </a:p>
          <a:p>
            <a:pPr>
              <a:lnSpc>
                <a:spcPct val="120000"/>
              </a:lnSpc>
            </a:pPr>
            <a:endParaRPr lang="en-US" altLang="zh-CN" sz="19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357"/>
    </mc:Choice>
    <mc:Fallback xmlns="">
      <p:transition spd="slow" advTm="1835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Rectangle 4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zh-CN" altLang="en-US" sz="3500">
                <a:solidFill>
                  <a:srgbClr val="FFFFFF"/>
                </a:solidFill>
              </a:rPr>
              <a:t>例题</a:t>
            </a:r>
            <a:r>
              <a:rPr lang="en-US" altLang="zh-CN" sz="3500">
                <a:solidFill>
                  <a:srgbClr val="FFFFFF"/>
                </a:solidFill>
              </a:rPr>
              <a:t>1</a:t>
            </a:r>
            <a:endParaRPr lang="zh-CN" altLang="en-US" sz="350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a:bodyPr>
          <a:lstStyle/>
          <a:p>
            <a:pPr>
              <a:spcAft>
                <a:spcPts val="700"/>
              </a:spcAft>
            </a:pPr>
            <a:r>
              <a:rPr lang="zh-CN" altLang="en-US" sz="2100" dirty="0">
                <a:latin typeface="+mn-ea"/>
                <a:ea typeface="+mn-ea"/>
              </a:rPr>
              <a:t>修改</a:t>
            </a:r>
            <a:r>
              <a:rPr lang="en-US" altLang="zh-CN" sz="2100" dirty="0" err="1">
                <a:latin typeface="+mn-ea"/>
                <a:ea typeface="+mn-ea"/>
              </a:rPr>
              <a:t>del_bj</a:t>
            </a:r>
            <a:r>
              <a:rPr lang="zh-CN" altLang="en-US" sz="2100" dirty="0">
                <a:latin typeface="+mn-ea"/>
                <a:ea typeface="+mn-ea"/>
              </a:rPr>
              <a:t>触发器，使得在班级表中删除某一个班级时，不仅在学生基本信息表中，该班级所包含的学生信息将被删除，而且在成绩表中，与学生相关的数据也将被删除。</a:t>
            </a:r>
            <a:br>
              <a:rPr lang="zh-CN" altLang="en-US" sz="2100" dirty="0">
                <a:latin typeface="+mn-ea"/>
                <a:ea typeface="+mn-ea"/>
              </a:rPr>
            </a:br>
            <a:endParaRPr lang="zh-CN" altLang="en-US" sz="2100" dirty="0">
              <a:latin typeface="+mn-ea"/>
              <a:ea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695"/>
    </mc:Choice>
    <mc:Fallback xmlns="">
      <p:transition spd="slow" advTm="25695"/>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27D15F9-FBA9-45B6-A1EE-7E2610907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549D845D-9A57-49AC-9523-BB0D6DA6FE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26" name="Freeform 44">
              <a:extLst>
                <a:ext uri="{FF2B5EF4-FFF2-40B4-BE49-F238E27FC236}">
                  <a16:creationId xmlns:a16="http://schemas.microsoft.com/office/drawing/2014/main" id="{3348EFE1-9D21-4DC0-8EC9-C887670613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5">
              <a:extLst>
                <a:ext uri="{FF2B5EF4-FFF2-40B4-BE49-F238E27FC236}">
                  <a16:creationId xmlns:a16="http://schemas.microsoft.com/office/drawing/2014/main" id="{D9CD0CF4-76F6-470E-A8EF-DD74FC196C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46">
              <a:extLst>
                <a:ext uri="{FF2B5EF4-FFF2-40B4-BE49-F238E27FC236}">
                  <a16:creationId xmlns:a16="http://schemas.microsoft.com/office/drawing/2014/main" id="{71645EB6-7E0C-491E-9A5B-C25E80A64A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47">
              <a:extLst>
                <a:ext uri="{FF2B5EF4-FFF2-40B4-BE49-F238E27FC236}">
                  <a16:creationId xmlns:a16="http://schemas.microsoft.com/office/drawing/2014/main" id="{D20E5CAC-62A4-48E1-9F9F-1F81766831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Rectangle 29">
              <a:extLst>
                <a:ext uri="{FF2B5EF4-FFF2-40B4-BE49-F238E27FC236}">
                  <a16:creationId xmlns:a16="http://schemas.microsoft.com/office/drawing/2014/main" id="{053A11D2-F06B-447E-96A7-27A21A8FA64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标题 1">
            <a:extLst>
              <a:ext uri="{FF2B5EF4-FFF2-40B4-BE49-F238E27FC236}">
                <a16:creationId xmlns:a16="http://schemas.microsoft.com/office/drawing/2014/main" id="{BFFAA77A-3FB1-492C-9F31-8AA6EB724992}"/>
              </a:ext>
            </a:extLst>
          </p:cNvPr>
          <p:cNvSpPr>
            <a:spLocks noGrp="1"/>
          </p:cNvSpPr>
          <p:nvPr>
            <p:ph type="title"/>
          </p:nvPr>
        </p:nvSpPr>
        <p:spPr>
          <a:xfrm>
            <a:off x="785460" y="759805"/>
            <a:ext cx="7729890" cy="1325563"/>
          </a:xfrm>
        </p:spPr>
        <p:txBody>
          <a:bodyPr>
            <a:normAutofit/>
          </a:bodyPr>
          <a:lstStyle/>
          <a:p>
            <a:r>
              <a:rPr lang="zh-CN" altLang="en-US" sz="3500">
                <a:solidFill>
                  <a:srgbClr val="FFFFFF"/>
                </a:solidFill>
              </a:rPr>
              <a:t>例题</a:t>
            </a:r>
            <a:r>
              <a:rPr lang="en-US" altLang="zh-CN" sz="3500">
                <a:solidFill>
                  <a:srgbClr val="FFFFFF"/>
                </a:solidFill>
              </a:rPr>
              <a:t>1</a:t>
            </a:r>
            <a:r>
              <a:rPr lang="zh-CN" altLang="en-US" sz="3500">
                <a:solidFill>
                  <a:srgbClr val="FFFFFF"/>
                </a:solidFill>
              </a:rPr>
              <a:t>代码</a:t>
            </a:r>
          </a:p>
        </p:txBody>
      </p:sp>
      <p:pic>
        <p:nvPicPr>
          <p:cNvPr id="7" name="Graphic 6">
            <a:extLst>
              <a:ext uri="{FF2B5EF4-FFF2-40B4-BE49-F238E27FC236}">
                <a16:creationId xmlns:a16="http://schemas.microsoft.com/office/drawing/2014/main" id="{6BBEA9C2-EEA2-442A-B14B-AEBFAF6462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676" y="3070395"/>
            <a:ext cx="2407334" cy="2407334"/>
          </a:xfrm>
          <a:prstGeom prst="rect">
            <a:avLst/>
          </a:prstGeom>
        </p:spPr>
      </p:pic>
      <p:sp>
        <p:nvSpPr>
          <p:cNvPr id="3" name="内容占位符 2">
            <a:extLst>
              <a:ext uri="{FF2B5EF4-FFF2-40B4-BE49-F238E27FC236}">
                <a16:creationId xmlns:a16="http://schemas.microsoft.com/office/drawing/2014/main" id="{D5FD66E1-0959-4570-A749-E87B57C3D715}"/>
              </a:ext>
            </a:extLst>
          </p:cNvPr>
          <p:cNvSpPr>
            <a:spLocks noGrp="1"/>
          </p:cNvSpPr>
          <p:nvPr>
            <p:ph idx="1"/>
          </p:nvPr>
        </p:nvSpPr>
        <p:spPr>
          <a:xfrm>
            <a:off x="3971676" y="2494450"/>
            <a:ext cx="4103647" cy="3563159"/>
          </a:xfrm>
        </p:spPr>
        <p:txBody>
          <a:bodyPr>
            <a:normAutofit/>
          </a:bodyPr>
          <a:lstStyle/>
          <a:p>
            <a:pPr>
              <a:lnSpc>
                <a:spcPct val="100000"/>
              </a:lnSpc>
            </a:pPr>
            <a:r>
              <a:rPr lang="en-US" altLang="zh-CN" sz="1400" dirty="0">
                <a:latin typeface="+mn-ea"/>
              </a:rPr>
              <a:t>ALTER TRIGGER </a:t>
            </a:r>
            <a:r>
              <a:rPr lang="en-US" altLang="zh-CN" sz="1400" dirty="0" err="1">
                <a:latin typeface="+mn-ea"/>
              </a:rPr>
              <a:t>del_bj</a:t>
            </a:r>
            <a:r>
              <a:rPr lang="en-US" altLang="zh-CN" sz="1400" dirty="0">
                <a:latin typeface="+mn-ea"/>
              </a:rPr>
              <a:t> ON </a:t>
            </a:r>
            <a:r>
              <a:rPr lang="zh-CN" altLang="en-US" sz="1400" dirty="0">
                <a:latin typeface="+mn-ea"/>
              </a:rPr>
              <a:t>班级表</a:t>
            </a:r>
            <a:endParaRPr lang="en-US" altLang="zh-CN" sz="1400" dirty="0">
              <a:latin typeface="+mn-ea"/>
            </a:endParaRPr>
          </a:p>
          <a:p>
            <a:pPr>
              <a:lnSpc>
                <a:spcPct val="100000"/>
              </a:lnSpc>
            </a:pPr>
            <a:r>
              <a:rPr lang="en-US" altLang="zh-CN" sz="1400" dirty="0">
                <a:latin typeface="+mn-ea"/>
              </a:rPr>
              <a:t>AFTER DELETE</a:t>
            </a:r>
          </a:p>
          <a:p>
            <a:pPr>
              <a:lnSpc>
                <a:spcPct val="100000"/>
              </a:lnSpc>
            </a:pPr>
            <a:r>
              <a:rPr lang="en-US" altLang="zh-CN" sz="1400" dirty="0">
                <a:latin typeface="+mn-ea"/>
              </a:rPr>
              <a:t>AS</a:t>
            </a:r>
          </a:p>
          <a:p>
            <a:pPr>
              <a:lnSpc>
                <a:spcPct val="100000"/>
              </a:lnSpc>
            </a:pPr>
            <a:r>
              <a:rPr lang="en-US" altLang="zh-CN" sz="1400" dirty="0">
                <a:latin typeface="+mn-ea"/>
              </a:rPr>
              <a:t>   DELETE FROM </a:t>
            </a:r>
            <a:r>
              <a:rPr lang="zh-CN" altLang="en-US" sz="1400" dirty="0">
                <a:latin typeface="+mn-ea"/>
              </a:rPr>
              <a:t>成绩表 </a:t>
            </a:r>
            <a:r>
              <a:rPr lang="en-US" altLang="zh-CN" sz="1400" dirty="0">
                <a:latin typeface="+mn-ea"/>
              </a:rPr>
              <a:t>WHERE </a:t>
            </a:r>
            <a:r>
              <a:rPr lang="zh-CN" altLang="en-US" sz="1400" dirty="0">
                <a:latin typeface="+mn-ea"/>
              </a:rPr>
              <a:t>学号</a:t>
            </a:r>
            <a:endParaRPr lang="en-US" altLang="zh-CN" sz="1400" dirty="0">
              <a:latin typeface="+mn-ea"/>
            </a:endParaRPr>
          </a:p>
          <a:p>
            <a:pPr>
              <a:lnSpc>
                <a:spcPct val="100000"/>
              </a:lnSpc>
            </a:pPr>
            <a:r>
              <a:rPr lang="zh-CN" altLang="en-US" sz="1400" dirty="0">
                <a:latin typeface="+mn-ea"/>
              </a:rPr>
              <a:t>   </a:t>
            </a:r>
            <a:r>
              <a:rPr lang="en-US" altLang="zh-CN" sz="1400" dirty="0">
                <a:latin typeface="+mn-ea"/>
              </a:rPr>
              <a:t>IN (SELECT </a:t>
            </a:r>
            <a:r>
              <a:rPr lang="zh-CN" altLang="en-US" sz="1400" dirty="0">
                <a:latin typeface="+mn-ea"/>
              </a:rPr>
              <a:t>学号 </a:t>
            </a:r>
            <a:r>
              <a:rPr lang="en-US" altLang="zh-CN" sz="1400" dirty="0">
                <a:latin typeface="+mn-ea"/>
              </a:rPr>
              <a:t>FROM </a:t>
            </a:r>
            <a:r>
              <a:rPr lang="zh-CN" altLang="en-US" sz="1400" dirty="0">
                <a:latin typeface="+mn-ea"/>
              </a:rPr>
              <a:t>学生基本信息表 </a:t>
            </a:r>
            <a:r>
              <a:rPr lang="en-US" altLang="zh-CN" sz="1400" dirty="0">
                <a:latin typeface="+mn-ea"/>
              </a:rPr>
              <a:t>WHERE </a:t>
            </a:r>
            <a:r>
              <a:rPr lang="zh-CN" altLang="en-US" sz="1400" dirty="0">
                <a:latin typeface="+mn-ea"/>
              </a:rPr>
              <a:t>班级编号</a:t>
            </a:r>
            <a:endParaRPr lang="en-US" altLang="zh-CN" sz="1400" dirty="0">
              <a:latin typeface="+mn-ea"/>
            </a:endParaRPr>
          </a:p>
          <a:p>
            <a:pPr>
              <a:lnSpc>
                <a:spcPct val="100000"/>
              </a:lnSpc>
            </a:pPr>
            <a:r>
              <a:rPr lang="zh-CN" altLang="en-US" sz="1400" dirty="0">
                <a:latin typeface="+mn-ea"/>
              </a:rPr>
              <a:t>      </a:t>
            </a:r>
            <a:r>
              <a:rPr lang="en-US" altLang="zh-CN" sz="1400" dirty="0">
                <a:latin typeface="+mn-ea"/>
              </a:rPr>
              <a:t>IN (SELECT </a:t>
            </a:r>
            <a:r>
              <a:rPr lang="zh-CN" altLang="en-US" sz="1400" dirty="0">
                <a:latin typeface="+mn-ea"/>
              </a:rPr>
              <a:t>班级编号 </a:t>
            </a:r>
            <a:r>
              <a:rPr lang="en-US" altLang="zh-CN" sz="1400" dirty="0">
                <a:latin typeface="+mn-ea"/>
              </a:rPr>
              <a:t>FROM DELETED))</a:t>
            </a:r>
          </a:p>
          <a:p>
            <a:pPr>
              <a:lnSpc>
                <a:spcPct val="100000"/>
              </a:lnSpc>
            </a:pPr>
            <a:r>
              <a:rPr lang="en-US" altLang="zh-CN" sz="1400" dirty="0">
                <a:latin typeface="+mn-ea"/>
              </a:rPr>
              <a:t>   DELETE FROM </a:t>
            </a:r>
            <a:r>
              <a:rPr lang="zh-CN" altLang="en-US" sz="1400" dirty="0">
                <a:latin typeface="+mn-ea"/>
              </a:rPr>
              <a:t>学生基本信息表 </a:t>
            </a:r>
            <a:r>
              <a:rPr lang="en-US" altLang="zh-CN" sz="1400" dirty="0">
                <a:latin typeface="+mn-ea"/>
              </a:rPr>
              <a:t>WHERE </a:t>
            </a:r>
            <a:r>
              <a:rPr lang="zh-CN" altLang="en-US" sz="1400" dirty="0">
                <a:latin typeface="+mn-ea"/>
              </a:rPr>
              <a:t>班级编号</a:t>
            </a:r>
            <a:endParaRPr lang="en-US" altLang="zh-CN" sz="1400" dirty="0">
              <a:latin typeface="+mn-ea"/>
            </a:endParaRPr>
          </a:p>
          <a:p>
            <a:pPr>
              <a:lnSpc>
                <a:spcPct val="100000"/>
              </a:lnSpc>
            </a:pPr>
            <a:r>
              <a:rPr lang="zh-CN" altLang="en-US" sz="1400" dirty="0">
                <a:latin typeface="+mn-ea"/>
              </a:rPr>
              <a:t>   </a:t>
            </a:r>
            <a:r>
              <a:rPr lang="en-US" altLang="zh-CN" sz="1400" dirty="0">
                <a:latin typeface="+mn-ea"/>
              </a:rPr>
              <a:t>IN (SELECT </a:t>
            </a:r>
            <a:r>
              <a:rPr lang="zh-CN" altLang="en-US" sz="1400" dirty="0">
                <a:latin typeface="+mn-ea"/>
              </a:rPr>
              <a:t>班级编号 </a:t>
            </a:r>
            <a:r>
              <a:rPr lang="en-US" altLang="zh-CN" sz="1400" dirty="0">
                <a:latin typeface="+mn-ea"/>
              </a:rPr>
              <a:t>FROM DELETED)</a:t>
            </a:r>
          </a:p>
        </p:txBody>
      </p:sp>
    </p:spTree>
    <p:extLst>
      <p:ext uri="{BB962C8B-B14F-4D97-AF65-F5344CB8AC3E}">
        <p14:creationId xmlns:p14="http://schemas.microsoft.com/office/powerpoint/2010/main" val="2878826062"/>
      </p:ext>
    </p:extLst>
  </p:cSld>
  <p:clrMapOvr>
    <a:masterClrMapping/>
  </p:clrMapOvr>
  <mc:AlternateContent xmlns:mc="http://schemas.openxmlformats.org/markup-compatibility/2006" xmlns:p14="http://schemas.microsoft.com/office/powerpoint/2010/main">
    <mc:Choice Requires="p14">
      <p:transition spd="slow" p14:dur="2000" advTm="62787"/>
    </mc:Choice>
    <mc:Fallback xmlns="">
      <p:transition spd="slow" advTm="6278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4614" y="2355786"/>
            <a:ext cx="373931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a:extLst>
              <a:ext uri="{FF2B5EF4-FFF2-40B4-BE49-F238E27FC236}">
                <a16:creationId xmlns:a16="http://schemas.microsoft.com/office/drawing/2014/main" id="{BAE93E23-3541-418E-8CCB-3B13B283DBF7}"/>
              </a:ext>
            </a:extLst>
          </p:cNvPr>
          <p:cNvSpPr>
            <a:spLocks noGrp="1"/>
          </p:cNvSpPr>
          <p:nvPr>
            <p:ph type="title"/>
          </p:nvPr>
        </p:nvSpPr>
        <p:spPr>
          <a:xfrm>
            <a:off x="5669859" y="2723322"/>
            <a:ext cx="2632766" cy="2236738"/>
          </a:xfrm>
        </p:spPr>
        <p:txBody>
          <a:bodyPr vert="horz" lIns="91440" tIns="45720" rIns="91440" bIns="45720" rtlCol="0" anchor="b">
            <a:normAutofit/>
          </a:bodyPr>
          <a:lstStyle/>
          <a:p>
            <a:pPr>
              <a:lnSpc>
                <a:spcPct val="90000"/>
              </a:lnSpc>
            </a:pPr>
            <a:r>
              <a:rPr lang="zh-CN" altLang="en-US" sz="3500" dirty="0">
                <a:solidFill>
                  <a:srgbClr val="FFFFFF"/>
                </a:solidFill>
                <a:latin typeface="+mj-lt"/>
                <a:ea typeface="+mj-ea"/>
              </a:rPr>
              <a:t>修改</a:t>
            </a:r>
            <a:r>
              <a:rPr lang="en-US" altLang="zh-CN" sz="3500" dirty="0" err="1">
                <a:solidFill>
                  <a:srgbClr val="FFFFFF"/>
                </a:solidFill>
                <a:latin typeface="+mj-lt"/>
                <a:ea typeface="+mj-ea"/>
              </a:rPr>
              <a:t>del_bj</a:t>
            </a:r>
            <a:r>
              <a:rPr lang="zh-CN" altLang="en-US" sz="3500" dirty="0">
                <a:solidFill>
                  <a:srgbClr val="FFFFFF"/>
                </a:solidFill>
                <a:latin typeface="+mj-lt"/>
                <a:ea typeface="+mj-ea"/>
              </a:rPr>
              <a:t>触发器</a:t>
            </a:r>
            <a:br>
              <a:rPr lang="zh-CN" altLang="en-US" sz="3500" dirty="0">
                <a:solidFill>
                  <a:srgbClr val="FFFFFF"/>
                </a:solidFill>
                <a:latin typeface="+mj-lt"/>
                <a:ea typeface="+mj-ea"/>
              </a:rPr>
            </a:br>
            <a:endParaRPr lang="zh-CN" altLang="en-US" sz="3500" dirty="0">
              <a:solidFill>
                <a:srgbClr val="FFFFFF"/>
              </a:solidFill>
              <a:latin typeface="+mj-lt"/>
              <a:ea typeface="+mj-ea"/>
            </a:endParaRPr>
          </a:p>
        </p:txBody>
      </p:sp>
      <p:sp>
        <p:nvSpPr>
          <p:cNvPr id="13"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4" name="Picture 5">
            <a:extLst>
              <a:ext uri="{FF2B5EF4-FFF2-40B4-BE49-F238E27FC236}">
                <a16:creationId xmlns:a16="http://schemas.microsoft.com/office/drawing/2014/main" id="{6C83E2AF-4AA6-4AFB-8CA0-EE676C9B21D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713" r="19369"/>
          <a:stretch/>
        </p:blipFill>
        <p:spPr>
          <a:xfrm>
            <a:off x="944144" y="1120046"/>
            <a:ext cx="4226864" cy="3509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37801066"/>
      </p:ext>
    </p:extLst>
  </p:cSld>
  <p:clrMapOvr>
    <a:masterClrMapping/>
  </p:clrMapOvr>
  <mc:AlternateContent xmlns:mc="http://schemas.openxmlformats.org/markup-compatibility/2006" xmlns:p14="http://schemas.microsoft.com/office/powerpoint/2010/main">
    <mc:Choice Requires="p14">
      <p:transition spd="slow" p14:dur="2000" advTm="13024"/>
    </mc:Choice>
    <mc:Fallback xmlns="">
      <p:transition spd="slow" advTm="1302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en-US" altLang="zh-CN" sz="3500">
                <a:solidFill>
                  <a:srgbClr val="FFFFFF"/>
                </a:solidFill>
                <a:sym typeface="+mn-ea"/>
              </a:rPr>
              <a:t>3</a:t>
            </a:r>
            <a:r>
              <a:rPr lang="zh-CN" altLang="en-US" sz="3500">
                <a:solidFill>
                  <a:srgbClr val="FFFFFF"/>
                </a:solidFill>
                <a:sym typeface="+mn-ea"/>
              </a:rPr>
              <a:t>．使用</a:t>
            </a:r>
            <a:r>
              <a:rPr lang="en-US" altLang="zh-CN" sz="3500">
                <a:solidFill>
                  <a:srgbClr val="FFFFFF"/>
                </a:solidFill>
                <a:sym typeface="+mn-ea"/>
              </a:rPr>
              <a:t>DROP TRIGGER</a:t>
            </a:r>
            <a:r>
              <a:rPr lang="zh-CN" altLang="en-US" sz="3500">
                <a:solidFill>
                  <a:srgbClr val="FFFFFF"/>
                </a:solidFill>
                <a:sym typeface="+mn-ea"/>
              </a:rPr>
              <a:t>语句删除触发器</a:t>
            </a:r>
          </a:p>
        </p:txBody>
      </p:sp>
      <p:sp>
        <p:nvSpPr>
          <p:cNvPr id="3" name="内容占位符 2"/>
          <p:cNvSpPr>
            <a:spLocks noGrp="1"/>
          </p:cNvSpPr>
          <p:nvPr>
            <p:ph idx="1"/>
          </p:nvPr>
        </p:nvSpPr>
        <p:spPr>
          <a:xfrm>
            <a:off x="1025718" y="2490436"/>
            <a:ext cx="7281746" cy="3567173"/>
          </a:xfrm>
        </p:spPr>
        <p:txBody>
          <a:bodyPr anchor="ctr">
            <a:normAutofit/>
          </a:bodyPr>
          <a:lstStyle/>
          <a:p>
            <a:pPr>
              <a:lnSpc>
                <a:spcPct val="100000"/>
              </a:lnSpc>
            </a:pPr>
            <a:r>
              <a:rPr lang="zh-CN" altLang="en-US" sz="2100" dirty="0">
                <a:latin typeface="+mn-ea"/>
                <a:ea typeface="+mn-ea"/>
              </a:rPr>
              <a:t>移除触发器时，与触发器有关的信息将从</a:t>
            </a:r>
            <a:r>
              <a:rPr lang="en-US" altLang="zh-CN" sz="2100" dirty="0" err="1">
                <a:latin typeface="+mn-ea"/>
                <a:ea typeface="+mn-ea"/>
              </a:rPr>
              <a:t>sysobjects</a:t>
            </a:r>
            <a:r>
              <a:rPr lang="zh-CN" altLang="en-US" sz="2100" dirty="0">
                <a:latin typeface="+mn-ea"/>
                <a:ea typeface="+mn-ea"/>
              </a:rPr>
              <a:t>和</a:t>
            </a:r>
            <a:r>
              <a:rPr lang="en-US" altLang="zh-CN" sz="2100" dirty="0" err="1">
                <a:latin typeface="+mn-ea"/>
                <a:ea typeface="+mn-ea"/>
              </a:rPr>
              <a:t>syscomments</a:t>
            </a:r>
            <a:r>
              <a:rPr lang="zh-CN" altLang="en-US" sz="2100" dirty="0">
                <a:latin typeface="+mn-ea"/>
                <a:ea typeface="+mn-ea"/>
              </a:rPr>
              <a:t>系统表中删除。</a:t>
            </a:r>
            <a:endParaRPr lang="en-US" altLang="zh-CN" sz="2100" dirty="0">
              <a:latin typeface="+mn-ea"/>
              <a:ea typeface="+mn-ea"/>
            </a:endParaRPr>
          </a:p>
          <a:p>
            <a:pPr>
              <a:lnSpc>
                <a:spcPct val="100000"/>
              </a:lnSpc>
            </a:pPr>
            <a:r>
              <a:rPr lang="zh-CN" altLang="en-US" sz="2100" dirty="0">
                <a:latin typeface="+mn-ea"/>
                <a:ea typeface="+mn-ea"/>
              </a:rPr>
              <a:t>可以通过删除触发器或删除表两种方式移除触发器。删除表时，将除去所有与表相关联的触发器。</a:t>
            </a:r>
          </a:p>
          <a:p>
            <a:pPr>
              <a:lnSpc>
                <a:spcPct val="100000"/>
              </a:lnSpc>
            </a:pPr>
            <a:r>
              <a:rPr lang="en-US" altLang="zh-CN" sz="2100" dirty="0">
                <a:latin typeface="+mn-ea"/>
                <a:ea typeface="+mn-ea"/>
              </a:rPr>
              <a:t>DROP TRIGGER</a:t>
            </a:r>
            <a:r>
              <a:rPr lang="zh-CN" altLang="en-US" sz="2100" dirty="0">
                <a:latin typeface="+mn-ea"/>
                <a:ea typeface="+mn-ea"/>
              </a:rPr>
              <a:t>语句的语法格式为：</a:t>
            </a:r>
            <a:endParaRPr lang="en-US" altLang="zh-CN" sz="2100" dirty="0">
              <a:latin typeface="+mn-ea"/>
              <a:ea typeface="+mn-ea"/>
            </a:endParaRPr>
          </a:p>
          <a:p>
            <a:pPr>
              <a:lnSpc>
                <a:spcPct val="100000"/>
              </a:lnSpc>
            </a:pPr>
            <a:r>
              <a:rPr lang="en-US" altLang="zh-CN" sz="2100" dirty="0">
                <a:latin typeface="+mn-ea"/>
                <a:ea typeface="+mn-ea"/>
              </a:rPr>
              <a:t>DROP TRIGGER </a:t>
            </a:r>
            <a:r>
              <a:rPr lang="zh-CN" altLang="en-US" sz="2100" dirty="0">
                <a:latin typeface="+mn-ea"/>
                <a:ea typeface="+mn-ea"/>
              </a:rPr>
              <a:t>触发器名称 </a:t>
            </a:r>
            <a:r>
              <a:rPr lang="en-US" altLang="zh-CN" sz="2100" dirty="0">
                <a:latin typeface="+mn-ea"/>
                <a:ea typeface="+mn-ea"/>
              </a:rPr>
              <a:t>[ ,...n ]</a:t>
            </a:r>
          </a:p>
          <a:p>
            <a:pPr>
              <a:lnSpc>
                <a:spcPct val="100000"/>
              </a:lnSpc>
            </a:pPr>
            <a:r>
              <a:rPr lang="zh-CN" altLang="en-US" sz="2100" dirty="0">
                <a:latin typeface="+mn-ea"/>
                <a:ea typeface="+mn-ea"/>
              </a:rPr>
              <a:t>触发器名称为数据库中现有的触发器。可以指定一个或多个触发器名称来删除一个或多个触发器。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1500"/>
    </mc:Choice>
    <mc:Fallback xmlns="">
      <p:transition spd="slow" advTm="615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zh-CN" altLang="en-US" sz="3500" dirty="0">
                <a:solidFill>
                  <a:srgbClr val="FFFFFF"/>
                </a:solidFill>
              </a:rPr>
              <a:t>例题</a:t>
            </a:r>
            <a:r>
              <a:rPr lang="en-US" altLang="zh-CN" sz="3500" dirty="0">
                <a:solidFill>
                  <a:srgbClr val="FFFFFF"/>
                </a:solidFill>
              </a:rPr>
              <a:t>1</a:t>
            </a:r>
            <a:endParaRPr lang="zh-CN" altLang="en-US" sz="3500" dirty="0">
              <a:solidFill>
                <a:srgbClr val="FFFFFF"/>
              </a:solidFill>
            </a:endParaRPr>
          </a:p>
        </p:txBody>
      </p:sp>
      <p:sp>
        <p:nvSpPr>
          <p:cNvPr id="3" name="内容占位符 2"/>
          <p:cNvSpPr>
            <a:spLocks noGrp="1"/>
          </p:cNvSpPr>
          <p:nvPr>
            <p:ph idx="1"/>
          </p:nvPr>
        </p:nvSpPr>
        <p:spPr>
          <a:xfrm>
            <a:off x="1025718" y="2490436"/>
            <a:ext cx="7281746" cy="3567173"/>
          </a:xfrm>
        </p:spPr>
        <p:txBody>
          <a:bodyPr anchor="ctr">
            <a:normAutofit/>
          </a:bodyPr>
          <a:lstStyle/>
          <a:p>
            <a:pPr>
              <a:lnSpc>
                <a:spcPct val="100000"/>
              </a:lnSpc>
            </a:pPr>
            <a:r>
              <a:rPr lang="zh-CN" altLang="en-US" sz="2100" dirty="0">
                <a:latin typeface="+mn-ea"/>
                <a:ea typeface="+mn-ea"/>
              </a:rPr>
              <a:t>删除触发器</a:t>
            </a:r>
            <a:r>
              <a:rPr lang="en-US" altLang="zh-CN" sz="2100" dirty="0" err="1">
                <a:latin typeface="+mn-ea"/>
                <a:ea typeface="+mn-ea"/>
              </a:rPr>
              <a:t>del_bj</a:t>
            </a:r>
            <a:r>
              <a:rPr lang="zh-CN" altLang="en-US" sz="2100" dirty="0">
                <a:latin typeface="+mn-ea"/>
                <a:ea typeface="+mn-ea"/>
              </a:rPr>
              <a:t>以及</a:t>
            </a:r>
            <a:r>
              <a:rPr lang="en-US" altLang="zh-CN" sz="2100" dirty="0" err="1">
                <a:latin typeface="+mn-ea"/>
                <a:ea typeface="+mn-ea"/>
              </a:rPr>
              <a:t>insert_xs</a:t>
            </a:r>
            <a:r>
              <a:rPr lang="en-US" altLang="en-US" sz="2100" dirty="0">
                <a:latin typeface="+mn-ea"/>
                <a:ea typeface="+mn-ea"/>
              </a:rPr>
              <a:t>。</a:t>
            </a:r>
          </a:p>
          <a:p>
            <a:pPr>
              <a:lnSpc>
                <a:spcPct val="100000"/>
              </a:lnSpc>
            </a:pPr>
            <a:r>
              <a:rPr lang="zh-CN" altLang="en-US" sz="2100" dirty="0">
                <a:latin typeface="+mn-ea"/>
                <a:ea typeface="+mn-ea"/>
              </a:rPr>
              <a:t>在查询分析器中运行如下命令：</a:t>
            </a:r>
            <a:endParaRPr lang="en-US" altLang="zh-CN" sz="2100" dirty="0">
              <a:latin typeface="+mn-ea"/>
              <a:ea typeface="+mn-ea"/>
            </a:endParaRPr>
          </a:p>
          <a:p>
            <a:pPr>
              <a:lnSpc>
                <a:spcPct val="100000"/>
              </a:lnSpc>
            </a:pPr>
            <a:r>
              <a:rPr lang="en-US" altLang="zh-CN" sz="2100" dirty="0">
                <a:latin typeface="+mn-ea"/>
                <a:ea typeface="+mn-ea"/>
              </a:rPr>
              <a:t>USE XSCJ</a:t>
            </a:r>
          </a:p>
          <a:p>
            <a:pPr>
              <a:lnSpc>
                <a:spcPct val="100000"/>
              </a:lnSpc>
            </a:pPr>
            <a:r>
              <a:rPr lang="en-US" altLang="zh-CN" sz="2100" dirty="0">
                <a:latin typeface="+mn-ea"/>
                <a:ea typeface="+mn-ea"/>
              </a:rPr>
              <a:t>GO</a:t>
            </a:r>
          </a:p>
          <a:p>
            <a:pPr>
              <a:lnSpc>
                <a:spcPct val="100000"/>
              </a:lnSpc>
            </a:pPr>
            <a:r>
              <a:rPr lang="en-US" altLang="zh-CN" sz="2100" dirty="0">
                <a:latin typeface="+mn-ea"/>
                <a:ea typeface="+mn-ea"/>
              </a:rPr>
              <a:t>DROP TRIGGER  </a:t>
            </a:r>
            <a:r>
              <a:rPr lang="en-US" altLang="zh-CN" sz="2100" dirty="0" err="1">
                <a:latin typeface="+mn-ea"/>
                <a:ea typeface="+mn-ea"/>
              </a:rPr>
              <a:t>del_bj</a:t>
            </a:r>
            <a:r>
              <a:rPr lang="en-US" altLang="zh-CN" sz="2100" dirty="0">
                <a:latin typeface="+mn-ea"/>
                <a:ea typeface="+mn-ea"/>
              </a:rPr>
              <a:t> , </a:t>
            </a:r>
            <a:r>
              <a:rPr lang="en-US" altLang="zh-CN" sz="2100" dirty="0" err="1">
                <a:latin typeface="+mn-ea"/>
                <a:ea typeface="+mn-ea"/>
              </a:rPr>
              <a:t>insert_xs</a:t>
            </a:r>
            <a:endParaRPr lang="en-US" altLang="zh-CN" sz="2100" dirty="0">
              <a:latin typeface="+mn-ea"/>
              <a:ea typeface="+mn-ea"/>
            </a:endParaRPr>
          </a:p>
          <a:p>
            <a:pPr marL="0" indent="0">
              <a:buNone/>
            </a:pPr>
            <a:endParaRPr lang="zh-CN" altLang="en-US" sz="21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953"/>
    </mc:Choice>
    <mc:Fallback xmlns="">
      <p:transition spd="slow" advTm="32953"/>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0" name="Rectangle 139">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4614" y="2355786"/>
            <a:ext cx="373931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6263" name="Rectangle 7"/>
          <p:cNvSpPr>
            <a:spLocks noChangeArrowheads="1"/>
          </p:cNvSpPr>
          <p:nvPr/>
        </p:nvSpPr>
        <p:spPr bwMode="auto">
          <a:xfrm>
            <a:off x="5669859" y="2723322"/>
            <a:ext cx="2632766" cy="22367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b">
            <a:normAutofit/>
          </a:bodyPr>
          <a:lstStyle/>
          <a:p>
            <a:pPr>
              <a:lnSpc>
                <a:spcPct val="90000"/>
              </a:lnSpc>
              <a:spcAft>
                <a:spcPts val="600"/>
              </a:spcAft>
            </a:pPr>
            <a:r>
              <a:rPr lang="zh-CN" altLang="en-US" sz="3800" dirty="0">
                <a:solidFill>
                  <a:srgbClr val="FFFFFF"/>
                </a:solidFill>
                <a:latin typeface="+mj-lt"/>
                <a:ea typeface="+mj-ea"/>
                <a:cs typeface="+mj-cs"/>
              </a:rPr>
              <a:t>删除触发器</a:t>
            </a:r>
            <a:r>
              <a:rPr lang="en-US" altLang="zh-CN" sz="3800" dirty="0" err="1">
                <a:solidFill>
                  <a:srgbClr val="FFFFFF"/>
                </a:solidFill>
                <a:latin typeface="+mj-lt"/>
                <a:ea typeface="+mj-ea"/>
                <a:cs typeface="+mj-cs"/>
              </a:rPr>
              <a:t>del_bj</a:t>
            </a:r>
            <a:r>
              <a:rPr lang="zh-CN" altLang="en-US" sz="3800" dirty="0">
                <a:solidFill>
                  <a:srgbClr val="FFFFFF"/>
                </a:solidFill>
                <a:latin typeface="+mj-lt"/>
                <a:ea typeface="+mj-ea"/>
                <a:cs typeface="+mj-cs"/>
              </a:rPr>
              <a:t>以及</a:t>
            </a:r>
            <a:r>
              <a:rPr lang="en-US" altLang="zh-CN" sz="3800" dirty="0" err="1">
                <a:solidFill>
                  <a:srgbClr val="FFFFFF"/>
                </a:solidFill>
                <a:latin typeface="+mj-lt"/>
                <a:ea typeface="+mj-ea"/>
                <a:cs typeface="+mj-cs"/>
              </a:rPr>
              <a:t>insert_xs</a:t>
            </a:r>
            <a:endParaRPr lang="en-US" altLang="zh-CN" sz="3800" dirty="0">
              <a:solidFill>
                <a:srgbClr val="FFFFFF"/>
              </a:solidFill>
              <a:latin typeface="+mj-lt"/>
              <a:ea typeface="+mj-ea"/>
              <a:cs typeface="+mj-cs"/>
            </a:endParaRPr>
          </a:p>
        </p:txBody>
      </p:sp>
      <p:sp>
        <p:nvSpPr>
          <p:cNvPr id="144"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96261" name="Picture 5"/>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3671" r="24690" b="1"/>
          <a:stretch/>
        </p:blipFill>
        <p:spPr>
          <a:xfrm>
            <a:off x="944144" y="1120046"/>
            <a:ext cx="4226864" cy="3509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828"/>
    </mc:Choice>
    <mc:Fallback xmlns="">
      <p:transition spd="slow" advTm="4828"/>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6EE4FD-480F-42A5-9FEB-DA630457C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A187062F-BE14-42FC-B06A-607DB238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632016" y="1766812"/>
            <a:ext cx="616869"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731FE21B-2A45-4BF5-8B03-E1234198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632016" y="1423780"/>
            <a:ext cx="515816"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2DC5A94D-79ED-48F5-9DC5-96CBB507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87432" y="1239381"/>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8">
            <a:extLst>
              <a:ext uri="{FF2B5EF4-FFF2-40B4-BE49-F238E27FC236}">
                <a16:creationId xmlns:a16="http://schemas.microsoft.com/office/drawing/2014/main" id="{93A3D4BE-AF25-4F9A-9C29-1145CCE2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87431" y="1230651"/>
            <a:ext cx="7656494"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1403247" y="1607809"/>
            <a:ext cx="6927020" cy="2876680"/>
          </a:xfrm>
        </p:spPr>
        <p:txBody>
          <a:bodyPr vert="horz" lIns="91440" tIns="45720" rIns="91440" bIns="45720" rtlCol="0" anchor="b">
            <a:normAutofit/>
          </a:bodyPr>
          <a:lstStyle/>
          <a:p>
            <a:pPr>
              <a:lnSpc>
                <a:spcPct val="90000"/>
              </a:lnSpc>
            </a:pPr>
            <a:r>
              <a:rPr lang="en-US" sz="5700" kern="1200" dirty="0">
                <a:solidFill>
                  <a:srgbClr val="FFFFFF"/>
                </a:solidFill>
                <a:latin typeface="+mj-lt"/>
                <a:ea typeface="+mj-ea"/>
                <a:cs typeface="+mj-cs"/>
                <a:sym typeface="+mn-ea"/>
              </a:rPr>
              <a:t>四、</a:t>
            </a:r>
            <a:r>
              <a:rPr lang="zh-CN" altLang="en-US" sz="5700" kern="1200" dirty="0">
                <a:solidFill>
                  <a:srgbClr val="FFFFFF"/>
                </a:solidFill>
                <a:latin typeface="+mj-lt"/>
                <a:ea typeface="+mj-ea"/>
                <a:cs typeface="+mj-cs"/>
                <a:sym typeface="+mn-ea"/>
              </a:rPr>
              <a:t>触发器</a:t>
            </a:r>
            <a:r>
              <a:rPr lang="en-US" sz="5700" kern="1200" dirty="0" err="1">
                <a:solidFill>
                  <a:srgbClr val="FFFFFF"/>
                </a:solidFill>
                <a:latin typeface="+mj-lt"/>
                <a:ea typeface="+mj-ea"/>
                <a:cs typeface="+mj-cs"/>
                <a:sym typeface="+mn-ea"/>
              </a:rPr>
              <a:t>实训</a:t>
            </a:r>
            <a:endParaRPr lang="en-US" altLang="zh-CN" sz="5700" kern="1200" dirty="0">
              <a:solidFill>
                <a:srgbClr val="FFFFFF"/>
              </a:solidFill>
              <a:latin typeface="+mj-lt"/>
              <a:ea typeface="+mj-ea"/>
              <a:cs typeface="+mj-cs"/>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140"/>
    </mc:Choice>
    <mc:Fallback xmlns="">
      <p:transition spd="slow" advTm="214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p:cNvSpPr>
            <a:spLocks noGrp="1"/>
          </p:cNvSpPr>
          <p:nvPr>
            <p:ph type="title"/>
          </p:nvPr>
        </p:nvSpPr>
        <p:spPr>
          <a:xfrm>
            <a:off x="718879" y="800392"/>
            <a:ext cx="7698523" cy="1212102"/>
          </a:xfrm>
        </p:spPr>
        <p:txBody>
          <a:bodyPr>
            <a:normAutofit/>
          </a:bodyPr>
          <a:lstStyle/>
          <a:p>
            <a:r>
              <a:rPr lang="zh-CN" altLang="en-US" sz="3500" dirty="0">
                <a:solidFill>
                  <a:srgbClr val="FFFFFF"/>
                </a:solidFill>
              </a:rPr>
              <a:t>实训内容</a:t>
            </a:r>
          </a:p>
        </p:txBody>
      </p:sp>
      <p:sp>
        <p:nvSpPr>
          <p:cNvPr id="3" name="内容占位符 2"/>
          <p:cNvSpPr>
            <a:spLocks noGrp="1"/>
          </p:cNvSpPr>
          <p:nvPr>
            <p:ph idx="1"/>
          </p:nvPr>
        </p:nvSpPr>
        <p:spPr>
          <a:xfrm>
            <a:off x="1025718" y="2490436"/>
            <a:ext cx="7281746" cy="3567173"/>
          </a:xfrm>
        </p:spPr>
        <p:txBody>
          <a:bodyPr anchor="ctr">
            <a:normAutofit/>
          </a:bodyPr>
          <a:lstStyle/>
          <a:p>
            <a:pPr marL="228600" indent="-228600">
              <a:lnSpc>
                <a:spcPct val="100000"/>
              </a:lnSpc>
              <a:spcBef>
                <a:spcPts val="700"/>
              </a:spcBef>
              <a:spcAft>
                <a:spcPts val="0"/>
              </a:spcAft>
            </a:pPr>
            <a:r>
              <a:rPr lang="en-US" altLang="zh-CN" sz="2100" dirty="0">
                <a:latin typeface="+mn-ea"/>
                <a:ea typeface="+mn-ea"/>
              </a:rPr>
              <a:t>1</a:t>
            </a:r>
            <a:r>
              <a:rPr lang="zh-CN" altLang="en-US" sz="2100" dirty="0">
                <a:latin typeface="+mn-ea"/>
                <a:ea typeface="+mn-ea"/>
              </a:rPr>
              <a:t>．创建一个存储过程，该存储过程能够实现根据专业编号查询出专业中男生、女生的人数。</a:t>
            </a:r>
            <a:endParaRPr lang="en-US" altLang="zh-CN" sz="2100" dirty="0">
              <a:latin typeface="+mn-ea"/>
              <a:ea typeface="+mn-ea"/>
            </a:endParaRPr>
          </a:p>
          <a:p>
            <a:pPr marL="228600" indent="-228600">
              <a:lnSpc>
                <a:spcPct val="100000"/>
              </a:lnSpc>
              <a:spcBef>
                <a:spcPts val="700"/>
              </a:spcBef>
              <a:spcAft>
                <a:spcPts val="0"/>
              </a:spcAft>
            </a:pPr>
            <a:r>
              <a:rPr lang="en-US" altLang="zh-CN" sz="2100" dirty="0">
                <a:latin typeface="+mn-ea"/>
                <a:ea typeface="+mn-ea"/>
              </a:rPr>
              <a:t>2</a:t>
            </a:r>
            <a:r>
              <a:rPr lang="zh-CN" altLang="en-US" sz="2100" dirty="0">
                <a:latin typeface="+mn-ea"/>
                <a:ea typeface="+mn-ea"/>
              </a:rPr>
              <a:t>．创建一个</a:t>
            </a:r>
            <a:r>
              <a:rPr lang="en-US" altLang="zh-CN" sz="2100" dirty="0">
                <a:latin typeface="+mn-ea"/>
                <a:ea typeface="+mn-ea"/>
              </a:rPr>
              <a:t>INSERT</a:t>
            </a:r>
            <a:r>
              <a:rPr lang="zh-CN" altLang="en-US" sz="2100" dirty="0">
                <a:latin typeface="+mn-ea"/>
                <a:ea typeface="+mn-ea"/>
              </a:rPr>
              <a:t>触发器，该触发器能够在向学习关系表</a:t>
            </a:r>
            <a:r>
              <a:rPr lang="en-US" altLang="zh-CN" sz="2100" dirty="0">
                <a:latin typeface="+mn-ea"/>
              </a:rPr>
              <a:t>SC</a:t>
            </a:r>
            <a:r>
              <a:rPr lang="zh-CN" altLang="en-US" sz="2100" dirty="0">
                <a:latin typeface="+mn-ea"/>
                <a:ea typeface="+mn-ea"/>
              </a:rPr>
              <a:t>中添加数据时，自动判断学号、课程编号、成绩是否合法，如果非法则对插入操作进行回滚。</a:t>
            </a:r>
            <a:endParaRPr lang="en-US" altLang="zh-CN" sz="2100" dirty="0">
              <a:latin typeface="+mn-ea"/>
              <a:ea typeface="+mn-ea"/>
            </a:endParaRPr>
          </a:p>
          <a:p>
            <a:pPr marL="228600" indent="-228600">
              <a:lnSpc>
                <a:spcPct val="100000"/>
              </a:lnSpc>
              <a:spcBef>
                <a:spcPts val="700"/>
              </a:spcBef>
              <a:spcAft>
                <a:spcPts val="0"/>
              </a:spcAft>
            </a:pPr>
            <a:r>
              <a:rPr lang="en-US" altLang="zh-CN" sz="2100" dirty="0">
                <a:latin typeface="+mn-ea"/>
                <a:ea typeface="+mn-ea"/>
              </a:rPr>
              <a:t>3</a:t>
            </a:r>
            <a:r>
              <a:rPr lang="zh-CN" altLang="en-US" sz="2100" dirty="0">
                <a:latin typeface="+mn-ea"/>
              </a:rPr>
              <a:t> ．</a:t>
            </a:r>
            <a:r>
              <a:rPr lang="zh-CN" altLang="en-US" sz="2100" dirty="0">
                <a:latin typeface="+mn-ea"/>
                <a:ea typeface="+mn-ea"/>
              </a:rPr>
              <a:t>建立一个存储过程，来修改教学管理数据库的</a:t>
            </a:r>
            <a:r>
              <a:rPr lang="en-US" altLang="zh-CN" sz="2100" dirty="0">
                <a:latin typeface="+mn-ea"/>
                <a:ea typeface="+mn-ea"/>
              </a:rPr>
              <a:t>C</a:t>
            </a:r>
            <a:r>
              <a:rPr lang="zh-CN" altLang="en-US" sz="2100" dirty="0">
                <a:latin typeface="+mn-ea"/>
                <a:ea typeface="+mn-ea"/>
              </a:rPr>
              <a:t>、</a:t>
            </a:r>
            <a:r>
              <a:rPr lang="en-US" altLang="zh-CN" sz="2100" dirty="0">
                <a:latin typeface="+mn-ea"/>
                <a:ea typeface="+mn-ea"/>
              </a:rPr>
              <a:t>SC</a:t>
            </a:r>
            <a:r>
              <a:rPr lang="zh-CN" altLang="en-US" sz="2100" dirty="0">
                <a:latin typeface="+mn-ea"/>
                <a:ea typeface="+mn-ea"/>
              </a:rPr>
              <a:t>两张表，当用户修改</a:t>
            </a:r>
            <a:r>
              <a:rPr lang="en-US" altLang="zh-CN" sz="2100" dirty="0">
                <a:latin typeface="+mn-ea"/>
                <a:ea typeface="+mn-ea"/>
              </a:rPr>
              <a:t>C</a:t>
            </a:r>
            <a:r>
              <a:rPr lang="zh-CN" altLang="en-US" sz="2100" dirty="0">
                <a:latin typeface="+mn-ea"/>
                <a:ea typeface="+mn-ea"/>
              </a:rPr>
              <a:t>表中的</a:t>
            </a:r>
            <a:r>
              <a:rPr lang="en-US" altLang="zh-CN" sz="2100" dirty="0">
                <a:latin typeface="+mn-ea"/>
                <a:ea typeface="+mn-ea"/>
              </a:rPr>
              <a:t>C#</a:t>
            </a:r>
            <a:r>
              <a:rPr lang="zh-CN" altLang="en-US" sz="2100" dirty="0">
                <a:latin typeface="+mn-ea"/>
                <a:ea typeface="+mn-ea"/>
              </a:rPr>
              <a:t>后，修改</a:t>
            </a:r>
            <a:r>
              <a:rPr lang="en-US" altLang="zh-CN" sz="2100" dirty="0">
                <a:latin typeface="+mn-ea"/>
                <a:ea typeface="+mn-ea"/>
              </a:rPr>
              <a:t>SC</a:t>
            </a:r>
            <a:r>
              <a:rPr lang="zh-CN" altLang="en-US" sz="2100" dirty="0">
                <a:latin typeface="+mn-ea"/>
                <a:ea typeface="+mn-ea"/>
              </a:rPr>
              <a:t>表中对应的数据。</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831"/>
    </mc:Choice>
    <mc:Fallback xmlns="">
      <p:transition spd="slow" advTm="5583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EF281AFC-C33B-4F09-A928-1EC58A954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图片包含 游戏机&#10;&#10;描述已自动生成">
            <a:extLst>
              <a:ext uri="{FF2B5EF4-FFF2-40B4-BE49-F238E27FC236}">
                <a16:creationId xmlns:a16="http://schemas.microsoft.com/office/drawing/2014/main" id="{D7EEC960-6267-4DC2-A768-63DF12C0AF04}"/>
              </a:ext>
            </a:extLst>
          </p:cNvPr>
          <p:cNvPicPr>
            <a:picLocks noChangeAspect="1"/>
          </p:cNvPicPr>
          <p:nvPr/>
        </p:nvPicPr>
        <p:blipFill rotWithShape="1">
          <a:blip r:embed="rId2"/>
          <a:srcRect l="11003" r="-2" b="-2"/>
          <a:stretch/>
        </p:blipFill>
        <p:spPr>
          <a:xfrm>
            <a:off x="20" y="227"/>
            <a:ext cx="9143751" cy="6858000"/>
          </a:xfrm>
          <a:prstGeom prst="rect">
            <a:avLst/>
          </a:prstGeom>
        </p:spPr>
      </p:pic>
      <p:sp>
        <p:nvSpPr>
          <p:cNvPr id="87" name="Freeform 6">
            <a:extLst>
              <a:ext uri="{FF2B5EF4-FFF2-40B4-BE49-F238E27FC236}">
                <a16:creationId xmlns:a16="http://schemas.microsoft.com/office/drawing/2014/main" id="{D68028DB-A126-4990-9942-0625D23718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45810" y="4208147"/>
            <a:ext cx="254344" cy="212183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7">
            <a:extLst>
              <a:ext uri="{FF2B5EF4-FFF2-40B4-BE49-F238E27FC236}">
                <a16:creationId xmlns:a16="http://schemas.microsoft.com/office/drawing/2014/main" id="{76805E71-D4F6-4554-B94A-1551CA757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46554" y="4098333"/>
            <a:ext cx="151393" cy="20558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Rectangle 8">
            <a:extLst>
              <a:ext uri="{FF2B5EF4-FFF2-40B4-BE49-F238E27FC236}">
                <a16:creationId xmlns:a16="http://schemas.microsoft.com/office/drawing/2014/main" id="{3ED8B0AB-AFC8-4BD9-8F04-45B43D074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86" y="4098334"/>
            <a:ext cx="6699764" cy="1960775"/>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标题 1">
            <a:extLst>
              <a:ext uri="{FF2B5EF4-FFF2-40B4-BE49-F238E27FC236}">
                <a16:creationId xmlns:a16="http://schemas.microsoft.com/office/drawing/2014/main" id="{2EA76408-AE3A-473F-8C97-C1BCAC4A078D}"/>
              </a:ext>
            </a:extLst>
          </p:cNvPr>
          <p:cNvSpPr>
            <a:spLocks noGrp="1"/>
          </p:cNvSpPr>
          <p:nvPr>
            <p:ph type="title"/>
          </p:nvPr>
        </p:nvSpPr>
        <p:spPr>
          <a:xfrm>
            <a:off x="596506" y="4267831"/>
            <a:ext cx="5978177" cy="1071585"/>
          </a:xfrm>
        </p:spPr>
        <p:txBody>
          <a:bodyPr vert="horz" lIns="91440" tIns="45720" rIns="91440" bIns="45720" rtlCol="0" anchor="b">
            <a:normAutofit/>
          </a:bodyPr>
          <a:lstStyle/>
          <a:p>
            <a:pPr>
              <a:lnSpc>
                <a:spcPct val="90000"/>
              </a:lnSpc>
            </a:pPr>
            <a:r>
              <a:rPr lang="en-US" altLang="zh-CN" sz="4200">
                <a:solidFill>
                  <a:srgbClr val="FFFFFF"/>
                </a:solidFill>
                <a:latin typeface="+mj-lt"/>
                <a:ea typeface="+mj-ea"/>
              </a:rPr>
              <a:t>THANKS</a:t>
            </a:r>
          </a:p>
        </p:txBody>
      </p:sp>
      <p:sp>
        <p:nvSpPr>
          <p:cNvPr id="93" name="Rectangle 8">
            <a:extLst>
              <a:ext uri="{FF2B5EF4-FFF2-40B4-BE49-F238E27FC236}">
                <a16:creationId xmlns:a16="http://schemas.microsoft.com/office/drawing/2014/main" id="{8BCD8A7A-53FC-474D-B04F-67F9F4286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0850" y="4377267"/>
            <a:ext cx="2340864" cy="1952715"/>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0754885"/>
      </p:ext>
    </p:extLst>
  </p:cSld>
  <p:clrMapOvr>
    <a:masterClrMapping/>
  </p:clrMapOvr>
  <mc:AlternateContent xmlns:mc="http://schemas.openxmlformats.org/markup-compatibility/2006" xmlns:p14="http://schemas.microsoft.com/office/powerpoint/2010/main">
    <mc:Choice Requires="p14">
      <p:transition spd="slow" p14:dur="2000" advTm="1955"/>
    </mc:Choice>
    <mc:Fallback xmlns="">
      <p:transition spd="slow" advTm="195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650"/>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65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5650"/>
  <p:tag name="KSO_WM_TEMPLATE_SUBCATEGORY" val="0"/>
  <p:tag name="KSO_WM_TEMPLATE_MASTER_TYPE" val="1"/>
  <p:tag name="KSO_WM_TEMPLATE_COLOR_TYPE" val="1"/>
  <p:tag name="KSO_WM_TEMPLATE_MASTER_THUMB_INDEX" val="12"/>
  <p:tag name="KSO_WM_TEMPLATE_THUMBS_INDEX" val="1、4、7、9、12、16、18、19、20、22、25、30、33、34"/>
</p:tagLst>
</file>

<file path=ppt/tags/tag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0"/>
  <p:tag name="KSO_WM_UNIT_ID" val="_13*i*0"/>
  <p:tag name="KSO_WM_UNIT_BK_DARK_LIGHT" val="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0"/>
  <p:tag name="KSO_WM_UNIT_ID" val="_15*i*0"/>
  <p:tag name="KSO_WM_UNIT_BK_DARK_LIGHT" val="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0"/>
  <p:tag name="KSO_WM_UNIT_ID" val="_17*i*0"/>
  <p:tag name="KSO_WM_UNIT_BK_DARK_LIGHT" val="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0"/>
  <p:tag name="KSO_WM_UNIT_ID" val="_18*i*0"/>
  <p:tag name="KSO_WM_UNIT_BK_DARK_LIGHT" val="2"/>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650"/>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650"/>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5650"/>
  <p:tag name="KSO_WM_TEMPLATE_SUBCATEGORY" val="0"/>
  <p:tag name="KSO_WM_TEMPLATE_MASTER_TYPE" val="1"/>
  <p:tag name="KSO_WM_TEMPLATE_COLOR_TYPE" val="1"/>
  <p:tag name="KSO_WM_TEMPLATE_MASTER_THUMB_INDEX" val="12"/>
  <p:tag name="KSO_WM_TEMPLATE_THUMBS_INDEX" val="1、4、7、9、12、16、18、19、20、22、25、30、33、34"/>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28.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0"/>
  <p:tag name="KSO_WM_UNIT_ID" val="_13*i*0"/>
  <p:tag name="KSO_WM_UNIT_BK_DARK_LIGHT" val="2"/>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36.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4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0"/>
  <p:tag name="KSO_WM_UNIT_ID" val="_15*i*0"/>
  <p:tag name="KSO_WM_UNIT_BK_DARK_LIGHT" val="2"/>
  <p:tag name="KSO_WM_UNIT_LAYERLEVEL" val="1"/>
  <p:tag name="KSO_WM_TAG_VERSION" val="1.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5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Lst>
</file>

<file path=ppt/tags/tag25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5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62.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0"/>
  <p:tag name="KSO_WM_UNIT_ID" val="_17*i*0"/>
  <p:tag name="KSO_WM_UNIT_BK_DARK_LIGHT" val="2"/>
  <p:tag name="KSO_WM_UNIT_LAYERLEVEL" val="1"/>
  <p:tag name="KSO_WM_TAG_VERSION" val="1.0"/>
  <p:tag name="KSO_WM_BEAUTIFY_FLAG" val="#wm#"/>
</p:tagLst>
</file>

<file path=ppt/tags/tag26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6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7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0"/>
  <p:tag name="KSO_WM_UNIT_ID" val="_18*i*0"/>
  <p:tag name="KSO_WM_UNIT_BK_DARK_LIGHT" val="2"/>
  <p:tag name="KSO_WM_UNIT_LAYERLEVEL" val="1"/>
  <p:tag name="KSO_WM_TAG_VERSION" val="1.0"/>
  <p:tag name="KSO_WM_BEAUTIFY_FLAG" val="#wm#"/>
</p:tagLst>
</file>

<file path=ppt/tags/tag27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5650"/>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9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5650"/>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5650"/>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3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5650"/>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3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05650"/>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650"/>
</p:tagLst>
</file>

<file path=ppt/theme/theme1.xml><?xml version="1.0" encoding="utf-8"?>
<a:theme xmlns:a="http://schemas.openxmlformats.org/drawingml/2006/main" name="Office 主题​​">
  <a:themeElements>
    <a:clrScheme name="032108">
      <a:dk1>
        <a:sysClr val="windowText" lastClr="000000"/>
      </a:dk1>
      <a:lt1>
        <a:sysClr val="window" lastClr="FFFFFF"/>
      </a:lt1>
      <a:dk2>
        <a:srgbClr val="EEE1FC"/>
      </a:dk2>
      <a:lt2>
        <a:srgbClr val="FFFFFF"/>
      </a:lt2>
      <a:accent1>
        <a:srgbClr val="885FB5"/>
      </a:accent1>
      <a:accent2>
        <a:srgbClr val="8070B5"/>
      </a:accent2>
      <a:accent3>
        <a:srgbClr val="7881B4"/>
      </a:accent3>
      <a:accent4>
        <a:srgbClr val="6F93B4"/>
      </a:accent4>
      <a:accent5>
        <a:srgbClr val="67A4B3"/>
      </a:accent5>
      <a:accent6>
        <a:srgbClr val="5FB5B3"/>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032108">
      <a:dk1>
        <a:sysClr val="windowText" lastClr="000000"/>
      </a:dk1>
      <a:lt1>
        <a:sysClr val="window" lastClr="FFFFFF"/>
      </a:lt1>
      <a:dk2>
        <a:srgbClr val="EEE1FC"/>
      </a:dk2>
      <a:lt2>
        <a:srgbClr val="FFFFFF"/>
      </a:lt2>
      <a:accent1>
        <a:srgbClr val="885FB5"/>
      </a:accent1>
      <a:accent2>
        <a:srgbClr val="8070B5"/>
      </a:accent2>
      <a:accent3>
        <a:srgbClr val="7881B4"/>
      </a:accent3>
      <a:accent4>
        <a:srgbClr val="6F93B4"/>
      </a:accent4>
      <a:accent5>
        <a:srgbClr val="67A4B3"/>
      </a:accent5>
      <a:accent6>
        <a:srgbClr val="5FB5B3"/>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1984</Words>
  <Application>Microsoft Office PowerPoint</Application>
  <PresentationFormat>全屏显示(4:3)</PresentationFormat>
  <Paragraphs>144</Paragraphs>
  <Slides>36</Slides>
  <Notes>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36</vt:i4>
      </vt:variant>
    </vt:vector>
  </HeadingPairs>
  <TitlesOfParts>
    <vt:vector size="41" baseType="lpstr">
      <vt:lpstr>微软雅黑</vt:lpstr>
      <vt:lpstr>Arial</vt:lpstr>
      <vt:lpstr>Calibri</vt:lpstr>
      <vt:lpstr>Office 主题​​</vt:lpstr>
      <vt:lpstr>1_Office 主题​​</vt:lpstr>
      <vt:lpstr>触发器</vt:lpstr>
      <vt:lpstr>一、触发器及其作用 </vt:lpstr>
      <vt:lpstr>1．触发器</vt:lpstr>
      <vt:lpstr>触发器</vt:lpstr>
      <vt:lpstr>触发器特点</vt:lpstr>
      <vt:lpstr>2.触发器类别</vt:lpstr>
      <vt:lpstr>3．触发器的优点</vt:lpstr>
      <vt:lpstr>4．触发方式</vt:lpstr>
      <vt:lpstr>二、创建触发器</vt:lpstr>
      <vt:lpstr>1．使用企业管理器创建触发器</vt:lpstr>
      <vt:lpstr>【触发器属性】对话框</vt:lpstr>
      <vt:lpstr>2．使用CREATE TRIGGER语句创建触发器</vt:lpstr>
      <vt:lpstr>语句说明之一</vt:lpstr>
      <vt:lpstr>语句说明之二</vt:lpstr>
      <vt:lpstr>语句说明之三</vt:lpstr>
      <vt:lpstr>触发器例题1</vt:lpstr>
      <vt:lpstr>例题1代码</vt:lpstr>
      <vt:lpstr>PowerPoint 演示文稿</vt:lpstr>
      <vt:lpstr>触发器例题2</vt:lpstr>
      <vt:lpstr>例题2代码</vt:lpstr>
      <vt:lpstr>INSERT类型的触发器</vt:lpstr>
      <vt:lpstr>例题2应用</vt:lpstr>
      <vt:lpstr>添加操作被取消 </vt:lpstr>
      <vt:lpstr>三、修改与删除触发器</vt:lpstr>
      <vt:lpstr>1．使用企业管理器修改触发器</vt:lpstr>
      <vt:lpstr>PowerPoint 演示文稿</vt:lpstr>
      <vt:lpstr>2．使用ALTER TRIGGER语句修改触发器</vt:lpstr>
      <vt:lpstr>例题1</vt:lpstr>
      <vt:lpstr>例题1代码</vt:lpstr>
      <vt:lpstr>修改del_bj触发器 </vt:lpstr>
      <vt:lpstr>3．使用DROP TRIGGER语句删除触发器</vt:lpstr>
      <vt:lpstr>例题1</vt:lpstr>
      <vt:lpstr>PowerPoint 演示文稿</vt:lpstr>
      <vt:lpstr>四、触发器实训</vt:lpstr>
      <vt:lpstr>实训内容</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触发器</dc:title>
  <dc:creator>乔 淋漓的冷汗</dc:creator>
  <cp:lastModifiedBy>乔 淋漓的冷汗</cp:lastModifiedBy>
  <cp:revision>14</cp:revision>
  <dcterms:created xsi:type="dcterms:W3CDTF">2020-04-29T09:29:42Z</dcterms:created>
  <dcterms:modified xsi:type="dcterms:W3CDTF">2021-04-20T14:52:32Z</dcterms:modified>
</cp:coreProperties>
</file>